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DBA5"/>
    <a:srgbClr val="C04E3F"/>
    <a:srgbClr val="F4A988"/>
    <a:srgbClr val="339999"/>
    <a:srgbClr val="CB7729"/>
    <a:srgbClr val="F4E1A1"/>
    <a:srgbClr val="F7A7A1"/>
    <a:srgbClr val="FFC3C2"/>
    <a:srgbClr val="F4A05B"/>
    <a:srgbClr val="005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6"/>
    <p:restoredTop sz="94762"/>
  </p:normalViewPr>
  <p:slideViewPr>
    <p:cSldViewPr snapToGrid="0">
      <p:cViewPr>
        <p:scale>
          <a:sx n="166" d="100"/>
          <a:sy n="166" d="100"/>
        </p:scale>
        <p:origin x="-2392" y="-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096972228189195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0.63448275862068904</c:v>
                </c:pt>
                <c:pt idx="1">
                  <c:v>0.32183908045977</c:v>
                </c:pt>
                <c:pt idx="2">
                  <c:v>2.2988505747126398E-2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168963194153937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291839108514165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0.53987730061349604</c:v>
                </c:pt>
                <c:pt idx="1">
                  <c:v>0.214723926380368</c:v>
                </c:pt>
                <c:pt idx="2">
                  <c:v>9.2024539877300596E-2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398980611805828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31847368431553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0.90454545454545399</c:v>
                </c:pt>
                <c:pt idx="1">
                  <c:v>5.4545454545454501E-2</c:v>
                </c:pt>
                <c:pt idx="2">
                  <c:v>4.0909090909090902E-2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FC3C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18143354125004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966241411714318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418531078105432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Multigenerational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0.58823529411764697</c:v>
                </c:pt>
                <c:pt idx="1">
                  <c:v>0.23529411764705799</c:v>
                </c:pt>
                <c:pt idx="2">
                  <c:v>0.11764705882352899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3655153104418783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0.91262135922330101</c:v>
                </c:pt>
                <c:pt idx="1">
                  <c:v>4.85436893203883E-2</c:v>
                </c:pt>
                <c:pt idx="2">
                  <c:v>2.9126213592233E-2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50702724775162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-2.19054146045296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60700483557641"/>
                      <c:h val="0.177799523485364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0.59090909090909005</c:v>
                </c:pt>
                <c:pt idx="1">
                  <c:v>0.22727272727272699</c:v>
                </c:pt>
                <c:pt idx="2">
                  <c:v>0.18181818181818099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430697497484449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4790599123331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2347844939670008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4.8945663443614076E-2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Absolute Mobility Measures</c:v>
                </c:pt>
                <c:pt idx="1">
                  <c:v>Rank‐based Measures</c:v>
                </c:pt>
                <c:pt idx="2">
                  <c:v>Regression‐based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0.38888888888888801</c:v>
                </c:pt>
                <c:pt idx="1">
                  <c:v>0.31481481481481399</c:v>
                </c:pt>
                <c:pt idx="2">
                  <c:v>0.18518518518518501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12131371259344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0.79735682819383202</c:v>
                </c:pt>
                <c:pt idx="1">
                  <c:v>0.11453744493392</c:v>
                </c:pt>
                <c:pt idx="2">
                  <c:v>3.5242290748898598E-2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64377676409423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61772543688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3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0.77083333333333304</c:v>
                </c:pt>
                <c:pt idx="1">
                  <c:v>0.16666666666666599</c:v>
                </c:pt>
                <c:pt idx="2">
                  <c:v>4.1666666666666602E-2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791344644055419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43666897882282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0.70512820512820495</c:v>
                </c:pt>
                <c:pt idx="1">
                  <c:v>0.21153846153846101</c:v>
                </c:pt>
                <c:pt idx="2">
                  <c:v>5.7692307692307598E-2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00978088607233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Non‐parametric Approaches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0.82191780821917804</c:v>
                </c:pt>
                <c:pt idx="1">
                  <c:v>8.2191780821917804E-2</c:v>
                </c:pt>
                <c:pt idx="2">
                  <c:v>6.8493150684931503E-2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309748897181319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01704189879672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0.68449197860962496</c:v>
                </c:pt>
                <c:pt idx="1">
                  <c:v>0.23529411764705799</c:v>
                </c:pt>
                <c:pt idx="2">
                  <c:v>5.3475935828876997E-2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009780886072331"/>
                  <c:y val="-7.300654977646128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177799523485364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9252989564705017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0.46511627906976699</c:v>
                </c:pt>
                <c:pt idx="1">
                  <c:v>0.22093023255813901</c:v>
                </c:pt>
                <c:pt idx="2">
                  <c:v>0.127906976744186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1979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041205814928635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Decomposition / Structural Approaches</c:v>
                </c:pt>
                <c:pt idx="1">
                  <c:v>Regression‐based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0.959537572254335</c:v>
                </c:pt>
                <c:pt idx="1">
                  <c:v>4.0462427745664699E-2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265894854310885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61856007427275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87453704227122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0.54761904761904701</c:v>
                </c:pt>
                <c:pt idx="1">
                  <c:v>0.14285714285714199</c:v>
                </c:pt>
                <c:pt idx="2">
                  <c:v>0.119047619047619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018239653322887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6055955952427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868244341923336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9860698687923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Absolute Mobility Measures</c:v>
                </c:pt>
                <c:pt idx="1">
                  <c:v>Regression‐based Measures</c:v>
                </c:pt>
                <c:pt idx="2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0.46280991735537103</c:v>
                </c:pt>
                <c:pt idx="1">
                  <c:v>0.43801652892561899</c:v>
                </c:pt>
                <c:pt idx="2">
                  <c:v>8.2644628099173501E-2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0.56551724137931003</c:v>
                </c:pt>
                <c:pt idx="1">
                  <c:v>0.108045977011494</c:v>
                </c:pt>
                <c:pt idx="2">
                  <c:v>8.9655172413793102E-2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210128441050326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-2.920721947270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16319591374901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0.49079754601226899</c:v>
                </c:pt>
                <c:pt idx="1">
                  <c:v>0.16564417177914101</c:v>
                </c:pt>
                <c:pt idx="2">
                  <c:v>0.104294478527607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0.71014492753623104</c:v>
                </c:pt>
                <c:pt idx="1">
                  <c:v>9.4202898550724598E-2</c:v>
                </c:pt>
                <c:pt idx="2">
                  <c:v>5.0724637681159403E-2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41579772380086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1658820188515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641931916201076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631836461616323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986069868792343"/>
                  <c:y val="2.920721947270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05313614166093"/>
                      <c:h val="0.280024791639835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0.41176470588235198</c:v>
                </c:pt>
                <c:pt idx="1">
                  <c:v>0.23529411764705799</c:v>
                </c:pt>
                <c:pt idx="2">
                  <c:v>0.11764705882352899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432087451376553"/>
                  <c:y val="-7.301804868176549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62218659033671"/>
                      <c:h val="0.2654211819034827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0.71359223300970798</c:v>
                </c:pt>
                <c:pt idx="1">
                  <c:v>7.7669902912621297E-2</c:v>
                </c:pt>
                <c:pt idx="2">
                  <c:v>5.8252427184466E-2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896497648716753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33390350261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3327815637579824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8.6953254320994225E-2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0.36363636363636298</c:v>
                </c:pt>
                <c:pt idx="1">
                  <c:v>0.31818181818181801</c:v>
                </c:pt>
                <c:pt idx="2">
                  <c:v>0.18181818181818099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777766324143898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4805662499243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925298956470501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0.46296296296296202</c:v>
                </c:pt>
                <c:pt idx="1">
                  <c:v>0.25925925925925902</c:v>
                </c:pt>
                <c:pt idx="2">
                  <c:v>0.11111111111111099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2"/>
                  <c:y val="-1.460418468161824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117870678711385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0.68722466960352402</c:v>
                </c:pt>
                <c:pt idx="1">
                  <c:v>7.4889867841409594E-2</c:v>
                </c:pt>
                <c:pt idx="2">
                  <c:v>5.7268722466960298E-2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925868239021526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009760269531346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0.51388888888888795</c:v>
                </c:pt>
                <c:pt idx="1">
                  <c:v>0.13888888888888801</c:v>
                </c:pt>
                <c:pt idx="2">
                  <c:v>0.11111111111111099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379051067172015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0.55769230769230704</c:v>
                </c:pt>
                <c:pt idx="1">
                  <c:v>0.17948717948717899</c:v>
                </c:pt>
                <c:pt idx="2">
                  <c:v>7.69230769230769E-2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801357632476238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0.63013698630136905</c:v>
                </c:pt>
                <c:pt idx="1">
                  <c:v>8.2191780821917804E-2</c:v>
                </c:pt>
                <c:pt idx="2">
                  <c:v>8.2191780821917804E-2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0.61497326203208502</c:v>
                </c:pt>
                <c:pt idx="1">
                  <c:v>9.0909090909090898E-2</c:v>
                </c:pt>
                <c:pt idx="2">
                  <c:v>8.0213903743315496E-2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1678977845199036"/>
                  <c:y val="-1.460360973635316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61856007427275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376300421575010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31836461616323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0.47674418604651098</c:v>
                </c:pt>
                <c:pt idx="1">
                  <c:v>0.17441860465116199</c:v>
                </c:pt>
                <c:pt idx="2">
                  <c:v>0.13953488372093001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1979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223664197780462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0.60115606936416099</c:v>
                </c:pt>
                <c:pt idx="1">
                  <c:v>0.13294797687861201</c:v>
                </c:pt>
                <c:pt idx="2">
                  <c:v>8.6705202312138699E-2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87453704227122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0.52380952380952295</c:v>
                </c:pt>
                <c:pt idx="1">
                  <c:v>0.19047619047618999</c:v>
                </c:pt>
                <c:pt idx="2">
                  <c:v>9.5238095238095205E-2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4635123802328605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702015068165510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45223047696699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0.53719008264462798</c:v>
                </c:pt>
                <c:pt idx="1">
                  <c:v>0.132231404958677</c:v>
                </c:pt>
                <c:pt idx="2">
                  <c:v>0.107438016528925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76CE-CE71-224C-E0CF-0773C1569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F1171-D302-2BA4-C026-A4238CFA4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E8EF-7D45-001F-3CB6-28C92977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E934F-5476-52D8-A2A6-93A1A9A6F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AA352-47F9-8C40-1F04-4C34FB8E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1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1D70-0616-4BCC-1396-035B85CF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30F1-6DB5-C89E-5770-4BCCAE33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5ED47-4339-6E2B-5147-03CF8ED1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DCB18-135A-A503-059D-533E3B12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60FF1-92DC-FF34-256D-C00FDE08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4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DF73-1D3F-51D8-97A2-66302DC2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8D29E-AC5F-A65D-2963-CF8DBF2BA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E86B1-F603-D863-1632-03AFF5585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61448-E199-33AF-E76C-2FC9D017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9738-241B-43F4-89DE-8CA0E6E1A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9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2B54-4457-A2A4-9BAB-FAAF2771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CC79-5D0A-11F3-6B0C-35362330B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ED25D-6092-5031-5271-4C1010DA1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7E15F-66BB-0DB7-F53C-477F595B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154F2-2795-F146-2640-2772E75D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011-5F7C-7913-A54F-F5C1395D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9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189F-3F6A-E476-B3F4-F32C365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BC3A4-4D37-1BDD-CF9C-05299413E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48C77-F123-0498-D907-E31A583EE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8F9B4-DC31-316A-D3CD-CAAB36FA1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26769-2C99-C0B7-4B9E-D1B9E775B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C830E-51CC-D4C4-9B46-CA3B823F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E1990-C63A-3D56-A692-5BF21EA7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D3250-1132-4B01-C144-65381103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4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763F-D89A-C70E-9322-59FDCB1B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BA364-29BE-7576-1784-9E513C3F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BB8AB-732F-CCEF-936E-41680C1B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F2329-144E-6432-0DDE-B9623A2B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5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D4FF5-E86C-3A62-05D6-7B0F2473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69FB4-2C3C-04D9-EAC3-53E603E0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D7D08-EBF4-F9E7-E49F-305C1871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1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428C-ACE0-033F-3FA9-7B7C05575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01040-E0C0-CE11-D65A-4D5E3B9B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47832-3D9A-1BD7-0008-53DB5F8AD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EC3AC-D979-E79D-D8C3-34DDF464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8981A-E85F-AD16-9D13-E1B70A32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A5FD9-6B9D-1762-D624-C9D23AA4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5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E75F-9571-15B0-0E3B-679E469E6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212ABC-6776-33CF-09AA-A9766127A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1082D-6842-1E95-7581-69FF115AC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D5B3B-EABC-0015-84B4-A38F5C3A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1E03A-B07A-351E-9EF4-4EA7CB83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FB2BA-D7A3-6E9B-80E2-6961EFD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9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4B7C-784F-29A3-52EF-D0A3F8B8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895B5-9B0E-4E84-F0B5-D4FAA6DA8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089E6-E9EE-CEF0-A2C5-BB188A6F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7596F-E1E5-1CE2-90C8-6CA44DBE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4D0B6-E553-9710-90FB-0C846F82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6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2C6093-2774-D952-29DA-6E803B24F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DCC72-143E-59CA-B62F-75BCAF017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62492-6113-B10E-AFD3-CC47A0B4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57B0E-22FD-31BD-4A9D-F89A3399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C7D60-95D8-4C70-AC27-B5BB1794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5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7AAB02-BC8A-484D-7728-A73B0805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C32A1-4813-66CF-2D9F-CB684D013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B4B1-2C13-C82D-0F7F-7DF0D07A0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93CFB-F267-314E-B7F6-5BC2129E26EF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3479A-B03F-4EF5-2608-58FF62DD6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BDD30-E347-11CF-B823-BDB3ED83E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9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hart" Target="../charts/chart12.xml"/><Relationship Id="rId18" Type="http://schemas.openxmlformats.org/officeDocument/2006/relationships/chart" Target="../charts/chart17.xml"/><Relationship Id="rId26" Type="http://schemas.openxmlformats.org/officeDocument/2006/relationships/chart" Target="../charts/chart25.xml"/><Relationship Id="rId3" Type="http://schemas.openxmlformats.org/officeDocument/2006/relationships/chart" Target="../charts/chart2.xml"/><Relationship Id="rId21" Type="http://schemas.openxmlformats.org/officeDocument/2006/relationships/chart" Target="../charts/chart20.xml"/><Relationship Id="rId7" Type="http://schemas.openxmlformats.org/officeDocument/2006/relationships/chart" Target="../charts/chart6.xml"/><Relationship Id="rId12" Type="http://schemas.openxmlformats.org/officeDocument/2006/relationships/chart" Target="../charts/chart11.xml"/><Relationship Id="rId17" Type="http://schemas.openxmlformats.org/officeDocument/2006/relationships/chart" Target="../charts/chart16.xml"/><Relationship Id="rId25" Type="http://schemas.openxmlformats.org/officeDocument/2006/relationships/chart" Target="../charts/chart24.xml"/><Relationship Id="rId33" Type="http://schemas.openxmlformats.org/officeDocument/2006/relationships/chart" Target="../charts/chart32.xml"/><Relationship Id="rId2" Type="http://schemas.openxmlformats.org/officeDocument/2006/relationships/chart" Target="../charts/chart1.xml"/><Relationship Id="rId16" Type="http://schemas.openxmlformats.org/officeDocument/2006/relationships/chart" Target="../charts/chart15.xml"/><Relationship Id="rId20" Type="http://schemas.openxmlformats.org/officeDocument/2006/relationships/chart" Target="../charts/chart19.xml"/><Relationship Id="rId29" Type="http://schemas.openxmlformats.org/officeDocument/2006/relationships/chart" Target="../charts/chart28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11" Type="http://schemas.openxmlformats.org/officeDocument/2006/relationships/chart" Target="../charts/chart10.xml"/><Relationship Id="rId24" Type="http://schemas.openxmlformats.org/officeDocument/2006/relationships/chart" Target="../charts/chart23.xml"/><Relationship Id="rId32" Type="http://schemas.openxmlformats.org/officeDocument/2006/relationships/chart" Target="../charts/chart31.xml"/><Relationship Id="rId5" Type="http://schemas.openxmlformats.org/officeDocument/2006/relationships/chart" Target="../charts/chart4.xml"/><Relationship Id="rId15" Type="http://schemas.openxmlformats.org/officeDocument/2006/relationships/chart" Target="../charts/chart14.xml"/><Relationship Id="rId23" Type="http://schemas.openxmlformats.org/officeDocument/2006/relationships/chart" Target="../charts/chart22.xml"/><Relationship Id="rId28" Type="http://schemas.openxmlformats.org/officeDocument/2006/relationships/chart" Target="../charts/chart27.xml"/><Relationship Id="rId10" Type="http://schemas.openxmlformats.org/officeDocument/2006/relationships/chart" Target="../charts/chart9.xml"/><Relationship Id="rId19" Type="http://schemas.openxmlformats.org/officeDocument/2006/relationships/chart" Target="../charts/chart18.xml"/><Relationship Id="rId31" Type="http://schemas.openxmlformats.org/officeDocument/2006/relationships/chart" Target="../charts/chart30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Relationship Id="rId14" Type="http://schemas.openxmlformats.org/officeDocument/2006/relationships/chart" Target="../charts/chart13.xml"/><Relationship Id="rId22" Type="http://schemas.openxmlformats.org/officeDocument/2006/relationships/chart" Target="../charts/chart21.xml"/><Relationship Id="rId27" Type="http://schemas.openxmlformats.org/officeDocument/2006/relationships/chart" Target="../charts/chart26.xml"/><Relationship Id="rId30" Type="http://schemas.openxmlformats.org/officeDocument/2006/relationships/chart" Target="../charts/chart29.xml"/><Relationship Id="rId8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Freeform 330">
            <a:extLst>
              <a:ext uri="{FF2B5EF4-FFF2-40B4-BE49-F238E27FC236}">
                <a16:creationId xmlns:a16="http://schemas.microsoft.com/office/drawing/2014/main" id="{2FFF94DC-DC27-ACFD-3BF0-CECD25BF3333}"/>
              </a:ext>
            </a:extLst>
          </p:cNvPr>
          <p:cNvSpPr/>
          <p:nvPr/>
        </p:nvSpPr>
        <p:spPr>
          <a:xfrm>
            <a:off x="8775723" y="4100207"/>
            <a:ext cx="546027" cy="706640"/>
          </a:xfrm>
          <a:custGeom>
            <a:avLst/>
            <a:gdLst>
              <a:gd name="connsiteX0" fmla="*/ 546430 w 546027"/>
              <a:gd name="connsiteY0" fmla="*/ 91829 h 706640"/>
              <a:gd name="connsiteX1" fmla="*/ 233171 w 546027"/>
              <a:gd name="connsiteY1" fmla="*/ 706941 h 706640"/>
              <a:gd name="connsiteX2" fmla="*/ 403 w 546027"/>
              <a:gd name="connsiteY2" fmla="*/ 541596 h 706640"/>
              <a:gd name="connsiteX3" fmla="*/ 276075 w 546027"/>
              <a:gd name="connsiteY3" fmla="*/ 300 h 70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027" h="706640">
                <a:moveTo>
                  <a:pt x="546430" y="91829"/>
                </a:moveTo>
                <a:cubicBezTo>
                  <a:pt x="472408" y="311015"/>
                  <a:pt x="366878" y="518231"/>
                  <a:pt x="233171" y="706941"/>
                </a:cubicBezTo>
                <a:lnTo>
                  <a:pt x="403" y="541596"/>
                </a:lnTo>
                <a:cubicBezTo>
                  <a:pt x="118071" y="375528"/>
                  <a:pt x="210938" y="193184"/>
                  <a:pt x="276075" y="300"/>
                </a:cubicBezTo>
                <a:close/>
              </a:path>
            </a:pathLst>
          </a:custGeom>
          <a:solidFill>
            <a:srgbClr val="DF5D41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2" name="Freeform 331">
            <a:extLst>
              <a:ext uri="{FF2B5EF4-FFF2-40B4-BE49-F238E27FC236}">
                <a16:creationId xmlns:a16="http://schemas.microsoft.com/office/drawing/2014/main" id="{B14114B9-5CD6-A6C7-7B84-648CA27BE3E2}"/>
              </a:ext>
            </a:extLst>
          </p:cNvPr>
          <p:cNvSpPr/>
          <p:nvPr/>
        </p:nvSpPr>
        <p:spPr>
          <a:xfrm>
            <a:off x="7068766" y="1047750"/>
            <a:ext cx="2007668" cy="1257890"/>
          </a:xfrm>
          <a:custGeom>
            <a:avLst/>
            <a:gdLst>
              <a:gd name="connsiteX0" fmla="*/ 403 w 2007668"/>
              <a:gd name="connsiteY0" fmla="*/ 300 h 1257890"/>
              <a:gd name="connsiteX1" fmla="*/ 2008071 w 2007668"/>
              <a:gd name="connsiteY1" fmla="*/ 1105000 h 1257890"/>
              <a:gd name="connsiteX2" fmla="*/ 1767150 w 2007668"/>
              <a:gd name="connsiteY2" fmla="*/ 1258191 h 1257890"/>
              <a:gd name="connsiteX3" fmla="*/ 403 w 2007668"/>
              <a:gd name="connsiteY3" fmla="*/ 286050 h 125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7668" h="1257890">
                <a:moveTo>
                  <a:pt x="403" y="300"/>
                </a:moveTo>
                <a:cubicBezTo>
                  <a:pt x="814335" y="300"/>
                  <a:pt x="1571740" y="417057"/>
                  <a:pt x="2008071" y="1105000"/>
                </a:cubicBezTo>
                <a:lnTo>
                  <a:pt x="1767150" y="1258191"/>
                </a:lnTo>
                <a:cubicBezTo>
                  <a:pt x="1383180" y="652791"/>
                  <a:pt x="716663" y="286050"/>
                  <a:pt x="403" y="286050"/>
                </a:cubicBezTo>
                <a:close/>
              </a:path>
            </a:pathLst>
          </a:custGeom>
          <a:solidFill>
            <a:srgbClr val="569E7E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3" name="Freeform 332">
            <a:extLst>
              <a:ext uri="{FF2B5EF4-FFF2-40B4-BE49-F238E27FC236}">
                <a16:creationId xmlns:a16="http://schemas.microsoft.com/office/drawing/2014/main" id="{2D5C0BED-0A74-9ACE-C67C-B31EB1148F24}"/>
              </a:ext>
            </a:extLst>
          </p:cNvPr>
          <p:cNvSpPr/>
          <p:nvPr/>
        </p:nvSpPr>
        <p:spPr>
          <a:xfrm>
            <a:off x="8884677" y="2245109"/>
            <a:ext cx="551487" cy="983531"/>
          </a:xfrm>
          <a:custGeom>
            <a:avLst/>
            <a:gdLst>
              <a:gd name="connsiteX0" fmla="*/ 248021 w 551487"/>
              <a:gd name="connsiteY0" fmla="*/ 300 h 983531"/>
              <a:gd name="connsiteX1" fmla="*/ 551890 w 551487"/>
              <a:gd name="connsiteY1" fmla="*/ 956509 h 983531"/>
              <a:gd name="connsiteX2" fmla="*/ 267799 w 551487"/>
              <a:gd name="connsiteY2" fmla="*/ 983832 h 983531"/>
              <a:gd name="connsiteX3" fmla="*/ 403 w 551487"/>
              <a:gd name="connsiteY3" fmla="*/ 142365 h 983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487" h="983531">
                <a:moveTo>
                  <a:pt x="248021" y="300"/>
                </a:moveTo>
                <a:cubicBezTo>
                  <a:pt x="415995" y="293809"/>
                  <a:pt x="519584" y="619781"/>
                  <a:pt x="551890" y="956509"/>
                </a:cubicBezTo>
                <a:lnTo>
                  <a:pt x="267799" y="983832"/>
                </a:lnTo>
                <a:cubicBezTo>
                  <a:pt x="239373" y="687511"/>
                  <a:pt x="148218" y="400655"/>
                  <a:pt x="403" y="142365"/>
                </a:cubicBezTo>
                <a:close/>
              </a:path>
            </a:pathLst>
          </a:custGeom>
          <a:solidFill>
            <a:srgbClr val="93825F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4" name="Freeform 333">
            <a:extLst>
              <a:ext uri="{FF2B5EF4-FFF2-40B4-BE49-F238E27FC236}">
                <a16:creationId xmlns:a16="http://schemas.microsoft.com/office/drawing/2014/main" id="{5FB5D582-C16F-D98B-FBBA-023EE98BCBC8}"/>
              </a:ext>
            </a:extLst>
          </p:cNvPr>
          <p:cNvSpPr/>
          <p:nvPr/>
        </p:nvSpPr>
        <p:spPr>
          <a:xfrm>
            <a:off x="7055323" y="5454900"/>
            <a:ext cx="621313" cy="355349"/>
          </a:xfrm>
          <a:custGeom>
            <a:avLst/>
            <a:gdLst>
              <a:gd name="connsiteX0" fmla="*/ 621716 w 621313"/>
              <a:gd name="connsiteY0" fmla="*/ 276554 h 355349"/>
              <a:gd name="connsiteX1" fmla="*/ 403 w 621313"/>
              <a:gd name="connsiteY1" fmla="*/ 355611 h 355349"/>
              <a:gd name="connsiteX2" fmla="*/ 2016 w 621313"/>
              <a:gd name="connsiteY2" fmla="*/ 69861 h 355349"/>
              <a:gd name="connsiteX3" fmla="*/ 548772 w 621313"/>
              <a:gd name="connsiteY3" fmla="*/ 300 h 355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313" h="355349">
                <a:moveTo>
                  <a:pt x="621716" y="276554"/>
                </a:moveTo>
                <a:cubicBezTo>
                  <a:pt x="418998" y="330218"/>
                  <a:pt x="210082" y="356802"/>
                  <a:pt x="403" y="355611"/>
                </a:cubicBezTo>
                <a:lnTo>
                  <a:pt x="2016" y="69861"/>
                </a:lnTo>
                <a:cubicBezTo>
                  <a:pt x="186534" y="70909"/>
                  <a:pt x="370380" y="47515"/>
                  <a:pt x="548772" y="300"/>
                </a:cubicBezTo>
                <a:close/>
              </a:path>
            </a:pathLst>
          </a:custGeom>
          <a:solidFill>
            <a:srgbClr val="C06D4D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5" name="Freeform 334">
            <a:extLst>
              <a:ext uri="{FF2B5EF4-FFF2-40B4-BE49-F238E27FC236}">
                <a16:creationId xmlns:a16="http://schemas.microsoft.com/office/drawing/2014/main" id="{7F9BF846-0CA8-BD4C-A8D1-AD11873D2BFB}"/>
              </a:ext>
            </a:extLst>
          </p:cNvPr>
          <p:cNvSpPr/>
          <p:nvPr/>
        </p:nvSpPr>
        <p:spPr>
          <a:xfrm>
            <a:off x="5720940" y="5155501"/>
            <a:ext cx="615250" cy="504110"/>
          </a:xfrm>
          <a:custGeom>
            <a:avLst/>
            <a:gdLst>
              <a:gd name="connsiteX0" fmla="*/ 515756 w 615250"/>
              <a:gd name="connsiteY0" fmla="*/ 504411 h 504110"/>
              <a:gd name="connsiteX1" fmla="*/ 403 w 615250"/>
              <a:gd name="connsiteY1" fmla="*/ 235739 h 504110"/>
              <a:gd name="connsiteX2" fmla="*/ 162145 w 615250"/>
              <a:gd name="connsiteY2" fmla="*/ 300 h 504110"/>
              <a:gd name="connsiteX3" fmla="*/ 615653 w 615250"/>
              <a:gd name="connsiteY3" fmla="*/ 236739 h 5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5250" h="504110">
                <a:moveTo>
                  <a:pt x="515756" y="504411"/>
                </a:moveTo>
                <a:cubicBezTo>
                  <a:pt x="333649" y="436278"/>
                  <a:pt x="160576" y="346048"/>
                  <a:pt x="403" y="235739"/>
                </a:cubicBezTo>
                <a:lnTo>
                  <a:pt x="162145" y="300"/>
                </a:lnTo>
                <a:cubicBezTo>
                  <a:pt x="303092" y="97379"/>
                  <a:pt x="455399" y="176779"/>
                  <a:pt x="615653" y="236739"/>
                </a:cubicBezTo>
                <a:close/>
              </a:path>
            </a:pathLst>
          </a:custGeom>
          <a:solidFill>
            <a:srgbClr val="858966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6" name="Freeform 335">
            <a:extLst>
              <a:ext uri="{FF2B5EF4-FFF2-40B4-BE49-F238E27FC236}">
                <a16:creationId xmlns:a16="http://schemas.microsoft.com/office/drawing/2014/main" id="{FE83692A-1249-DF20-4454-3C5155E27D1F}"/>
              </a:ext>
            </a:extLst>
          </p:cNvPr>
          <p:cNvSpPr/>
          <p:nvPr/>
        </p:nvSpPr>
        <p:spPr>
          <a:xfrm>
            <a:off x="4799580" y="2434675"/>
            <a:ext cx="367484" cy="366894"/>
          </a:xfrm>
          <a:custGeom>
            <a:avLst/>
            <a:gdLst>
              <a:gd name="connsiteX0" fmla="*/ 403 w 367484"/>
              <a:gd name="connsiteY0" fmla="*/ 281635 h 366894"/>
              <a:gd name="connsiteX1" fmla="*/ 108558 w 367484"/>
              <a:gd name="connsiteY1" fmla="*/ 300 h 366894"/>
              <a:gd name="connsiteX2" fmla="*/ 367887 w 367484"/>
              <a:gd name="connsiteY2" fmla="*/ 119617 h 366894"/>
              <a:gd name="connsiteX3" fmla="*/ 272708 w 367484"/>
              <a:gd name="connsiteY3" fmla="*/ 367194 h 36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484" h="366894">
                <a:moveTo>
                  <a:pt x="403" y="281635"/>
                </a:moveTo>
                <a:cubicBezTo>
                  <a:pt x="30483" y="185663"/>
                  <a:pt x="66614" y="91695"/>
                  <a:pt x="108558" y="300"/>
                </a:cubicBezTo>
                <a:lnTo>
                  <a:pt x="367887" y="119617"/>
                </a:lnTo>
                <a:cubicBezTo>
                  <a:pt x="330966" y="200047"/>
                  <a:pt x="299183" y="282738"/>
                  <a:pt x="272708" y="367194"/>
                </a:cubicBezTo>
                <a:close/>
              </a:path>
            </a:pathLst>
          </a:custGeom>
          <a:solidFill>
            <a:srgbClr val="B07453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7" name="Freeform 336">
            <a:extLst>
              <a:ext uri="{FF2B5EF4-FFF2-40B4-BE49-F238E27FC236}">
                <a16:creationId xmlns:a16="http://schemas.microsoft.com/office/drawing/2014/main" id="{E17B0E57-2E98-13A8-0726-1D6C19DE261A}"/>
              </a:ext>
            </a:extLst>
          </p:cNvPr>
          <p:cNvSpPr/>
          <p:nvPr/>
        </p:nvSpPr>
        <p:spPr>
          <a:xfrm>
            <a:off x="7695079" y="5188477"/>
            <a:ext cx="665422" cy="512645"/>
          </a:xfrm>
          <a:custGeom>
            <a:avLst/>
            <a:gdLst>
              <a:gd name="connsiteX0" fmla="*/ 665825 w 665422"/>
              <a:gd name="connsiteY0" fmla="*/ 240225 h 512645"/>
              <a:gd name="connsiteX1" fmla="*/ 85809 w 665422"/>
              <a:gd name="connsiteY1" fmla="*/ 512945 h 512645"/>
              <a:gd name="connsiteX2" fmla="*/ 403 w 665422"/>
              <a:gd name="connsiteY2" fmla="*/ 240292 h 512645"/>
              <a:gd name="connsiteX3" fmla="*/ 510817 w 665422"/>
              <a:gd name="connsiteY3" fmla="*/ 300 h 51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422" h="512645">
                <a:moveTo>
                  <a:pt x="665825" y="240225"/>
                </a:moveTo>
                <a:cubicBezTo>
                  <a:pt x="485655" y="356916"/>
                  <a:pt x="290550" y="448651"/>
                  <a:pt x="85809" y="512945"/>
                </a:cubicBezTo>
                <a:lnTo>
                  <a:pt x="403" y="240292"/>
                </a:lnTo>
                <a:cubicBezTo>
                  <a:pt x="180574" y="183713"/>
                  <a:pt x="352271" y="102979"/>
                  <a:pt x="510817" y="300"/>
                </a:cubicBezTo>
                <a:close/>
              </a:path>
            </a:pathLst>
          </a:custGeom>
          <a:solidFill>
            <a:srgbClr val="CF6547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8" name="Freeform 337">
            <a:extLst>
              <a:ext uri="{FF2B5EF4-FFF2-40B4-BE49-F238E27FC236}">
                <a16:creationId xmlns:a16="http://schemas.microsoft.com/office/drawing/2014/main" id="{73901D41-6D8E-54A5-815D-D605C7A3BDE0}"/>
              </a:ext>
            </a:extLst>
          </p:cNvPr>
          <p:cNvSpPr/>
          <p:nvPr/>
        </p:nvSpPr>
        <p:spPr>
          <a:xfrm>
            <a:off x="4690472" y="3358341"/>
            <a:ext cx="311101" cy="442722"/>
          </a:xfrm>
          <a:custGeom>
            <a:avLst/>
            <a:gdLst>
              <a:gd name="connsiteX0" fmla="*/ 29610 w 311101"/>
              <a:gd name="connsiteY0" fmla="*/ 443022 h 442722"/>
              <a:gd name="connsiteX1" fmla="*/ 1451 w 311101"/>
              <a:gd name="connsiteY1" fmla="*/ 300 h 442722"/>
              <a:gd name="connsiteX2" fmla="*/ 286722 w 311101"/>
              <a:gd name="connsiteY2" fmla="*/ 8779 h 442722"/>
              <a:gd name="connsiteX3" fmla="*/ 311504 w 311101"/>
              <a:gd name="connsiteY3" fmla="*/ 398375 h 442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101" h="442722">
                <a:moveTo>
                  <a:pt x="29610" y="443022"/>
                </a:moveTo>
                <a:cubicBezTo>
                  <a:pt x="6492" y="296647"/>
                  <a:pt x="-2945" y="148430"/>
                  <a:pt x="1451" y="300"/>
                </a:cubicBezTo>
                <a:lnTo>
                  <a:pt x="286722" y="8779"/>
                </a:lnTo>
                <a:cubicBezTo>
                  <a:pt x="282859" y="139133"/>
                  <a:pt x="291155" y="269564"/>
                  <a:pt x="311504" y="398375"/>
                </a:cubicBezTo>
                <a:close/>
              </a:path>
            </a:pathLst>
          </a:custGeom>
          <a:solidFill>
            <a:srgbClr val="A17B59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9" name="Freeform 338">
            <a:extLst>
              <a:ext uri="{FF2B5EF4-FFF2-40B4-BE49-F238E27FC236}">
                <a16:creationId xmlns:a16="http://schemas.microsoft.com/office/drawing/2014/main" id="{F16260E7-60F4-765D-8FB4-FE79B27FD5DB}"/>
              </a:ext>
            </a:extLst>
          </p:cNvPr>
          <p:cNvSpPr/>
          <p:nvPr/>
        </p:nvSpPr>
        <p:spPr>
          <a:xfrm>
            <a:off x="5248830" y="4777997"/>
            <a:ext cx="556720" cy="549592"/>
          </a:xfrm>
          <a:custGeom>
            <a:avLst/>
            <a:gdLst>
              <a:gd name="connsiteX0" fmla="*/ 384868 w 556720"/>
              <a:gd name="connsiteY0" fmla="*/ 549893 h 549592"/>
              <a:gd name="connsiteX1" fmla="*/ 403 w 556720"/>
              <a:gd name="connsiteY1" fmla="*/ 184256 h 549592"/>
              <a:gd name="connsiteX2" fmla="*/ 218796 w 556720"/>
              <a:gd name="connsiteY2" fmla="*/ 300 h 549592"/>
              <a:gd name="connsiteX3" fmla="*/ 557123 w 556720"/>
              <a:gd name="connsiteY3" fmla="*/ 322064 h 54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720" h="549592">
                <a:moveTo>
                  <a:pt x="384868" y="549893"/>
                </a:moveTo>
                <a:cubicBezTo>
                  <a:pt x="243502" y="442746"/>
                  <a:pt x="114542" y="320102"/>
                  <a:pt x="403" y="184256"/>
                </a:cubicBezTo>
                <a:lnTo>
                  <a:pt x="218796" y="300"/>
                </a:lnTo>
                <a:cubicBezTo>
                  <a:pt x="319236" y="119848"/>
                  <a:pt x="432719" y="227767"/>
                  <a:pt x="557123" y="322064"/>
                </a:cubicBezTo>
                <a:close/>
              </a:path>
            </a:pathLst>
          </a:custGeom>
          <a:solidFill>
            <a:srgbClr val="6C9572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0" name="Freeform 339">
            <a:extLst>
              <a:ext uri="{FF2B5EF4-FFF2-40B4-BE49-F238E27FC236}">
                <a16:creationId xmlns:a16="http://schemas.microsoft.com/office/drawing/2014/main" id="{93B095B0-68A5-9B62-7EDE-4B145A91A606}"/>
              </a:ext>
            </a:extLst>
          </p:cNvPr>
          <p:cNvSpPr/>
          <p:nvPr/>
        </p:nvSpPr>
        <p:spPr>
          <a:xfrm>
            <a:off x="4955092" y="2156564"/>
            <a:ext cx="344633" cy="311810"/>
          </a:xfrm>
          <a:custGeom>
            <a:avLst/>
            <a:gdLst>
              <a:gd name="connsiteX0" fmla="*/ 403 w 344633"/>
              <a:gd name="connsiteY0" fmla="*/ 181123 h 311810"/>
              <a:gd name="connsiteX1" fmla="*/ 103801 w 344633"/>
              <a:gd name="connsiteY1" fmla="*/ 300 h 311810"/>
              <a:gd name="connsiteX2" fmla="*/ 345036 w 344633"/>
              <a:gd name="connsiteY2" fmla="*/ 152995 h 311810"/>
              <a:gd name="connsiteX3" fmla="*/ 254043 w 344633"/>
              <a:gd name="connsiteY3" fmla="*/ 312110 h 311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633" h="311810">
                <a:moveTo>
                  <a:pt x="403" y="181123"/>
                </a:moveTo>
                <a:cubicBezTo>
                  <a:pt x="32215" y="119363"/>
                  <a:pt x="66719" y="59031"/>
                  <a:pt x="103801" y="300"/>
                </a:cubicBezTo>
                <a:lnTo>
                  <a:pt x="345036" y="152995"/>
                </a:lnTo>
                <a:cubicBezTo>
                  <a:pt x="312396" y="204678"/>
                  <a:pt x="282040" y="257770"/>
                  <a:pt x="254043" y="312110"/>
                </a:cubicBezTo>
                <a:close/>
              </a:path>
            </a:pathLst>
          </a:custGeom>
          <a:solidFill>
            <a:srgbClr val="788F6C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1" name="Freeform 340">
            <a:extLst>
              <a:ext uri="{FF2B5EF4-FFF2-40B4-BE49-F238E27FC236}">
                <a16:creationId xmlns:a16="http://schemas.microsoft.com/office/drawing/2014/main" id="{42C4F21E-9593-635F-DD89-2A57B30D5913}"/>
              </a:ext>
            </a:extLst>
          </p:cNvPr>
          <p:cNvSpPr/>
          <p:nvPr/>
        </p:nvSpPr>
        <p:spPr>
          <a:xfrm>
            <a:off x="6338384" y="5423239"/>
            <a:ext cx="623466" cy="383905"/>
          </a:xfrm>
          <a:custGeom>
            <a:avLst/>
            <a:gdLst>
              <a:gd name="connsiteX0" fmla="*/ 609289 w 623466"/>
              <a:gd name="connsiteY0" fmla="*/ 384205 h 383905"/>
              <a:gd name="connsiteX1" fmla="*/ 403 w 623466"/>
              <a:gd name="connsiteY1" fmla="*/ 272239 h 383905"/>
              <a:gd name="connsiteX2" fmla="*/ 88048 w 623466"/>
              <a:gd name="connsiteY2" fmla="*/ 300 h 383905"/>
              <a:gd name="connsiteX3" fmla="*/ 623869 w 623466"/>
              <a:gd name="connsiteY3" fmla="*/ 98827 h 383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3466" h="383905">
                <a:moveTo>
                  <a:pt x="609289" y="384205"/>
                </a:moveTo>
                <a:cubicBezTo>
                  <a:pt x="402322" y="373604"/>
                  <a:pt x="197626" y="335961"/>
                  <a:pt x="403" y="272239"/>
                </a:cubicBezTo>
                <a:lnTo>
                  <a:pt x="88048" y="300"/>
                </a:lnTo>
                <a:cubicBezTo>
                  <a:pt x="261605" y="56374"/>
                  <a:pt x="441737" y="89492"/>
                  <a:pt x="623869" y="98827"/>
                </a:cubicBezTo>
                <a:close/>
              </a:path>
            </a:pathLst>
          </a:custGeom>
          <a:solidFill>
            <a:srgbClr val="4DA285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2" name="Freeform 341">
            <a:extLst>
              <a:ext uri="{FF2B5EF4-FFF2-40B4-BE49-F238E27FC236}">
                <a16:creationId xmlns:a16="http://schemas.microsoft.com/office/drawing/2014/main" id="{8E3C3F07-D32B-11C0-F375-A6C79ACE6952}"/>
              </a:ext>
            </a:extLst>
          </p:cNvPr>
          <p:cNvSpPr/>
          <p:nvPr/>
        </p:nvSpPr>
        <p:spPr>
          <a:xfrm>
            <a:off x="4912872" y="4313779"/>
            <a:ext cx="494789" cy="563792"/>
          </a:xfrm>
          <a:custGeom>
            <a:avLst/>
            <a:gdLst>
              <a:gd name="connsiteX0" fmla="*/ 268674 w 494789"/>
              <a:gd name="connsiteY0" fmla="*/ 564092 h 563792"/>
              <a:gd name="connsiteX1" fmla="*/ 403 w 494789"/>
              <a:gd name="connsiteY1" fmla="*/ 120951 h 563792"/>
              <a:gd name="connsiteX2" fmla="*/ 259104 w 494789"/>
              <a:gd name="connsiteY2" fmla="*/ 300 h 563792"/>
              <a:gd name="connsiteX3" fmla="*/ 495192 w 494789"/>
              <a:gd name="connsiteY3" fmla="*/ 390261 h 56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789" h="563792">
                <a:moveTo>
                  <a:pt x="268674" y="564092"/>
                </a:moveTo>
                <a:cubicBezTo>
                  <a:pt x="163411" y="426590"/>
                  <a:pt x="73454" y="277999"/>
                  <a:pt x="403" y="120951"/>
                </a:cubicBezTo>
                <a:lnTo>
                  <a:pt x="259104" y="300"/>
                </a:lnTo>
                <a:cubicBezTo>
                  <a:pt x="323394" y="138496"/>
                  <a:pt x="402562" y="269265"/>
                  <a:pt x="495192" y="390261"/>
                </a:cubicBezTo>
                <a:close/>
              </a:path>
            </a:pathLst>
          </a:custGeom>
          <a:solidFill>
            <a:srgbClr val="609A78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3" name="Freeform 342">
            <a:extLst>
              <a:ext uri="{FF2B5EF4-FFF2-40B4-BE49-F238E27FC236}">
                <a16:creationId xmlns:a16="http://schemas.microsoft.com/office/drawing/2014/main" id="{E7A692F5-B541-C061-2356-1D5FB5F81453}"/>
              </a:ext>
            </a:extLst>
          </p:cNvPr>
          <p:cNvSpPr/>
          <p:nvPr/>
        </p:nvSpPr>
        <p:spPr>
          <a:xfrm>
            <a:off x="4738991" y="3850125"/>
            <a:ext cx="394387" cy="485182"/>
          </a:xfrm>
          <a:custGeom>
            <a:avLst/>
            <a:gdLst>
              <a:gd name="connsiteX0" fmla="*/ 130876 w 394387"/>
              <a:gd name="connsiteY0" fmla="*/ 485483 h 485182"/>
              <a:gd name="connsiteX1" fmla="*/ 403 w 394387"/>
              <a:gd name="connsiteY1" fmla="*/ 57725 h 485182"/>
              <a:gd name="connsiteX2" fmla="*/ 279975 w 394387"/>
              <a:gd name="connsiteY2" fmla="*/ 300 h 485182"/>
              <a:gd name="connsiteX3" fmla="*/ 394790 w 394387"/>
              <a:gd name="connsiteY3" fmla="*/ 376726 h 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387" h="485182">
                <a:moveTo>
                  <a:pt x="130876" y="485483"/>
                </a:moveTo>
                <a:cubicBezTo>
                  <a:pt x="74082" y="347311"/>
                  <a:pt x="30398" y="204094"/>
                  <a:pt x="403" y="57725"/>
                </a:cubicBezTo>
                <a:lnTo>
                  <a:pt x="279975" y="300"/>
                </a:lnTo>
                <a:cubicBezTo>
                  <a:pt x="306374" y="129104"/>
                  <a:pt x="344808" y="255135"/>
                  <a:pt x="394790" y="376726"/>
                </a:cubicBezTo>
                <a:close/>
              </a:path>
            </a:pathLst>
          </a:custGeom>
          <a:solidFill>
            <a:srgbClr val="3EA791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4" name="Freeform 343">
            <a:extLst>
              <a:ext uri="{FF2B5EF4-FFF2-40B4-BE49-F238E27FC236}">
                <a16:creationId xmlns:a16="http://schemas.microsoft.com/office/drawing/2014/main" id="{8007A5B3-4C0C-78E5-F869-0AE5A868E349}"/>
              </a:ext>
            </a:extLst>
          </p:cNvPr>
          <p:cNvSpPr/>
          <p:nvPr/>
        </p:nvSpPr>
        <p:spPr>
          <a:xfrm>
            <a:off x="9079811" y="3309259"/>
            <a:ext cx="367249" cy="779188"/>
          </a:xfrm>
          <a:custGeom>
            <a:avLst/>
            <a:gdLst>
              <a:gd name="connsiteX0" fmla="*/ 364643 w 367249"/>
              <a:gd name="connsiteY0" fmla="*/ 300 h 779188"/>
              <a:gd name="connsiteX1" fmla="*/ 274629 w 367249"/>
              <a:gd name="connsiteY1" fmla="*/ 779489 h 779188"/>
              <a:gd name="connsiteX2" fmla="*/ 403 w 367249"/>
              <a:gd name="connsiteY2" fmla="*/ 700355 h 779188"/>
              <a:gd name="connsiteX3" fmla="*/ 79609 w 367249"/>
              <a:gd name="connsiteY3" fmla="*/ 14668 h 77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249" h="779188">
                <a:moveTo>
                  <a:pt x="364643" y="300"/>
                </a:moveTo>
                <a:cubicBezTo>
                  <a:pt x="377866" y="263225"/>
                  <a:pt x="347443" y="526527"/>
                  <a:pt x="274629" y="779489"/>
                </a:cubicBezTo>
                <a:lnTo>
                  <a:pt x="403" y="700355"/>
                </a:lnTo>
                <a:cubicBezTo>
                  <a:pt x="64474" y="477748"/>
                  <a:pt x="91244" y="246043"/>
                  <a:pt x="79609" y="14668"/>
                </a:cubicBezTo>
                <a:close/>
              </a:path>
            </a:pathLst>
          </a:custGeom>
          <a:solidFill>
            <a:srgbClr val="31A8A6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5" name="Freeform 344">
            <a:extLst>
              <a:ext uri="{FF2B5EF4-FFF2-40B4-BE49-F238E27FC236}">
                <a16:creationId xmlns:a16="http://schemas.microsoft.com/office/drawing/2014/main" id="{B2EE75CD-E93C-B5BD-FF8B-ACCA13119C8F}"/>
              </a:ext>
            </a:extLst>
          </p:cNvPr>
          <p:cNvSpPr/>
          <p:nvPr/>
        </p:nvSpPr>
        <p:spPr>
          <a:xfrm>
            <a:off x="8284168" y="4717913"/>
            <a:ext cx="659785" cy="649652"/>
          </a:xfrm>
          <a:custGeom>
            <a:avLst/>
            <a:gdLst>
              <a:gd name="connsiteX0" fmla="*/ 660188 w 659785"/>
              <a:gd name="connsiteY0" fmla="*/ 176055 h 649652"/>
              <a:gd name="connsiteX1" fmla="*/ 166141 w 659785"/>
              <a:gd name="connsiteY1" fmla="*/ 649953 h 649652"/>
              <a:gd name="connsiteX2" fmla="*/ 403 w 659785"/>
              <a:gd name="connsiteY2" fmla="*/ 417333 h 649652"/>
              <a:gd name="connsiteX3" fmla="*/ 435164 w 659785"/>
              <a:gd name="connsiteY3" fmla="*/ 300 h 649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785" h="649652">
                <a:moveTo>
                  <a:pt x="660188" y="176055"/>
                </a:moveTo>
                <a:cubicBezTo>
                  <a:pt x="519184" y="357040"/>
                  <a:pt x="352770" y="516660"/>
                  <a:pt x="166141" y="649953"/>
                </a:cubicBezTo>
                <a:lnTo>
                  <a:pt x="403" y="417333"/>
                </a:lnTo>
                <a:cubicBezTo>
                  <a:pt x="164638" y="300023"/>
                  <a:pt x="311074" y="159558"/>
                  <a:pt x="435164" y="300"/>
                </a:cubicBezTo>
                <a:close/>
              </a:path>
            </a:pathLst>
          </a:custGeom>
          <a:solidFill>
            <a:srgbClr val="30A6AF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6" name="Freeform 345">
            <a:extLst>
              <a:ext uri="{FF2B5EF4-FFF2-40B4-BE49-F238E27FC236}">
                <a16:creationId xmlns:a16="http://schemas.microsoft.com/office/drawing/2014/main" id="{A882536C-B60C-9603-3313-B11A6F9AF6EA}"/>
              </a:ext>
            </a:extLst>
          </p:cNvPr>
          <p:cNvSpPr/>
          <p:nvPr/>
        </p:nvSpPr>
        <p:spPr>
          <a:xfrm>
            <a:off x="4697180" y="2819984"/>
            <a:ext cx="348296" cy="451724"/>
          </a:xfrm>
          <a:custGeom>
            <a:avLst/>
            <a:gdLst>
              <a:gd name="connsiteX0" fmla="*/ 403 w 348296"/>
              <a:gd name="connsiteY0" fmla="*/ 430576 h 451724"/>
              <a:gd name="connsiteX1" fmla="*/ 72798 w 348296"/>
              <a:gd name="connsiteY1" fmla="*/ 300 h 451724"/>
              <a:gd name="connsiteX2" fmla="*/ 348699 w 348296"/>
              <a:gd name="connsiteY2" fmla="*/ 73382 h 451724"/>
              <a:gd name="connsiteX3" fmla="*/ 284998 w 348296"/>
              <a:gd name="connsiteY3" fmla="*/ 452024 h 45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296" h="451724">
                <a:moveTo>
                  <a:pt x="403" y="430576"/>
                </a:moveTo>
                <a:cubicBezTo>
                  <a:pt x="11333" y="285235"/>
                  <a:pt x="35563" y="141205"/>
                  <a:pt x="72798" y="300"/>
                </a:cubicBezTo>
                <a:lnTo>
                  <a:pt x="348699" y="73382"/>
                </a:lnTo>
                <a:cubicBezTo>
                  <a:pt x="315935" y="197378"/>
                  <a:pt x="294607" y="324124"/>
                  <a:pt x="284998" y="452024"/>
                </a:cubicBezTo>
                <a:close/>
              </a:path>
            </a:pathLst>
          </a:custGeom>
          <a:solidFill>
            <a:srgbClr val="5D74F4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7" name="Freeform 346">
            <a:extLst>
              <a:ext uri="{FF2B5EF4-FFF2-40B4-BE49-F238E27FC236}">
                <a16:creationId xmlns:a16="http://schemas.microsoft.com/office/drawing/2014/main" id="{73C49886-8B5A-020D-3AD0-97100A9C6E8D}"/>
              </a:ext>
            </a:extLst>
          </p:cNvPr>
          <p:cNvSpPr/>
          <p:nvPr/>
        </p:nvSpPr>
        <p:spPr>
          <a:xfrm>
            <a:off x="5249677" y="1822218"/>
            <a:ext cx="274454" cy="256898"/>
          </a:xfrm>
          <a:custGeom>
            <a:avLst/>
            <a:gdLst>
              <a:gd name="connsiteX0" fmla="*/ 403 w 274454"/>
              <a:gd name="connsiteY0" fmla="*/ 73128 h 256898"/>
              <a:gd name="connsiteX1" fmla="*/ 64226 w 274454"/>
              <a:gd name="connsiteY1" fmla="*/ 300 h 256898"/>
              <a:gd name="connsiteX2" fmla="*/ 274857 w 274454"/>
              <a:gd name="connsiteY2" fmla="*/ 193115 h 256898"/>
              <a:gd name="connsiteX3" fmla="*/ 218692 w 274454"/>
              <a:gd name="connsiteY3" fmla="*/ 257199 h 25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454" h="256898">
                <a:moveTo>
                  <a:pt x="403" y="73128"/>
                </a:moveTo>
                <a:cubicBezTo>
                  <a:pt x="21179" y="48420"/>
                  <a:pt x="42460" y="24141"/>
                  <a:pt x="64226" y="300"/>
                </a:cubicBezTo>
                <a:lnTo>
                  <a:pt x="274857" y="193115"/>
                </a:lnTo>
                <a:cubicBezTo>
                  <a:pt x="255707" y="214098"/>
                  <a:pt x="236976" y="235463"/>
                  <a:pt x="218692" y="257199"/>
                </a:cubicBezTo>
                <a:close/>
              </a:path>
            </a:pathLst>
          </a:custGeom>
          <a:solidFill>
            <a:srgbClr val="33A9A0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8" name="Freeform 347">
            <a:extLst>
              <a:ext uri="{FF2B5EF4-FFF2-40B4-BE49-F238E27FC236}">
                <a16:creationId xmlns:a16="http://schemas.microsoft.com/office/drawing/2014/main" id="{7E5316CE-5F37-E61F-39A4-937818B05261}"/>
              </a:ext>
            </a:extLst>
          </p:cNvPr>
          <p:cNvSpPr/>
          <p:nvPr/>
        </p:nvSpPr>
        <p:spPr>
          <a:xfrm>
            <a:off x="5118309" y="1979390"/>
            <a:ext cx="290046" cy="250545"/>
          </a:xfrm>
          <a:custGeom>
            <a:avLst/>
            <a:gdLst>
              <a:gd name="connsiteX0" fmla="*/ 403 w 290046"/>
              <a:gd name="connsiteY0" fmla="*/ 87330 h 250545"/>
              <a:gd name="connsiteX1" fmla="*/ 64026 w 290046"/>
              <a:gd name="connsiteY1" fmla="*/ 300 h 250545"/>
              <a:gd name="connsiteX2" fmla="*/ 290449 w 290046"/>
              <a:gd name="connsiteY2" fmla="*/ 174255 h 250545"/>
              <a:gd name="connsiteX3" fmla="*/ 234455 w 290046"/>
              <a:gd name="connsiteY3" fmla="*/ 250846 h 25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046" h="250545">
                <a:moveTo>
                  <a:pt x="403" y="87330"/>
                </a:moveTo>
                <a:cubicBezTo>
                  <a:pt x="20951" y="57850"/>
                  <a:pt x="42165" y="28827"/>
                  <a:pt x="64026" y="300"/>
                </a:cubicBezTo>
                <a:lnTo>
                  <a:pt x="290449" y="174255"/>
                </a:lnTo>
                <a:cubicBezTo>
                  <a:pt x="271214" y="199353"/>
                  <a:pt x="252539" y="224890"/>
                  <a:pt x="234455" y="250846"/>
                </a:cubicBezTo>
                <a:close/>
              </a:path>
            </a:pathLst>
          </a:custGeom>
          <a:solidFill>
            <a:srgbClr val="32A9A3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9" name="Freeform 348">
            <a:extLst>
              <a:ext uri="{FF2B5EF4-FFF2-40B4-BE49-F238E27FC236}">
                <a16:creationId xmlns:a16="http://schemas.microsoft.com/office/drawing/2014/main" id="{D04530C0-50A0-C969-717E-0E93227A6E6E}"/>
              </a:ext>
            </a:extLst>
          </p:cNvPr>
          <p:cNvSpPr/>
          <p:nvPr/>
        </p:nvSpPr>
        <p:spPr>
          <a:xfrm>
            <a:off x="5388236" y="1680686"/>
            <a:ext cx="259585" cy="265538"/>
          </a:xfrm>
          <a:custGeom>
            <a:avLst/>
            <a:gdLst>
              <a:gd name="connsiteX0" fmla="*/ 403 w 259585"/>
              <a:gd name="connsiteY0" fmla="*/ 63641 h 265538"/>
              <a:gd name="connsiteX1" fmla="*/ 66224 w 259585"/>
              <a:gd name="connsiteY1" fmla="*/ 300 h 265538"/>
              <a:gd name="connsiteX2" fmla="*/ 259988 w 259585"/>
              <a:gd name="connsiteY2" fmla="*/ 210098 h 265538"/>
              <a:gd name="connsiteX3" fmla="*/ 202063 w 259585"/>
              <a:gd name="connsiteY3" fmla="*/ 265838 h 265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585" h="265538">
                <a:moveTo>
                  <a:pt x="403" y="63641"/>
                </a:moveTo>
                <a:cubicBezTo>
                  <a:pt x="21940" y="42105"/>
                  <a:pt x="43887" y="20988"/>
                  <a:pt x="66224" y="300"/>
                </a:cubicBezTo>
                <a:lnTo>
                  <a:pt x="259988" y="210098"/>
                </a:lnTo>
                <a:cubicBezTo>
                  <a:pt x="240325" y="228309"/>
                  <a:pt x="221013" y="246883"/>
                  <a:pt x="202063" y="265838"/>
                </a:cubicBezTo>
                <a:close/>
              </a:path>
            </a:pathLst>
          </a:custGeom>
          <a:solidFill>
            <a:srgbClr val="45A58B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0" name="Freeform 349">
            <a:extLst>
              <a:ext uri="{FF2B5EF4-FFF2-40B4-BE49-F238E27FC236}">
                <a16:creationId xmlns:a16="http://schemas.microsoft.com/office/drawing/2014/main" id="{5773A311-282B-08DC-00C3-7B32AF72D2CB}"/>
              </a:ext>
            </a:extLst>
          </p:cNvPr>
          <p:cNvSpPr/>
          <p:nvPr/>
        </p:nvSpPr>
        <p:spPr>
          <a:xfrm>
            <a:off x="5643978" y="1507131"/>
            <a:ext cx="189064" cy="244021"/>
          </a:xfrm>
          <a:custGeom>
            <a:avLst/>
            <a:gdLst>
              <a:gd name="connsiteX0" fmla="*/ 403 w 189064"/>
              <a:gd name="connsiteY0" fmla="*/ 15521 h 244021"/>
              <a:gd name="connsiteX1" fmla="*/ 20961 w 189064"/>
              <a:gd name="connsiteY1" fmla="*/ 300 h 244021"/>
              <a:gd name="connsiteX2" fmla="*/ 189467 w 189064"/>
              <a:gd name="connsiteY2" fmla="*/ 230929 h 244021"/>
              <a:gd name="connsiteX3" fmla="*/ 171383 w 189064"/>
              <a:gd name="connsiteY3" fmla="*/ 244321 h 24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064" h="244021">
                <a:moveTo>
                  <a:pt x="403" y="15521"/>
                </a:moveTo>
                <a:cubicBezTo>
                  <a:pt x="7233" y="10416"/>
                  <a:pt x="14082" y="5339"/>
                  <a:pt x="20961" y="300"/>
                </a:cubicBezTo>
                <a:lnTo>
                  <a:pt x="189467" y="230929"/>
                </a:lnTo>
                <a:cubicBezTo>
                  <a:pt x="183417" y="235358"/>
                  <a:pt x="177386" y="239825"/>
                  <a:pt x="171383" y="244321"/>
                </a:cubicBezTo>
                <a:close/>
              </a:path>
            </a:pathLst>
          </a:custGeom>
          <a:solidFill>
            <a:srgbClr val="35A99D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1" name="Freeform 350">
            <a:extLst>
              <a:ext uri="{FF2B5EF4-FFF2-40B4-BE49-F238E27FC236}">
                <a16:creationId xmlns:a16="http://schemas.microsoft.com/office/drawing/2014/main" id="{C4B7D1B5-5A47-3DDA-EFB8-E65202843C14}"/>
              </a:ext>
            </a:extLst>
          </p:cNvPr>
          <p:cNvSpPr/>
          <p:nvPr/>
        </p:nvSpPr>
        <p:spPr>
          <a:xfrm>
            <a:off x="5753199" y="1434179"/>
            <a:ext cx="172635" cy="249107"/>
          </a:xfrm>
          <a:custGeom>
            <a:avLst/>
            <a:gdLst>
              <a:gd name="connsiteX0" fmla="*/ 403 w 172635"/>
              <a:gd name="connsiteY0" fmla="*/ 11349 h 249107"/>
              <a:gd name="connsiteX1" fmla="*/ 17184 w 172635"/>
              <a:gd name="connsiteY1" fmla="*/ 300 h 249107"/>
              <a:gd name="connsiteX2" fmla="*/ 173038 w 172635"/>
              <a:gd name="connsiteY2" fmla="*/ 239673 h 249107"/>
              <a:gd name="connsiteX3" fmla="*/ 158274 w 172635"/>
              <a:gd name="connsiteY3" fmla="*/ 249407 h 249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635" h="249107">
                <a:moveTo>
                  <a:pt x="403" y="11349"/>
                </a:moveTo>
                <a:cubicBezTo>
                  <a:pt x="5987" y="7644"/>
                  <a:pt x="11581" y="3957"/>
                  <a:pt x="17184" y="300"/>
                </a:cubicBezTo>
                <a:lnTo>
                  <a:pt x="173038" y="239673"/>
                </a:lnTo>
                <a:cubicBezTo>
                  <a:pt x="168101" y="242902"/>
                  <a:pt x="163182" y="246140"/>
                  <a:pt x="158274" y="249407"/>
                </a:cubicBezTo>
                <a:close/>
              </a:path>
            </a:pathLst>
          </a:custGeom>
          <a:solidFill>
            <a:srgbClr val="33A1BB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2" name="Freeform 351">
            <a:extLst>
              <a:ext uri="{FF2B5EF4-FFF2-40B4-BE49-F238E27FC236}">
                <a16:creationId xmlns:a16="http://schemas.microsoft.com/office/drawing/2014/main" id="{4EBE1B5C-572A-577F-A87F-D5F432B8A03F}"/>
              </a:ext>
            </a:extLst>
          </p:cNvPr>
          <p:cNvSpPr/>
          <p:nvPr/>
        </p:nvSpPr>
        <p:spPr>
          <a:xfrm>
            <a:off x="6192230" y="1211360"/>
            <a:ext cx="114155" cy="269652"/>
          </a:xfrm>
          <a:custGeom>
            <a:avLst/>
            <a:gdLst>
              <a:gd name="connsiteX0" fmla="*/ 403 w 114155"/>
              <a:gd name="connsiteY0" fmla="*/ 4320 h 269652"/>
              <a:gd name="connsiteX1" fmla="*/ 10596 w 114155"/>
              <a:gd name="connsiteY1" fmla="*/ 300 h 269652"/>
              <a:gd name="connsiteX2" fmla="*/ 114558 w 114155"/>
              <a:gd name="connsiteY2" fmla="*/ 266419 h 269652"/>
              <a:gd name="connsiteX3" fmla="*/ 105587 w 114155"/>
              <a:gd name="connsiteY3" fmla="*/ 269953 h 269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155" h="269652">
                <a:moveTo>
                  <a:pt x="403" y="4320"/>
                </a:moveTo>
                <a:cubicBezTo>
                  <a:pt x="3797" y="2967"/>
                  <a:pt x="7195" y="1633"/>
                  <a:pt x="10596" y="300"/>
                </a:cubicBezTo>
                <a:lnTo>
                  <a:pt x="114558" y="266419"/>
                </a:lnTo>
                <a:cubicBezTo>
                  <a:pt x="111564" y="267591"/>
                  <a:pt x="108574" y="268762"/>
                  <a:pt x="105587" y="269953"/>
                </a:cubicBezTo>
                <a:close/>
              </a:path>
            </a:pathLst>
          </a:custGeom>
          <a:solidFill>
            <a:srgbClr val="38A998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3" name="Freeform 352">
            <a:extLst>
              <a:ext uri="{FF2B5EF4-FFF2-40B4-BE49-F238E27FC236}">
                <a16:creationId xmlns:a16="http://schemas.microsoft.com/office/drawing/2014/main" id="{491AA49B-E1B0-CD0A-B948-FD615057EF2F}"/>
              </a:ext>
            </a:extLst>
          </p:cNvPr>
          <p:cNvSpPr/>
          <p:nvPr/>
        </p:nvSpPr>
        <p:spPr>
          <a:xfrm>
            <a:off x="5861849" y="1368847"/>
            <a:ext cx="157319" cy="254527"/>
          </a:xfrm>
          <a:custGeom>
            <a:avLst/>
            <a:gdLst>
              <a:gd name="connsiteX0" fmla="*/ 403 w 157319"/>
              <a:gd name="connsiteY0" fmla="*/ 8606 h 254527"/>
              <a:gd name="connsiteX1" fmla="*/ 14596 w 157319"/>
              <a:gd name="connsiteY1" fmla="*/ 300 h 254527"/>
              <a:gd name="connsiteX2" fmla="*/ 157722 w 157319"/>
              <a:gd name="connsiteY2" fmla="*/ 247521 h 254527"/>
              <a:gd name="connsiteX3" fmla="*/ 145240 w 157319"/>
              <a:gd name="connsiteY3" fmla="*/ 254827 h 254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319" h="254527">
                <a:moveTo>
                  <a:pt x="403" y="8606"/>
                </a:moveTo>
                <a:cubicBezTo>
                  <a:pt x="5130" y="5815"/>
                  <a:pt x="9859" y="3053"/>
                  <a:pt x="14596" y="300"/>
                </a:cubicBezTo>
                <a:lnTo>
                  <a:pt x="157722" y="247521"/>
                </a:lnTo>
                <a:cubicBezTo>
                  <a:pt x="153555" y="249941"/>
                  <a:pt x="149388" y="252379"/>
                  <a:pt x="145240" y="254827"/>
                </a:cubicBezTo>
                <a:close/>
              </a:path>
            </a:pathLst>
          </a:custGeom>
          <a:solidFill>
            <a:srgbClr val="32A2B8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4" name="Freeform 353">
            <a:extLst>
              <a:ext uri="{FF2B5EF4-FFF2-40B4-BE49-F238E27FC236}">
                <a16:creationId xmlns:a16="http://schemas.microsoft.com/office/drawing/2014/main" id="{DCB43A77-4763-F9F1-DFA6-C7C2AEF522A6}"/>
              </a:ext>
            </a:extLst>
          </p:cNvPr>
          <p:cNvSpPr/>
          <p:nvPr/>
        </p:nvSpPr>
        <p:spPr>
          <a:xfrm>
            <a:off x="5535072" y="1589141"/>
            <a:ext cx="205037" cy="238286"/>
          </a:xfrm>
          <a:custGeom>
            <a:avLst/>
            <a:gdLst>
              <a:gd name="connsiteX0" fmla="*/ 403 w 205037"/>
              <a:gd name="connsiteY0" fmla="*/ 20188 h 238286"/>
              <a:gd name="connsiteX1" fmla="*/ 24261 w 205037"/>
              <a:gd name="connsiteY1" fmla="*/ 300 h 238286"/>
              <a:gd name="connsiteX2" fmla="*/ 205440 w 205037"/>
              <a:gd name="connsiteY2" fmla="*/ 221089 h 238286"/>
              <a:gd name="connsiteX3" fmla="*/ 184444 w 205037"/>
              <a:gd name="connsiteY3" fmla="*/ 238587 h 23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037" h="238286">
                <a:moveTo>
                  <a:pt x="403" y="20188"/>
                </a:moveTo>
                <a:cubicBezTo>
                  <a:pt x="8308" y="13511"/>
                  <a:pt x="16261" y="6882"/>
                  <a:pt x="24261" y="300"/>
                </a:cubicBezTo>
                <a:lnTo>
                  <a:pt x="205440" y="221089"/>
                </a:lnTo>
                <a:cubicBezTo>
                  <a:pt x="198400" y="226871"/>
                  <a:pt x="191408" y="232710"/>
                  <a:pt x="184444" y="238587"/>
                </a:cubicBezTo>
                <a:close/>
              </a:path>
            </a:pathLst>
          </a:custGeom>
          <a:solidFill>
            <a:srgbClr val="3F91D3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5" name="Freeform 354">
            <a:extLst>
              <a:ext uri="{FF2B5EF4-FFF2-40B4-BE49-F238E27FC236}">
                <a16:creationId xmlns:a16="http://schemas.microsoft.com/office/drawing/2014/main" id="{ECE1C956-730D-F3CC-9370-AE4D22A85644}"/>
              </a:ext>
            </a:extLst>
          </p:cNvPr>
          <p:cNvSpPr/>
          <p:nvPr/>
        </p:nvSpPr>
        <p:spPr>
          <a:xfrm>
            <a:off x="6303960" y="1172479"/>
            <a:ext cx="96342" cy="272329"/>
          </a:xfrm>
          <a:custGeom>
            <a:avLst/>
            <a:gdLst>
              <a:gd name="connsiteX0" fmla="*/ 403 w 96342"/>
              <a:gd name="connsiteY0" fmla="*/ 2053 h 272329"/>
              <a:gd name="connsiteX1" fmla="*/ 5592 w 96342"/>
              <a:gd name="connsiteY1" fmla="*/ 300 h 272329"/>
              <a:gd name="connsiteX2" fmla="*/ 96745 w 96342"/>
              <a:gd name="connsiteY2" fmla="*/ 271077 h 272329"/>
              <a:gd name="connsiteX3" fmla="*/ 92180 w 96342"/>
              <a:gd name="connsiteY3" fmla="*/ 272629 h 27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42" h="272329">
                <a:moveTo>
                  <a:pt x="403" y="2053"/>
                </a:moveTo>
                <a:cubicBezTo>
                  <a:pt x="2132" y="1462"/>
                  <a:pt x="3862" y="881"/>
                  <a:pt x="5592" y="300"/>
                </a:cubicBezTo>
                <a:lnTo>
                  <a:pt x="96745" y="271077"/>
                </a:lnTo>
                <a:cubicBezTo>
                  <a:pt x="95223" y="271591"/>
                  <a:pt x="93701" y="272105"/>
                  <a:pt x="92180" y="272629"/>
                </a:cubicBezTo>
                <a:close/>
              </a:path>
            </a:pathLst>
          </a:custGeom>
          <a:solidFill>
            <a:srgbClr val="3B95CD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6" name="Freeform 355">
            <a:extLst>
              <a:ext uri="{FF2B5EF4-FFF2-40B4-BE49-F238E27FC236}">
                <a16:creationId xmlns:a16="http://schemas.microsoft.com/office/drawing/2014/main" id="{EF9FB24E-6C2D-190D-3A86-2865F750675F}"/>
              </a:ext>
            </a:extLst>
          </p:cNvPr>
          <p:cNvSpPr/>
          <p:nvPr/>
        </p:nvSpPr>
        <p:spPr>
          <a:xfrm>
            <a:off x="6081032" y="1257538"/>
            <a:ext cx="128774" cy="265233"/>
          </a:xfrm>
          <a:custGeom>
            <a:avLst/>
            <a:gdLst>
              <a:gd name="connsiteX0" fmla="*/ 403 w 128774"/>
              <a:gd name="connsiteY0" fmla="*/ 5586 h 265233"/>
              <a:gd name="connsiteX1" fmla="*/ 12047 w 128774"/>
              <a:gd name="connsiteY1" fmla="*/ 300 h 265233"/>
              <a:gd name="connsiteX2" fmla="*/ 129177 w 128774"/>
              <a:gd name="connsiteY2" fmla="*/ 260876 h 265233"/>
              <a:gd name="connsiteX3" fmla="*/ 118932 w 128774"/>
              <a:gd name="connsiteY3" fmla="*/ 265533 h 26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774" h="265233">
                <a:moveTo>
                  <a:pt x="403" y="5586"/>
                </a:moveTo>
                <a:cubicBezTo>
                  <a:pt x="4284" y="3815"/>
                  <a:pt x="8156" y="2053"/>
                  <a:pt x="12047" y="300"/>
                </a:cubicBezTo>
                <a:lnTo>
                  <a:pt x="129177" y="260876"/>
                </a:lnTo>
                <a:cubicBezTo>
                  <a:pt x="125758" y="262419"/>
                  <a:pt x="122342" y="263971"/>
                  <a:pt x="118932" y="265533"/>
                </a:cubicBezTo>
                <a:close/>
              </a:path>
            </a:pathLst>
          </a:custGeom>
          <a:solidFill>
            <a:srgbClr val="31A3B5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7" name="Freeform 356">
            <a:extLst>
              <a:ext uri="{FF2B5EF4-FFF2-40B4-BE49-F238E27FC236}">
                <a16:creationId xmlns:a16="http://schemas.microsoft.com/office/drawing/2014/main" id="{B4292A1F-93AF-DFC3-9CF4-DB6F013F5A89}"/>
              </a:ext>
            </a:extLst>
          </p:cNvPr>
          <p:cNvSpPr/>
          <p:nvPr/>
        </p:nvSpPr>
        <p:spPr>
          <a:xfrm>
            <a:off x="5970765" y="1310001"/>
            <a:ext cx="143182" cy="260184"/>
          </a:xfrm>
          <a:custGeom>
            <a:avLst/>
            <a:gdLst>
              <a:gd name="connsiteX0" fmla="*/ 403 w 143182"/>
              <a:gd name="connsiteY0" fmla="*/ 7015 h 260184"/>
              <a:gd name="connsiteX1" fmla="*/ 13388 w 143182"/>
              <a:gd name="connsiteY1" fmla="*/ 300 h 260184"/>
              <a:gd name="connsiteX2" fmla="*/ 143585 w 143182"/>
              <a:gd name="connsiteY2" fmla="*/ 254579 h 260184"/>
              <a:gd name="connsiteX3" fmla="*/ 132169 w 143182"/>
              <a:gd name="connsiteY3" fmla="*/ 260485 h 260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182" h="260184">
                <a:moveTo>
                  <a:pt x="403" y="7015"/>
                </a:moveTo>
                <a:cubicBezTo>
                  <a:pt x="4722" y="4758"/>
                  <a:pt x="9050" y="2519"/>
                  <a:pt x="13388" y="300"/>
                </a:cubicBezTo>
                <a:lnTo>
                  <a:pt x="143585" y="254579"/>
                </a:lnTo>
                <a:cubicBezTo>
                  <a:pt x="139770" y="256532"/>
                  <a:pt x="135965" y="258504"/>
                  <a:pt x="132169" y="260485"/>
                </a:cubicBezTo>
                <a:close/>
              </a:path>
            </a:pathLst>
          </a:custGeom>
          <a:solidFill>
            <a:srgbClr val="5A77F1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8" name="Freeform 357">
            <a:extLst>
              <a:ext uri="{FF2B5EF4-FFF2-40B4-BE49-F238E27FC236}">
                <a16:creationId xmlns:a16="http://schemas.microsoft.com/office/drawing/2014/main" id="{3AF11377-60D0-F1C0-4406-55A7CDEAB2EF}"/>
              </a:ext>
            </a:extLst>
          </p:cNvPr>
          <p:cNvSpPr/>
          <p:nvPr/>
        </p:nvSpPr>
        <p:spPr>
          <a:xfrm>
            <a:off x="6412341" y="1139237"/>
            <a:ext cx="81859" cy="275663"/>
          </a:xfrm>
          <a:custGeom>
            <a:avLst/>
            <a:gdLst>
              <a:gd name="connsiteX0" fmla="*/ 403 w 81859"/>
              <a:gd name="connsiteY0" fmla="*/ 1310 h 275663"/>
              <a:gd name="connsiteX1" fmla="*/ 3913 w 81859"/>
              <a:gd name="connsiteY1" fmla="*/ 300 h 275663"/>
              <a:gd name="connsiteX2" fmla="*/ 82262 w 81859"/>
              <a:gd name="connsiteY2" fmla="*/ 275077 h 275663"/>
              <a:gd name="connsiteX3" fmla="*/ 79173 w 81859"/>
              <a:gd name="connsiteY3" fmla="*/ 275963 h 275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859" h="275663">
                <a:moveTo>
                  <a:pt x="403" y="1310"/>
                </a:moveTo>
                <a:cubicBezTo>
                  <a:pt x="1573" y="976"/>
                  <a:pt x="2743" y="643"/>
                  <a:pt x="3913" y="300"/>
                </a:cubicBezTo>
                <a:lnTo>
                  <a:pt x="82262" y="275077"/>
                </a:lnTo>
                <a:cubicBezTo>
                  <a:pt x="81233" y="275372"/>
                  <a:pt x="80203" y="275668"/>
                  <a:pt x="79173" y="275963"/>
                </a:cubicBezTo>
                <a:close/>
              </a:path>
            </a:pathLst>
          </a:custGeom>
          <a:solidFill>
            <a:srgbClr val="EF553B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9" name="Freeform 358">
            <a:extLst>
              <a:ext uri="{FF2B5EF4-FFF2-40B4-BE49-F238E27FC236}">
                <a16:creationId xmlns:a16="http://schemas.microsoft.com/office/drawing/2014/main" id="{0E249BBD-CA8E-4B0E-3766-8B5CFB715F27}"/>
              </a:ext>
            </a:extLst>
          </p:cNvPr>
          <p:cNvSpPr/>
          <p:nvPr/>
        </p:nvSpPr>
        <p:spPr>
          <a:xfrm>
            <a:off x="6520441" y="1111062"/>
            <a:ext cx="68926" cy="278891"/>
          </a:xfrm>
          <a:custGeom>
            <a:avLst/>
            <a:gdLst>
              <a:gd name="connsiteX0" fmla="*/ 403 w 68926"/>
              <a:gd name="connsiteY0" fmla="*/ 1138 h 278891"/>
              <a:gd name="connsiteX1" fmla="*/ 3957 w 68926"/>
              <a:gd name="connsiteY1" fmla="*/ 300 h 278891"/>
              <a:gd name="connsiteX2" fmla="*/ 69329 w 68926"/>
              <a:gd name="connsiteY2" fmla="*/ 278449 h 278891"/>
              <a:gd name="connsiteX3" fmla="*/ 66201 w 68926"/>
              <a:gd name="connsiteY3" fmla="*/ 279192 h 278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926" h="278891">
                <a:moveTo>
                  <a:pt x="403" y="1138"/>
                </a:moveTo>
                <a:cubicBezTo>
                  <a:pt x="1587" y="862"/>
                  <a:pt x="2771" y="576"/>
                  <a:pt x="3957" y="300"/>
                </a:cubicBezTo>
                <a:lnTo>
                  <a:pt x="69329" y="278449"/>
                </a:lnTo>
                <a:cubicBezTo>
                  <a:pt x="68287" y="278697"/>
                  <a:pt x="67244" y="278944"/>
                  <a:pt x="66201" y="279192"/>
                </a:cubicBezTo>
                <a:close/>
              </a:path>
            </a:pathLst>
          </a:custGeom>
          <a:solidFill>
            <a:srgbClr val="547CEB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0" name="Freeform 359">
            <a:extLst>
              <a:ext uri="{FF2B5EF4-FFF2-40B4-BE49-F238E27FC236}">
                <a16:creationId xmlns:a16="http://schemas.microsoft.com/office/drawing/2014/main" id="{52F45034-911D-CB33-C65A-FF84187B2765}"/>
              </a:ext>
            </a:extLst>
          </p:cNvPr>
          <p:cNvSpPr/>
          <p:nvPr/>
        </p:nvSpPr>
        <p:spPr>
          <a:xfrm>
            <a:off x="6629751" y="1088002"/>
            <a:ext cx="55841" cy="281511"/>
          </a:xfrm>
          <a:custGeom>
            <a:avLst/>
            <a:gdLst>
              <a:gd name="connsiteX0" fmla="*/ 403 w 55841"/>
              <a:gd name="connsiteY0" fmla="*/ 967 h 281511"/>
              <a:gd name="connsiteX1" fmla="*/ 3993 w 55841"/>
              <a:gd name="connsiteY1" fmla="*/ 300 h 281511"/>
              <a:gd name="connsiteX2" fmla="*/ 56244 w 55841"/>
              <a:gd name="connsiteY2" fmla="*/ 281221 h 281511"/>
              <a:gd name="connsiteX3" fmla="*/ 53085 w 55841"/>
              <a:gd name="connsiteY3" fmla="*/ 281811 h 281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41" h="281511">
                <a:moveTo>
                  <a:pt x="403" y="967"/>
                </a:moveTo>
                <a:cubicBezTo>
                  <a:pt x="1599" y="748"/>
                  <a:pt x="2796" y="519"/>
                  <a:pt x="3993" y="300"/>
                </a:cubicBezTo>
                <a:lnTo>
                  <a:pt x="56244" y="281221"/>
                </a:lnTo>
                <a:cubicBezTo>
                  <a:pt x="55191" y="281411"/>
                  <a:pt x="54138" y="281611"/>
                  <a:pt x="53085" y="281811"/>
                </a:cubicBezTo>
                <a:close/>
              </a:path>
            </a:pathLst>
          </a:custGeom>
          <a:solidFill>
            <a:srgbClr val="6071F7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1" name="Freeform 360">
            <a:extLst>
              <a:ext uri="{FF2B5EF4-FFF2-40B4-BE49-F238E27FC236}">
                <a16:creationId xmlns:a16="http://schemas.microsoft.com/office/drawing/2014/main" id="{6B685C95-00FA-1D16-8E83-DED359121B68}"/>
              </a:ext>
            </a:extLst>
          </p:cNvPr>
          <p:cNvSpPr/>
          <p:nvPr/>
        </p:nvSpPr>
        <p:spPr>
          <a:xfrm>
            <a:off x="6740031" y="1070352"/>
            <a:ext cx="41038" cy="283263"/>
          </a:xfrm>
          <a:custGeom>
            <a:avLst/>
            <a:gdLst>
              <a:gd name="connsiteX0" fmla="*/ 403 w 41038"/>
              <a:gd name="connsiteY0" fmla="*/ 557 h 283263"/>
              <a:gd name="connsiteX1" fmla="*/ 2211 w 41038"/>
              <a:gd name="connsiteY1" fmla="*/ 300 h 283263"/>
              <a:gd name="connsiteX2" fmla="*/ 41441 w 41038"/>
              <a:gd name="connsiteY2" fmla="*/ 283335 h 283263"/>
              <a:gd name="connsiteX3" fmla="*/ 39850 w 41038"/>
              <a:gd name="connsiteY3" fmla="*/ 283564 h 283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38" h="283263">
                <a:moveTo>
                  <a:pt x="403" y="557"/>
                </a:moveTo>
                <a:cubicBezTo>
                  <a:pt x="1005" y="472"/>
                  <a:pt x="1608" y="386"/>
                  <a:pt x="2211" y="300"/>
                </a:cubicBezTo>
                <a:lnTo>
                  <a:pt x="41441" y="283335"/>
                </a:lnTo>
                <a:cubicBezTo>
                  <a:pt x="40911" y="283412"/>
                  <a:pt x="40381" y="283488"/>
                  <a:pt x="39850" y="283564"/>
                </a:cubicBezTo>
                <a:close/>
              </a:path>
            </a:pathLst>
          </a:custGeom>
          <a:solidFill>
            <a:srgbClr val="369CC4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2" name="Freeform 361">
            <a:extLst>
              <a:ext uri="{FF2B5EF4-FFF2-40B4-BE49-F238E27FC236}">
                <a16:creationId xmlns:a16="http://schemas.microsoft.com/office/drawing/2014/main" id="{AAC67D7D-58BF-4BF6-1D97-77CEABB0290D}"/>
              </a:ext>
            </a:extLst>
          </p:cNvPr>
          <p:cNvSpPr/>
          <p:nvPr/>
        </p:nvSpPr>
        <p:spPr>
          <a:xfrm>
            <a:off x="6849218" y="1057751"/>
            <a:ext cx="27945" cy="284692"/>
          </a:xfrm>
          <a:custGeom>
            <a:avLst/>
            <a:gdLst>
              <a:gd name="connsiteX0" fmla="*/ 403 w 27945"/>
              <a:gd name="connsiteY0" fmla="*/ 462 h 284692"/>
              <a:gd name="connsiteX1" fmla="*/ 2221 w 27945"/>
              <a:gd name="connsiteY1" fmla="*/ 300 h 284692"/>
              <a:gd name="connsiteX2" fmla="*/ 28348 w 27945"/>
              <a:gd name="connsiteY2" fmla="*/ 284850 h 284692"/>
              <a:gd name="connsiteX3" fmla="*/ 26748 w 27945"/>
              <a:gd name="connsiteY3" fmla="*/ 284993 h 28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45" h="284692">
                <a:moveTo>
                  <a:pt x="403" y="462"/>
                </a:moveTo>
                <a:cubicBezTo>
                  <a:pt x="1009" y="414"/>
                  <a:pt x="1615" y="357"/>
                  <a:pt x="2221" y="300"/>
                </a:cubicBezTo>
                <a:lnTo>
                  <a:pt x="28348" y="284850"/>
                </a:lnTo>
                <a:cubicBezTo>
                  <a:pt x="27816" y="284897"/>
                  <a:pt x="27282" y="284945"/>
                  <a:pt x="26748" y="284993"/>
                </a:cubicBezTo>
                <a:close/>
              </a:path>
            </a:pathLst>
          </a:custGeom>
          <a:solidFill>
            <a:srgbClr val="349FBE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3" name="Freeform 362">
            <a:extLst>
              <a:ext uri="{FF2B5EF4-FFF2-40B4-BE49-F238E27FC236}">
                <a16:creationId xmlns:a16="http://schemas.microsoft.com/office/drawing/2014/main" id="{118E6A8C-A6E0-CE4C-881E-572AD53CEDC2}"/>
              </a:ext>
            </a:extLst>
          </p:cNvPr>
          <p:cNvSpPr/>
          <p:nvPr/>
        </p:nvSpPr>
        <p:spPr>
          <a:xfrm>
            <a:off x="6958874" y="1050207"/>
            <a:ext cx="14792" cy="285530"/>
          </a:xfrm>
          <a:custGeom>
            <a:avLst/>
            <a:gdLst>
              <a:gd name="connsiteX0" fmla="*/ 403 w 14792"/>
              <a:gd name="connsiteY0" fmla="*/ 386 h 285530"/>
              <a:gd name="connsiteX1" fmla="*/ 2227 w 14792"/>
              <a:gd name="connsiteY1" fmla="*/ 300 h 285530"/>
              <a:gd name="connsiteX2" fmla="*/ 15195 w 14792"/>
              <a:gd name="connsiteY2" fmla="*/ 285755 h 285530"/>
              <a:gd name="connsiteX3" fmla="*/ 13590 w 14792"/>
              <a:gd name="connsiteY3" fmla="*/ 285831 h 28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92" h="285530">
                <a:moveTo>
                  <a:pt x="403" y="386"/>
                </a:moveTo>
                <a:cubicBezTo>
                  <a:pt x="1010" y="357"/>
                  <a:pt x="1619" y="329"/>
                  <a:pt x="2227" y="300"/>
                </a:cubicBezTo>
                <a:lnTo>
                  <a:pt x="15195" y="285755"/>
                </a:lnTo>
                <a:cubicBezTo>
                  <a:pt x="14660" y="285783"/>
                  <a:pt x="14125" y="285802"/>
                  <a:pt x="13590" y="285831"/>
                </a:cubicBezTo>
                <a:close/>
              </a:path>
            </a:pathLst>
          </a:custGeom>
          <a:solidFill>
            <a:srgbClr val="636EFA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64" name="Graphic 323">
            <a:extLst>
              <a:ext uri="{FF2B5EF4-FFF2-40B4-BE49-F238E27FC236}">
                <a16:creationId xmlns:a16="http://schemas.microsoft.com/office/drawing/2014/main" id="{0CA5E355-97F4-4173-EF35-7636615B2BCE}"/>
              </a:ext>
            </a:extLst>
          </p:cNvPr>
          <p:cNvGrpSpPr/>
          <p:nvPr/>
        </p:nvGrpSpPr>
        <p:grpSpPr>
          <a:xfrm>
            <a:off x="4985382" y="1343034"/>
            <a:ext cx="4165682" cy="4171502"/>
            <a:chOff x="4985382" y="1343034"/>
            <a:chExt cx="4165682" cy="4171502"/>
          </a:xfrm>
        </p:grpSpPr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50BE3307-B98E-E168-AC18-3ABB11BFDFB1}"/>
                </a:ext>
              </a:extLst>
            </p:cNvPr>
            <p:cNvSpPr/>
            <p:nvPr/>
          </p:nvSpPr>
          <p:spPr>
            <a:xfrm>
              <a:off x="5029628" y="1745913"/>
              <a:ext cx="1300154" cy="1550102"/>
            </a:xfrm>
            <a:custGeom>
              <a:avLst/>
              <a:gdLst>
                <a:gd name="connsiteX0" fmla="*/ 808784 w 1300154"/>
                <a:gd name="connsiteY0" fmla="*/ 300 h 1550102"/>
                <a:gd name="connsiteX1" fmla="*/ 190086 w 1300154"/>
                <a:gd name="connsiteY1" fmla="*/ 1538993 h 1550102"/>
                <a:gd name="connsiteX2" fmla="*/ 403 w 1300154"/>
                <a:gd name="connsiteY2" fmla="*/ 1524184 h 1550102"/>
                <a:gd name="connsiteX3" fmla="*/ 190086 w 1300154"/>
                <a:gd name="connsiteY3" fmla="*/ 1538993 h 1550102"/>
                <a:gd name="connsiteX4" fmla="*/ 808784 w 1300154"/>
                <a:gd name="connsiteY4" fmla="*/ 300 h 155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0154" h="1550102">
                  <a:moveTo>
                    <a:pt x="808784" y="300"/>
                  </a:moveTo>
                  <a:cubicBezTo>
                    <a:pt x="1629290" y="1122359"/>
                    <a:pt x="1423056" y="1635256"/>
                    <a:pt x="190086" y="1538993"/>
                  </a:cubicBezTo>
                  <a:lnTo>
                    <a:pt x="403" y="1524184"/>
                  </a:lnTo>
                  <a:lnTo>
                    <a:pt x="190086" y="1538993"/>
                  </a:lnTo>
                  <a:cubicBezTo>
                    <a:pt x="1423056" y="1635256"/>
                    <a:pt x="1629290" y="1122359"/>
                    <a:pt x="808784" y="300"/>
                  </a:cubicBezTo>
                  <a:close/>
                </a:path>
              </a:pathLst>
            </a:custGeom>
            <a:solidFill>
              <a:srgbClr val="35A99D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FE034A3D-A0DC-8E5F-E830-059F61205A66}"/>
                </a:ext>
              </a:extLst>
            </p:cNvPr>
            <p:cNvSpPr/>
            <p:nvPr/>
          </p:nvSpPr>
          <p:spPr>
            <a:xfrm>
              <a:off x="6012205" y="1608458"/>
              <a:ext cx="585674" cy="959846"/>
            </a:xfrm>
            <a:custGeom>
              <a:avLst/>
              <a:gdLst>
                <a:gd name="connsiteX0" fmla="*/ 403 w 585674"/>
                <a:gd name="connsiteY0" fmla="*/ 23017 h 959846"/>
                <a:gd name="connsiteX1" fmla="*/ 207482 w 585674"/>
                <a:gd name="connsiteY1" fmla="*/ 169654 h 959846"/>
                <a:gd name="connsiteX2" fmla="*/ 120356 w 585674"/>
                <a:gd name="connsiteY2" fmla="*/ 300 h 959846"/>
                <a:gd name="connsiteX3" fmla="*/ 207482 w 585674"/>
                <a:gd name="connsiteY3" fmla="*/ 169654 h 959846"/>
                <a:gd name="connsiteX4" fmla="*/ 403 w 585674"/>
                <a:gd name="connsiteY4" fmla="*/ 23017 h 95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674" h="959846">
                  <a:moveTo>
                    <a:pt x="403" y="23017"/>
                  </a:moveTo>
                  <a:cubicBezTo>
                    <a:pt x="704775" y="1221566"/>
                    <a:pt x="773803" y="1270445"/>
                    <a:pt x="207482" y="169654"/>
                  </a:cubicBezTo>
                  <a:lnTo>
                    <a:pt x="120356" y="300"/>
                  </a:lnTo>
                  <a:lnTo>
                    <a:pt x="207482" y="169654"/>
                  </a:lnTo>
                  <a:cubicBezTo>
                    <a:pt x="773803" y="1270445"/>
                    <a:pt x="704775" y="1221566"/>
                    <a:pt x="403" y="23017"/>
                  </a:cubicBezTo>
                  <a:close/>
                </a:path>
              </a:pathLst>
            </a:custGeom>
            <a:solidFill>
              <a:srgbClr val="32A2B8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F04095EF-961E-E04B-1AA5-B48CAADB5360}"/>
                </a:ext>
              </a:extLst>
            </p:cNvPr>
            <p:cNvSpPr/>
            <p:nvPr/>
          </p:nvSpPr>
          <p:spPr>
            <a:xfrm>
              <a:off x="5725858" y="1609182"/>
              <a:ext cx="822099" cy="1008720"/>
            </a:xfrm>
            <a:custGeom>
              <a:avLst/>
              <a:gdLst>
                <a:gd name="connsiteX0" fmla="*/ 403 w 822099"/>
                <a:gd name="connsiteY0" fmla="*/ 225309 h 1008720"/>
                <a:gd name="connsiteX1" fmla="*/ 492563 w 822099"/>
                <a:gd name="connsiteY1" fmla="*/ 169578 h 1008720"/>
                <a:gd name="connsiteX2" fmla="*/ 405307 w 822099"/>
                <a:gd name="connsiteY2" fmla="*/ 300 h 1008720"/>
                <a:gd name="connsiteX3" fmla="*/ 492563 w 822099"/>
                <a:gd name="connsiteY3" fmla="*/ 169578 h 1008720"/>
                <a:gd name="connsiteX4" fmla="*/ 403 w 822099"/>
                <a:gd name="connsiteY4" fmla="*/ 225309 h 100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2099" h="1008720">
                  <a:moveTo>
                    <a:pt x="403" y="225309"/>
                  </a:moveTo>
                  <a:cubicBezTo>
                    <a:pt x="895675" y="1288515"/>
                    <a:pt x="1059728" y="1269939"/>
                    <a:pt x="492563" y="169578"/>
                  </a:cubicBezTo>
                  <a:lnTo>
                    <a:pt x="405307" y="300"/>
                  </a:lnTo>
                  <a:lnTo>
                    <a:pt x="492563" y="169578"/>
                  </a:lnTo>
                  <a:cubicBezTo>
                    <a:pt x="1059728" y="1269939"/>
                    <a:pt x="895675" y="1288515"/>
                    <a:pt x="403" y="225309"/>
                  </a:cubicBezTo>
                  <a:close/>
                </a:path>
              </a:pathLst>
            </a:custGeom>
            <a:solidFill>
              <a:srgbClr val="3F91D3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1B0D8AAF-5368-6630-025B-0434249B3832}"/>
                </a:ext>
              </a:extLst>
            </p:cNvPr>
            <p:cNvSpPr/>
            <p:nvPr/>
          </p:nvSpPr>
          <p:spPr>
            <a:xfrm>
              <a:off x="6129368" y="1452543"/>
              <a:ext cx="565535" cy="1077224"/>
            </a:xfrm>
            <a:custGeom>
              <a:avLst/>
              <a:gdLst>
                <a:gd name="connsiteX0" fmla="*/ 273619 w 565535"/>
                <a:gd name="connsiteY0" fmla="*/ 300 h 1077224"/>
                <a:gd name="connsiteX1" fmla="*/ 87789 w 565535"/>
                <a:gd name="connsiteY1" fmla="*/ 326874 h 1077224"/>
                <a:gd name="connsiteX2" fmla="*/ 403 w 565535"/>
                <a:gd name="connsiteY2" fmla="*/ 157653 h 1077224"/>
                <a:gd name="connsiteX3" fmla="*/ 87789 w 565535"/>
                <a:gd name="connsiteY3" fmla="*/ 326874 h 1077224"/>
                <a:gd name="connsiteX4" fmla="*/ 273619 w 565535"/>
                <a:gd name="connsiteY4" fmla="*/ 300 h 107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535" h="1077224">
                  <a:moveTo>
                    <a:pt x="273619" y="300"/>
                  </a:moveTo>
                  <a:cubicBezTo>
                    <a:pt x="717740" y="1317937"/>
                    <a:pt x="655796" y="1426795"/>
                    <a:pt x="87789" y="326874"/>
                  </a:cubicBezTo>
                  <a:lnTo>
                    <a:pt x="403" y="157653"/>
                  </a:lnTo>
                  <a:lnTo>
                    <a:pt x="87789" y="326874"/>
                  </a:lnTo>
                  <a:cubicBezTo>
                    <a:pt x="655796" y="1426796"/>
                    <a:pt x="717740" y="1317937"/>
                    <a:pt x="273619" y="300"/>
                  </a:cubicBezTo>
                  <a:close/>
                </a:path>
              </a:pathLst>
            </a:custGeom>
            <a:solidFill>
              <a:srgbClr val="3B95CD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2BD700DC-619B-FF39-EA9D-2EF42FB27A0D}"/>
                </a:ext>
              </a:extLst>
            </p:cNvPr>
            <p:cNvSpPr/>
            <p:nvPr/>
          </p:nvSpPr>
          <p:spPr>
            <a:xfrm>
              <a:off x="6127973" y="1531096"/>
              <a:ext cx="511360" cy="1015480"/>
            </a:xfrm>
            <a:custGeom>
              <a:avLst/>
              <a:gdLst>
                <a:gd name="connsiteX0" fmla="*/ 76670 w 511360"/>
                <a:gd name="connsiteY0" fmla="*/ 300 h 1015480"/>
                <a:gd name="connsiteX1" fmla="*/ 87918 w 511360"/>
                <a:gd name="connsiteY1" fmla="*/ 248979 h 1015480"/>
                <a:gd name="connsiteX2" fmla="*/ 403 w 511360"/>
                <a:gd name="connsiteY2" fmla="*/ 79824 h 1015480"/>
                <a:gd name="connsiteX3" fmla="*/ 87918 w 511360"/>
                <a:gd name="connsiteY3" fmla="*/ 248979 h 1015480"/>
                <a:gd name="connsiteX4" fmla="*/ 76670 w 511360"/>
                <a:gd name="connsiteY4" fmla="*/ 300 h 1015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1360" h="1015480">
                  <a:moveTo>
                    <a:pt x="76670" y="300"/>
                  </a:moveTo>
                  <a:cubicBezTo>
                    <a:pt x="653020" y="1265571"/>
                    <a:pt x="656769" y="1348462"/>
                    <a:pt x="87918" y="248979"/>
                  </a:cubicBezTo>
                  <a:lnTo>
                    <a:pt x="403" y="79824"/>
                  </a:lnTo>
                  <a:lnTo>
                    <a:pt x="87918" y="248979"/>
                  </a:lnTo>
                  <a:cubicBezTo>
                    <a:pt x="656769" y="1348462"/>
                    <a:pt x="653020" y="1265571"/>
                    <a:pt x="76670" y="300"/>
                  </a:cubicBezTo>
                  <a:close/>
                </a:path>
              </a:pathLst>
            </a:custGeom>
            <a:solidFill>
              <a:srgbClr val="31A3B5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3E94E179-ADB5-376B-B880-36A99A81B4EE}"/>
                </a:ext>
              </a:extLst>
            </p:cNvPr>
            <p:cNvSpPr/>
            <p:nvPr/>
          </p:nvSpPr>
          <p:spPr>
            <a:xfrm>
              <a:off x="5029504" y="1578263"/>
              <a:ext cx="1406792" cy="1718017"/>
            </a:xfrm>
            <a:custGeom>
              <a:avLst/>
              <a:gdLst>
                <a:gd name="connsiteX0" fmla="*/ 1078530 w 1406792"/>
                <a:gd name="connsiteY0" fmla="*/ 300 h 1718017"/>
                <a:gd name="connsiteX1" fmla="*/ 190105 w 1406792"/>
                <a:gd name="connsiteY1" fmla="*/ 1708065 h 1718017"/>
                <a:gd name="connsiteX2" fmla="*/ 403 w 1406792"/>
                <a:gd name="connsiteY2" fmla="*/ 1693401 h 1718017"/>
                <a:gd name="connsiteX3" fmla="*/ 190105 w 1406792"/>
                <a:gd name="connsiteY3" fmla="*/ 1708065 h 1718017"/>
                <a:gd name="connsiteX4" fmla="*/ 1078530 w 1406792"/>
                <a:gd name="connsiteY4" fmla="*/ 300 h 1718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792" h="1718017">
                  <a:moveTo>
                    <a:pt x="1078530" y="300"/>
                  </a:moveTo>
                  <a:cubicBezTo>
                    <a:pt x="1719285" y="1234126"/>
                    <a:pt x="1423143" y="1803379"/>
                    <a:pt x="190105" y="1708065"/>
                  </a:cubicBezTo>
                  <a:lnTo>
                    <a:pt x="403" y="1693401"/>
                  </a:lnTo>
                  <a:lnTo>
                    <a:pt x="190105" y="1708065"/>
                  </a:lnTo>
                  <a:cubicBezTo>
                    <a:pt x="1423143" y="1803379"/>
                    <a:pt x="1719285" y="1234126"/>
                    <a:pt x="1078530" y="300"/>
                  </a:cubicBezTo>
                  <a:close/>
                </a:path>
              </a:pathLst>
            </a:custGeom>
            <a:solidFill>
              <a:srgbClr val="5A77F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F99830DF-1D7B-3E5A-E8FD-AD44DBEFDE67}"/>
                </a:ext>
              </a:extLst>
            </p:cNvPr>
            <p:cNvSpPr/>
            <p:nvPr/>
          </p:nvSpPr>
          <p:spPr>
            <a:xfrm>
              <a:off x="6109049" y="1383277"/>
              <a:ext cx="881629" cy="1119000"/>
            </a:xfrm>
            <a:custGeom>
              <a:avLst/>
              <a:gdLst>
                <a:gd name="connsiteX0" fmla="*/ 403 w 881629"/>
                <a:gd name="connsiteY0" fmla="*/ 194553 h 1119000"/>
                <a:gd name="connsiteX1" fmla="*/ 875116 w 881629"/>
                <a:gd name="connsiteY1" fmla="*/ 190600 h 1119000"/>
                <a:gd name="connsiteX2" fmla="*/ 866398 w 881629"/>
                <a:gd name="connsiteY2" fmla="*/ 300 h 1119000"/>
                <a:gd name="connsiteX3" fmla="*/ 875116 w 881629"/>
                <a:gd name="connsiteY3" fmla="*/ 190600 h 1119000"/>
                <a:gd name="connsiteX4" fmla="*/ 403 w 881629"/>
                <a:gd name="connsiteY4" fmla="*/ 194553 h 111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629" h="1119000">
                  <a:moveTo>
                    <a:pt x="403" y="194553"/>
                  </a:moveTo>
                  <a:cubicBezTo>
                    <a:pt x="640214" y="1428865"/>
                    <a:pt x="931785" y="1427548"/>
                    <a:pt x="875116" y="190600"/>
                  </a:cubicBezTo>
                  <a:lnTo>
                    <a:pt x="866398" y="300"/>
                  </a:lnTo>
                  <a:lnTo>
                    <a:pt x="875116" y="190600"/>
                  </a:lnTo>
                  <a:cubicBezTo>
                    <a:pt x="931785" y="1427548"/>
                    <a:pt x="640214" y="1428865"/>
                    <a:pt x="403" y="194553"/>
                  </a:cubicBezTo>
                  <a:close/>
                </a:path>
              </a:pathLst>
            </a:custGeom>
            <a:solidFill>
              <a:srgbClr val="5A77F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66626C7A-4AA8-500B-8F5F-6365493CEE37}"/>
                </a:ext>
              </a:extLst>
            </p:cNvPr>
            <p:cNvSpPr/>
            <p:nvPr/>
          </p:nvSpPr>
          <p:spPr>
            <a:xfrm>
              <a:off x="5029380" y="1362941"/>
              <a:ext cx="1790800" cy="1933584"/>
            </a:xfrm>
            <a:custGeom>
              <a:avLst/>
              <a:gdLst>
                <a:gd name="connsiteX0" fmla="*/ 1752608 w 1790800"/>
                <a:gd name="connsiteY0" fmla="*/ 300 h 1933584"/>
                <a:gd name="connsiteX1" fmla="*/ 190114 w 1790800"/>
                <a:gd name="connsiteY1" fmla="*/ 1924808 h 1933584"/>
                <a:gd name="connsiteX2" fmla="*/ 403 w 1790800"/>
                <a:gd name="connsiteY2" fmla="*/ 1910291 h 1933584"/>
                <a:gd name="connsiteX3" fmla="*/ 190114 w 1790800"/>
                <a:gd name="connsiteY3" fmla="*/ 1924808 h 1933584"/>
                <a:gd name="connsiteX4" fmla="*/ 1752608 w 1790800"/>
                <a:gd name="connsiteY4" fmla="*/ 300 h 193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0800" h="1933584">
                  <a:moveTo>
                    <a:pt x="1752608" y="300"/>
                  </a:moveTo>
                  <a:cubicBezTo>
                    <a:pt x="1944062" y="1377670"/>
                    <a:pt x="1423230" y="2019175"/>
                    <a:pt x="190114" y="1924808"/>
                  </a:cubicBezTo>
                  <a:lnTo>
                    <a:pt x="403" y="1910291"/>
                  </a:lnTo>
                  <a:lnTo>
                    <a:pt x="190114" y="1924808"/>
                  </a:lnTo>
                  <a:cubicBezTo>
                    <a:pt x="1423230" y="2019175"/>
                    <a:pt x="1944062" y="1377670"/>
                    <a:pt x="1752608" y="300"/>
                  </a:cubicBezTo>
                  <a:close/>
                </a:path>
              </a:pathLst>
            </a:custGeom>
            <a:solidFill>
              <a:srgbClr val="369CC4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44146D35-D381-CF9A-424C-16FC0648EB2F}"/>
                </a:ext>
              </a:extLst>
            </p:cNvPr>
            <p:cNvSpPr/>
            <p:nvPr/>
          </p:nvSpPr>
          <p:spPr>
            <a:xfrm>
              <a:off x="5029266" y="1351854"/>
              <a:ext cx="1865942" cy="1945873"/>
            </a:xfrm>
            <a:custGeom>
              <a:avLst/>
              <a:gdLst>
                <a:gd name="connsiteX0" fmla="*/ 1848375 w 1865942"/>
                <a:gd name="connsiteY0" fmla="*/ 300 h 1945873"/>
                <a:gd name="connsiteX1" fmla="*/ 190124 w 1865942"/>
                <a:gd name="connsiteY1" fmla="*/ 1937317 h 1945873"/>
                <a:gd name="connsiteX2" fmla="*/ 403 w 1865942"/>
                <a:gd name="connsiteY2" fmla="*/ 1922946 h 1945873"/>
                <a:gd name="connsiteX3" fmla="*/ 190124 w 1865942"/>
                <a:gd name="connsiteY3" fmla="*/ 1937317 h 1945873"/>
                <a:gd name="connsiteX4" fmla="*/ 1848375 w 1865942"/>
                <a:gd name="connsiteY4" fmla="*/ 300 h 1945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5942" h="1945873">
                  <a:moveTo>
                    <a:pt x="1848375" y="300"/>
                  </a:moveTo>
                  <a:cubicBezTo>
                    <a:pt x="1976060" y="1385065"/>
                    <a:pt x="1423308" y="2030736"/>
                    <a:pt x="190124" y="1937317"/>
                  </a:cubicBezTo>
                  <a:lnTo>
                    <a:pt x="403" y="1922946"/>
                  </a:lnTo>
                  <a:lnTo>
                    <a:pt x="190124" y="1937317"/>
                  </a:lnTo>
                  <a:cubicBezTo>
                    <a:pt x="1423308" y="2030736"/>
                    <a:pt x="1976060" y="1385065"/>
                    <a:pt x="1848375" y="300"/>
                  </a:cubicBezTo>
                  <a:close/>
                </a:path>
              </a:pathLst>
            </a:custGeom>
            <a:solidFill>
              <a:srgbClr val="349FBE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2F7EC5FD-59FF-05A4-642D-F957C2839756}"/>
                </a:ext>
              </a:extLst>
            </p:cNvPr>
            <p:cNvSpPr/>
            <p:nvPr/>
          </p:nvSpPr>
          <p:spPr>
            <a:xfrm>
              <a:off x="5929687" y="1607381"/>
              <a:ext cx="653106" cy="972584"/>
            </a:xfrm>
            <a:custGeom>
              <a:avLst/>
              <a:gdLst>
                <a:gd name="connsiteX0" fmla="*/ 403 w 653106"/>
                <a:gd name="connsiteY0" fmla="*/ 75328 h 972584"/>
                <a:gd name="connsiteX1" fmla="*/ 291899 w 653106"/>
                <a:gd name="connsiteY1" fmla="*/ 169750 h 972584"/>
                <a:gd name="connsiteX2" fmla="*/ 204968 w 653106"/>
                <a:gd name="connsiteY2" fmla="*/ 300 h 972584"/>
                <a:gd name="connsiteX3" fmla="*/ 291899 w 653106"/>
                <a:gd name="connsiteY3" fmla="*/ 169750 h 972584"/>
                <a:gd name="connsiteX4" fmla="*/ 403 w 653106"/>
                <a:gd name="connsiteY4" fmla="*/ 75328 h 97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106" h="972584">
                  <a:moveTo>
                    <a:pt x="403" y="75328"/>
                  </a:moveTo>
                  <a:cubicBezTo>
                    <a:pt x="759789" y="1239722"/>
                    <a:pt x="856954" y="1271195"/>
                    <a:pt x="291899" y="169750"/>
                  </a:cubicBezTo>
                  <a:lnTo>
                    <a:pt x="204968" y="300"/>
                  </a:lnTo>
                  <a:lnTo>
                    <a:pt x="291899" y="169750"/>
                  </a:lnTo>
                  <a:cubicBezTo>
                    <a:pt x="856954" y="1271195"/>
                    <a:pt x="759789" y="1239722"/>
                    <a:pt x="403" y="75328"/>
                  </a:cubicBezTo>
                  <a:close/>
                </a:path>
              </a:pathLst>
            </a:custGeom>
            <a:solidFill>
              <a:srgbClr val="33A1BB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7CB98940-7107-14B1-17F8-05CD76D33D69}"/>
                </a:ext>
              </a:extLst>
            </p:cNvPr>
            <p:cNvSpPr/>
            <p:nvPr/>
          </p:nvSpPr>
          <p:spPr>
            <a:xfrm>
              <a:off x="5029808" y="1453314"/>
              <a:ext cx="1547976" cy="1839275"/>
            </a:xfrm>
            <a:custGeom>
              <a:avLst/>
              <a:gdLst>
                <a:gd name="connsiteX0" fmla="*/ 1370906 w 1547976"/>
                <a:gd name="connsiteY0" fmla="*/ 300 h 1839275"/>
                <a:gd name="connsiteX1" fmla="*/ 190076 w 1547976"/>
                <a:gd name="connsiteY1" fmla="*/ 1829459 h 1839275"/>
                <a:gd name="connsiteX2" fmla="*/ 403 w 1547976"/>
                <a:gd name="connsiteY2" fmla="*/ 1814432 h 1839275"/>
                <a:gd name="connsiteX3" fmla="*/ 190076 w 1547976"/>
                <a:gd name="connsiteY3" fmla="*/ 1829459 h 1839275"/>
                <a:gd name="connsiteX4" fmla="*/ 1370906 w 1547976"/>
                <a:gd name="connsiteY4" fmla="*/ 300 h 183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976" h="1839275">
                  <a:moveTo>
                    <a:pt x="1370906" y="300"/>
                  </a:moveTo>
                  <a:cubicBezTo>
                    <a:pt x="1816541" y="1317422"/>
                    <a:pt x="1422931" y="1927143"/>
                    <a:pt x="190076" y="1829459"/>
                  </a:cubicBezTo>
                  <a:lnTo>
                    <a:pt x="403" y="1814432"/>
                  </a:lnTo>
                  <a:lnTo>
                    <a:pt x="190076" y="1829459"/>
                  </a:lnTo>
                  <a:cubicBezTo>
                    <a:pt x="1422931" y="1927143"/>
                    <a:pt x="1816541" y="1317422"/>
                    <a:pt x="1370906" y="300"/>
                  </a:cubicBezTo>
                  <a:close/>
                </a:path>
              </a:pathLst>
            </a:custGeom>
            <a:solidFill>
              <a:srgbClr val="3B95CD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92C008FB-FA3B-991C-D597-41D8B5341F6D}"/>
                </a:ext>
              </a:extLst>
            </p:cNvPr>
            <p:cNvSpPr/>
            <p:nvPr/>
          </p:nvSpPr>
          <p:spPr>
            <a:xfrm>
              <a:off x="6495275" y="1423616"/>
              <a:ext cx="2248892" cy="3180054"/>
            </a:xfrm>
            <a:custGeom>
              <a:avLst/>
              <a:gdLst>
                <a:gd name="connsiteX0" fmla="*/ 403 w 2248892"/>
                <a:gd name="connsiteY0" fmla="*/ 300 h 3180054"/>
                <a:gd name="connsiteX1" fmla="*/ 2093441 w 2248892"/>
                <a:gd name="connsiteY1" fmla="*/ 3071084 h 3180054"/>
                <a:gd name="connsiteX2" fmla="*/ 2249295 w 2248892"/>
                <a:gd name="connsiteY2" fmla="*/ 3180355 h 3180054"/>
                <a:gd name="connsiteX3" fmla="*/ 2093441 w 2248892"/>
                <a:gd name="connsiteY3" fmla="*/ 3071084 h 3180054"/>
                <a:gd name="connsiteX4" fmla="*/ 403 w 2248892"/>
                <a:gd name="connsiteY4" fmla="*/ 300 h 3180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8892" h="3180054">
                  <a:moveTo>
                    <a:pt x="403" y="300"/>
                  </a:moveTo>
                  <a:cubicBezTo>
                    <a:pt x="382730" y="1337221"/>
                    <a:pt x="1080410" y="2360816"/>
                    <a:pt x="2093441" y="3071084"/>
                  </a:cubicBezTo>
                  <a:lnTo>
                    <a:pt x="2249295" y="3180355"/>
                  </a:lnTo>
                  <a:lnTo>
                    <a:pt x="2093441" y="3071084"/>
                  </a:lnTo>
                  <a:cubicBezTo>
                    <a:pt x="1080410" y="2360816"/>
                    <a:pt x="382730" y="1337221"/>
                    <a:pt x="403" y="300"/>
                  </a:cubicBezTo>
                  <a:close/>
                </a:path>
              </a:pathLst>
            </a:custGeom>
            <a:solidFill>
              <a:srgbClr val="EF553B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F79DF28C-9238-2B8E-32C6-741C5A84AF1B}"/>
                </a:ext>
              </a:extLst>
            </p:cNvPr>
            <p:cNvSpPr/>
            <p:nvPr/>
          </p:nvSpPr>
          <p:spPr>
            <a:xfrm>
              <a:off x="6589990" y="1398850"/>
              <a:ext cx="279610" cy="1068891"/>
            </a:xfrm>
            <a:custGeom>
              <a:avLst/>
              <a:gdLst>
                <a:gd name="connsiteX0" fmla="*/ 403 w 279610"/>
                <a:gd name="connsiteY0" fmla="*/ 300 h 1068891"/>
                <a:gd name="connsiteX1" fmla="*/ 138147 w 279610"/>
                <a:gd name="connsiteY1" fmla="*/ 204726 h 1068891"/>
                <a:gd name="connsiteX2" fmla="*/ 103169 w 279610"/>
                <a:gd name="connsiteY2" fmla="*/ 17474 h 1068891"/>
                <a:gd name="connsiteX3" fmla="*/ 138147 w 279610"/>
                <a:gd name="connsiteY3" fmla="*/ 204726 h 1068891"/>
                <a:gd name="connsiteX4" fmla="*/ 403 w 279610"/>
                <a:gd name="connsiteY4" fmla="*/ 300 h 1068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10" h="1068891">
                  <a:moveTo>
                    <a:pt x="403" y="300"/>
                  </a:moveTo>
                  <a:cubicBezTo>
                    <a:pt x="319586" y="1353734"/>
                    <a:pt x="365502" y="1421876"/>
                    <a:pt x="138147" y="204726"/>
                  </a:cubicBezTo>
                  <a:lnTo>
                    <a:pt x="103169" y="17474"/>
                  </a:lnTo>
                  <a:lnTo>
                    <a:pt x="138147" y="204726"/>
                  </a:lnTo>
                  <a:cubicBezTo>
                    <a:pt x="365502" y="1421876"/>
                    <a:pt x="319586" y="1353734"/>
                    <a:pt x="403" y="300"/>
                  </a:cubicBezTo>
                  <a:close/>
                </a:path>
              </a:pathLst>
            </a:custGeom>
            <a:solidFill>
              <a:srgbClr val="547CEB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28AA9CBD-9320-8B0F-F159-24D660F1FEAE}"/>
                </a:ext>
              </a:extLst>
            </p:cNvPr>
            <p:cNvSpPr/>
            <p:nvPr/>
          </p:nvSpPr>
          <p:spPr>
            <a:xfrm>
              <a:off x="5030902" y="3254126"/>
              <a:ext cx="4120162" cy="127628"/>
            </a:xfrm>
            <a:custGeom>
              <a:avLst/>
              <a:gdLst>
                <a:gd name="connsiteX0" fmla="*/ 4120565 w 4120162"/>
                <a:gd name="connsiteY0" fmla="*/ 107884 h 127628"/>
                <a:gd name="connsiteX1" fmla="*/ 189971 w 4120162"/>
                <a:gd name="connsiteY1" fmla="*/ 16568 h 127628"/>
                <a:gd name="connsiteX2" fmla="*/ 403 w 4120162"/>
                <a:gd name="connsiteY2" fmla="*/ 300 h 127628"/>
                <a:gd name="connsiteX3" fmla="*/ 189971 w 4120162"/>
                <a:gd name="connsiteY3" fmla="*/ 16568 h 127628"/>
                <a:gd name="connsiteX4" fmla="*/ 4120565 w 4120162"/>
                <a:gd name="connsiteY4" fmla="*/ 107884 h 1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20162" h="127628">
                  <a:moveTo>
                    <a:pt x="4120565" y="107884"/>
                  </a:moveTo>
                  <a:cubicBezTo>
                    <a:pt x="2732366" y="152744"/>
                    <a:pt x="1422168" y="122305"/>
                    <a:pt x="189971" y="16568"/>
                  </a:cubicBezTo>
                  <a:lnTo>
                    <a:pt x="403" y="300"/>
                  </a:lnTo>
                  <a:lnTo>
                    <a:pt x="189971" y="16568"/>
                  </a:lnTo>
                  <a:cubicBezTo>
                    <a:pt x="1422168" y="122305"/>
                    <a:pt x="2732366" y="152744"/>
                    <a:pt x="4120565" y="107884"/>
                  </a:cubicBezTo>
                  <a:close/>
                </a:path>
              </a:pathLst>
            </a:custGeom>
            <a:solidFill>
              <a:srgbClr val="31A8A6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44E603FB-E3AB-79C4-AB23-8439403DAE79}"/>
                </a:ext>
              </a:extLst>
            </p:cNvPr>
            <p:cNvSpPr/>
            <p:nvPr/>
          </p:nvSpPr>
          <p:spPr>
            <a:xfrm>
              <a:off x="5030512" y="3258827"/>
              <a:ext cx="3679445" cy="1455114"/>
            </a:xfrm>
            <a:custGeom>
              <a:avLst/>
              <a:gdLst>
                <a:gd name="connsiteX0" fmla="*/ 3679849 w 3679445"/>
                <a:gd name="connsiteY0" fmla="*/ 1455414 h 1455114"/>
                <a:gd name="connsiteX1" fmla="*/ 190000 w 3679445"/>
                <a:gd name="connsiteY1" fmla="*/ 16130 h 1455114"/>
                <a:gd name="connsiteX2" fmla="*/ 403 w 3679445"/>
                <a:gd name="connsiteY2" fmla="*/ 300 h 1455114"/>
                <a:gd name="connsiteX3" fmla="*/ 190000 w 3679445"/>
                <a:gd name="connsiteY3" fmla="*/ 16130 h 1455114"/>
                <a:gd name="connsiteX4" fmla="*/ 3679849 w 3679445"/>
                <a:gd name="connsiteY4" fmla="*/ 1455414 h 1455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9445" h="1455114">
                  <a:moveTo>
                    <a:pt x="3679849" y="1455414"/>
                  </a:moveTo>
                  <a:cubicBezTo>
                    <a:pt x="2585719" y="598788"/>
                    <a:pt x="1422438" y="119025"/>
                    <a:pt x="190000" y="16130"/>
                  </a:cubicBezTo>
                  <a:lnTo>
                    <a:pt x="403" y="300"/>
                  </a:lnTo>
                  <a:lnTo>
                    <a:pt x="190000" y="16130"/>
                  </a:lnTo>
                  <a:cubicBezTo>
                    <a:pt x="1422438" y="119025"/>
                    <a:pt x="2585719" y="598788"/>
                    <a:pt x="3679849" y="1455414"/>
                  </a:cubicBezTo>
                  <a:close/>
                </a:path>
              </a:pathLst>
            </a:custGeom>
            <a:solidFill>
              <a:srgbClr val="30A6AF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FA3FC0AB-3E63-5F1B-4CD1-ABEB4B22B228}"/>
                </a:ext>
              </a:extLst>
            </p:cNvPr>
            <p:cNvSpPr/>
            <p:nvPr/>
          </p:nvSpPr>
          <p:spPr>
            <a:xfrm>
              <a:off x="5030122" y="1684600"/>
              <a:ext cx="1332512" cy="1606208"/>
            </a:xfrm>
            <a:custGeom>
              <a:avLst/>
              <a:gdLst>
                <a:gd name="connsiteX0" fmla="*/ 896629 w 1332512"/>
                <a:gd name="connsiteY0" fmla="*/ 300 h 1606208"/>
                <a:gd name="connsiteX1" fmla="*/ 190047 w 1332512"/>
                <a:gd name="connsiteY1" fmla="*/ 1594619 h 1606208"/>
                <a:gd name="connsiteX2" fmla="*/ 403 w 1332512"/>
                <a:gd name="connsiteY2" fmla="*/ 1579227 h 1606208"/>
                <a:gd name="connsiteX3" fmla="*/ 190047 w 1332512"/>
                <a:gd name="connsiteY3" fmla="*/ 1594619 h 1606208"/>
                <a:gd name="connsiteX4" fmla="*/ 896629 w 1332512"/>
                <a:gd name="connsiteY4" fmla="*/ 300 h 160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512" h="1606208">
                  <a:moveTo>
                    <a:pt x="896629" y="300"/>
                  </a:moveTo>
                  <a:cubicBezTo>
                    <a:pt x="1658239" y="1163234"/>
                    <a:pt x="1422711" y="1694673"/>
                    <a:pt x="190047" y="1594619"/>
                  </a:cubicBezTo>
                  <a:lnTo>
                    <a:pt x="403" y="1579227"/>
                  </a:lnTo>
                  <a:lnTo>
                    <a:pt x="190047" y="1594619"/>
                  </a:lnTo>
                  <a:cubicBezTo>
                    <a:pt x="1422711" y="1694673"/>
                    <a:pt x="1658239" y="1163234"/>
                    <a:pt x="896629" y="300"/>
                  </a:cubicBezTo>
                  <a:close/>
                </a:path>
              </a:pathLst>
            </a:custGeom>
            <a:solidFill>
              <a:srgbClr val="33A1BB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BF010774-C94A-6175-18CE-C267257916DF}"/>
                </a:ext>
              </a:extLst>
            </p:cNvPr>
            <p:cNvSpPr/>
            <p:nvPr/>
          </p:nvSpPr>
          <p:spPr>
            <a:xfrm>
              <a:off x="5033281" y="2318356"/>
              <a:ext cx="1133539" cy="954283"/>
            </a:xfrm>
            <a:custGeom>
              <a:avLst/>
              <a:gdLst>
                <a:gd name="connsiteX0" fmla="*/ 272289 w 1133539"/>
                <a:gd name="connsiteY0" fmla="*/ 414 h 954283"/>
                <a:gd name="connsiteX1" fmla="*/ 272355 w 1133539"/>
                <a:gd name="connsiteY1" fmla="*/ 300 h 954283"/>
                <a:gd name="connsiteX2" fmla="*/ 189743 w 1133539"/>
                <a:gd name="connsiteY2" fmla="*/ 928964 h 954283"/>
                <a:gd name="connsiteX3" fmla="*/ 403 w 1133539"/>
                <a:gd name="connsiteY3" fmla="*/ 910237 h 954283"/>
                <a:gd name="connsiteX4" fmla="*/ 189753 w 1133539"/>
                <a:gd name="connsiteY4" fmla="*/ 928851 h 954283"/>
                <a:gd name="connsiteX5" fmla="*/ 272289 w 1133539"/>
                <a:gd name="connsiteY5" fmla="*/ 414 h 954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539" h="954283">
                  <a:moveTo>
                    <a:pt x="272289" y="414"/>
                  </a:moveTo>
                  <a:cubicBezTo>
                    <a:pt x="272317" y="376"/>
                    <a:pt x="272336" y="338"/>
                    <a:pt x="272355" y="300"/>
                  </a:cubicBezTo>
                  <a:cubicBezTo>
                    <a:pt x="1448045" y="740731"/>
                    <a:pt x="1420506" y="1050284"/>
                    <a:pt x="189743" y="928964"/>
                  </a:cubicBezTo>
                  <a:lnTo>
                    <a:pt x="403" y="910237"/>
                  </a:lnTo>
                  <a:lnTo>
                    <a:pt x="189753" y="928851"/>
                  </a:lnTo>
                  <a:cubicBezTo>
                    <a:pt x="1420510" y="1050246"/>
                    <a:pt x="1448022" y="740766"/>
                    <a:pt x="272289" y="414"/>
                  </a:cubicBezTo>
                  <a:close/>
                </a:path>
              </a:pathLst>
            </a:custGeom>
            <a:solidFill>
              <a:srgbClr val="788F6C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A54960D8-FDB6-9F65-8B86-802CBF134DD9}"/>
                </a:ext>
              </a:extLst>
            </p:cNvPr>
            <p:cNvSpPr/>
            <p:nvPr/>
          </p:nvSpPr>
          <p:spPr>
            <a:xfrm>
              <a:off x="5032377" y="2024967"/>
              <a:ext cx="1196365" cy="1249644"/>
            </a:xfrm>
            <a:custGeom>
              <a:avLst/>
              <a:gdLst>
                <a:gd name="connsiteX0" fmla="*/ 495905 w 1196365"/>
                <a:gd name="connsiteY0" fmla="*/ 395 h 1249644"/>
                <a:gd name="connsiteX1" fmla="*/ 495991 w 1196365"/>
                <a:gd name="connsiteY1" fmla="*/ 300 h 1249644"/>
                <a:gd name="connsiteX2" fmla="*/ 189829 w 1196365"/>
                <a:gd name="connsiteY2" fmla="*/ 1230870 h 1249644"/>
                <a:gd name="connsiteX3" fmla="*/ 403 w 1196365"/>
                <a:gd name="connsiteY3" fmla="*/ 1213016 h 1249644"/>
                <a:gd name="connsiteX4" fmla="*/ 189838 w 1196365"/>
                <a:gd name="connsiteY4" fmla="*/ 1230757 h 1249644"/>
                <a:gd name="connsiteX5" fmla="*/ 495905 w 1196365"/>
                <a:gd name="connsiteY5" fmla="*/ 395 h 124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6365" h="1249644">
                  <a:moveTo>
                    <a:pt x="495905" y="395"/>
                  </a:moveTo>
                  <a:cubicBezTo>
                    <a:pt x="495934" y="357"/>
                    <a:pt x="495962" y="329"/>
                    <a:pt x="495991" y="300"/>
                  </a:cubicBezTo>
                  <a:cubicBezTo>
                    <a:pt x="1523191" y="936321"/>
                    <a:pt x="1421138" y="1346512"/>
                    <a:pt x="189829" y="1230870"/>
                  </a:cubicBezTo>
                  <a:lnTo>
                    <a:pt x="403" y="1213016"/>
                  </a:lnTo>
                  <a:lnTo>
                    <a:pt x="189838" y="1230757"/>
                  </a:lnTo>
                  <a:cubicBezTo>
                    <a:pt x="1421142" y="1346474"/>
                    <a:pt x="1523162" y="936352"/>
                    <a:pt x="495905" y="395"/>
                  </a:cubicBezTo>
                  <a:close/>
                </a:path>
              </a:pathLst>
            </a:custGeom>
            <a:solidFill>
              <a:srgbClr val="33A9A0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7B1E6E8F-F418-F6CD-4098-C74F336BF6B5}"/>
                </a:ext>
              </a:extLst>
            </p:cNvPr>
            <p:cNvSpPr/>
            <p:nvPr/>
          </p:nvSpPr>
          <p:spPr>
            <a:xfrm>
              <a:off x="5412951" y="1563490"/>
              <a:ext cx="1132471" cy="1141348"/>
            </a:xfrm>
            <a:custGeom>
              <a:avLst/>
              <a:gdLst>
                <a:gd name="connsiteX0" fmla="*/ 403 w 1132471"/>
                <a:gd name="connsiteY0" fmla="*/ 599813 h 1141348"/>
                <a:gd name="connsiteX1" fmla="*/ 479 w 1132471"/>
                <a:gd name="connsiteY1" fmla="*/ 599718 h 1141348"/>
                <a:gd name="connsiteX2" fmla="*/ 890921 w 1132471"/>
                <a:gd name="connsiteY2" fmla="*/ 173855 h 1141348"/>
                <a:gd name="connsiteX3" fmla="*/ 812485 w 1132471"/>
                <a:gd name="connsiteY3" fmla="*/ 300 h 1141348"/>
                <a:gd name="connsiteX4" fmla="*/ 891024 w 1132471"/>
                <a:gd name="connsiteY4" fmla="*/ 173807 h 1141348"/>
                <a:gd name="connsiteX5" fmla="*/ 403 w 1132471"/>
                <a:gd name="connsiteY5" fmla="*/ 599813 h 114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471" h="1141348">
                  <a:moveTo>
                    <a:pt x="403" y="599813"/>
                  </a:moveTo>
                  <a:cubicBezTo>
                    <a:pt x="422" y="599785"/>
                    <a:pt x="450" y="599746"/>
                    <a:pt x="479" y="599718"/>
                  </a:cubicBezTo>
                  <a:cubicBezTo>
                    <a:pt x="1104304" y="1443779"/>
                    <a:pt x="1401118" y="1301825"/>
                    <a:pt x="890921" y="173855"/>
                  </a:cubicBezTo>
                  <a:lnTo>
                    <a:pt x="812485" y="300"/>
                  </a:lnTo>
                  <a:lnTo>
                    <a:pt x="891024" y="173807"/>
                  </a:lnTo>
                  <a:cubicBezTo>
                    <a:pt x="1401153" y="1301809"/>
                    <a:pt x="1104278" y="1443812"/>
                    <a:pt x="403" y="599813"/>
                  </a:cubicBezTo>
                  <a:close/>
                </a:path>
              </a:pathLst>
            </a:custGeom>
            <a:solidFill>
              <a:srgbClr val="32A9A3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A1026E6B-0C34-90F6-1A05-D7BECA3BB451}"/>
                </a:ext>
              </a:extLst>
            </p:cNvPr>
            <p:cNvSpPr/>
            <p:nvPr/>
          </p:nvSpPr>
          <p:spPr>
            <a:xfrm>
              <a:off x="5754598" y="1688534"/>
              <a:ext cx="729285" cy="957500"/>
            </a:xfrm>
            <a:custGeom>
              <a:avLst/>
              <a:gdLst>
                <a:gd name="connsiteX0" fmla="*/ 166084 w 729285"/>
                <a:gd name="connsiteY0" fmla="*/ 367 h 957500"/>
                <a:gd name="connsiteX1" fmla="*/ 166188 w 729285"/>
                <a:gd name="connsiteY1" fmla="*/ 300 h 957500"/>
                <a:gd name="connsiteX2" fmla="*/ 122609 w 729285"/>
                <a:gd name="connsiteY2" fmla="*/ 317559 h 957500"/>
                <a:gd name="connsiteX3" fmla="*/ 403 w 729285"/>
                <a:gd name="connsiteY3" fmla="*/ 171550 h 957500"/>
                <a:gd name="connsiteX4" fmla="*/ 122694 w 729285"/>
                <a:gd name="connsiteY4" fmla="*/ 317483 h 957500"/>
                <a:gd name="connsiteX5" fmla="*/ 166084 w 729285"/>
                <a:gd name="connsiteY5" fmla="*/ 367 h 95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9285" h="957500">
                  <a:moveTo>
                    <a:pt x="166084" y="367"/>
                  </a:moveTo>
                  <a:cubicBezTo>
                    <a:pt x="166122" y="338"/>
                    <a:pt x="166160" y="319"/>
                    <a:pt x="166188" y="300"/>
                  </a:cubicBezTo>
                  <a:cubicBezTo>
                    <a:pt x="931778" y="1160609"/>
                    <a:pt x="917249" y="1266362"/>
                    <a:pt x="122609" y="317559"/>
                  </a:cubicBezTo>
                  <a:lnTo>
                    <a:pt x="403" y="171550"/>
                  </a:lnTo>
                  <a:lnTo>
                    <a:pt x="122694" y="317483"/>
                  </a:lnTo>
                  <a:cubicBezTo>
                    <a:pt x="917278" y="1266337"/>
                    <a:pt x="931742" y="1160632"/>
                    <a:pt x="166084" y="367"/>
                  </a:cubicBezTo>
                  <a:close/>
                </a:path>
              </a:pathLst>
            </a:custGeom>
            <a:solidFill>
              <a:srgbClr val="33A1BB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8A11B69C-5698-937C-A27D-29B3CA0A5802}"/>
                </a:ext>
              </a:extLst>
            </p:cNvPr>
            <p:cNvSpPr/>
            <p:nvPr/>
          </p:nvSpPr>
          <p:spPr>
            <a:xfrm>
              <a:off x="5031521" y="1488081"/>
              <a:ext cx="1497072" cy="1788895"/>
            </a:xfrm>
            <a:custGeom>
              <a:avLst/>
              <a:gdLst>
                <a:gd name="connsiteX0" fmla="*/ 1274205 w 1497072"/>
                <a:gd name="connsiteY0" fmla="*/ 348 h 1788895"/>
                <a:gd name="connsiteX1" fmla="*/ 1274324 w 1497072"/>
                <a:gd name="connsiteY1" fmla="*/ 300 h 1788895"/>
                <a:gd name="connsiteX2" fmla="*/ 189905 w 1497072"/>
                <a:gd name="connsiteY2" fmla="*/ 1776276 h 1788895"/>
                <a:gd name="connsiteX3" fmla="*/ 403 w 1497072"/>
                <a:gd name="connsiteY3" fmla="*/ 1759297 h 1788895"/>
                <a:gd name="connsiteX4" fmla="*/ 189914 w 1497072"/>
                <a:gd name="connsiteY4" fmla="*/ 1776164 h 1788895"/>
                <a:gd name="connsiteX5" fmla="*/ 1274205 w 1497072"/>
                <a:gd name="connsiteY5" fmla="*/ 348 h 178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072" h="1788895">
                  <a:moveTo>
                    <a:pt x="1274205" y="348"/>
                  </a:moveTo>
                  <a:cubicBezTo>
                    <a:pt x="1274245" y="328"/>
                    <a:pt x="1274284" y="309"/>
                    <a:pt x="1274324" y="300"/>
                  </a:cubicBezTo>
                  <a:cubicBezTo>
                    <a:pt x="1783206" y="1294245"/>
                    <a:pt x="1421734" y="1886238"/>
                    <a:pt x="189905" y="1776276"/>
                  </a:cubicBezTo>
                  <a:lnTo>
                    <a:pt x="403" y="1759297"/>
                  </a:lnTo>
                  <a:lnTo>
                    <a:pt x="189914" y="1776164"/>
                  </a:lnTo>
                  <a:cubicBezTo>
                    <a:pt x="1421738" y="1886200"/>
                    <a:pt x="1783166" y="1294261"/>
                    <a:pt x="1274205" y="348"/>
                  </a:cubicBezTo>
                  <a:close/>
                </a:path>
              </a:pathLst>
            </a:custGeom>
            <a:solidFill>
              <a:srgbClr val="38A998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D5C9FCBA-52BD-D5F6-FCBD-1416865C0357}"/>
                </a:ext>
              </a:extLst>
            </p:cNvPr>
            <p:cNvSpPr/>
            <p:nvPr/>
          </p:nvSpPr>
          <p:spPr>
            <a:xfrm>
              <a:off x="7872446" y="3992707"/>
              <a:ext cx="907500" cy="627612"/>
            </a:xfrm>
            <a:custGeom>
              <a:avLst/>
              <a:gdLst>
                <a:gd name="connsiteX0" fmla="*/ 907903 w 907500"/>
                <a:gd name="connsiteY0" fmla="*/ 626493 h 627612"/>
                <a:gd name="connsiteX1" fmla="*/ 906914 w 907500"/>
                <a:gd name="connsiteY1" fmla="*/ 627912 h 627612"/>
                <a:gd name="connsiteX2" fmla="*/ 713026 w 907500"/>
                <a:gd name="connsiteY2" fmla="*/ 506612 h 627612"/>
                <a:gd name="connsiteX3" fmla="*/ 868062 w 907500"/>
                <a:gd name="connsiteY3" fmla="*/ 617044 h 627612"/>
                <a:gd name="connsiteX4" fmla="*/ 712141 w 907500"/>
                <a:gd name="connsiteY4" fmla="*/ 507869 h 627612"/>
                <a:gd name="connsiteX5" fmla="*/ 907903 w 907500"/>
                <a:gd name="connsiteY5" fmla="*/ 626493 h 627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7500" h="627612">
                  <a:moveTo>
                    <a:pt x="907903" y="626493"/>
                  </a:moveTo>
                  <a:cubicBezTo>
                    <a:pt x="907570" y="626969"/>
                    <a:pt x="907247" y="627436"/>
                    <a:pt x="906914" y="627912"/>
                  </a:cubicBezTo>
                  <a:cubicBezTo>
                    <a:pt x="-233213" y="-166301"/>
                    <a:pt x="-297843" y="-206736"/>
                    <a:pt x="713026" y="506612"/>
                  </a:cubicBezTo>
                  <a:lnTo>
                    <a:pt x="868062" y="617044"/>
                  </a:lnTo>
                  <a:lnTo>
                    <a:pt x="712141" y="507869"/>
                  </a:lnTo>
                  <a:cubicBezTo>
                    <a:pt x="-298138" y="-206317"/>
                    <a:pt x="-232885" y="-166775"/>
                    <a:pt x="907903" y="626493"/>
                  </a:cubicBezTo>
                  <a:close/>
                </a:path>
              </a:pathLst>
            </a:custGeom>
            <a:solidFill>
              <a:srgbClr val="DF5D4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BBE60833-95BA-AC92-58DC-5F0E47B15F37}"/>
                </a:ext>
              </a:extLst>
            </p:cNvPr>
            <p:cNvSpPr/>
            <p:nvPr/>
          </p:nvSpPr>
          <p:spPr>
            <a:xfrm>
              <a:off x="5034308" y="2170557"/>
              <a:ext cx="1160155" cy="1092994"/>
            </a:xfrm>
            <a:custGeom>
              <a:avLst/>
              <a:gdLst>
                <a:gd name="connsiteX0" fmla="*/ 372272 w 1160155"/>
                <a:gd name="connsiteY0" fmla="*/ 1681 h 1092994"/>
                <a:gd name="connsiteX1" fmla="*/ 373309 w 1160155"/>
                <a:gd name="connsiteY1" fmla="*/ 300 h 1092994"/>
                <a:gd name="connsiteX2" fmla="*/ 189572 w 1160155"/>
                <a:gd name="connsiteY2" fmla="*/ 1068251 h 1092994"/>
                <a:gd name="connsiteX3" fmla="*/ 403 w 1160155"/>
                <a:gd name="connsiteY3" fmla="*/ 1047868 h 1092994"/>
                <a:gd name="connsiteX4" fmla="*/ 189734 w 1160155"/>
                <a:gd name="connsiteY4" fmla="*/ 1066719 h 1092994"/>
                <a:gd name="connsiteX5" fmla="*/ 372272 w 1160155"/>
                <a:gd name="connsiteY5" fmla="*/ 1681 h 1092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0155" h="1092994">
                  <a:moveTo>
                    <a:pt x="372272" y="1681"/>
                  </a:moveTo>
                  <a:cubicBezTo>
                    <a:pt x="372615" y="1214"/>
                    <a:pt x="372967" y="757"/>
                    <a:pt x="373309" y="300"/>
                  </a:cubicBezTo>
                  <a:cubicBezTo>
                    <a:pt x="1481011" y="839262"/>
                    <a:pt x="1419765" y="1195245"/>
                    <a:pt x="189572" y="1068251"/>
                  </a:cubicBezTo>
                  <a:lnTo>
                    <a:pt x="403" y="1047868"/>
                  </a:lnTo>
                  <a:lnTo>
                    <a:pt x="189734" y="1066719"/>
                  </a:lnTo>
                  <a:cubicBezTo>
                    <a:pt x="1419818" y="1194735"/>
                    <a:pt x="1480664" y="839722"/>
                    <a:pt x="372272" y="1681"/>
                  </a:cubicBezTo>
                  <a:close/>
                </a:path>
              </a:pathLst>
            </a:custGeom>
            <a:solidFill>
              <a:srgbClr val="32A9A3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57F3A0FA-BF81-24F5-EE62-04112A6B5B04}"/>
                </a:ext>
              </a:extLst>
            </p:cNvPr>
            <p:cNvSpPr/>
            <p:nvPr/>
          </p:nvSpPr>
          <p:spPr>
            <a:xfrm>
              <a:off x="5035554" y="3206399"/>
              <a:ext cx="1101059" cy="1110667"/>
            </a:xfrm>
            <a:custGeom>
              <a:avLst/>
              <a:gdLst>
                <a:gd name="connsiteX0" fmla="*/ 148465 w 1101059"/>
                <a:gd name="connsiteY0" fmla="*/ 1110967 h 1110667"/>
                <a:gd name="connsiteX1" fmla="*/ 147048 w 1101059"/>
                <a:gd name="connsiteY1" fmla="*/ 1107953 h 1110667"/>
                <a:gd name="connsiteX2" fmla="*/ 189382 w 1101059"/>
                <a:gd name="connsiteY2" fmla="*/ 22481 h 1110667"/>
                <a:gd name="connsiteX3" fmla="*/ 403 w 1101059"/>
                <a:gd name="connsiteY3" fmla="*/ 300 h 1110667"/>
                <a:gd name="connsiteX4" fmla="*/ 189695 w 1101059"/>
                <a:gd name="connsiteY4" fmla="*/ 19533 h 1110667"/>
                <a:gd name="connsiteX5" fmla="*/ 148465 w 1101059"/>
                <a:gd name="connsiteY5" fmla="*/ 1110967 h 11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1059" h="1110667">
                  <a:moveTo>
                    <a:pt x="148465" y="1110967"/>
                  </a:moveTo>
                  <a:cubicBezTo>
                    <a:pt x="147990" y="1109963"/>
                    <a:pt x="147524" y="1108958"/>
                    <a:pt x="147048" y="1107953"/>
                  </a:cubicBezTo>
                  <a:cubicBezTo>
                    <a:pt x="1404760" y="517918"/>
                    <a:pt x="1418868" y="156094"/>
                    <a:pt x="189382" y="22481"/>
                  </a:cubicBezTo>
                  <a:lnTo>
                    <a:pt x="403" y="300"/>
                  </a:lnTo>
                  <a:lnTo>
                    <a:pt x="189695" y="19533"/>
                  </a:lnTo>
                  <a:cubicBezTo>
                    <a:pt x="1418976" y="155111"/>
                    <a:pt x="1405231" y="518923"/>
                    <a:pt x="148465" y="1110967"/>
                  </a:cubicBezTo>
                  <a:close/>
                </a:path>
              </a:pathLst>
            </a:custGeom>
            <a:solidFill>
              <a:srgbClr val="609A78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3D42D542-E856-2BB5-1243-1270FE1600B6}"/>
                </a:ext>
              </a:extLst>
            </p:cNvPr>
            <p:cNvSpPr/>
            <p:nvPr/>
          </p:nvSpPr>
          <p:spPr>
            <a:xfrm>
              <a:off x="5398501" y="1660436"/>
              <a:ext cx="1071249" cy="1066895"/>
            </a:xfrm>
            <a:custGeom>
              <a:avLst/>
              <a:gdLst>
                <a:gd name="connsiteX0" fmla="*/ 403 w 1071249"/>
                <a:gd name="connsiteY0" fmla="*/ 522051 h 1066895"/>
                <a:gd name="connsiteX1" fmla="*/ 2391 w 1071249"/>
                <a:gd name="connsiteY1" fmla="*/ 519384 h 1066895"/>
                <a:gd name="connsiteX2" fmla="*/ 734141 w 1071249"/>
                <a:gd name="connsiteY2" fmla="*/ 165559 h 1066895"/>
                <a:gd name="connsiteX3" fmla="*/ 639497 w 1071249"/>
                <a:gd name="connsiteY3" fmla="*/ 300 h 1066895"/>
                <a:gd name="connsiteX4" fmla="*/ 736699 w 1071249"/>
                <a:gd name="connsiteY4" fmla="*/ 164063 h 1066895"/>
                <a:gd name="connsiteX5" fmla="*/ 403 w 1071249"/>
                <a:gd name="connsiteY5" fmla="*/ 522051 h 1066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1249" h="1066895">
                  <a:moveTo>
                    <a:pt x="403" y="522051"/>
                  </a:moveTo>
                  <a:cubicBezTo>
                    <a:pt x="1059" y="521156"/>
                    <a:pt x="1725" y="520270"/>
                    <a:pt x="2391" y="519384"/>
                  </a:cubicBezTo>
                  <a:cubicBezTo>
                    <a:pt x="1114574" y="1352369"/>
                    <a:pt x="1358492" y="1234430"/>
                    <a:pt x="734141" y="165559"/>
                  </a:cubicBezTo>
                  <a:lnTo>
                    <a:pt x="639497" y="300"/>
                  </a:lnTo>
                  <a:lnTo>
                    <a:pt x="736699" y="164063"/>
                  </a:lnTo>
                  <a:cubicBezTo>
                    <a:pt x="1359344" y="1233931"/>
                    <a:pt x="1113911" y="1353259"/>
                    <a:pt x="403" y="522051"/>
                  </a:cubicBezTo>
                  <a:close/>
                </a:path>
              </a:pathLst>
            </a:custGeom>
            <a:solidFill>
              <a:srgbClr val="32A9A3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DD9790E7-9E19-E8B6-81A6-44FA3E785B53}"/>
                </a:ext>
              </a:extLst>
            </p:cNvPr>
            <p:cNvSpPr/>
            <p:nvPr/>
          </p:nvSpPr>
          <p:spPr>
            <a:xfrm>
              <a:off x="5764244" y="1374609"/>
              <a:ext cx="1672146" cy="1211912"/>
            </a:xfrm>
            <a:custGeom>
              <a:avLst/>
              <a:gdLst>
                <a:gd name="connsiteX0" fmla="*/ 1666125 w 1672146"/>
                <a:gd name="connsiteY0" fmla="*/ 300 h 1211912"/>
                <a:gd name="connsiteX1" fmla="*/ 1672549 w 1672146"/>
                <a:gd name="connsiteY1" fmla="*/ 1443 h 1211912"/>
                <a:gd name="connsiteX2" fmla="*/ 119517 w 1672146"/>
                <a:gd name="connsiteY2" fmla="*/ 625997 h 1211912"/>
                <a:gd name="connsiteX3" fmla="*/ 403 w 1672146"/>
                <a:gd name="connsiteY3" fmla="*/ 477417 h 1211912"/>
                <a:gd name="connsiteX4" fmla="*/ 123998 w 1672146"/>
                <a:gd name="connsiteY4" fmla="*/ 622292 h 1211912"/>
                <a:gd name="connsiteX5" fmla="*/ 1666125 w 1672146"/>
                <a:gd name="connsiteY5" fmla="*/ 300 h 121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2146" h="1211912">
                  <a:moveTo>
                    <a:pt x="1666125" y="300"/>
                  </a:moveTo>
                  <a:cubicBezTo>
                    <a:pt x="1668266" y="681"/>
                    <a:pt x="1670409" y="1062"/>
                    <a:pt x="1672549" y="1443"/>
                  </a:cubicBezTo>
                  <a:cubicBezTo>
                    <a:pt x="1427466" y="1370276"/>
                    <a:pt x="909789" y="1578459"/>
                    <a:pt x="119517" y="625997"/>
                  </a:cubicBezTo>
                  <a:lnTo>
                    <a:pt x="403" y="477417"/>
                  </a:lnTo>
                  <a:lnTo>
                    <a:pt x="123998" y="622292"/>
                  </a:lnTo>
                  <a:cubicBezTo>
                    <a:pt x="911281" y="1577223"/>
                    <a:pt x="1425325" y="1369895"/>
                    <a:pt x="1666125" y="300"/>
                  </a:cubicBezTo>
                  <a:close/>
                </a:path>
              </a:pathLst>
            </a:custGeom>
            <a:solidFill>
              <a:srgbClr val="569E7E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0D69CDAD-F46B-9137-F485-6F3AA5797BFE}"/>
                </a:ext>
              </a:extLst>
            </p:cNvPr>
            <p:cNvSpPr/>
            <p:nvPr/>
          </p:nvSpPr>
          <p:spPr>
            <a:xfrm>
              <a:off x="5039302" y="3174387"/>
              <a:ext cx="1078489" cy="939295"/>
            </a:xfrm>
            <a:custGeom>
              <a:avLst/>
              <a:gdLst>
                <a:gd name="connsiteX0" fmla="*/ 61905 w 1078489"/>
                <a:gd name="connsiteY0" fmla="*/ 939596 h 939295"/>
                <a:gd name="connsiteX1" fmla="*/ 59251 w 1078489"/>
                <a:gd name="connsiteY1" fmla="*/ 931906 h 939295"/>
                <a:gd name="connsiteX2" fmla="*/ 188744 w 1078489"/>
                <a:gd name="connsiteY2" fmla="*/ 27580 h 939295"/>
                <a:gd name="connsiteX3" fmla="*/ 403 w 1078489"/>
                <a:gd name="connsiteY3" fmla="*/ 300 h 939295"/>
                <a:gd name="connsiteX4" fmla="*/ 189648 w 1078489"/>
                <a:gd name="connsiteY4" fmla="*/ 20392 h 939295"/>
                <a:gd name="connsiteX5" fmla="*/ 61905 w 1078489"/>
                <a:gd name="connsiteY5" fmla="*/ 939596 h 93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8489" h="939295">
                  <a:moveTo>
                    <a:pt x="61905" y="939596"/>
                  </a:moveTo>
                  <a:cubicBezTo>
                    <a:pt x="61020" y="937034"/>
                    <a:pt x="60136" y="934471"/>
                    <a:pt x="59251" y="931906"/>
                  </a:cubicBezTo>
                  <a:cubicBezTo>
                    <a:pt x="1372996" y="480577"/>
                    <a:pt x="1416159" y="179135"/>
                    <a:pt x="188744" y="27580"/>
                  </a:cubicBezTo>
                  <a:lnTo>
                    <a:pt x="403" y="300"/>
                  </a:lnTo>
                  <a:lnTo>
                    <a:pt x="189648" y="20392"/>
                  </a:lnTo>
                  <a:cubicBezTo>
                    <a:pt x="1416459" y="176739"/>
                    <a:pt x="1373880" y="483140"/>
                    <a:pt x="61905" y="939596"/>
                  </a:cubicBezTo>
                  <a:close/>
                </a:path>
              </a:pathLst>
            </a:custGeom>
            <a:solidFill>
              <a:srgbClr val="3EA79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FD995675-E360-F63B-59B2-CA781DC79C89}"/>
                </a:ext>
              </a:extLst>
            </p:cNvPr>
            <p:cNvSpPr/>
            <p:nvPr/>
          </p:nvSpPr>
          <p:spPr>
            <a:xfrm>
              <a:off x="5037229" y="1900704"/>
              <a:ext cx="1230153" cy="1342308"/>
            </a:xfrm>
            <a:custGeom>
              <a:avLst/>
              <a:gdLst>
                <a:gd name="connsiteX0" fmla="*/ 608047 w 1230153"/>
                <a:gd name="connsiteY0" fmla="*/ 5844 h 1342308"/>
                <a:gd name="connsiteX1" fmla="*/ 613983 w 1230153"/>
                <a:gd name="connsiteY1" fmla="*/ 300 h 1342308"/>
                <a:gd name="connsiteX2" fmla="*/ 188963 w 1230153"/>
                <a:gd name="connsiteY2" fmla="*/ 1316839 h 1342308"/>
                <a:gd name="connsiteX3" fmla="*/ 403 w 1230153"/>
                <a:gd name="connsiteY3" fmla="*/ 1291153 h 1342308"/>
                <a:gd name="connsiteX4" fmla="*/ 189810 w 1230153"/>
                <a:gd name="connsiteY4" fmla="*/ 1309644 h 1342308"/>
                <a:gd name="connsiteX5" fmla="*/ 608047 w 1230153"/>
                <a:gd name="connsiteY5" fmla="*/ 5844 h 134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0153" h="1342308">
                  <a:moveTo>
                    <a:pt x="608047" y="5844"/>
                  </a:moveTo>
                  <a:cubicBezTo>
                    <a:pt x="610016" y="3996"/>
                    <a:pt x="612004" y="2148"/>
                    <a:pt x="613983" y="300"/>
                  </a:cubicBezTo>
                  <a:cubicBezTo>
                    <a:pt x="1559288" y="1019164"/>
                    <a:pt x="1417615" y="1458010"/>
                    <a:pt x="188963" y="1316839"/>
                  </a:cubicBezTo>
                  <a:lnTo>
                    <a:pt x="403" y="1291153"/>
                  </a:lnTo>
                  <a:lnTo>
                    <a:pt x="189810" y="1309644"/>
                  </a:lnTo>
                  <a:cubicBezTo>
                    <a:pt x="1417895" y="1455612"/>
                    <a:pt x="1557308" y="1021012"/>
                    <a:pt x="608047" y="5844"/>
                  </a:cubicBezTo>
                  <a:close/>
                </a:path>
              </a:pathLst>
            </a:custGeom>
            <a:solidFill>
              <a:srgbClr val="45A58B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E2145FFD-444F-617D-759D-9368C41D4028}"/>
                </a:ext>
              </a:extLst>
            </p:cNvPr>
            <p:cNvSpPr/>
            <p:nvPr/>
          </p:nvSpPr>
          <p:spPr>
            <a:xfrm>
              <a:off x="4985382" y="3155677"/>
              <a:ext cx="1106947" cy="288354"/>
            </a:xfrm>
            <a:custGeom>
              <a:avLst/>
              <a:gdLst>
                <a:gd name="connsiteX0" fmla="*/ 460 w 1106947"/>
                <a:gd name="connsiteY0" fmla="*/ 288654 h 288354"/>
                <a:gd name="connsiteX1" fmla="*/ 403 w 1106947"/>
                <a:gd name="connsiteY1" fmla="*/ 277316 h 288354"/>
                <a:gd name="connsiteX2" fmla="*/ 244653 w 1106947"/>
                <a:gd name="connsiteY2" fmla="*/ 30730 h 288354"/>
                <a:gd name="connsiteX3" fmla="*/ 56758 w 1106947"/>
                <a:gd name="connsiteY3" fmla="*/ 300 h 288354"/>
                <a:gd name="connsiteX4" fmla="*/ 245994 w 1106947"/>
                <a:gd name="connsiteY4" fmla="*/ 20723 h 288354"/>
                <a:gd name="connsiteX5" fmla="*/ 460 w 1106947"/>
                <a:gd name="connsiteY5" fmla="*/ 288654 h 288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6947" h="288354">
                  <a:moveTo>
                    <a:pt x="460" y="288654"/>
                  </a:moveTo>
                  <a:cubicBezTo>
                    <a:pt x="431" y="284875"/>
                    <a:pt x="412" y="281096"/>
                    <a:pt x="403" y="277316"/>
                  </a:cubicBezTo>
                  <a:cubicBezTo>
                    <a:pt x="1389326" y="274854"/>
                    <a:pt x="1470741" y="192658"/>
                    <a:pt x="244653" y="30730"/>
                  </a:cubicBezTo>
                  <a:lnTo>
                    <a:pt x="56758" y="300"/>
                  </a:lnTo>
                  <a:lnTo>
                    <a:pt x="245994" y="20723"/>
                  </a:lnTo>
                  <a:cubicBezTo>
                    <a:pt x="1471189" y="189323"/>
                    <a:pt x="1389343" y="278633"/>
                    <a:pt x="460" y="288654"/>
                  </a:cubicBezTo>
                  <a:close/>
                </a:path>
              </a:pathLst>
            </a:custGeom>
            <a:solidFill>
              <a:srgbClr val="A17B59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8566FAA9-8DAA-278F-1C1A-27C9725C71D9}"/>
                </a:ext>
              </a:extLst>
            </p:cNvPr>
            <p:cNvSpPr/>
            <p:nvPr/>
          </p:nvSpPr>
          <p:spPr>
            <a:xfrm>
              <a:off x="5824453" y="1749199"/>
              <a:ext cx="2847757" cy="2951159"/>
            </a:xfrm>
            <a:custGeom>
              <a:avLst/>
              <a:gdLst>
                <a:gd name="connsiteX0" fmla="*/ 403 w 2847757"/>
                <a:gd name="connsiteY0" fmla="*/ 7044 h 2951159"/>
                <a:gd name="connsiteX1" fmla="*/ 9497 w 2847757"/>
                <a:gd name="connsiteY1" fmla="*/ 300 h 2951159"/>
                <a:gd name="connsiteX2" fmla="*/ 2702123 w 2847757"/>
                <a:gd name="connsiteY2" fmla="*/ 2829235 h 2951159"/>
                <a:gd name="connsiteX3" fmla="*/ 2848160 w 2847757"/>
                <a:gd name="connsiteY3" fmla="*/ 2951459 h 2951159"/>
                <a:gd name="connsiteX4" fmla="*/ 2695864 w 2847757"/>
                <a:gd name="connsiteY4" fmla="*/ 2837150 h 2951159"/>
                <a:gd name="connsiteX5" fmla="*/ 403 w 2847757"/>
                <a:gd name="connsiteY5" fmla="*/ 7044 h 295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7757" h="2951159">
                  <a:moveTo>
                    <a:pt x="403" y="7044"/>
                  </a:moveTo>
                  <a:cubicBezTo>
                    <a:pt x="3428" y="4786"/>
                    <a:pt x="6462" y="2538"/>
                    <a:pt x="9497" y="300"/>
                  </a:cubicBezTo>
                  <a:cubicBezTo>
                    <a:pt x="832977" y="1120166"/>
                    <a:pt x="1730520" y="2063144"/>
                    <a:pt x="2702123" y="2829235"/>
                  </a:cubicBezTo>
                  <a:lnTo>
                    <a:pt x="2848160" y="2951459"/>
                  </a:lnTo>
                  <a:lnTo>
                    <a:pt x="2695864" y="2837150"/>
                  </a:lnTo>
                  <a:cubicBezTo>
                    <a:pt x="1728432" y="2065783"/>
                    <a:pt x="829943" y="1122416"/>
                    <a:pt x="403" y="7044"/>
                  </a:cubicBezTo>
                  <a:close/>
                </a:path>
              </a:pathLst>
            </a:custGeom>
            <a:solidFill>
              <a:srgbClr val="35A99D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8FFA9C75-CEE2-79EA-CDFC-F387576FC64A}"/>
                </a:ext>
              </a:extLst>
            </p:cNvPr>
            <p:cNvSpPr/>
            <p:nvPr/>
          </p:nvSpPr>
          <p:spPr>
            <a:xfrm>
              <a:off x="5051460" y="3091160"/>
              <a:ext cx="2072767" cy="2423376"/>
            </a:xfrm>
            <a:custGeom>
              <a:avLst/>
              <a:gdLst>
                <a:gd name="connsiteX0" fmla="*/ 2073170 w 2072767"/>
                <a:gd name="connsiteY0" fmla="*/ 2423372 h 2423376"/>
                <a:gd name="connsiteX1" fmla="*/ 2060250 w 2072767"/>
                <a:gd name="connsiteY1" fmla="*/ 2423676 h 2423376"/>
                <a:gd name="connsiteX2" fmla="*/ 187117 w 2072767"/>
                <a:gd name="connsiteY2" fmla="*/ 37410 h 2423376"/>
                <a:gd name="connsiteX3" fmla="*/ 403 w 2072767"/>
                <a:gd name="connsiteY3" fmla="*/ 300 h 2423376"/>
                <a:gd name="connsiteX4" fmla="*/ 189020 w 2072767"/>
                <a:gd name="connsiteY4" fmla="*/ 26046 h 2423376"/>
                <a:gd name="connsiteX5" fmla="*/ 2073170 w 2072767"/>
                <a:gd name="connsiteY5" fmla="*/ 2423372 h 242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2767" h="2423376">
                  <a:moveTo>
                    <a:pt x="2073170" y="2423372"/>
                  </a:moveTo>
                  <a:cubicBezTo>
                    <a:pt x="2068864" y="2423486"/>
                    <a:pt x="2064557" y="2423591"/>
                    <a:pt x="2060250" y="2423676"/>
                  </a:cubicBezTo>
                  <a:cubicBezTo>
                    <a:pt x="2031889" y="1033320"/>
                    <a:pt x="1407511" y="237896"/>
                    <a:pt x="187117" y="37410"/>
                  </a:cubicBezTo>
                  <a:lnTo>
                    <a:pt x="403" y="300"/>
                  </a:lnTo>
                  <a:lnTo>
                    <a:pt x="189020" y="26046"/>
                  </a:lnTo>
                  <a:cubicBezTo>
                    <a:pt x="1408144" y="234108"/>
                    <a:pt x="2036195" y="1033218"/>
                    <a:pt x="2073170" y="2423372"/>
                  </a:cubicBezTo>
                  <a:close/>
                </a:path>
              </a:pathLst>
            </a:custGeom>
            <a:solidFill>
              <a:srgbClr val="C06D4D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DC29B176-2E36-3788-F206-7E912994FD99}"/>
                </a:ext>
              </a:extLst>
            </p:cNvPr>
            <p:cNvSpPr/>
            <p:nvPr/>
          </p:nvSpPr>
          <p:spPr>
            <a:xfrm>
              <a:off x="5047950" y="3112890"/>
              <a:ext cx="1202552" cy="1785484"/>
            </a:xfrm>
            <a:custGeom>
              <a:avLst/>
              <a:gdLst>
                <a:gd name="connsiteX0" fmla="*/ 542434 w 1202552"/>
                <a:gd name="connsiteY0" fmla="*/ 1785784 h 1785484"/>
                <a:gd name="connsiteX1" fmla="*/ 533359 w 1202552"/>
                <a:gd name="connsiteY1" fmla="*/ 1776564 h 1785484"/>
                <a:gd name="connsiteX2" fmla="*/ 187507 w 1202552"/>
                <a:gd name="connsiteY2" fmla="*/ 35399 h 1785484"/>
                <a:gd name="connsiteX3" fmla="*/ 403 w 1202552"/>
                <a:gd name="connsiteY3" fmla="*/ 300 h 1785484"/>
                <a:gd name="connsiteX4" fmla="*/ 189277 w 1202552"/>
                <a:gd name="connsiteY4" fmla="*/ 24015 h 1785484"/>
                <a:gd name="connsiteX5" fmla="*/ 542434 w 1202552"/>
                <a:gd name="connsiteY5" fmla="*/ 1785784 h 178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2552" h="1785484">
                  <a:moveTo>
                    <a:pt x="542434" y="1785784"/>
                  </a:moveTo>
                  <a:cubicBezTo>
                    <a:pt x="539400" y="1782717"/>
                    <a:pt x="536375" y="1779650"/>
                    <a:pt x="533359" y="1776564"/>
                  </a:cubicBezTo>
                  <a:cubicBezTo>
                    <a:pt x="1525265" y="803129"/>
                    <a:pt x="1409980" y="222740"/>
                    <a:pt x="187507" y="35399"/>
                  </a:cubicBezTo>
                  <a:lnTo>
                    <a:pt x="403" y="300"/>
                  </a:lnTo>
                  <a:lnTo>
                    <a:pt x="189277" y="24015"/>
                  </a:lnTo>
                  <a:cubicBezTo>
                    <a:pt x="1410573" y="218945"/>
                    <a:pt x="1528291" y="806200"/>
                    <a:pt x="542434" y="1785784"/>
                  </a:cubicBezTo>
                  <a:close/>
                </a:path>
              </a:pathLst>
            </a:custGeom>
            <a:solidFill>
              <a:srgbClr val="6C9572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224975FE-40E4-6D59-D9F3-1ED0779E5AC4}"/>
                </a:ext>
              </a:extLst>
            </p:cNvPr>
            <p:cNvSpPr/>
            <p:nvPr/>
          </p:nvSpPr>
          <p:spPr>
            <a:xfrm>
              <a:off x="5044668" y="3134656"/>
              <a:ext cx="1803023" cy="2365078"/>
            </a:xfrm>
            <a:custGeom>
              <a:avLst/>
              <a:gdLst>
                <a:gd name="connsiteX0" fmla="*/ 1773143 w 1803023"/>
                <a:gd name="connsiteY0" fmla="*/ 2365379 h 2365078"/>
                <a:gd name="connsiteX1" fmla="*/ 1760319 w 1803023"/>
                <a:gd name="connsiteY1" fmla="*/ 2363778 h 2365078"/>
                <a:gd name="connsiteX2" fmla="*/ 187879 w 1803023"/>
                <a:gd name="connsiteY2" fmla="*/ 33383 h 2365078"/>
                <a:gd name="connsiteX3" fmla="*/ 403 w 1803023"/>
                <a:gd name="connsiteY3" fmla="*/ 300 h 2365078"/>
                <a:gd name="connsiteX4" fmla="*/ 189534 w 1803023"/>
                <a:gd name="connsiteY4" fmla="*/ 21981 h 2365078"/>
                <a:gd name="connsiteX5" fmla="*/ 1773143 w 1803023"/>
                <a:gd name="connsiteY5" fmla="*/ 2365379 h 2365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3023" h="2365078">
                  <a:moveTo>
                    <a:pt x="1773143" y="2365379"/>
                  </a:moveTo>
                  <a:cubicBezTo>
                    <a:pt x="1768866" y="2364864"/>
                    <a:pt x="1764592" y="2364331"/>
                    <a:pt x="1760319" y="2363778"/>
                  </a:cubicBezTo>
                  <a:cubicBezTo>
                    <a:pt x="1936440" y="984355"/>
                    <a:pt x="1412292" y="207557"/>
                    <a:pt x="187879" y="33383"/>
                  </a:cubicBezTo>
                  <a:lnTo>
                    <a:pt x="403" y="300"/>
                  </a:lnTo>
                  <a:lnTo>
                    <a:pt x="189534" y="21981"/>
                  </a:lnTo>
                  <a:cubicBezTo>
                    <a:pt x="1412844" y="203756"/>
                    <a:pt x="1940715" y="984890"/>
                    <a:pt x="1773143" y="2365379"/>
                  </a:cubicBezTo>
                  <a:close/>
                </a:path>
              </a:pathLst>
            </a:custGeom>
            <a:solidFill>
              <a:srgbClr val="4DA285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7D4C9475-9F09-255A-60F7-243D000074E2}"/>
                </a:ext>
              </a:extLst>
            </p:cNvPr>
            <p:cNvSpPr/>
            <p:nvPr/>
          </p:nvSpPr>
          <p:spPr>
            <a:xfrm>
              <a:off x="5055475" y="1370323"/>
              <a:ext cx="2365160" cy="1781465"/>
            </a:xfrm>
            <a:custGeom>
              <a:avLst/>
              <a:gdLst>
                <a:gd name="connsiteX0" fmla="*/ 2349661 w 2365160"/>
                <a:gd name="connsiteY0" fmla="*/ 300 h 1781465"/>
                <a:gd name="connsiteX1" fmla="*/ 2365564 w 2365160"/>
                <a:gd name="connsiteY1" fmla="*/ 2967 h 1781465"/>
                <a:gd name="connsiteX2" fmla="*/ 186433 w 2365160"/>
                <a:gd name="connsiteY2" fmla="*/ 1738564 h 1781465"/>
                <a:gd name="connsiteX3" fmla="*/ 403 w 2365160"/>
                <a:gd name="connsiteY3" fmla="*/ 1697899 h 1781465"/>
                <a:gd name="connsiteX4" fmla="*/ 188963 w 2365160"/>
                <a:gd name="connsiteY4" fmla="*/ 1724416 h 1781465"/>
                <a:gd name="connsiteX5" fmla="*/ 2349661 w 2365160"/>
                <a:gd name="connsiteY5" fmla="*/ 300 h 1781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5160" h="1781465">
                  <a:moveTo>
                    <a:pt x="2349661" y="300"/>
                  </a:moveTo>
                  <a:cubicBezTo>
                    <a:pt x="2354966" y="1167"/>
                    <a:pt x="2360267" y="2062"/>
                    <a:pt x="2365564" y="2967"/>
                  </a:cubicBezTo>
                  <a:cubicBezTo>
                    <a:pt x="2130983" y="1373640"/>
                    <a:pt x="1404608" y="1952173"/>
                    <a:pt x="186433" y="1738564"/>
                  </a:cubicBezTo>
                  <a:lnTo>
                    <a:pt x="403" y="1697899"/>
                  </a:lnTo>
                  <a:lnTo>
                    <a:pt x="188963" y="1724416"/>
                  </a:lnTo>
                  <a:cubicBezTo>
                    <a:pt x="1405452" y="1947456"/>
                    <a:pt x="2125682" y="1372752"/>
                    <a:pt x="2349661" y="300"/>
                  </a:cubicBezTo>
                  <a:close/>
                </a:path>
              </a:pathLst>
            </a:custGeom>
            <a:solidFill>
              <a:srgbClr val="569E7E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BB9620A9-7887-14CC-D27B-D42468293947}"/>
                </a:ext>
              </a:extLst>
            </p:cNvPr>
            <p:cNvSpPr/>
            <p:nvPr/>
          </p:nvSpPr>
          <p:spPr>
            <a:xfrm>
              <a:off x="5060212" y="2607680"/>
              <a:ext cx="1074546" cy="579433"/>
            </a:xfrm>
            <a:custGeom>
              <a:avLst/>
              <a:gdLst>
                <a:gd name="connsiteX0" fmla="*/ 86953 w 1074546"/>
                <a:gd name="connsiteY0" fmla="*/ 16640 h 579433"/>
                <a:gd name="connsiteX1" fmla="*/ 93860 w 1074546"/>
                <a:gd name="connsiteY1" fmla="*/ 300 h 579433"/>
                <a:gd name="connsiteX2" fmla="*/ 185767 w 1074546"/>
                <a:gd name="connsiteY2" fmla="*/ 478758 h 579433"/>
                <a:gd name="connsiteX3" fmla="*/ 403 w 1074546"/>
                <a:gd name="connsiteY3" fmla="*/ 435035 h 579433"/>
                <a:gd name="connsiteX4" fmla="*/ 188744 w 1074546"/>
                <a:gd name="connsiteY4" fmla="*/ 463242 h 579433"/>
                <a:gd name="connsiteX5" fmla="*/ 86953 w 1074546"/>
                <a:gd name="connsiteY5" fmla="*/ 16640 h 579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4546" h="579433">
                  <a:moveTo>
                    <a:pt x="86953" y="16640"/>
                  </a:moveTo>
                  <a:cubicBezTo>
                    <a:pt x="89227" y="11184"/>
                    <a:pt x="91529" y="5737"/>
                    <a:pt x="93860" y="300"/>
                  </a:cubicBezTo>
                  <a:cubicBezTo>
                    <a:pt x="1370590" y="547847"/>
                    <a:pt x="1401226" y="707332"/>
                    <a:pt x="185767" y="478758"/>
                  </a:cubicBezTo>
                  <a:lnTo>
                    <a:pt x="403" y="435035"/>
                  </a:lnTo>
                  <a:lnTo>
                    <a:pt x="188744" y="463242"/>
                  </a:lnTo>
                  <a:cubicBezTo>
                    <a:pt x="1402219" y="702161"/>
                    <a:pt x="1368288" y="553293"/>
                    <a:pt x="86953" y="16640"/>
                  </a:cubicBezTo>
                  <a:close/>
                </a:path>
              </a:pathLst>
            </a:custGeom>
            <a:solidFill>
              <a:srgbClr val="B07453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11313FEC-7E76-F937-3B79-2B8233362FB2}"/>
                </a:ext>
              </a:extLst>
            </p:cNvPr>
            <p:cNvSpPr/>
            <p:nvPr/>
          </p:nvSpPr>
          <p:spPr>
            <a:xfrm>
              <a:off x="5382385" y="2189797"/>
              <a:ext cx="3275098" cy="2528963"/>
            </a:xfrm>
            <a:custGeom>
              <a:avLst/>
              <a:gdLst>
                <a:gd name="connsiteX0" fmla="*/ 403 w 3275098"/>
                <a:gd name="connsiteY0" fmla="*/ 14616 h 2528963"/>
                <a:gd name="connsiteX1" fmla="*/ 10867 w 3275098"/>
                <a:gd name="connsiteY1" fmla="*/ 300 h 2528963"/>
                <a:gd name="connsiteX2" fmla="*/ 3132670 w 3275098"/>
                <a:gd name="connsiteY2" fmla="*/ 2403143 h 2528963"/>
                <a:gd name="connsiteX3" fmla="*/ 3275501 w 3275098"/>
                <a:gd name="connsiteY3" fmla="*/ 2529264 h 2528963"/>
                <a:gd name="connsiteX4" fmla="*/ 3122729 w 3275098"/>
                <a:gd name="connsiteY4" fmla="*/ 2415412 h 2528963"/>
                <a:gd name="connsiteX5" fmla="*/ 403 w 3275098"/>
                <a:gd name="connsiteY5" fmla="*/ 14616 h 252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5098" h="2528963">
                  <a:moveTo>
                    <a:pt x="403" y="14616"/>
                  </a:moveTo>
                  <a:cubicBezTo>
                    <a:pt x="3875" y="9835"/>
                    <a:pt x="7366" y="5063"/>
                    <a:pt x="10867" y="300"/>
                  </a:cubicBezTo>
                  <a:cubicBezTo>
                    <a:pt x="1128146" y="826436"/>
                    <a:pt x="2168744" y="1627383"/>
                    <a:pt x="3132670" y="2403143"/>
                  </a:cubicBezTo>
                  <a:lnTo>
                    <a:pt x="3275501" y="2529264"/>
                  </a:lnTo>
                  <a:lnTo>
                    <a:pt x="3122729" y="2415412"/>
                  </a:lnTo>
                  <a:cubicBezTo>
                    <a:pt x="2165431" y="1631473"/>
                    <a:pt x="1124656" y="831209"/>
                    <a:pt x="403" y="14616"/>
                  </a:cubicBezTo>
                  <a:close/>
                </a:path>
              </a:pathLst>
            </a:custGeom>
            <a:solidFill>
              <a:srgbClr val="32A9A3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055A4E17-8BAB-4273-72B3-02A48A2E5641}"/>
                </a:ext>
              </a:extLst>
            </p:cNvPr>
            <p:cNvSpPr/>
            <p:nvPr/>
          </p:nvSpPr>
          <p:spPr>
            <a:xfrm>
              <a:off x="5065578" y="2791134"/>
              <a:ext cx="3992600" cy="407543"/>
            </a:xfrm>
            <a:custGeom>
              <a:avLst/>
              <a:gdLst>
                <a:gd name="connsiteX0" fmla="*/ 3987181 w 3992600"/>
                <a:gd name="connsiteY0" fmla="*/ 300 h 407543"/>
                <a:gd name="connsiteX1" fmla="*/ 3993003 w 3992600"/>
                <a:gd name="connsiteY1" fmla="*/ 18746 h 407543"/>
                <a:gd name="connsiteX2" fmla="*/ 185025 w 3992600"/>
                <a:gd name="connsiteY2" fmla="*/ 271507 h 407543"/>
                <a:gd name="connsiteX3" fmla="*/ 403 w 3992600"/>
                <a:gd name="connsiteY3" fmla="*/ 224597 h 407543"/>
                <a:gd name="connsiteX4" fmla="*/ 188497 w 3992600"/>
                <a:gd name="connsiteY4" fmla="*/ 254637 h 407543"/>
                <a:gd name="connsiteX5" fmla="*/ 3987181 w 3992600"/>
                <a:gd name="connsiteY5" fmla="*/ 300 h 407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92600" h="407543">
                  <a:moveTo>
                    <a:pt x="3987181" y="300"/>
                  </a:moveTo>
                  <a:cubicBezTo>
                    <a:pt x="3989150" y="6440"/>
                    <a:pt x="3991091" y="12588"/>
                    <a:pt x="3993003" y="18746"/>
                  </a:cubicBezTo>
                  <a:cubicBezTo>
                    <a:pt x="2666728" y="431692"/>
                    <a:pt x="1397403" y="515946"/>
                    <a:pt x="185025" y="271507"/>
                  </a:cubicBezTo>
                  <a:lnTo>
                    <a:pt x="403" y="224597"/>
                  </a:lnTo>
                  <a:lnTo>
                    <a:pt x="188497" y="254637"/>
                  </a:lnTo>
                  <a:cubicBezTo>
                    <a:pt x="1398560" y="510323"/>
                    <a:pt x="2664787" y="425544"/>
                    <a:pt x="3987181" y="300"/>
                  </a:cubicBezTo>
                  <a:close/>
                </a:path>
              </a:pathLst>
            </a:custGeom>
            <a:solidFill>
              <a:srgbClr val="93825F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9DCA6869-7045-78AB-37B2-E6456F83AC66}"/>
                </a:ext>
              </a:extLst>
            </p:cNvPr>
            <p:cNvSpPr/>
            <p:nvPr/>
          </p:nvSpPr>
          <p:spPr>
            <a:xfrm>
              <a:off x="5071647" y="2986985"/>
              <a:ext cx="2676857" cy="2420575"/>
            </a:xfrm>
            <a:custGeom>
              <a:avLst/>
              <a:gdLst>
                <a:gd name="connsiteX0" fmla="*/ 2677261 w 2676857"/>
                <a:gd name="connsiteY0" fmla="*/ 2414142 h 2420575"/>
                <a:gd name="connsiteX1" fmla="*/ 2657449 w 2676857"/>
                <a:gd name="connsiteY1" fmla="*/ 2420876 h 2420575"/>
                <a:gd name="connsiteX2" fmla="*/ 184187 w 2676857"/>
                <a:gd name="connsiteY2" fmla="*/ 50529 h 2420575"/>
                <a:gd name="connsiteX3" fmla="*/ 403 w 2676857"/>
                <a:gd name="connsiteY3" fmla="*/ 300 h 2420575"/>
                <a:gd name="connsiteX4" fmla="*/ 188212 w 2676857"/>
                <a:gd name="connsiteY4" fmla="*/ 32316 h 2420575"/>
                <a:gd name="connsiteX5" fmla="*/ 2677261 w 2676857"/>
                <a:gd name="connsiteY5" fmla="*/ 2414142 h 242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6857" h="2420575">
                  <a:moveTo>
                    <a:pt x="2677261" y="2414142"/>
                  </a:moveTo>
                  <a:cubicBezTo>
                    <a:pt x="2670668" y="2416418"/>
                    <a:pt x="2664065" y="2418666"/>
                    <a:pt x="2657449" y="2420876"/>
                  </a:cubicBezTo>
                  <a:cubicBezTo>
                    <a:pt x="2217497" y="1101835"/>
                    <a:pt x="1393078" y="311719"/>
                    <a:pt x="184187" y="50529"/>
                  </a:cubicBezTo>
                  <a:lnTo>
                    <a:pt x="403" y="300"/>
                  </a:lnTo>
                  <a:lnTo>
                    <a:pt x="188212" y="32316"/>
                  </a:lnTo>
                  <a:cubicBezTo>
                    <a:pt x="1394418" y="305649"/>
                    <a:pt x="2224101" y="1099590"/>
                    <a:pt x="2677261" y="2414142"/>
                  </a:cubicBezTo>
                  <a:close/>
                </a:path>
              </a:pathLst>
            </a:custGeom>
            <a:solidFill>
              <a:srgbClr val="CF6547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CE9375C9-4A43-1CFF-3613-287BF5C9E091}"/>
                </a:ext>
              </a:extLst>
            </p:cNvPr>
            <p:cNvSpPr/>
            <p:nvPr/>
          </p:nvSpPr>
          <p:spPr>
            <a:xfrm>
              <a:off x="7491352" y="4130681"/>
              <a:ext cx="1307535" cy="1247343"/>
            </a:xfrm>
            <a:custGeom>
              <a:avLst/>
              <a:gdLst>
                <a:gd name="connsiteX0" fmla="*/ 1307938 w 1307535"/>
                <a:gd name="connsiteY0" fmla="*/ 460745 h 1247343"/>
                <a:gd name="connsiteX1" fmla="*/ 1294382 w 1307535"/>
                <a:gd name="connsiteY1" fmla="*/ 480719 h 1247343"/>
                <a:gd name="connsiteX2" fmla="*/ 157420 w 1307535"/>
                <a:gd name="connsiteY2" fmla="*/ 1063011 h 1247343"/>
                <a:gd name="connsiteX3" fmla="*/ 205608 w 1307535"/>
                <a:gd name="connsiteY3" fmla="*/ 1247644 h 1247343"/>
                <a:gd name="connsiteX4" fmla="*/ 136980 w 1307535"/>
                <a:gd name="connsiteY4" fmla="*/ 1069612 h 1247343"/>
                <a:gd name="connsiteX5" fmla="*/ 1307938 w 1307535"/>
                <a:gd name="connsiteY5" fmla="*/ 460745 h 124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7535" h="1247343">
                  <a:moveTo>
                    <a:pt x="1307938" y="460745"/>
                  </a:moveTo>
                  <a:cubicBezTo>
                    <a:pt x="1303458" y="467432"/>
                    <a:pt x="1298939" y="474090"/>
                    <a:pt x="1294382" y="480719"/>
                  </a:cubicBezTo>
                  <a:cubicBezTo>
                    <a:pt x="150005" y="-307348"/>
                    <a:pt x="-228983" y="-113251"/>
                    <a:pt x="157420" y="1063011"/>
                  </a:cubicBezTo>
                  <a:lnTo>
                    <a:pt x="205608" y="1247644"/>
                  </a:lnTo>
                  <a:lnTo>
                    <a:pt x="136980" y="1069612"/>
                  </a:lnTo>
                  <a:cubicBezTo>
                    <a:pt x="-235796" y="-111052"/>
                    <a:pt x="154523" y="-314007"/>
                    <a:pt x="1307938" y="460745"/>
                  </a:cubicBezTo>
                  <a:close/>
                </a:path>
              </a:pathLst>
            </a:custGeom>
            <a:solidFill>
              <a:srgbClr val="DF5D4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5B016BD2-1DEB-429D-1A64-0A6BD069F5D3}"/>
                </a:ext>
              </a:extLst>
            </p:cNvPr>
            <p:cNvSpPr/>
            <p:nvPr/>
          </p:nvSpPr>
          <p:spPr>
            <a:xfrm>
              <a:off x="5362883" y="2211800"/>
              <a:ext cx="3750670" cy="1185976"/>
            </a:xfrm>
            <a:custGeom>
              <a:avLst/>
              <a:gdLst>
                <a:gd name="connsiteX0" fmla="*/ 403 w 3750670"/>
                <a:gd name="connsiteY0" fmla="*/ 19998 h 1185976"/>
                <a:gd name="connsiteX1" fmla="*/ 14358 w 3750670"/>
                <a:gd name="connsiteY1" fmla="*/ 300 h 1185976"/>
                <a:gd name="connsiteX2" fmla="*/ 3560582 w 3750670"/>
                <a:gd name="connsiteY2" fmla="*/ 1163942 h 1185976"/>
                <a:gd name="connsiteX3" fmla="*/ 3751074 w 3750670"/>
                <a:gd name="connsiteY3" fmla="*/ 1170300 h 1185976"/>
                <a:gd name="connsiteX4" fmla="*/ 3561077 w 3750670"/>
                <a:gd name="connsiteY4" fmla="*/ 1185440 h 1185976"/>
                <a:gd name="connsiteX5" fmla="*/ 403 w 3750670"/>
                <a:gd name="connsiteY5" fmla="*/ 19998 h 1185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0670" h="1185976">
                  <a:moveTo>
                    <a:pt x="403" y="19998"/>
                  </a:moveTo>
                  <a:cubicBezTo>
                    <a:pt x="5016" y="13406"/>
                    <a:pt x="9668" y="6844"/>
                    <a:pt x="14358" y="300"/>
                  </a:cubicBezTo>
                  <a:cubicBezTo>
                    <a:pt x="1142311" y="811768"/>
                    <a:pt x="2324384" y="1199647"/>
                    <a:pt x="3560582" y="1163942"/>
                  </a:cubicBezTo>
                  <a:lnTo>
                    <a:pt x="3751074" y="1170300"/>
                  </a:lnTo>
                  <a:lnTo>
                    <a:pt x="3561077" y="1185440"/>
                  </a:lnTo>
                  <a:cubicBezTo>
                    <a:pt x="2324548" y="1206813"/>
                    <a:pt x="1137657" y="818333"/>
                    <a:pt x="403" y="19998"/>
                  </a:cubicBezTo>
                  <a:close/>
                </a:path>
              </a:pathLst>
            </a:custGeom>
            <a:solidFill>
              <a:srgbClr val="32A9A3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183B9D7D-5044-5622-1232-4EAAEBCD03AA}"/>
                </a:ext>
              </a:extLst>
            </p:cNvPr>
            <p:cNvSpPr/>
            <p:nvPr/>
          </p:nvSpPr>
          <p:spPr>
            <a:xfrm>
              <a:off x="5087116" y="2921985"/>
              <a:ext cx="3731121" cy="1661254"/>
            </a:xfrm>
            <a:custGeom>
              <a:avLst/>
              <a:gdLst>
                <a:gd name="connsiteX0" fmla="*/ 3731524 w 3731121"/>
                <a:gd name="connsiteY0" fmla="*/ 1640018 h 1661254"/>
                <a:gd name="connsiteX1" fmla="*/ 3717426 w 3731121"/>
                <a:gd name="connsiteY1" fmla="*/ 1661554 h 1661254"/>
                <a:gd name="connsiteX2" fmla="*/ 181933 w 3731121"/>
                <a:gd name="connsiteY2" fmla="*/ 58582 h 1661254"/>
                <a:gd name="connsiteX3" fmla="*/ 403 w 3731121"/>
                <a:gd name="connsiteY3" fmla="*/ 300 h 1661254"/>
                <a:gd name="connsiteX4" fmla="*/ 187603 w 3731121"/>
                <a:gd name="connsiteY4" fmla="*/ 36365 h 1661254"/>
                <a:gd name="connsiteX5" fmla="*/ 3731524 w 3731121"/>
                <a:gd name="connsiteY5" fmla="*/ 1640018 h 1661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31121" h="1661254">
                  <a:moveTo>
                    <a:pt x="3731524" y="1640018"/>
                  </a:moveTo>
                  <a:cubicBezTo>
                    <a:pt x="3726872" y="1647219"/>
                    <a:pt x="3722173" y="1654401"/>
                    <a:pt x="3717426" y="1661554"/>
                  </a:cubicBezTo>
                  <a:cubicBezTo>
                    <a:pt x="2560511" y="892060"/>
                    <a:pt x="1382014" y="357737"/>
                    <a:pt x="181933" y="58582"/>
                  </a:cubicBezTo>
                  <a:lnTo>
                    <a:pt x="403" y="300"/>
                  </a:lnTo>
                  <a:lnTo>
                    <a:pt x="187603" y="36365"/>
                  </a:lnTo>
                  <a:cubicBezTo>
                    <a:pt x="1383904" y="350331"/>
                    <a:pt x="2565212" y="884881"/>
                    <a:pt x="3731524" y="1640018"/>
                  </a:cubicBezTo>
                  <a:close/>
                </a:path>
              </a:pathLst>
            </a:custGeom>
            <a:solidFill>
              <a:srgbClr val="DF5D4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EEBC6FEF-EC80-9C44-CEDE-240C4D4CAECE}"/>
                </a:ext>
              </a:extLst>
            </p:cNvPr>
            <p:cNvSpPr/>
            <p:nvPr/>
          </p:nvSpPr>
          <p:spPr>
            <a:xfrm>
              <a:off x="5078839" y="2955569"/>
              <a:ext cx="1333296" cy="2284923"/>
            </a:xfrm>
            <a:custGeom>
              <a:avLst/>
              <a:gdLst>
                <a:gd name="connsiteX0" fmla="*/ 957304 w 1333296"/>
                <a:gd name="connsiteY0" fmla="*/ 2285224 h 2284923"/>
                <a:gd name="connsiteX1" fmla="*/ 935043 w 1333296"/>
                <a:gd name="connsiteY1" fmla="*/ 2272317 h 2284923"/>
                <a:gd name="connsiteX2" fmla="*/ 182903 w 1333296"/>
                <a:gd name="connsiteY2" fmla="*/ 55503 h 2284923"/>
                <a:gd name="connsiteX3" fmla="*/ 403 w 1333296"/>
                <a:gd name="connsiteY3" fmla="*/ 300 h 2284923"/>
                <a:gd name="connsiteX4" fmla="*/ 188192 w 1333296"/>
                <a:gd name="connsiteY4" fmla="*/ 33194 h 2284923"/>
                <a:gd name="connsiteX5" fmla="*/ 957304 w 1333296"/>
                <a:gd name="connsiteY5" fmla="*/ 2285224 h 228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296" h="2284923">
                  <a:moveTo>
                    <a:pt x="957304" y="2285224"/>
                  </a:moveTo>
                  <a:cubicBezTo>
                    <a:pt x="949855" y="2280966"/>
                    <a:pt x="942434" y="2276661"/>
                    <a:pt x="935043" y="2272317"/>
                  </a:cubicBezTo>
                  <a:cubicBezTo>
                    <a:pt x="1638568" y="1073258"/>
                    <a:pt x="1387853" y="334322"/>
                    <a:pt x="182903" y="55503"/>
                  </a:cubicBezTo>
                  <a:lnTo>
                    <a:pt x="403" y="300"/>
                  </a:lnTo>
                  <a:lnTo>
                    <a:pt x="188192" y="33194"/>
                  </a:lnTo>
                  <a:cubicBezTo>
                    <a:pt x="1389618" y="326885"/>
                    <a:pt x="1645986" y="1077560"/>
                    <a:pt x="957304" y="2285224"/>
                  </a:cubicBezTo>
                  <a:close/>
                </a:path>
              </a:pathLst>
            </a:custGeom>
            <a:solidFill>
              <a:srgbClr val="858966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1B8FE870-E4F4-CB40-87C9-1FAA1A5BD48B}"/>
                </a:ext>
              </a:extLst>
            </p:cNvPr>
            <p:cNvSpPr/>
            <p:nvPr/>
          </p:nvSpPr>
          <p:spPr>
            <a:xfrm>
              <a:off x="7911363" y="3328842"/>
              <a:ext cx="1239463" cy="1413588"/>
            </a:xfrm>
            <a:custGeom>
              <a:avLst/>
              <a:gdLst>
                <a:gd name="connsiteX0" fmla="*/ 1238782 w 1239463"/>
                <a:gd name="connsiteY0" fmla="*/ 300 h 1413588"/>
                <a:gd name="connsiteX1" fmla="*/ 1239866 w 1239463"/>
                <a:gd name="connsiteY1" fmla="*/ 26029 h 1413588"/>
                <a:gd name="connsiteX2" fmla="*/ 588395 w 1239463"/>
                <a:gd name="connsiteY2" fmla="*/ 1282891 h 1413588"/>
                <a:gd name="connsiteX3" fmla="*/ 727059 w 1239463"/>
                <a:gd name="connsiteY3" fmla="*/ 1413888 h 1413588"/>
                <a:gd name="connsiteX4" fmla="*/ 573707 w 1239463"/>
                <a:gd name="connsiteY4" fmla="*/ 1300484 h 1413588"/>
                <a:gd name="connsiteX5" fmla="*/ 1238782 w 1239463"/>
                <a:gd name="connsiteY5" fmla="*/ 300 h 141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9463" h="1413588">
                  <a:moveTo>
                    <a:pt x="1238782" y="300"/>
                  </a:moveTo>
                  <a:cubicBezTo>
                    <a:pt x="1239200" y="8874"/>
                    <a:pt x="1239552" y="17450"/>
                    <a:pt x="1239866" y="26029"/>
                  </a:cubicBezTo>
                  <a:cubicBezTo>
                    <a:pt x="-148176" y="75648"/>
                    <a:pt x="-365331" y="494603"/>
                    <a:pt x="588395" y="1282891"/>
                  </a:cubicBezTo>
                  <a:lnTo>
                    <a:pt x="727059" y="1413888"/>
                  </a:lnTo>
                  <a:lnTo>
                    <a:pt x="573707" y="1300484"/>
                  </a:lnTo>
                  <a:cubicBezTo>
                    <a:pt x="-370227" y="500466"/>
                    <a:pt x="-148535" y="67071"/>
                    <a:pt x="1238782" y="300"/>
                  </a:cubicBezTo>
                  <a:close/>
                </a:path>
              </a:pathLst>
            </a:custGeom>
            <a:solidFill>
              <a:srgbClr val="31A8A6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9689F5DB-F690-5CA4-E6E6-E67BF52510DC}"/>
                </a:ext>
              </a:extLst>
            </p:cNvPr>
            <p:cNvSpPr/>
            <p:nvPr/>
          </p:nvSpPr>
          <p:spPr>
            <a:xfrm>
              <a:off x="5503364" y="2032082"/>
              <a:ext cx="3111757" cy="2737294"/>
            </a:xfrm>
            <a:custGeom>
              <a:avLst/>
              <a:gdLst>
                <a:gd name="connsiteX0" fmla="*/ 403 w 3111757"/>
                <a:gd name="connsiteY0" fmla="*/ 20741 h 2737294"/>
                <a:gd name="connsiteX1" fmla="*/ 18563 w 3111757"/>
                <a:gd name="connsiteY1" fmla="*/ 300 h 2737294"/>
                <a:gd name="connsiteX2" fmla="*/ 2976245 w 3111757"/>
                <a:gd name="connsiteY2" fmla="*/ 2603673 h 2737294"/>
                <a:gd name="connsiteX3" fmla="*/ 3112160 w 3111757"/>
                <a:gd name="connsiteY3" fmla="*/ 2737595 h 2737294"/>
                <a:gd name="connsiteX4" fmla="*/ 2960320 w 3111757"/>
                <a:gd name="connsiteY4" fmla="*/ 2622094 h 2737294"/>
                <a:gd name="connsiteX5" fmla="*/ 403 w 3111757"/>
                <a:gd name="connsiteY5" fmla="*/ 20741 h 27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11757" h="2737294">
                  <a:moveTo>
                    <a:pt x="403" y="20741"/>
                  </a:moveTo>
                  <a:cubicBezTo>
                    <a:pt x="6405" y="13883"/>
                    <a:pt x="12465" y="7072"/>
                    <a:pt x="18563" y="300"/>
                  </a:cubicBezTo>
                  <a:cubicBezTo>
                    <a:pt x="1050056" y="931579"/>
                    <a:pt x="2035951" y="1799371"/>
                    <a:pt x="2976245" y="2603673"/>
                  </a:cubicBezTo>
                  <a:lnTo>
                    <a:pt x="3112160" y="2737595"/>
                  </a:lnTo>
                  <a:lnTo>
                    <a:pt x="2960320" y="2622094"/>
                  </a:lnTo>
                  <a:cubicBezTo>
                    <a:pt x="2030644" y="1805509"/>
                    <a:pt x="1044002" y="938391"/>
                    <a:pt x="403" y="20741"/>
                  </a:cubicBezTo>
                  <a:close/>
                </a:path>
              </a:pathLst>
            </a:custGeom>
            <a:solidFill>
              <a:srgbClr val="33A9A0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E117AD20-861D-E307-6C23-0ED27C2C1CB7}"/>
                </a:ext>
              </a:extLst>
            </p:cNvPr>
            <p:cNvSpPr/>
            <p:nvPr/>
          </p:nvSpPr>
          <p:spPr>
            <a:xfrm>
              <a:off x="5478297" y="2059657"/>
              <a:ext cx="3635761" cy="1371506"/>
            </a:xfrm>
            <a:custGeom>
              <a:avLst/>
              <a:gdLst>
                <a:gd name="connsiteX0" fmla="*/ 403 w 3635761"/>
                <a:gd name="connsiteY0" fmla="*/ 22274 h 1371506"/>
                <a:gd name="connsiteX1" fmla="*/ 19229 w 3635761"/>
                <a:gd name="connsiteY1" fmla="*/ 300 h 1371506"/>
                <a:gd name="connsiteX2" fmla="*/ 3445787 w 3635761"/>
                <a:gd name="connsiteY2" fmla="*/ 1346025 h 1371506"/>
                <a:gd name="connsiteX3" fmla="*/ 3636164 w 3635761"/>
                <a:gd name="connsiteY3" fmla="*/ 1357815 h 1371506"/>
                <a:gd name="connsiteX4" fmla="*/ 3445939 w 3635761"/>
                <a:gd name="connsiteY4" fmla="*/ 1371806 h 1371506"/>
                <a:gd name="connsiteX5" fmla="*/ 403 w 3635761"/>
                <a:gd name="connsiteY5" fmla="*/ 22274 h 137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35761" h="1371506">
                  <a:moveTo>
                    <a:pt x="403" y="22274"/>
                  </a:moveTo>
                  <a:cubicBezTo>
                    <a:pt x="6624" y="14911"/>
                    <a:pt x="12903" y="7587"/>
                    <a:pt x="19229" y="300"/>
                  </a:cubicBezTo>
                  <a:cubicBezTo>
                    <a:pt x="1066991" y="913196"/>
                    <a:pt x="2209177" y="1361770"/>
                    <a:pt x="3445787" y="1346025"/>
                  </a:cubicBezTo>
                  <a:lnTo>
                    <a:pt x="3636164" y="1357815"/>
                  </a:lnTo>
                  <a:lnTo>
                    <a:pt x="3445939" y="1371806"/>
                  </a:lnTo>
                  <a:cubicBezTo>
                    <a:pt x="2209227" y="1370364"/>
                    <a:pt x="1060714" y="920521"/>
                    <a:pt x="403" y="22274"/>
                  </a:cubicBezTo>
                  <a:close/>
                </a:path>
              </a:pathLst>
            </a:custGeom>
            <a:solidFill>
              <a:srgbClr val="33A9A0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FE57637F-C9F9-AF9B-0045-BF00794C9183}"/>
                </a:ext>
              </a:extLst>
            </p:cNvPr>
            <p:cNvSpPr/>
            <p:nvPr/>
          </p:nvSpPr>
          <p:spPr>
            <a:xfrm>
              <a:off x="7062496" y="4099000"/>
              <a:ext cx="1807597" cy="1377836"/>
            </a:xfrm>
            <a:custGeom>
              <a:avLst/>
              <a:gdLst>
                <a:gd name="connsiteX0" fmla="*/ 1808000 w 1807597"/>
                <a:gd name="connsiteY0" fmla="*/ 378364 h 1377836"/>
                <a:gd name="connsiteX1" fmla="*/ 1787509 w 1807597"/>
                <a:gd name="connsiteY1" fmla="*/ 412902 h 1377836"/>
                <a:gd name="connsiteX2" fmla="*/ 36121 w 1807597"/>
                <a:gd name="connsiteY2" fmla="*/ 1187437 h 1377836"/>
                <a:gd name="connsiteX3" fmla="*/ 19451 w 1807597"/>
                <a:gd name="connsiteY3" fmla="*/ 1378137 h 1377836"/>
                <a:gd name="connsiteX4" fmla="*/ 403 w 1807597"/>
                <a:gd name="connsiteY4" fmla="*/ 1187665 h 1377836"/>
                <a:gd name="connsiteX5" fmla="*/ 1808000 w 1807597"/>
                <a:gd name="connsiteY5" fmla="*/ 378364 h 137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7597" h="1377836">
                  <a:moveTo>
                    <a:pt x="1808000" y="378364"/>
                  </a:moveTo>
                  <a:cubicBezTo>
                    <a:pt x="1801274" y="389947"/>
                    <a:pt x="1794453" y="401453"/>
                    <a:pt x="1787509" y="412902"/>
                  </a:cubicBezTo>
                  <a:cubicBezTo>
                    <a:pt x="600284" y="-308834"/>
                    <a:pt x="16488" y="-50653"/>
                    <a:pt x="36121" y="1187437"/>
                  </a:cubicBezTo>
                  <a:lnTo>
                    <a:pt x="19451" y="1378137"/>
                  </a:lnTo>
                  <a:lnTo>
                    <a:pt x="403" y="1187665"/>
                  </a:lnTo>
                  <a:cubicBezTo>
                    <a:pt x="4582" y="-50579"/>
                    <a:pt x="607114" y="-320345"/>
                    <a:pt x="1808000" y="378364"/>
                  </a:cubicBezTo>
                  <a:close/>
                </a:path>
              </a:pathLst>
            </a:custGeom>
            <a:solidFill>
              <a:srgbClr val="DF5D4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BB04A350-0049-55A3-C772-B76707B2AED3}"/>
                </a:ext>
              </a:extLst>
            </p:cNvPr>
            <p:cNvSpPr/>
            <p:nvPr/>
          </p:nvSpPr>
          <p:spPr>
            <a:xfrm>
              <a:off x="5200246" y="2596082"/>
              <a:ext cx="3644418" cy="1957638"/>
            </a:xfrm>
            <a:custGeom>
              <a:avLst/>
              <a:gdLst>
                <a:gd name="connsiteX0" fmla="*/ 3644821 w 3644418"/>
                <a:gd name="connsiteY0" fmla="*/ 1923906 h 1957638"/>
                <a:gd name="connsiteX1" fmla="*/ 3623521 w 3644418"/>
                <a:gd name="connsiteY1" fmla="*/ 1957939 h 1957638"/>
                <a:gd name="connsiteX2" fmla="*/ 167035 w 3644418"/>
                <a:gd name="connsiteY2" fmla="*/ 94152 h 1957638"/>
                <a:gd name="connsiteX3" fmla="*/ 403 w 3644418"/>
                <a:gd name="connsiteY3" fmla="*/ 300 h 1957638"/>
                <a:gd name="connsiteX4" fmla="*/ 181562 w 3644418"/>
                <a:gd name="connsiteY4" fmla="*/ 61480 h 1957638"/>
                <a:gd name="connsiteX5" fmla="*/ 3644821 w 3644418"/>
                <a:gd name="connsiteY5" fmla="*/ 1923906 h 19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4418" h="1957638">
                  <a:moveTo>
                    <a:pt x="3644821" y="1923906"/>
                  </a:moveTo>
                  <a:cubicBezTo>
                    <a:pt x="3637829" y="1935317"/>
                    <a:pt x="3630732" y="1946671"/>
                    <a:pt x="3623521" y="1957939"/>
                  </a:cubicBezTo>
                  <a:cubicBezTo>
                    <a:pt x="2453789" y="1208126"/>
                    <a:pt x="1301627" y="586862"/>
                    <a:pt x="167035" y="94152"/>
                  </a:cubicBezTo>
                  <a:lnTo>
                    <a:pt x="403" y="300"/>
                  </a:lnTo>
                  <a:lnTo>
                    <a:pt x="181562" y="61480"/>
                  </a:lnTo>
                  <a:cubicBezTo>
                    <a:pt x="1306469" y="575972"/>
                    <a:pt x="2460890" y="1196781"/>
                    <a:pt x="3644821" y="1923906"/>
                  </a:cubicBezTo>
                  <a:close/>
                </a:path>
              </a:pathLst>
            </a:custGeom>
            <a:solidFill>
              <a:srgbClr val="DF5D4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21F26B8B-1DF9-EB34-51B9-AAF4191304B8}"/>
                </a:ext>
              </a:extLst>
            </p:cNvPr>
            <p:cNvSpPr/>
            <p:nvPr/>
          </p:nvSpPr>
          <p:spPr>
            <a:xfrm>
              <a:off x="5103935" y="3872676"/>
              <a:ext cx="3483103" cy="928504"/>
            </a:xfrm>
            <a:custGeom>
              <a:avLst/>
              <a:gdLst>
                <a:gd name="connsiteX0" fmla="*/ 14101 w 3483103"/>
                <a:gd name="connsiteY0" fmla="*/ 288006 h 928504"/>
                <a:gd name="connsiteX1" fmla="*/ 403 w 3483103"/>
                <a:gd name="connsiteY1" fmla="*/ 250256 h 928504"/>
                <a:gd name="connsiteX2" fmla="*/ 3354175 w 3483103"/>
                <a:gd name="connsiteY2" fmla="*/ 787835 h 928504"/>
                <a:gd name="connsiteX3" fmla="*/ 3483506 w 3483103"/>
                <a:gd name="connsiteY3" fmla="*/ 928805 h 928504"/>
                <a:gd name="connsiteX4" fmla="*/ 3330240 w 3483103"/>
                <a:gd name="connsiteY4" fmla="*/ 814381 h 928504"/>
                <a:gd name="connsiteX5" fmla="*/ 14101 w 3483103"/>
                <a:gd name="connsiteY5" fmla="*/ 288006 h 928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3103" h="928504">
                  <a:moveTo>
                    <a:pt x="14101" y="288006"/>
                  </a:moveTo>
                  <a:cubicBezTo>
                    <a:pt x="9421" y="275467"/>
                    <a:pt x="4845" y="262883"/>
                    <a:pt x="403" y="250256"/>
                  </a:cubicBezTo>
                  <a:cubicBezTo>
                    <a:pt x="1310290" y="-212166"/>
                    <a:pt x="2428214" y="-32974"/>
                    <a:pt x="3354175" y="787835"/>
                  </a:cubicBezTo>
                  <a:lnTo>
                    <a:pt x="3483506" y="928805"/>
                  </a:lnTo>
                  <a:lnTo>
                    <a:pt x="3330240" y="814381"/>
                  </a:lnTo>
                  <a:cubicBezTo>
                    <a:pt x="2420237" y="-24124"/>
                    <a:pt x="1314858" y="-199582"/>
                    <a:pt x="14101" y="288006"/>
                  </a:cubicBezTo>
                  <a:close/>
                </a:path>
              </a:pathLst>
            </a:custGeom>
            <a:solidFill>
              <a:srgbClr val="3EA79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37A2E900-8B39-DBC2-2A16-4C05454925BE}"/>
                </a:ext>
              </a:extLst>
            </p:cNvPr>
            <p:cNvSpPr/>
            <p:nvPr/>
          </p:nvSpPr>
          <p:spPr>
            <a:xfrm>
              <a:off x="6826811" y="4214037"/>
              <a:ext cx="1726103" cy="1291412"/>
            </a:xfrm>
            <a:custGeom>
              <a:avLst/>
              <a:gdLst>
                <a:gd name="connsiteX0" fmla="*/ 43474 w 1726103"/>
                <a:gd name="connsiteY0" fmla="*/ 1291713 h 1291412"/>
                <a:gd name="connsiteX1" fmla="*/ 403 w 1726103"/>
                <a:gd name="connsiteY1" fmla="*/ 1287122 h 1291412"/>
                <a:gd name="connsiteX2" fmla="*/ 1601646 w 1726103"/>
                <a:gd name="connsiteY2" fmla="*/ 479221 h 1291412"/>
                <a:gd name="connsiteX3" fmla="*/ 1726506 w 1726103"/>
                <a:gd name="connsiteY3" fmla="*/ 624382 h 1291412"/>
                <a:gd name="connsiteX4" fmla="*/ 1575104 w 1726103"/>
                <a:gd name="connsiteY4" fmla="*/ 507243 h 1291412"/>
                <a:gd name="connsiteX5" fmla="*/ 43474 w 1726103"/>
                <a:gd name="connsiteY5" fmla="*/ 1291713 h 129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6103" h="1291412">
                  <a:moveTo>
                    <a:pt x="43474" y="1291713"/>
                  </a:moveTo>
                  <a:cubicBezTo>
                    <a:pt x="29102" y="1290331"/>
                    <a:pt x="14744" y="1288798"/>
                    <a:pt x="403" y="1287122"/>
                  </a:cubicBezTo>
                  <a:cubicBezTo>
                    <a:pt x="161705" y="-94118"/>
                    <a:pt x="695453" y="-363419"/>
                    <a:pt x="1601646" y="479221"/>
                  </a:cubicBezTo>
                  <a:lnTo>
                    <a:pt x="1726506" y="624382"/>
                  </a:lnTo>
                  <a:lnTo>
                    <a:pt x="1575104" y="507243"/>
                  </a:lnTo>
                  <a:cubicBezTo>
                    <a:pt x="686606" y="-354079"/>
                    <a:pt x="176062" y="-92588"/>
                    <a:pt x="43474" y="1291713"/>
                  </a:cubicBezTo>
                  <a:close/>
                </a:path>
              </a:pathLst>
            </a:custGeom>
            <a:solidFill>
              <a:srgbClr val="4DA285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194A7E93-5758-8832-111D-256C8918960D}"/>
                </a:ext>
              </a:extLst>
            </p:cNvPr>
            <p:cNvSpPr/>
            <p:nvPr/>
          </p:nvSpPr>
          <p:spPr>
            <a:xfrm>
              <a:off x="5023663" y="3378105"/>
              <a:ext cx="3876197" cy="1090747"/>
            </a:xfrm>
            <a:custGeom>
              <a:avLst/>
              <a:gdLst>
                <a:gd name="connsiteX0" fmla="*/ 3876600 w 3876197"/>
                <a:gd name="connsiteY0" fmla="*/ 1046204 h 1090747"/>
                <a:gd name="connsiteX1" fmla="*/ 3851571 w 3876197"/>
                <a:gd name="connsiteY1" fmla="*/ 1091048 h 1090747"/>
                <a:gd name="connsiteX2" fmla="*/ 190447 w 3876197"/>
                <a:gd name="connsiteY2" fmla="*/ 46040 h 1090747"/>
                <a:gd name="connsiteX3" fmla="*/ 403 w 3876197"/>
                <a:gd name="connsiteY3" fmla="*/ 20294 h 1090747"/>
                <a:gd name="connsiteX4" fmla="*/ 191132 w 3876197"/>
                <a:gd name="connsiteY4" fmla="*/ 300 h 1090747"/>
                <a:gd name="connsiteX5" fmla="*/ 3876600 w 3876197"/>
                <a:gd name="connsiteY5" fmla="*/ 1046204 h 109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76197" h="1090747">
                  <a:moveTo>
                    <a:pt x="3876600" y="1046204"/>
                  </a:moveTo>
                  <a:cubicBezTo>
                    <a:pt x="3868438" y="1061254"/>
                    <a:pt x="3860094" y="1076208"/>
                    <a:pt x="3851571" y="1091048"/>
                  </a:cubicBezTo>
                  <a:cubicBezTo>
                    <a:pt x="2647527" y="397814"/>
                    <a:pt x="1427152" y="49476"/>
                    <a:pt x="190447" y="46040"/>
                  </a:cubicBezTo>
                  <a:lnTo>
                    <a:pt x="403" y="20294"/>
                  </a:lnTo>
                  <a:lnTo>
                    <a:pt x="191132" y="300"/>
                  </a:lnTo>
                  <a:cubicBezTo>
                    <a:pt x="1427381" y="34229"/>
                    <a:pt x="2655870" y="382863"/>
                    <a:pt x="3876600" y="1046204"/>
                  </a:cubicBezTo>
                  <a:close/>
                </a:path>
              </a:pathLst>
            </a:custGeom>
            <a:solidFill>
              <a:srgbClr val="DF5D4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9AE4AE02-C0B4-6D9D-A552-6907C2B1A77C}"/>
                </a:ext>
              </a:extLst>
            </p:cNvPr>
            <p:cNvSpPr/>
            <p:nvPr/>
          </p:nvSpPr>
          <p:spPr>
            <a:xfrm>
              <a:off x="5120982" y="3439456"/>
              <a:ext cx="3992771" cy="779084"/>
            </a:xfrm>
            <a:custGeom>
              <a:avLst/>
              <a:gdLst>
                <a:gd name="connsiteX0" fmla="*/ 19800 w 3992771"/>
                <a:gd name="connsiteY0" fmla="*/ 779384 h 779084"/>
                <a:gd name="connsiteX1" fmla="*/ 403 w 3992771"/>
                <a:gd name="connsiteY1" fmla="*/ 730098 h 779084"/>
                <a:gd name="connsiteX2" fmla="*/ 3803225 w 3992771"/>
                <a:gd name="connsiteY2" fmla="*/ 450 h 779084"/>
                <a:gd name="connsiteX3" fmla="*/ 3993174 w 3992771"/>
                <a:gd name="connsiteY3" fmla="*/ 27541 h 779084"/>
                <a:gd name="connsiteX4" fmla="*/ 3802359 w 3992771"/>
                <a:gd name="connsiteY4" fmla="*/ 47613 h 779084"/>
                <a:gd name="connsiteX5" fmla="*/ 19800 w 3992771"/>
                <a:gd name="connsiteY5" fmla="*/ 779384 h 779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92771" h="779084">
                  <a:moveTo>
                    <a:pt x="19800" y="779384"/>
                  </a:moveTo>
                  <a:cubicBezTo>
                    <a:pt x="13131" y="763038"/>
                    <a:pt x="6662" y="746608"/>
                    <a:pt x="403" y="730098"/>
                  </a:cubicBezTo>
                  <a:cubicBezTo>
                    <a:pt x="1298923" y="236595"/>
                    <a:pt x="2566531" y="-6621"/>
                    <a:pt x="3803225" y="450"/>
                  </a:cubicBezTo>
                  <a:lnTo>
                    <a:pt x="3993174" y="27541"/>
                  </a:lnTo>
                  <a:lnTo>
                    <a:pt x="3802359" y="47613"/>
                  </a:lnTo>
                  <a:cubicBezTo>
                    <a:pt x="2566243" y="9100"/>
                    <a:pt x="1305391" y="253024"/>
                    <a:pt x="19800" y="779384"/>
                  </a:cubicBezTo>
                  <a:close/>
                </a:path>
              </a:pathLst>
            </a:custGeom>
            <a:solidFill>
              <a:srgbClr val="3EA79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A21C25A9-D315-9E0B-EC08-DADEADD16F7A}"/>
                </a:ext>
              </a:extLst>
            </p:cNvPr>
            <p:cNvSpPr/>
            <p:nvPr/>
          </p:nvSpPr>
          <p:spPr>
            <a:xfrm>
              <a:off x="5599980" y="1912743"/>
              <a:ext cx="2913474" cy="2965903"/>
            </a:xfrm>
            <a:custGeom>
              <a:avLst/>
              <a:gdLst>
                <a:gd name="connsiteX0" fmla="*/ 403 w 2913474"/>
                <a:gd name="connsiteY0" fmla="*/ 37171 h 2965903"/>
                <a:gd name="connsiteX1" fmla="*/ 38398 w 2913474"/>
                <a:gd name="connsiteY1" fmla="*/ 300 h 2965903"/>
                <a:gd name="connsiteX2" fmla="*/ 2796056 w 2913474"/>
                <a:gd name="connsiteY2" fmla="*/ 2814585 h 2965903"/>
                <a:gd name="connsiteX3" fmla="*/ 2913877 w 2913474"/>
                <a:gd name="connsiteY3" fmla="*/ 2966204 h 2965903"/>
                <a:gd name="connsiteX4" fmla="*/ 2762703 w 2913474"/>
                <a:gd name="connsiteY4" fmla="*/ 2847904 h 2965903"/>
                <a:gd name="connsiteX5" fmla="*/ 403 w 2913474"/>
                <a:gd name="connsiteY5" fmla="*/ 37171 h 296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3474" h="2965903">
                  <a:moveTo>
                    <a:pt x="403" y="37171"/>
                  </a:moveTo>
                  <a:cubicBezTo>
                    <a:pt x="12903" y="24722"/>
                    <a:pt x="25574" y="12435"/>
                    <a:pt x="38398" y="300"/>
                  </a:cubicBezTo>
                  <a:cubicBezTo>
                    <a:pt x="992257" y="1011139"/>
                    <a:pt x="1911478" y="1949232"/>
                    <a:pt x="2796056" y="2814585"/>
                  </a:cubicBezTo>
                  <a:lnTo>
                    <a:pt x="2913877" y="2966204"/>
                  </a:lnTo>
                  <a:lnTo>
                    <a:pt x="2762703" y="2847904"/>
                  </a:lnTo>
                  <a:cubicBezTo>
                    <a:pt x="1900361" y="1960338"/>
                    <a:pt x="979591" y="1023428"/>
                    <a:pt x="403" y="37171"/>
                  </a:cubicBezTo>
                  <a:close/>
                </a:path>
              </a:pathLst>
            </a:custGeom>
            <a:solidFill>
              <a:srgbClr val="45A58B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1D38669E-0142-B019-5CAB-8DC64DF8A4AA}"/>
                </a:ext>
              </a:extLst>
            </p:cNvPr>
            <p:cNvSpPr/>
            <p:nvPr/>
          </p:nvSpPr>
          <p:spPr>
            <a:xfrm>
              <a:off x="5187670" y="3965740"/>
              <a:ext cx="3276629" cy="960398"/>
            </a:xfrm>
            <a:custGeom>
              <a:avLst/>
              <a:gdLst>
                <a:gd name="connsiteX0" fmla="*/ 30312 w 3276629"/>
                <a:gd name="connsiteY0" fmla="*/ 420565 h 960398"/>
                <a:gd name="connsiteX1" fmla="*/ 403 w 3276629"/>
                <a:gd name="connsiteY1" fmla="*/ 360197 h 960398"/>
                <a:gd name="connsiteX2" fmla="*/ 3168963 w 3276629"/>
                <a:gd name="connsiteY2" fmla="*/ 800784 h 960398"/>
                <a:gd name="connsiteX3" fmla="*/ 3277032 w 3276629"/>
                <a:gd name="connsiteY3" fmla="*/ 960699 h 960398"/>
                <a:gd name="connsiteX4" fmla="*/ 3125145 w 3276629"/>
                <a:gd name="connsiteY4" fmla="*/ 841722 h 960398"/>
                <a:gd name="connsiteX5" fmla="*/ 30312 w 3276629"/>
                <a:gd name="connsiteY5" fmla="*/ 420565 h 96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629" h="960398">
                  <a:moveTo>
                    <a:pt x="30312" y="420565"/>
                  </a:moveTo>
                  <a:cubicBezTo>
                    <a:pt x="20019" y="400606"/>
                    <a:pt x="10049" y="380481"/>
                    <a:pt x="403" y="360197"/>
                  </a:cubicBezTo>
                  <a:cubicBezTo>
                    <a:pt x="1254466" y="-237561"/>
                    <a:pt x="2310652" y="-90701"/>
                    <a:pt x="3168963" y="800784"/>
                  </a:cubicBezTo>
                  <a:lnTo>
                    <a:pt x="3277032" y="960699"/>
                  </a:lnTo>
                  <a:lnTo>
                    <a:pt x="3125145" y="841722"/>
                  </a:lnTo>
                  <a:cubicBezTo>
                    <a:pt x="2296048" y="-77054"/>
                    <a:pt x="1264435" y="-217438"/>
                    <a:pt x="30312" y="420565"/>
                  </a:cubicBezTo>
                  <a:close/>
                </a:path>
              </a:pathLst>
            </a:custGeom>
            <a:solidFill>
              <a:srgbClr val="609A78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12133F4F-7000-27C0-5966-ABEA98D9BE92}"/>
                </a:ext>
              </a:extLst>
            </p:cNvPr>
            <p:cNvSpPr/>
            <p:nvPr/>
          </p:nvSpPr>
          <p:spPr>
            <a:xfrm>
              <a:off x="6879312" y="3493162"/>
              <a:ext cx="2231750" cy="2018840"/>
            </a:xfrm>
            <a:custGeom>
              <a:avLst/>
              <a:gdLst>
                <a:gd name="connsiteX0" fmla="*/ 78699 w 2231750"/>
                <a:gd name="connsiteY0" fmla="*/ 2019141 h 2018840"/>
                <a:gd name="connsiteX1" fmla="*/ 403 w 2231750"/>
                <a:gd name="connsiteY1" fmla="*/ 2013473 h 2018840"/>
                <a:gd name="connsiteX2" fmla="*/ 2043744 w 2231750"/>
                <a:gd name="connsiteY2" fmla="*/ 2345 h 2018840"/>
                <a:gd name="connsiteX3" fmla="*/ 2232153 w 2231750"/>
                <a:gd name="connsiteY3" fmla="*/ 47679 h 2018840"/>
                <a:gd name="connsiteX4" fmla="*/ 2039939 w 2231750"/>
                <a:gd name="connsiteY4" fmla="*/ 72226 h 2018840"/>
                <a:gd name="connsiteX5" fmla="*/ 78699 w 2231750"/>
                <a:gd name="connsiteY5" fmla="*/ 2019141 h 2018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1750" h="2018840">
                  <a:moveTo>
                    <a:pt x="78699" y="2019141"/>
                  </a:moveTo>
                  <a:cubicBezTo>
                    <a:pt x="52567" y="2017741"/>
                    <a:pt x="26464" y="2015855"/>
                    <a:pt x="403" y="2013473"/>
                  </a:cubicBezTo>
                  <a:cubicBezTo>
                    <a:pt x="126705" y="628581"/>
                    <a:pt x="807819" y="-41793"/>
                    <a:pt x="2043744" y="2345"/>
                  </a:cubicBezTo>
                  <a:lnTo>
                    <a:pt x="2232153" y="47679"/>
                  </a:lnTo>
                  <a:lnTo>
                    <a:pt x="2039939" y="72226"/>
                  </a:lnTo>
                  <a:cubicBezTo>
                    <a:pt x="806550" y="-18500"/>
                    <a:pt x="152804" y="630472"/>
                    <a:pt x="78699" y="2019141"/>
                  </a:cubicBezTo>
                  <a:close/>
                </a:path>
              </a:pathLst>
            </a:custGeom>
            <a:solidFill>
              <a:srgbClr val="4DA285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CDE2E283-71DA-447E-494C-06C67C7B8560}"/>
                </a:ext>
              </a:extLst>
            </p:cNvPr>
            <p:cNvSpPr/>
            <p:nvPr/>
          </p:nvSpPr>
          <p:spPr>
            <a:xfrm>
              <a:off x="7284310" y="1357388"/>
              <a:ext cx="1819997" cy="2290025"/>
            </a:xfrm>
            <a:custGeom>
              <a:avLst/>
              <a:gdLst>
                <a:gd name="connsiteX0" fmla="*/ 28964 w 1819997"/>
                <a:gd name="connsiteY0" fmla="*/ 300 h 2290025"/>
                <a:gd name="connsiteX1" fmla="*/ 111477 w 1819997"/>
                <a:gd name="connsiteY1" fmla="*/ 11730 h 2290025"/>
                <a:gd name="connsiteX2" fmla="*/ 1634303 w 1819997"/>
                <a:gd name="connsiteY2" fmla="*/ 2216418 h 2290025"/>
                <a:gd name="connsiteX3" fmla="*/ 1820400 w 1819997"/>
                <a:gd name="connsiteY3" fmla="*/ 2272023 h 2290025"/>
                <a:gd name="connsiteX4" fmla="*/ 1627054 w 1819997"/>
                <a:gd name="connsiteY4" fmla="*/ 2290325 h 2290025"/>
                <a:gd name="connsiteX5" fmla="*/ 28964 w 1819997"/>
                <a:gd name="connsiteY5" fmla="*/ 300 h 229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9997" h="2290025">
                  <a:moveTo>
                    <a:pt x="28964" y="300"/>
                  </a:moveTo>
                  <a:cubicBezTo>
                    <a:pt x="56542" y="3558"/>
                    <a:pt x="84051" y="7368"/>
                    <a:pt x="111477" y="11730"/>
                  </a:cubicBezTo>
                  <a:cubicBezTo>
                    <a:pt x="-106269" y="1385185"/>
                    <a:pt x="401340" y="2120080"/>
                    <a:pt x="1634303" y="2216418"/>
                  </a:cubicBezTo>
                  <a:lnTo>
                    <a:pt x="1820400" y="2272023"/>
                  </a:lnTo>
                  <a:lnTo>
                    <a:pt x="1627054" y="2290325"/>
                  </a:lnTo>
                  <a:cubicBezTo>
                    <a:pt x="398923" y="2144716"/>
                    <a:pt x="-133773" y="1381376"/>
                    <a:pt x="28964" y="300"/>
                  </a:cubicBezTo>
                  <a:close/>
                </a:path>
              </a:pathLst>
            </a:custGeom>
            <a:solidFill>
              <a:srgbClr val="569E7E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E049C151-7FD2-0B6F-D934-DDEC8BB2F2B1}"/>
                </a:ext>
              </a:extLst>
            </p:cNvPr>
            <p:cNvSpPr/>
            <p:nvPr/>
          </p:nvSpPr>
          <p:spPr>
            <a:xfrm>
              <a:off x="8012788" y="2695854"/>
              <a:ext cx="1080046" cy="1040486"/>
            </a:xfrm>
            <a:custGeom>
              <a:avLst/>
              <a:gdLst>
                <a:gd name="connsiteX0" fmla="*/ 1006846 w 1080046"/>
                <a:gd name="connsiteY0" fmla="*/ 300 h 1040486"/>
                <a:gd name="connsiteX1" fmla="*/ 1037050 w 1080046"/>
                <a:gd name="connsiteY1" fmla="*/ 86559 h 1040486"/>
                <a:gd name="connsiteX2" fmla="*/ 897568 w 1080046"/>
                <a:gd name="connsiteY2" fmla="*/ 960242 h 1040486"/>
                <a:gd name="connsiteX3" fmla="*/ 1080449 w 1080046"/>
                <a:gd name="connsiteY3" fmla="*/ 1027976 h 1040486"/>
                <a:gd name="connsiteX4" fmla="*/ 885876 w 1080046"/>
                <a:gd name="connsiteY4" fmla="*/ 1040786 h 1040486"/>
                <a:gd name="connsiteX5" fmla="*/ 1006846 w 1080046"/>
                <a:gd name="connsiteY5" fmla="*/ 300 h 104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80046" h="1040486">
                  <a:moveTo>
                    <a:pt x="1006846" y="300"/>
                  </a:moveTo>
                  <a:cubicBezTo>
                    <a:pt x="1017538" y="28828"/>
                    <a:pt x="1027613" y="57589"/>
                    <a:pt x="1037050" y="86559"/>
                  </a:cubicBezTo>
                  <a:cubicBezTo>
                    <a:pt x="-283396" y="517817"/>
                    <a:pt x="-329892" y="809044"/>
                    <a:pt x="897568" y="960242"/>
                  </a:cubicBezTo>
                  <a:lnTo>
                    <a:pt x="1080449" y="1027976"/>
                  </a:lnTo>
                  <a:lnTo>
                    <a:pt x="885876" y="1040786"/>
                  </a:lnTo>
                  <a:cubicBezTo>
                    <a:pt x="-333788" y="835893"/>
                    <a:pt x="-293465" y="489064"/>
                    <a:pt x="1006846" y="300"/>
                  </a:cubicBezTo>
                  <a:close/>
                </a:path>
              </a:pathLst>
            </a:custGeom>
            <a:solidFill>
              <a:srgbClr val="93825F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2CBF0AE0-53DE-605F-6C58-84A6F3D02F53}"/>
                </a:ext>
              </a:extLst>
            </p:cNvPr>
            <p:cNvSpPr/>
            <p:nvPr/>
          </p:nvSpPr>
          <p:spPr>
            <a:xfrm>
              <a:off x="5221946" y="3666882"/>
              <a:ext cx="3853993" cy="810391"/>
            </a:xfrm>
            <a:custGeom>
              <a:avLst/>
              <a:gdLst>
                <a:gd name="connsiteX0" fmla="*/ 46018 w 3853993"/>
                <a:gd name="connsiteY0" fmla="*/ 810691 h 810391"/>
                <a:gd name="connsiteX1" fmla="*/ 403 w 3853993"/>
                <a:gd name="connsiteY1" fmla="*/ 727843 h 810391"/>
                <a:gd name="connsiteX2" fmla="*/ 3675301 w 3853993"/>
                <a:gd name="connsiteY2" fmla="*/ 78080 h 810391"/>
                <a:gd name="connsiteX3" fmla="*/ 3854396 w 3853993"/>
                <a:gd name="connsiteY3" fmla="*/ 156132 h 810391"/>
                <a:gd name="connsiteX4" fmla="*/ 3659129 w 3853993"/>
                <a:gd name="connsiteY4" fmla="*/ 160751 h 810391"/>
                <a:gd name="connsiteX5" fmla="*/ 46018 w 3853993"/>
                <a:gd name="connsiteY5" fmla="*/ 810691 h 81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3993" h="810391">
                  <a:moveTo>
                    <a:pt x="46018" y="810691"/>
                  </a:moveTo>
                  <a:cubicBezTo>
                    <a:pt x="30188" y="783421"/>
                    <a:pt x="14977" y="755798"/>
                    <a:pt x="403" y="727843"/>
                  </a:cubicBezTo>
                  <a:cubicBezTo>
                    <a:pt x="1231614" y="84225"/>
                    <a:pt x="2456583" y="-132362"/>
                    <a:pt x="3675301" y="78080"/>
                  </a:cubicBezTo>
                  <a:lnTo>
                    <a:pt x="3854396" y="156132"/>
                  </a:lnTo>
                  <a:lnTo>
                    <a:pt x="3659129" y="160751"/>
                  </a:lnTo>
                  <a:cubicBezTo>
                    <a:pt x="2451191" y="-104805"/>
                    <a:pt x="1246822" y="111843"/>
                    <a:pt x="46018" y="810691"/>
                  </a:cubicBezTo>
                  <a:close/>
                </a:path>
              </a:pathLst>
            </a:custGeom>
            <a:solidFill>
              <a:srgbClr val="609A78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7941F353-83D8-1E8C-B0BC-671C614BA733}"/>
                </a:ext>
              </a:extLst>
            </p:cNvPr>
            <p:cNvSpPr/>
            <p:nvPr/>
          </p:nvSpPr>
          <p:spPr>
            <a:xfrm>
              <a:off x="4985524" y="3453086"/>
              <a:ext cx="3409633" cy="1534784"/>
            </a:xfrm>
            <a:custGeom>
              <a:avLst/>
              <a:gdLst>
                <a:gd name="connsiteX0" fmla="*/ 4132 w 3409633"/>
                <a:gd name="connsiteY0" fmla="*/ 103274 h 1534784"/>
                <a:gd name="connsiteX1" fmla="*/ 403 w 3409633"/>
                <a:gd name="connsiteY1" fmla="*/ 727 h 1534784"/>
                <a:gd name="connsiteX2" fmla="*/ 3321021 w 3409633"/>
                <a:gd name="connsiteY2" fmla="*/ 1360025 h 1534784"/>
                <a:gd name="connsiteX3" fmla="*/ 3410036 w 3409633"/>
                <a:gd name="connsiteY3" fmla="*/ 1535085 h 1534784"/>
                <a:gd name="connsiteX4" fmla="*/ 3251556 w 3409633"/>
                <a:gd name="connsiteY4" fmla="*/ 1419270 h 1534784"/>
                <a:gd name="connsiteX5" fmla="*/ 4132 w 3409633"/>
                <a:gd name="connsiteY5" fmla="*/ 103274 h 153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09633" h="1534784">
                  <a:moveTo>
                    <a:pt x="4132" y="103274"/>
                  </a:moveTo>
                  <a:cubicBezTo>
                    <a:pt x="2048" y="69128"/>
                    <a:pt x="802" y="34935"/>
                    <a:pt x="403" y="727"/>
                  </a:cubicBezTo>
                  <a:cubicBezTo>
                    <a:pt x="1389230" y="-15615"/>
                    <a:pt x="2496104" y="437483"/>
                    <a:pt x="3321021" y="1360025"/>
                  </a:cubicBezTo>
                  <a:lnTo>
                    <a:pt x="3410036" y="1535085"/>
                  </a:lnTo>
                  <a:lnTo>
                    <a:pt x="3251556" y="1419270"/>
                  </a:lnTo>
                  <a:cubicBezTo>
                    <a:pt x="2472948" y="457234"/>
                    <a:pt x="1390472" y="18567"/>
                    <a:pt x="4132" y="103274"/>
                  </a:cubicBezTo>
                  <a:close/>
                </a:path>
              </a:pathLst>
            </a:custGeom>
            <a:solidFill>
              <a:srgbClr val="A17B59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D94706BF-5C66-7199-F36F-C08824F09132}"/>
                </a:ext>
              </a:extLst>
            </p:cNvPr>
            <p:cNvSpPr/>
            <p:nvPr/>
          </p:nvSpPr>
          <p:spPr>
            <a:xfrm>
              <a:off x="5272337" y="4100298"/>
              <a:ext cx="1581923" cy="1351372"/>
            </a:xfrm>
            <a:custGeom>
              <a:avLst/>
              <a:gdLst>
                <a:gd name="connsiteX0" fmla="*/ 56226 w 1581923"/>
                <a:gd name="connsiteY0" fmla="*/ 475316 h 1351372"/>
                <a:gd name="connsiteX1" fmla="*/ 403 w 1581923"/>
                <a:gd name="connsiteY1" fmla="*/ 385466 h 1351372"/>
                <a:gd name="connsiteX2" fmla="*/ 1553240 w 1581923"/>
                <a:gd name="connsiteY2" fmla="*/ 1170298 h 1351372"/>
                <a:gd name="connsiteX3" fmla="*/ 1476913 w 1581923"/>
                <a:gd name="connsiteY3" fmla="*/ 1351673 h 1351372"/>
                <a:gd name="connsiteX4" fmla="*/ 1460293 w 1581923"/>
                <a:gd name="connsiteY4" fmla="*/ 1155553 h 1351372"/>
                <a:gd name="connsiteX5" fmla="*/ 56226 w 1581923"/>
                <a:gd name="connsiteY5" fmla="*/ 475316 h 135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81923" h="1351372">
                  <a:moveTo>
                    <a:pt x="56226" y="475316"/>
                  </a:moveTo>
                  <a:cubicBezTo>
                    <a:pt x="36866" y="445845"/>
                    <a:pt x="18249" y="415880"/>
                    <a:pt x="403" y="385466"/>
                  </a:cubicBezTo>
                  <a:cubicBezTo>
                    <a:pt x="1198023" y="-318844"/>
                    <a:pt x="1715634" y="-57235"/>
                    <a:pt x="1553240" y="1170298"/>
                  </a:cubicBezTo>
                  <a:lnTo>
                    <a:pt x="1476913" y="1351673"/>
                  </a:lnTo>
                  <a:lnTo>
                    <a:pt x="1460293" y="1155553"/>
                  </a:lnTo>
                  <a:cubicBezTo>
                    <a:pt x="1684652" y="-62148"/>
                    <a:pt x="1216630" y="-288893"/>
                    <a:pt x="56226" y="475316"/>
                  </a:cubicBezTo>
                  <a:close/>
                </a:path>
              </a:pathLst>
            </a:custGeom>
            <a:solidFill>
              <a:srgbClr val="609A78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4868542B-7D01-D431-F174-9759406195A2}"/>
                </a:ext>
              </a:extLst>
            </p:cNvPr>
            <p:cNvSpPr/>
            <p:nvPr/>
          </p:nvSpPr>
          <p:spPr>
            <a:xfrm>
              <a:off x="5114932" y="1346958"/>
              <a:ext cx="2188531" cy="2687689"/>
            </a:xfrm>
            <a:custGeom>
              <a:avLst/>
              <a:gdLst>
                <a:gd name="connsiteX0" fmla="*/ 2082056 w 2188531"/>
                <a:gd name="connsiteY0" fmla="*/ 300 h 2687689"/>
                <a:gd name="connsiteX1" fmla="*/ 2188934 w 2188531"/>
                <a:gd name="connsiteY1" fmla="*/ 9644 h 2687689"/>
                <a:gd name="connsiteX2" fmla="*/ 196869 w 2188531"/>
                <a:gd name="connsiteY2" fmla="*/ 2677152 h 2687689"/>
                <a:gd name="connsiteX3" fmla="*/ 403 w 2188531"/>
                <a:gd name="connsiteY3" fmla="*/ 2687989 h 2687689"/>
                <a:gd name="connsiteX4" fmla="*/ 168614 w 2188531"/>
                <a:gd name="connsiteY4" fmla="*/ 2585783 h 2687689"/>
                <a:gd name="connsiteX5" fmla="*/ 2082056 w 2188531"/>
                <a:gd name="connsiteY5" fmla="*/ 300 h 2687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88531" h="2687689">
                  <a:moveTo>
                    <a:pt x="2082056" y="300"/>
                  </a:moveTo>
                  <a:cubicBezTo>
                    <a:pt x="2117757" y="2491"/>
                    <a:pt x="2153394" y="5615"/>
                    <a:pt x="2188934" y="9644"/>
                  </a:cubicBezTo>
                  <a:cubicBezTo>
                    <a:pt x="2032469" y="1391443"/>
                    <a:pt x="1368446" y="2280612"/>
                    <a:pt x="196869" y="2677152"/>
                  </a:cubicBezTo>
                  <a:lnTo>
                    <a:pt x="403" y="2687989"/>
                  </a:lnTo>
                  <a:lnTo>
                    <a:pt x="168614" y="2585783"/>
                  </a:lnTo>
                  <a:cubicBezTo>
                    <a:pt x="1359028" y="2250156"/>
                    <a:pt x="1996843" y="1388326"/>
                    <a:pt x="2082056" y="300"/>
                  </a:cubicBezTo>
                  <a:close/>
                </a:path>
              </a:pathLst>
            </a:custGeom>
            <a:solidFill>
              <a:srgbClr val="569E7E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7A78E8BD-3F77-7BA9-A44A-DCC44E1CABBC}"/>
                </a:ext>
              </a:extLst>
            </p:cNvPr>
            <p:cNvSpPr/>
            <p:nvPr/>
          </p:nvSpPr>
          <p:spPr>
            <a:xfrm>
              <a:off x="6625030" y="1343034"/>
              <a:ext cx="562101" cy="4087015"/>
            </a:xfrm>
            <a:custGeom>
              <a:avLst/>
              <a:gdLst>
                <a:gd name="connsiteX0" fmla="*/ 448873 w 562101"/>
                <a:gd name="connsiteY0" fmla="*/ 300 h 4087015"/>
                <a:gd name="connsiteX1" fmla="*/ 562504 w 562101"/>
                <a:gd name="connsiteY1" fmla="*/ 3662 h 4087015"/>
                <a:gd name="connsiteX2" fmla="*/ 99311 w 562101"/>
                <a:gd name="connsiteY2" fmla="*/ 3911275 h 4087015"/>
                <a:gd name="connsiteX3" fmla="*/ 9255 w 562101"/>
                <a:gd name="connsiteY3" fmla="*/ 4087316 h 4087015"/>
                <a:gd name="connsiteX4" fmla="*/ 403 w 562101"/>
                <a:gd name="connsiteY4" fmla="*/ 3889720 h 4087015"/>
                <a:gd name="connsiteX5" fmla="*/ 448873 w 562101"/>
                <a:gd name="connsiteY5" fmla="*/ 300 h 408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2101" h="4087015">
                  <a:moveTo>
                    <a:pt x="448873" y="300"/>
                  </a:moveTo>
                  <a:cubicBezTo>
                    <a:pt x="486773" y="386"/>
                    <a:pt x="524665" y="1500"/>
                    <a:pt x="562504" y="3662"/>
                  </a:cubicBezTo>
                  <a:cubicBezTo>
                    <a:pt x="483593" y="1392063"/>
                    <a:pt x="329196" y="2694601"/>
                    <a:pt x="99311" y="3911275"/>
                  </a:cubicBezTo>
                  <a:lnTo>
                    <a:pt x="9255" y="4087316"/>
                  </a:lnTo>
                  <a:lnTo>
                    <a:pt x="403" y="3889720"/>
                  </a:lnTo>
                  <a:cubicBezTo>
                    <a:pt x="296226" y="2687417"/>
                    <a:pt x="445716" y="1390942"/>
                    <a:pt x="448873" y="300"/>
                  </a:cubicBezTo>
                  <a:close/>
                </a:path>
              </a:pathLst>
            </a:custGeom>
            <a:solidFill>
              <a:srgbClr val="569E7E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88F483EF-2E6E-3CE4-A7D3-1250DF5BF65E}"/>
                </a:ext>
              </a:extLst>
            </p:cNvPr>
            <p:cNvSpPr/>
            <p:nvPr/>
          </p:nvSpPr>
          <p:spPr>
            <a:xfrm>
              <a:off x="7758146" y="2581750"/>
              <a:ext cx="1257736" cy="2478539"/>
            </a:xfrm>
            <a:custGeom>
              <a:avLst/>
              <a:gdLst>
                <a:gd name="connsiteX0" fmla="*/ 1214817 w 1257736"/>
                <a:gd name="connsiteY0" fmla="*/ 300 h 2478539"/>
                <a:gd name="connsiteX1" fmla="*/ 1258140 w 1257736"/>
                <a:gd name="connsiteY1" fmla="*/ 105534 h 2478539"/>
                <a:gd name="connsiteX2" fmla="*/ 472371 w 1257736"/>
                <a:gd name="connsiteY2" fmla="*/ 2295912 h 2478539"/>
                <a:gd name="connsiteX3" fmla="*/ 547496 w 1257736"/>
                <a:gd name="connsiteY3" fmla="*/ 2478840 h 2478539"/>
                <a:gd name="connsiteX4" fmla="*/ 391737 w 1257736"/>
                <a:gd name="connsiteY4" fmla="*/ 2357177 h 2478539"/>
                <a:gd name="connsiteX5" fmla="*/ 1214817 w 1257736"/>
                <a:gd name="connsiteY5" fmla="*/ 300 h 247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7736" h="2478539">
                  <a:moveTo>
                    <a:pt x="1214817" y="300"/>
                  </a:moveTo>
                  <a:cubicBezTo>
                    <a:pt x="1230209" y="34977"/>
                    <a:pt x="1244659" y="70068"/>
                    <a:pt x="1258140" y="105534"/>
                  </a:cubicBezTo>
                  <a:cubicBezTo>
                    <a:pt x="-39938" y="600211"/>
                    <a:pt x="-301861" y="1330337"/>
                    <a:pt x="472371" y="2295912"/>
                  </a:cubicBezTo>
                  <a:lnTo>
                    <a:pt x="547496" y="2478840"/>
                  </a:lnTo>
                  <a:lnTo>
                    <a:pt x="391737" y="2357177"/>
                  </a:lnTo>
                  <a:cubicBezTo>
                    <a:pt x="-328738" y="1350759"/>
                    <a:pt x="-54379" y="565134"/>
                    <a:pt x="1214817" y="300"/>
                  </a:cubicBezTo>
                  <a:close/>
                </a:path>
              </a:pathLst>
            </a:custGeom>
            <a:solidFill>
              <a:srgbClr val="93825F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58BFE873-40E5-2F6A-FC54-13BC7CC4F825}"/>
                </a:ext>
              </a:extLst>
            </p:cNvPr>
            <p:cNvSpPr/>
            <p:nvPr/>
          </p:nvSpPr>
          <p:spPr>
            <a:xfrm>
              <a:off x="6043979" y="3761206"/>
              <a:ext cx="3006779" cy="1540065"/>
            </a:xfrm>
            <a:custGeom>
              <a:avLst/>
              <a:gdLst>
                <a:gd name="connsiteX0" fmla="*/ 106603 w 3006779"/>
                <a:gd name="connsiteY0" fmla="*/ 1540365 h 1540065"/>
                <a:gd name="connsiteX1" fmla="*/ 403 w 3006779"/>
                <a:gd name="connsiteY1" fmla="*/ 1484263 h 1540065"/>
                <a:gd name="connsiteX2" fmla="*/ 2835269 w 3006779"/>
                <a:gd name="connsiteY2" fmla="*/ 74669 h 1540065"/>
                <a:gd name="connsiteX3" fmla="*/ 3007182 w 3006779"/>
                <a:gd name="connsiteY3" fmla="*/ 173767 h 1540065"/>
                <a:gd name="connsiteX4" fmla="*/ 2808870 w 3006779"/>
                <a:gd name="connsiteY4" fmla="*/ 178405 h 1540065"/>
                <a:gd name="connsiteX5" fmla="*/ 106603 w 3006779"/>
                <a:gd name="connsiteY5" fmla="*/ 1540365 h 1540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779" h="1540065">
                  <a:moveTo>
                    <a:pt x="106603" y="1540365"/>
                  </a:moveTo>
                  <a:cubicBezTo>
                    <a:pt x="70667" y="1522687"/>
                    <a:pt x="35249" y="1503980"/>
                    <a:pt x="403" y="1484263"/>
                  </a:cubicBezTo>
                  <a:cubicBezTo>
                    <a:pt x="683593" y="273484"/>
                    <a:pt x="1628549" y="-196381"/>
                    <a:pt x="2835269" y="74669"/>
                  </a:cubicBezTo>
                  <a:lnTo>
                    <a:pt x="3007182" y="173767"/>
                  </a:lnTo>
                  <a:lnTo>
                    <a:pt x="2808870" y="178405"/>
                  </a:lnTo>
                  <a:cubicBezTo>
                    <a:pt x="1619748" y="-161803"/>
                    <a:pt x="718994" y="292183"/>
                    <a:pt x="106603" y="1540365"/>
                  </a:cubicBezTo>
                  <a:close/>
                </a:path>
              </a:pathLst>
            </a:custGeom>
            <a:solidFill>
              <a:srgbClr val="858966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99D33E7D-7ACC-12D2-4E80-CB6EAC01BF3F}"/>
                </a:ext>
              </a:extLst>
            </p:cNvPr>
            <p:cNvSpPr/>
            <p:nvPr/>
          </p:nvSpPr>
          <p:spPr>
            <a:xfrm>
              <a:off x="7564851" y="2885530"/>
              <a:ext cx="1477202" cy="2512182"/>
            </a:xfrm>
            <a:custGeom>
              <a:avLst/>
              <a:gdLst>
                <a:gd name="connsiteX0" fmla="*/ 312515 w 1477202"/>
                <a:gd name="connsiteY0" fmla="*/ 2466391 h 2512182"/>
                <a:gd name="connsiteX1" fmla="*/ 193001 w 1477202"/>
                <a:gd name="connsiteY1" fmla="*/ 2512483 h 2512182"/>
                <a:gd name="connsiteX2" fmla="*/ 1278199 w 1477202"/>
                <a:gd name="connsiteY2" fmla="*/ 300 h 2512182"/>
                <a:gd name="connsiteX3" fmla="*/ 1477605 w 1477202"/>
                <a:gd name="connsiteY3" fmla="*/ 5032 h 2512182"/>
                <a:gd name="connsiteX4" fmla="*/ 1308194 w 1477202"/>
                <a:gd name="connsiteY4" fmla="*/ 110456 h 2512182"/>
                <a:gd name="connsiteX5" fmla="*/ 312515 w 1477202"/>
                <a:gd name="connsiteY5" fmla="*/ 2466391 h 2512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202" h="2512182">
                  <a:moveTo>
                    <a:pt x="312515" y="2466391"/>
                  </a:moveTo>
                  <a:cubicBezTo>
                    <a:pt x="273158" y="2482984"/>
                    <a:pt x="233301" y="2498348"/>
                    <a:pt x="193001" y="2512483"/>
                  </a:cubicBezTo>
                  <a:cubicBezTo>
                    <a:pt x="-266122" y="1200007"/>
                    <a:pt x="95610" y="362613"/>
                    <a:pt x="1278199" y="300"/>
                  </a:cubicBezTo>
                  <a:lnTo>
                    <a:pt x="1477605" y="5032"/>
                  </a:lnTo>
                  <a:lnTo>
                    <a:pt x="1308194" y="110456"/>
                  </a:lnTo>
                  <a:cubicBezTo>
                    <a:pt x="105610" y="399332"/>
                    <a:pt x="-226284" y="1184644"/>
                    <a:pt x="312515" y="2466391"/>
                  </a:cubicBezTo>
                  <a:close/>
                </a:path>
              </a:pathLst>
            </a:custGeom>
            <a:solidFill>
              <a:srgbClr val="CF6547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CE9F4D15-10FE-BF03-FDE6-72ED4FC30272}"/>
                </a:ext>
              </a:extLst>
            </p:cNvPr>
            <p:cNvSpPr/>
            <p:nvPr/>
          </p:nvSpPr>
          <p:spPr>
            <a:xfrm>
              <a:off x="7131440" y="3003900"/>
              <a:ext cx="1942130" cy="2510065"/>
            </a:xfrm>
            <a:custGeom>
              <a:avLst/>
              <a:gdLst>
                <a:gd name="connsiteX0" fmla="*/ 133667 w 1942130"/>
                <a:gd name="connsiteY0" fmla="*/ 2502126 h 2510065"/>
                <a:gd name="connsiteX1" fmla="*/ 2656 w 1942130"/>
                <a:gd name="connsiteY1" fmla="*/ 2510365 h 2510065"/>
                <a:gd name="connsiteX2" fmla="*/ 1743555 w 1942130"/>
                <a:gd name="connsiteY2" fmla="*/ 300 h 2510065"/>
                <a:gd name="connsiteX3" fmla="*/ 1942533 w 1942130"/>
                <a:gd name="connsiteY3" fmla="*/ 19736 h 2510065"/>
                <a:gd name="connsiteX4" fmla="*/ 1766710 w 1942130"/>
                <a:gd name="connsiteY4" fmla="*/ 115010 h 2510065"/>
                <a:gd name="connsiteX5" fmla="*/ 133667 w 1942130"/>
                <a:gd name="connsiteY5" fmla="*/ 2502126 h 2510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42130" h="2510065">
                  <a:moveTo>
                    <a:pt x="133667" y="2502126"/>
                  </a:moveTo>
                  <a:cubicBezTo>
                    <a:pt x="90093" y="2506251"/>
                    <a:pt x="46401" y="2508994"/>
                    <a:pt x="2656" y="2510365"/>
                  </a:cubicBezTo>
                  <a:cubicBezTo>
                    <a:pt x="-40630" y="1120387"/>
                    <a:pt x="539671" y="283700"/>
                    <a:pt x="1743555" y="300"/>
                  </a:cubicBezTo>
                  <a:lnTo>
                    <a:pt x="1942533" y="19736"/>
                  </a:lnTo>
                  <a:lnTo>
                    <a:pt x="1766710" y="115010"/>
                  </a:lnTo>
                  <a:cubicBezTo>
                    <a:pt x="547389" y="321936"/>
                    <a:pt x="3041" y="1117643"/>
                    <a:pt x="133667" y="2502126"/>
                  </a:cubicBezTo>
                  <a:close/>
                </a:path>
              </a:pathLst>
            </a:custGeom>
            <a:solidFill>
              <a:srgbClr val="C06D4D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472F7498-5B77-74B0-197D-9BEFE0BC21B5}"/>
                </a:ext>
              </a:extLst>
            </p:cNvPr>
            <p:cNvSpPr/>
            <p:nvPr/>
          </p:nvSpPr>
          <p:spPr>
            <a:xfrm>
              <a:off x="5596669" y="4240302"/>
              <a:ext cx="1126325" cy="1157952"/>
            </a:xfrm>
            <a:custGeom>
              <a:avLst/>
              <a:gdLst>
                <a:gd name="connsiteX0" fmla="*/ 97370 w 1126325"/>
                <a:gd name="connsiteY0" fmla="*/ 756031 h 1157952"/>
                <a:gd name="connsiteX1" fmla="*/ 403 w 1126325"/>
                <a:gd name="connsiteY1" fmla="*/ 665087 h 1157952"/>
                <a:gd name="connsiteX2" fmla="*/ 1020580 w 1126325"/>
                <a:gd name="connsiteY2" fmla="*/ 990413 h 1157952"/>
                <a:gd name="connsiteX3" fmla="*/ 911227 w 1126325"/>
                <a:gd name="connsiteY3" fmla="*/ 1158253 h 1157952"/>
                <a:gd name="connsiteX4" fmla="*/ 906815 w 1126325"/>
                <a:gd name="connsiteY4" fmla="*/ 957904 h 1157952"/>
                <a:gd name="connsiteX5" fmla="*/ 97370 w 1126325"/>
                <a:gd name="connsiteY5" fmla="*/ 756031 h 115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6325" h="1157952">
                  <a:moveTo>
                    <a:pt x="97370" y="756031"/>
                  </a:moveTo>
                  <a:cubicBezTo>
                    <a:pt x="64084" y="726751"/>
                    <a:pt x="31748" y="696424"/>
                    <a:pt x="403" y="665087"/>
                  </a:cubicBezTo>
                  <a:cubicBezTo>
                    <a:pt x="981799" y="-318975"/>
                    <a:pt x="1321860" y="-210531"/>
                    <a:pt x="1020580" y="990413"/>
                  </a:cubicBezTo>
                  <a:lnTo>
                    <a:pt x="911227" y="1158253"/>
                  </a:lnTo>
                  <a:lnTo>
                    <a:pt x="906815" y="957904"/>
                  </a:lnTo>
                  <a:cubicBezTo>
                    <a:pt x="1283937" y="-221365"/>
                    <a:pt x="1014122" y="-288657"/>
                    <a:pt x="97370" y="756031"/>
                  </a:cubicBezTo>
                  <a:close/>
                </a:path>
              </a:pathLst>
            </a:custGeom>
            <a:solidFill>
              <a:srgbClr val="6C9572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9AB361E3-26C2-8DB2-DDA8-7AC0C3D18385}"/>
                </a:ext>
              </a:extLst>
            </p:cNvPr>
            <p:cNvSpPr/>
            <p:nvPr/>
          </p:nvSpPr>
          <p:spPr>
            <a:xfrm>
              <a:off x="5968539" y="4307503"/>
              <a:ext cx="1438905" cy="1197307"/>
            </a:xfrm>
            <a:custGeom>
              <a:avLst/>
              <a:gdLst>
                <a:gd name="connsiteX0" fmla="*/ 1439308 w 1438905"/>
                <a:gd name="connsiteY0" fmla="*/ 1180025 h 1197307"/>
                <a:gd name="connsiteX1" fmla="*/ 1305994 w 1438905"/>
                <a:gd name="connsiteY1" fmla="*/ 1197608 h 1197307"/>
                <a:gd name="connsiteX2" fmla="*/ 153733 w 1438905"/>
                <a:gd name="connsiteY2" fmla="*/ 718977 h 1197307"/>
                <a:gd name="connsiteX3" fmla="*/ 403 w 1438905"/>
                <a:gd name="connsiteY3" fmla="*/ 848145 h 1197307"/>
                <a:gd name="connsiteX4" fmla="*/ 52801 w 1438905"/>
                <a:gd name="connsiteY4" fmla="*/ 654492 h 1197307"/>
                <a:gd name="connsiteX5" fmla="*/ 1439308 w 1438905"/>
                <a:gd name="connsiteY5" fmla="*/ 1180025 h 1197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38905" h="1197307">
                  <a:moveTo>
                    <a:pt x="1439308" y="1180025"/>
                  </a:moveTo>
                  <a:cubicBezTo>
                    <a:pt x="1395071" y="1187321"/>
                    <a:pt x="1350609" y="1193188"/>
                    <a:pt x="1305994" y="1197608"/>
                  </a:cubicBezTo>
                  <a:cubicBezTo>
                    <a:pt x="1169084" y="-186265"/>
                    <a:pt x="784997" y="-345809"/>
                    <a:pt x="153733" y="718977"/>
                  </a:cubicBezTo>
                  <a:lnTo>
                    <a:pt x="403" y="848145"/>
                  </a:lnTo>
                  <a:lnTo>
                    <a:pt x="52801" y="654492"/>
                  </a:lnTo>
                  <a:cubicBezTo>
                    <a:pt x="751353" y="-367304"/>
                    <a:pt x="1213522" y="-192128"/>
                    <a:pt x="1439308" y="1180025"/>
                  </a:cubicBezTo>
                  <a:close/>
                </a:path>
              </a:pathLst>
            </a:custGeom>
            <a:solidFill>
              <a:srgbClr val="C06D4D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1DE4EFCB-DC7A-635D-E935-2B930A02236D}"/>
                </a:ext>
              </a:extLst>
            </p:cNvPr>
            <p:cNvSpPr/>
            <p:nvPr/>
          </p:nvSpPr>
          <p:spPr>
            <a:xfrm>
              <a:off x="7985255" y="3126936"/>
              <a:ext cx="1111394" cy="1288729"/>
            </a:xfrm>
            <a:custGeom>
              <a:avLst/>
              <a:gdLst>
                <a:gd name="connsiteX0" fmla="*/ 979916 w 1111394"/>
                <a:gd name="connsiteY0" fmla="*/ 1166957 h 1288729"/>
                <a:gd name="connsiteX1" fmla="*/ 919507 w 1111394"/>
                <a:gd name="connsiteY1" fmla="*/ 1289030 h 1288729"/>
                <a:gd name="connsiteX2" fmla="*/ 914285 w 1111394"/>
                <a:gd name="connsiteY2" fmla="*/ 300 h 1288729"/>
                <a:gd name="connsiteX3" fmla="*/ 1111797 w 1111394"/>
                <a:gd name="connsiteY3" fmla="*/ 35480 h 1288729"/>
                <a:gd name="connsiteX4" fmla="*/ 930076 w 1111394"/>
                <a:gd name="connsiteY4" fmla="*/ 120570 h 1288729"/>
                <a:gd name="connsiteX5" fmla="*/ 979916 w 1111394"/>
                <a:gd name="connsiteY5" fmla="*/ 1166957 h 128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1394" h="1288729">
                  <a:moveTo>
                    <a:pt x="979916" y="1166957"/>
                  </a:moveTo>
                  <a:cubicBezTo>
                    <a:pt x="961108" y="1208295"/>
                    <a:pt x="940959" y="1249007"/>
                    <a:pt x="919507" y="1289030"/>
                  </a:cubicBezTo>
                  <a:cubicBezTo>
                    <a:pt x="-304223" y="631251"/>
                    <a:pt x="-305963" y="201676"/>
                    <a:pt x="914285" y="300"/>
                  </a:cubicBezTo>
                  <a:lnTo>
                    <a:pt x="1111797" y="35480"/>
                  </a:lnTo>
                  <a:lnTo>
                    <a:pt x="930076" y="120570"/>
                  </a:lnTo>
                  <a:cubicBezTo>
                    <a:pt x="-300700" y="241766"/>
                    <a:pt x="-284086" y="590561"/>
                    <a:pt x="979916" y="1166957"/>
                  </a:cubicBezTo>
                  <a:close/>
                </a:path>
              </a:pathLst>
            </a:custGeom>
            <a:solidFill>
              <a:srgbClr val="DF5D4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E0FFD32B-6D19-93FB-F119-CC04232808E4}"/>
                </a:ext>
              </a:extLst>
            </p:cNvPr>
            <p:cNvSpPr/>
            <p:nvPr/>
          </p:nvSpPr>
          <p:spPr>
            <a:xfrm>
              <a:off x="5080742" y="3719691"/>
              <a:ext cx="1121664" cy="974495"/>
            </a:xfrm>
            <a:custGeom>
              <a:avLst/>
              <a:gdLst>
                <a:gd name="connsiteX0" fmla="*/ 331994 w 1121664"/>
                <a:gd name="connsiteY0" fmla="*/ 974796 h 974495"/>
                <a:gd name="connsiteX1" fmla="*/ 253044 w 1121664"/>
                <a:gd name="connsiteY1" fmla="*/ 863839 h 974495"/>
                <a:gd name="connsiteX2" fmla="*/ 200531 w 1121664"/>
                <a:gd name="connsiteY2" fmla="*/ 204919 h 974495"/>
                <a:gd name="connsiteX3" fmla="*/ 403 w 1121664"/>
                <a:gd name="connsiteY3" fmla="*/ 190978 h 974495"/>
                <a:gd name="connsiteX4" fmla="*/ 172058 w 1121664"/>
                <a:gd name="connsiteY4" fmla="*/ 87013 h 974495"/>
                <a:gd name="connsiteX5" fmla="*/ 331994 w 1121664"/>
                <a:gd name="connsiteY5" fmla="*/ 974796 h 974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1664" h="974495">
                  <a:moveTo>
                    <a:pt x="331994" y="974796"/>
                  </a:moveTo>
                  <a:cubicBezTo>
                    <a:pt x="304472" y="938677"/>
                    <a:pt x="278149" y="901672"/>
                    <a:pt x="253044" y="863839"/>
                  </a:cubicBezTo>
                  <a:cubicBezTo>
                    <a:pt x="1409965" y="94351"/>
                    <a:pt x="1392462" y="-125288"/>
                    <a:pt x="200531" y="204919"/>
                  </a:cubicBezTo>
                  <a:lnTo>
                    <a:pt x="403" y="190978"/>
                  </a:lnTo>
                  <a:lnTo>
                    <a:pt x="172058" y="87013"/>
                  </a:lnTo>
                  <a:cubicBezTo>
                    <a:pt x="1382970" y="-164590"/>
                    <a:pt x="1436282" y="131337"/>
                    <a:pt x="331994" y="974796"/>
                  </a:cubicBezTo>
                  <a:close/>
                </a:path>
              </a:pathLst>
            </a:custGeom>
            <a:solidFill>
              <a:srgbClr val="609A78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4389B6B8-2614-779F-614D-43ED92EAA6D6}"/>
                </a:ext>
              </a:extLst>
            </p:cNvPr>
            <p:cNvSpPr/>
            <p:nvPr/>
          </p:nvSpPr>
          <p:spPr>
            <a:xfrm>
              <a:off x="5700763" y="1428264"/>
              <a:ext cx="1823392" cy="3661038"/>
            </a:xfrm>
            <a:custGeom>
              <a:avLst/>
              <a:gdLst>
                <a:gd name="connsiteX0" fmla="*/ 107159 w 1823392"/>
                <a:gd name="connsiteY0" fmla="*/ 3661339 h 3661038"/>
                <a:gd name="connsiteX1" fmla="*/ 403 w 1823392"/>
                <a:gd name="connsiteY1" fmla="*/ 3574309 h 3661038"/>
                <a:gd name="connsiteX2" fmla="*/ 1704040 w 1823392"/>
                <a:gd name="connsiteY2" fmla="*/ 174312 h 3661038"/>
                <a:gd name="connsiteX3" fmla="*/ 1804721 w 1823392"/>
                <a:gd name="connsiteY3" fmla="*/ 300 h 3661038"/>
                <a:gd name="connsiteX4" fmla="*/ 1823795 w 1823392"/>
                <a:gd name="connsiteY4" fmla="*/ 200496 h 3661038"/>
                <a:gd name="connsiteX5" fmla="*/ 107159 w 1823392"/>
                <a:gd name="connsiteY5" fmla="*/ 3661339 h 36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3392" h="3661038">
                  <a:moveTo>
                    <a:pt x="107159" y="3661339"/>
                  </a:moveTo>
                  <a:cubicBezTo>
                    <a:pt x="70629" y="3633516"/>
                    <a:pt x="35021" y="3604493"/>
                    <a:pt x="403" y="3574309"/>
                  </a:cubicBezTo>
                  <a:cubicBezTo>
                    <a:pt x="912404" y="2525461"/>
                    <a:pt x="1480283" y="1392128"/>
                    <a:pt x="1704040" y="174312"/>
                  </a:cubicBezTo>
                  <a:lnTo>
                    <a:pt x="1804721" y="300"/>
                  </a:lnTo>
                  <a:lnTo>
                    <a:pt x="1823795" y="200496"/>
                  </a:lnTo>
                  <a:cubicBezTo>
                    <a:pt x="1520202" y="1400856"/>
                    <a:pt x="947990" y="2554469"/>
                    <a:pt x="107159" y="3661339"/>
                  </a:cubicBezTo>
                  <a:close/>
                </a:path>
              </a:pathLst>
            </a:custGeom>
            <a:solidFill>
              <a:srgbClr val="6C9572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3431A497-779D-FAA1-8FED-FC94609574F8}"/>
                </a:ext>
              </a:extLst>
            </p:cNvPr>
            <p:cNvSpPr/>
            <p:nvPr/>
          </p:nvSpPr>
          <p:spPr>
            <a:xfrm>
              <a:off x="5553194" y="4157680"/>
              <a:ext cx="2462978" cy="1190244"/>
            </a:xfrm>
            <a:custGeom>
              <a:avLst/>
              <a:gdLst>
                <a:gd name="connsiteX0" fmla="*/ 2463381 w 2462978"/>
                <a:gd name="connsiteY0" fmla="*/ 1129432 h 1190244"/>
                <a:gd name="connsiteX1" fmla="*/ 2332892 w 2462978"/>
                <a:gd name="connsiteY1" fmla="*/ 1190545 h 1190244"/>
                <a:gd name="connsiteX2" fmla="*/ 185281 w 2462978"/>
                <a:gd name="connsiteY2" fmla="*/ 565714 h 1190244"/>
                <a:gd name="connsiteX3" fmla="*/ 403 w 2462978"/>
                <a:gd name="connsiteY3" fmla="*/ 646801 h 1190244"/>
                <a:gd name="connsiteX4" fmla="*/ 99140 w 2462978"/>
                <a:gd name="connsiteY4" fmla="*/ 470550 h 1190244"/>
                <a:gd name="connsiteX5" fmla="*/ 2463381 w 2462978"/>
                <a:gd name="connsiteY5" fmla="*/ 1129432 h 119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62978" h="1190244">
                  <a:moveTo>
                    <a:pt x="2463381" y="1129432"/>
                  </a:moveTo>
                  <a:cubicBezTo>
                    <a:pt x="2420601" y="1151302"/>
                    <a:pt x="2377078" y="1171685"/>
                    <a:pt x="2332892" y="1190545"/>
                  </a:cubicBezTo>
                  <a:cubicBezTo>
                    <a:pt x="1788280" y="-88739"/>
                    <a:pt x="1072409" y="-297016"/>
                    <a:pt x="185281" y="565714"/>
                  </a:cubicBezTo>
                  <a:lnTo>
                    <a:pt x="403" y="646801"/>
                  </a:lnTo>
                  <a:lnTo>
                    <a:pt x="99140" y="470550"/>
                  </a:lnTo>
                  <a:cubicBezTo>
                    <a:pt x="1043697" y="-328737"/>
                    <a:pt x="1831776" y="-109109"/>
                    <a:pt x="2463381" y="1129432"/>
                  </a:cubicBezTo>
                  <a:close/>
                </a:path>
              </a:pathLst>
            </a:custGeom>
            <a:solidFill>
              <a:srgbClr val="CF6547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C766950F-8F52-5BC0-F644-5C6F700984C4}"/>
                </a:ext>
              </a:extLst>
            </p:cNvPr>
            <p:cNvSpPr/>
            <p:nvPr/>
          </p:nvSpPr>
          <p:spPr>
            <a:xfrm>
              <a:off x="5219368" y="1467669"/>
              <a:ext cx="2452165" cy="1340385"/>
            </a:xfrm>
            <a:custGeom>
              <a:avLst/>
              <a:gdLst>
                <a:gd name="connsiteX0" fmla="*/ 403 w 2452165"/>
                <a:gd name="connsiteY0" fmla="*/ 1001168 h 1340385"/>
                <a:gd name="connsiteX1" fmla="*/ 81179 w 2452165"/>
                <a:gd name="connsiteY1" fmla="*/ 859141 h 1340385"/>
                <a:gd name="connsiteX2" fmla="*/ 2313360 w 2452165"/>
                <a:gd name="connsiteY2" fmla="*/ 163178 h 1340385"/>
                <a:gd name="connsiteX3" fmla="*/ 2438099 w 2452165"/>
                <a:gd name="connsiteY3" fmla="*/ 300 h 1340385"/>
                <a:gd name="connsiteX4" fmla="*/ 2452568 w 2452165"/>
                <a:gd name="connsiteY4" fmla="*/ 205040 h 1340385"/>
                <a:gd name="connsiteX5" fmla="*/ 403 w 2452165"/>
                <a:gd name="connsiteY5" fmla="*/ 1001168 h 1340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52165" h="1340385">
                  <a:moveTo>
                    <a:pt x="403" y="1001168"/>
                  </a:moveTo>
                  <a:cubicBezTo>
                    <a:pt x="25460" y="952781"/>
                    <a:pt x="52411" y="905404"/>
                    <a:pt x="81179" y="859141"/>
                  </a:cubicBezTo>
                  <a:cubicBezTo>
                    <a:pt x="1260261" y="1594133"/>
                    <a:pt x="2004320" y="1362147"/>
                    <a:pt x="2313360" y="163178"/>
                  </a:cubicBezTo>
                  <a:lnTo>
                    <a:pt x="2438099" y="300"/>
                  </a:lnTo>
                  <a:lnTo>
                    <a:pt x="2452568" y="205040"/>
                  </a:lnTo>
                  <a:cubicBezTo>
                    <a:pt x="2050723" y="1376101"/>
                    <a:pt x="1233334" y="1641475"/>
                    <a:pt x="403" y="1001168"/>
                  </a:cubicBezTo>
                  <a:close/>
                </a:path>
              </a:pathLst>
            </a:custGeom>
            <a:solidFill>
              <a:srgbClr val="788F6C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34F0C44F-B4C6-7BCD-4740-55BFE0C25212}"/>
                </a:ext>
              </a:extLst>
            </p:cNvPr>
            <p:cNvSpPr/>
            <p:nvPr/>
          </p:nvSpPr>
          <p:spPr>
            <a:xfrm>
              <a:off x="5082388" y="1525790"/>
              <a:ext cx="2744099" cy="1444370"/>
            </a:xfrm>
            <a:custGeom>
              <a:avLst/>
              <a:gdLst>
                <a:gd name="connsiteX0" fmla="*/ 403 w 2744099"/>
                <a:gd name="connsiteY0" fmla="*/ 1274410 h 1444370"/>
                <a:gd name="connsiteX1" fmla="*/ 61144 w 2744099"/>
                <a:gd name="connsiteY1" fmla="*/ 1107286 h 1444370"/>
                <a:gd name="connsiteX2" fmla="*/ 2597516 w 2744099"/>
                <a:gd name="connsiteY2" fmla="*/ 149681 h 1444370"/>
                <a:gd name="connsiteX3" fmla="*/ 2741873 w 2744099"/>
                <a:gd name="connsiteY3" fmla="*/ 300 h 1444370"/>
                <a:gd name="connsiteX4" fmla="*/ 2744502 w 2744099"/>
                <a:gd name="connsiteY4" fmla="*/ 208145 h 1444370"/>
                <a:gd name="connsiteX5" fmla="*/ 403 w 2744099"/>
                <a:gd name="connsiteY5" fmla="*/ 1274410 h 144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4099" h="1444370">
                  <a:moveTo>
                    <a:pt x="403" y="1274410"/>
                  </a:moveTo>
                  <a:cubicBezTo>
                    <a:pt x="18268" y="1217863"/>
                    <a:pt x="38531" y="1162103"/>
                    <a:pt x="61144" y="1107286"/>
                  </a:cubicBezTo>
                  <a:cubicBezTo>
                    <a:pt x="1344900" y="1638102"/>
                    <a:pt x="2190359" y="1318900"/>
                    <a:pt x="2597516" y="149681"/>
                  </a:cubicBezTo>
                  <a:lnTo>
                    <a:pt x="2741873" y="300"/>
                  </a:lnTo>
                  <a:lnTo>
                    <a:pt x="2744502" y="208145"/>
                  </a:lnTo>
                  <a:cubicBezTo>
                    <a:pt x="2239354" y="1338387"/>
                    <a:pt x="1324654" y="1693809"/>
                    <a:pt x="403" y="1274410"/>
                  </a:cubicBezTo>
                  <a:close/>
                </a:path>
              </a:pathLst>
            </a:custGeom>
            <a:solidFill>
              <a:srgbClr val="B07453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F40B6C9C-8F46-F2D9-9EEF-633273C0CC36}"/>
                </a:ext>
              </a:extLst>
            </p:cNvPr>
            <p:cNvSpPr/>
            <p:nvPr/>
          </p:nvSpPr>
          <p:spPr>
            <a:xfrm>
              <a:off x="7308006" y="1602705"/>
              <a:ext cx="686129" cy="3882961"/>
            </a:xfrm>
            <a:custGeom>
              <a:avLst/>
              <a:gdLst>
                <a:gd name="connsiteX0" fmla="*/ 289078 w 686129"/>
                <a:gd name="connsiteY0" fmla="*/ 3844495 h 3882961"/>
                <a:gd name="connsiteX1" fmla="*/ 109182 w 686129"/>
                <a:gd name="connsiteY1" fmla="*/ 3883262 h 3882961"/>
                <a:gd name="connsiteX2" fmla="*/ 526572 w 686129"/>
                <a:gd name="connsiteY2" fmla="*/ 134698 h 3882961"/>
                <a:gd name="connsiteX3" fmla="*/ 686532 w 686129"/>
                <a:gd name="connsiteY3" fmla="*/ 300 h 3882961"/>
                <a:gd name="connsiteX4" fmla="*/ 672693 w 686129"/>
                <a:gd name="connsiteY4" fmla="*/ 208916 h 3882961"/>
                <a:gd name="connsiteX5" fmla="*/ 289078 w 686129"/>
                <a:gd name="connsiteY5" fmla="*/ 3844495 h 3882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129" h="3882961">
                  <a:moveTo>
                    <a:pt x="289078" y="3844495"/>
                  </a:moveTo>
                  <a:cubicBezTo>
                    <a:pt x="229712" y="3860059"/>
                    <a:pt x="169688" y="3872994"/>
                    <a:pt x="109182" y="3883262"/>
                  </a:cubicBezTo>
                  <a:cubicBezTo>
                    <a:pt x="-122832" y="2512150"/>
                    <a:pt x="16298" y="1262627"/>
                    <a:pt x="526572" y="134698"/>
                  </a:cubicBezTo>
                  <a:lnTo>
                    <a:pt x="686532" y="300"/>
                  </a:lnTo>
                  <a:lnTo>
                    <a:pt x="672693" y="208916"/>
                  </a:lnTo>
                  <a:cubicBezTo>
                    <a:pt x="65006" y="1287369"/>
                    <a:pt x="-62867" y="2499227"/>
                    <a:pt x="289078" y="3844495"/>
                  </a:cubicBezTo>
                  <a:close/>
                </a:path>
              </a:pathLst>
            </a:custGeom>
            <a:solidFill>
              <a:srgbClr val="C06D4D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D9D297D8-553E-CAE2-7906-00C7209715F4}"/>
                </a:ext>
              </a:extLst>
            </p:cNvPr>
            <p:cNvSpPr/>
            <p:nvPr/>
          </p:nvSpPr>
          <p:spPr>
            <a:xfrm>
              <a:off x="4989853" y="1696954"/>
              <a:ext cx="3170167" cy="2053288"/>
            </a:xfrm>
            <a:custGeom>
              <a:avLst/>
              <a:gdLst>
                <a:gd name="connsiteX0" fmla="*/ 20789 w 3170167"/>
                <a:gd name="connsiteY0" fmla="*/ 2053589 h 2053288"/>
                <a:gd name="connsiteX1" fmla="*/ 403 w 3170167"/>
                <a:gd name="connsiteY1" fmla="*/ 1868869 h 2053288"/>
                <a:gd name="connsiteX2" fmla="*/ 2998182 w 3170167"/>
                <a:gd name="connsiteY2" fmla="*/ 118829 h 2053288"/>
                <a:gd name="connsiteX3" fmla="*/ 3170571 w 3170167"/>
                <a:gd name="connsiteY3" fmla="*/ 300 h 2053288"/>
                <a:gd name="connsiteX4" fmla="*/ 3137969 w 3170167"/>
                <a:gd name="connsiteY4" fmla="*/ 207116 h 2053288"/>
                <a:gd name="connsiteX5" fmla="*/ 20789 w 3170167"/>
                <a:gd name="connsiteY5" fmla="*/ 2053589 h 2053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70167" h="2053288">
                  <a:moveTo>
                    <a:pt x="20789" y="2053589"/>
                  </a:moveTo>
                  <a:cubicBezTo>
                    <a:pt x="11248" y="1992350"/>
                    <a:pt x="4446" y="1930715"/>
                    <a:pt x="403" y="1868869"/>
                  </a:cubicBezTo>
                  <a:cubicBezTo>
                    <a:pt x="1386343" y="1777853"/>
                    <a:pt x="2385604" y="1194507"/>
                    <a:pt x="2998182" y="118829"/>
                  </a:cubicBezTo>
                  <a:lnTo>
                    <a:pt x="3170571" y="300"/>
                  </a:lnTo>
                  <a:lnTo>
                    <a:pt x="3137969" y="207116"/>
                  </a:lnTo>
                  <a:cubicBezTo>
                    <a:pt x="2432198" y="1223937"/>
                    <a:pt x="1393138" y="1839426"/>
                    <a:pt x="20789" y="2053589"/>
                  </a:cubicBezTo>
                  <a:close/>
                </a:path>
              </a:pathLst>
            </a:custGeom>
            <a:solidFill>
              <a:srgbClr val="A17B59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82B38EB9-85D0-B77D-2D9E-706157DE0CCB}"/>
                </a:ext>
              </a:extLst>
            </p:cNvPr>
            <p:cNvSpPr/>
            <p:nvPr/>
          </p:nvSpPr>
          <p:spPr>
            <a:xfrm>
              <a:off x="6158688" y="1808654"/>
              <a:ext cx="2160830" cy="3572694"/>
            </a:xfrm>
            <a:custGeom>
              <a:avLst/>
              <a:gdLst>
                <a:gd name="connsiteX0" fmla="*/ 176801 w 2160830"/>
                <a:gd name="connsiteY0" fmla="*/ 3572994 h 3572694"/>
                <a:gd name="connsiteX1" fmla="*/ 403 w 2160830"/>
                <a:gd name="connsiteY1" fmla="*/ 3497080 h 3572694"/>
                <a:gd name="connsiteX2" fmla="*/ 1976040 w 2160830"/>
                <a:gd name="connsiteY2" fmla="*/ 100255 h 3572694"/>
                <a:gd name="connsiteX3" fmla="*/ 2161233 w 2160830"/>
                <a:gd name="connsiteY3" fmla="*/ 300 h 3572694"/>
                <a:gd name="connsiteX4" fmla="*/ 2111317 w 2160830"/>
                <a:gd name="connsiteY4" fmla="*/ 204935 h 3572694"/>
                <a:gd name="connsiteX5" fmla="*/ 176801 w 2160830"/>
                <a:gd name="connsiteY5" fmla="*/ 3572994 h 357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0830" h="3572694">
                  <a:moveTo>
                    <a:pt x="176801" y="3572994"/>
                  </a:moveTo>
                  <a:cubicBezTo>
                    <a:pt x="116867" y="3550420"/>
                    <a:pt x="58006" y="3525084"/>
                    <a:pt x="403" y="3497080"/>
                  </a:cubicBezTo>
                  <a:cubicBezTo>
                    <a:pt x="607121" y="2246122"/>
                    <a:pt x="1265667" y="1113849"/>
                    <a:pt x="1976040" y="100255"/>
                  </a:cubicBezTo>
                  <a:lnTo>
                    <a:pt x="2161233" y="300"/>
                  </a:lnTo>
                  <a:lnTo>
                    <a:pt x="2111317" y="204935"/>
                  </a:lnTo>
                  <a:cubicBezTo>
                    <a:pt x="1310759" y="1148741"/>
                    <a:pt x="665920" y="2271429"/>
                    <a:pt x="176801" y="3572994"/>
                  </a:cubicBezTo>
                  <a:close/>
                </a:path>
              </a:pathLst>
            </a:custGeom>
            <a:solidFill>
              <a:srgbClr val="858966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5639E15B-1131-AA3B-7583-AD7782AC266A}"/>
                </a:ext>
              </a:extLst>
            </p:cNvPr>
            <p:cNvSpPr/>
            <p:nvPr/>
          </p:nvSpPr>
          <p:spPr>
            <a:xfrm>
              <a:off x="7806952" y="1938804"/>
              <a:ext cx="1233912" cy="2346151"/>
            </a:xfrm>
            <a:custGeom>
              <a:avLst/>
              <a:gdLst>
                <a:gd name="connsiteX0" fmla="*/ 1234315 w 1233912"/>
                <a:gd name="connsiteY0" fmla="*/ 2163142 h 2346151"/>
                <a:gd name="connsiteX1" fmla="*/ 1162119 w 1233912"/>
                <a:gd name="connsiteY1" fmla="*/ 2346451 h 2346151"/>
                <a:gd name="connsiteX2" fmla="*/ 469466 w 1233912"/>
                <a:gd name="connsiteY2" fmla="*/ 80262 h 2346151"/>
                <a:gd name="connsiteX3" fmla="*/ 665152 w 1233912"/>
                <a:gd name="connsiteY3" fmla="*/ 300 h 2346151"/>
                <a:gd name="connsiteX4" fmla="*/ 596980 w 1233912"/>
                <a:gd name="connsiteY4" fmla="*/ 200601 h 2346151"/>
                <a:gd name="connsiteX5" fmla="*/ 1234315 w 1233912"/>
                <a:gd name="connsiteY5" fmla="*/ 2163142 h 234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3912" h="2346151">
                  <a:moveTo>
                    <a:pt x="1234315" y="2163142"/>
                  </a:moveTo>
                  <a:cubicBezTo>
                    <a:pt x="1213148" y="2225350"/>
                    <a:pt x="1189061" y="2286521"/>
                    <a:pt x="1162119" y="2346451"/>
                  </a:cubicBezTo>
                  <a:cubicBezTo>
                    <a:pt x="-104482" y="1775814"/>
                    <a:pt x="-335367" y="1020418"/>
                    <a:pt x="469466" y="80262"/>
                  </a:cubicBezTo>
                  <a:lnTo>
                    <a:pt x="665152" y="300"/>
                  </a:lnTo>
                  <a:lnTo>
                    <a:pt x="596980" y="200601"/>
                  </a:lnTo>
                  <a:cubicBezTo>
                    <a:pt x="-292863" y="1060533"/>
                    <a:pt x="-80419" y="1714712"/>
                    <a:pt x="1234315" y="2163142"/>
                  </a:cubicBezTo>
                  <a:close/>
                </a:path>
              </a:pathLst>
            </a:custGeom>
            <a:solidFill>
              <a:srgbClr val="DF5D41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6F9196B9-FD9D-C9A9-4CC1-D9FC3EB6784E}"/>
                </a:ext>
              </a:extLst>
            </p:cNvPr>
            <p:cNvSpPr/>
            <p:nvPr/>
          </p:nvSpPr>
          <p:spPr>
            <a:xfrm>
              <a:off x="7894890" y="2246299"/>
              <a:ext cx="1073807" cy="693160"/>
            </a:xfrm>
            <a:custGeom>
              <a:avLst/>
              <a:gdLst>
                <a:gd name="connsiteX0" fmla="*/ 984282 w 1073807"/>
                <a:gd name="connsiteY0" fmla="*/ 150033 h 693160"/>
                <a:gd name="connsiteX1" fmla="*/ 1074210 w 1073807"/>
                <a:gd name="connsiteY1" fmla="*/ 327095 h 693160"/>
                <a:gd name="connsiteX2" fmla="*/ 635976 w 1073807"/>
                <a:gd name="connsiteY2" fmla="*/ 39333 h 693160"/>
                <a:gd name="connsiteX3" fmla="*/ 844029 w 1073807"/>
                <a:gd name="connsiteY3" fmla="*/ 300 h 693160"/>
                <a:gd name="connsiteX4" fmla="*/ 737995 w 1073807"/>
                <a:gd name="connsiteY4" fmla="*/ 183732 h 693160"/>
                <a:gd name="connsiteX5" fmla="*/ 984282 w 1073807"/>
                <a:gd name="connsiteY5" fmla="*/ 150033 h 69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3807" h="693160">
                  <a:moveTo>
                    <a:pt x="984282" y="150033"/>
                  </a:moveTo>
                  <a:cubicBezTo>
                    <a:pt x="1017045" y="207593"/>
                    <a:pt x="1047059" y="266677"/>
                    <a:pt x="1074210" y="327095"/>
                  </a:cubicBezTo>
                  <a:cubicBezTo>
                    <a:pt x="-192412" y="897699"/>
                    <a:pt x="-338490" y="801779"/>
                    <a:pt x="635976" y="39333"/>
                  </a:cubicBezTo>
                  <a:lnTo>
                    <a:pt x="844029" y="300"/>
                  </a:lnTo>
                  <a:lnTo>
                    <a:pt x="737995" y="183732"/>
                  </a:lnTo>
                  <a:cubicBezTo>
                    <a:pt x="-304482" y="849911"/>
                    <a:pt x="-222387" y="838676"/>
                    <a:pt x="984282" y="150033"/>
                  </a:cubicBezTo>
                  <a:close/>
                </a:path>
              </a:pathLst>
            </a:custGeom>
            <a:solidFill>
              <a:srgbClr val="93825F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B7F3D418-FABB-C26B-3390-4512341A7F25}"/>
                </a:ext>
              </a:extLst>
            </p:cNvPr>
            <p:cNvSpPr/>
            <p:nvPr/>
          </p:nvSpPr>
          <p:spPr>
            <a:xfrm>
              <a:off x="7626758" y="2085594"/>
              <a:ext cx="985747" cy="3196894"/>
            </a:xfrm>
            <a:custGeom>
              <a:avLst/>
              <a:gdLst>
                <a:gd name="connsiteX0" fmla="*/ 569996 w 985747"/>
                <a:gd name="connsiteY0" fmla="*/ 3097754 h 3196894"/>
                <a:gd name="connsiteX1" fmla="*/ 398246 w 985747"/>
                <a:gd name="connsiteY1" fmla="*/ 3197195 h 3196894"/>
                <a:gd name="connsiteX2" fmla="*/ 783015 w 985747"/>
                <a:gd name="connsiteY2" fmla="*/ 59907 h 3196894"/>
                <a:gd name="connsiteX3" fmla="*/ 986150 w 985747"/>
                <a:gd name="connsiteY3" fmla="*/ 300 h 3196894"/>
                <a:gd name="connsiteX4" fmla="*/ 898905 w 985747"/>
                <a:gd name="connsiteY4" fmla="*/ 193400 h 3196894"/>
                <a:gd name="connsiteX5" fmla="*/ 569996 w 985747"/>
                <a:gd name="connsiteY5" fmla="*/ 3097754 h 3196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5747" h="3196894">
                  <a:moveTo>
                    <a:pt x="569996" y="3097754"/>
                  </a:moveTo>
                  <a:cubicBezTo>
                    <a:pt x="514354" y="3133616"/>
                    <a:pt x="457037" y="3166791"/>
                    <a:pt x="398246" y="3197195"/>
                  </a:cubicBezTo>
                  <a:cubicBezTo>
                    <a:pt x="-238980" y="1961534"/>
                    <a:pt x="-110721" y="915772"/>
                    <a:pt x="783015" y="59907"/>
                  </a:cubicBezTo>
                  <a:lnTo>
                    <a:pt x="986150" y="300"/>
                  </a:lnTo>
                  <a:lnTo>
                    <a:pt x="898905" y="193400"/>
                  </a:lnTo>
                  <a:cubicBezTo>
                    <a:pt x="-72093" y="960271"/>
                    <a:pt x="-181730" y="1928389"/>
                    <a:pt x="569996" y="3097754"/>
                  </a:cubicBezTo>
                  <a:close/>
                </a:path>
              </a:pathLst>
            </a:custGeom>
            <a:solidFill>
              <a:srgbClr val="CF6547">
                <a:alpha val="70000"/>
              </a:srgbClr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44" name="Graphic 323">
            <a:extLst>
              <a:ext uri="{FF2B5EF4-FFF2-40B4-BE49-F238E27FC236}">
                <a16:creationId xmlns:a16="http://schemas.microsoft.com/office/drawing/2014/main" id="{D0E91C61-B4B4-3F93-5897-40C7AF04DE36}"/>
              </a:ext>
            </a:extLst>
          </p:cNvPr>
          <p:cNvGrpSpPr/>
          <p:nvPr/>
        </p:nvGrpSpPr>
        <p:grpSpPr>
          <a:xfrm>
            <a:off x="4160301" y="619679"/>
            <a:ext cx="5806223" cy="5707316"/>
            <a:chOff x="4160301" y="619679"/>
            <a:chExt cx="5806223" cy="5707316"/>
          </a:xfrm>
          <a:solidFill>
            <a:srgbClr val="000000"/>
          </a:solidFill>
        </p:grpSpPr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6EE201F2-59E7-CC16-53AA-9779D989D1C3}"/>
                </a:ext>
              </a:extLst>
            </p:cNvPr>
            <p:cNvSpPr txBox="1"/>
            <p:nvPr/>
          </p:nvSpPr>
          <p:spPr>
            <a:xfrm rot="1621063">
              <a:off x="9138952" y="4551068"/>
              <a:ext cx="639512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2024 (379)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350CA9DB-C657-4C03-C37A-224E91474743}"/>
                </a:ext>
              </a:extLst>
            </p:cNvPr>
            <p:cNvSpPr txBox="1"/>
            <p:nvPr/>
          </p:nvSpPr>
          <p:spPr>
            <a:xfrm rot="-3672521">
              <a:off x="8026264" y="951849"/>
              <a:ext cx="696591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2014 (1309)</a:t>
              </a:r>
            </a:p>
          </p:txBody>
        </p:sp>
        <p:sp>
          <p:nvSpPr>
            <p:cNvPr id="447" name="TextBox 446">
              <a:extLst>
                <a:ext uri="{FF2B5EF4-FFF2-40B4-BE49-F238E27FC236}">
                  <a16:creationId xmlns:a16="http://schemas.microsoft.com/office/drawing/2014/main" id="{506B6204-E1C0-71CC-C036-5E978CAF3211}"/>
                </a:ext>
              </a:extLst>
            </p:cNvPr>
            <p:cNvSpPr txBox="1"/>
            <p:nvPr/>
          </p:nvSpPr>
          <p:spPr>
            <a:xfrm rot="-1058991">
              <a:off x="9305442" y="2516484"/>
              <a:ext cx="639511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2019 (553)</a:t>
              </a: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6294DC53-D6FA-C288-05AA-A3DDFD9A06AF}"/>
                </a:ext>
              </a:extLst>
            </p:cNvPr>
            <p:cNvSpPr txBox="1"/>
            <p:nvPr/>
          </p:nvSpPr>
          <p:spPr>
            <a:xfrm rot="4965457">
              <a:off x="7087212" y="5995508"/>
              <a:ext cx="639512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2022 (344)</a:t>
              </a: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051FF309-9459-D230-F11A-9DFA144114A2}"/>
                </a:ext>
              </a:extLst>
            </p:cNvPr>
            <p:cNvSpPr txBox="1"/>
            <p:nvPr/>
          </p:nvSpPr>
          <p:spPr>
            <a:xfrm rot="-3749673">
              <a:off x="5510046" y="5713332"/>
              <a:ext cx="639512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2018 (319)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38A17017-2E57-0A2C-F280-F6C4D32C404C}"/>
                </a:ext>
              </a:extLst>
            </p:cNvPr>
            <p:cNvSpPr txBox="1"/>
            <p:nvPr/>
          </p:nvSpPr>
          <p:spPr>
            <a:xfrm rot="1263109">
              <a:off x="4245351" y="2366031"/>
              <a:ext cx="639512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2021 (165)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78D012A4-6642-B288-9DF4-D7B5FE72E844}"/>
                </a:ext>
              </a:extLst>
            </p:cNvPr>
            <p:cNvSpPr txBox="1"/>
            <p:nvPr/>
          </p:nvSpPr>
          <p:spPr>
            <a:xfrm rot="3890691">
              <a:off x="7889355" y="5762197"/>
              <a:ext cx="639512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2023 (352)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93090C99-70C4-90D7-EEC5-671B5980417D}"/>
                </a:ext>
              </a:extLst>
            </p:cNvPr>
            <p:cNvSpPr txBox="1"/>
            <p:nvPr/>
          </p:nvSpPr>
          <p:spPr>
            <a:xfrm rot="-218663">
              <a:off x="4071725" y="3501627"/>
              <a:ext cx="639512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2020 (243)</a:t>
              </a:r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F07F0580-E3F8-5B6A-C243-473EDEF1DF95}"/>
                </a:ext>
              </a:extLst>
            </p:cNvPr>
            <p:cNvSpPr txBox="1"/>
            <p:nvPr/>
          </p:nvSpPr>
          <p:spPr>
            <a:xfrm rot="-2788400">
              <a:off x="4901446" y="5278419"/>
              <a:ext cx="639512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2016 (291)</a:t>
              </a: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8741F385-8935-879B-19C8-BED12033DBDF}"/>
                </a:ext>
              </a:extLst>
            </p:cNvPr>
            <p:cNvSpPr txBox="1"/>
            <p:nvPr/>
          </p:nvSpPr>
          <p:spPr>
            <a:xfrm rot="1787565">
              <a:off x="4421505" y="1993924"/>
              <a:ext cx="629998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2017 (114)</a:t>
              </a:r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25CD81F5-9AE1-4AD5-F94A-F29C1966804C}"/>
                </a:ext>
              </a:extLst>
            </p:cNvPr>
            <p:cNvSpPr txBox="1"/>
            <p:nvPr/>
          </p:nvSpPr>
          <p:spPr>
            <a:xfrm rot="-4775612">
              <a:off x="6264430" y="5972762"/>
              <a:ext cx="639511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2013 (340)</a:t>
              </a: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8FBB63ED-4EA4-6C89-C9F6-FF09E2011C2F}"/>
                </a:ext>
              </a:extLst>
            </p:cNvPr>
            <p:cNvSpPr txBox="1"/>
            <p:nvPr/>
          </p:nvSpPr>
          <p:spPr>
            <a:xfrm rot="-1873315">
              <a:off x="4454840" y="4723212"/>
              <a:ext cx="639511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2015 (284)</a:t>
              </a: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09A1E119-132B-7727-1329-D5FD46FE5BC9}"/>
                </a:ext>
              </a:extLst>
            </p:cNvPr>
            <p:cNvSpPr txBox="1"/>
            <p:nvPr/>
          </p:nvSpPr>
          <p:spPr>
            <a:xfrm rot="-1018934">
              <a:off x="4183481" y="4116812"/>
              <a:ext cx="629998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2011 (245)</a:t>
              </a: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8514A5CA-9B60-37F7-3298-95B375DEE4BE}"/>
                </a:ext>
              </a:extLst>
            </p:cNvPr>
            <p:cNvSpPr txBox="1"/>
            <p:nvPr/>
          </p:nvSpPr>
          <p:spPr>
            <a:xfrm rot="395847">
              <a:off x="9413953" y="3639501"/>
              <a:ext cx="639512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2005 (431)</a:t>
              </a: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CE33707B-911F-63F6-2219-91517BE664C4}"/>
                </a:ext>
              </a:extLst>
            </p:cNvPr>
            <p:cNvSpPr txBox="1"/>
            <p:nvPr/>
          </p:nvSpPr>
          <p:spPr>
            <a:xfrm rot="2773692">
              <a:off x="8604878" y="5270489"/>
              <a:ext cx="639512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2002 (376)</a:t>
              </a: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944C563D-4D3A-C66B-CA19-E5AF5344A1AA}"/>
                </a:ext>
              </a:extLst>
            </p:cNvPr>
            <p:cNvSpPr txBox="1"/>
            <p:nvPr/>
          </p:nvSpPr>
          <p:spPr>
            <a:xfrm rot="573689">
              <a:off x="4103564" y="2884722"/>
              <a:ext cx="639512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1979 (239)</a:t>
              </a:r>
            </a:p>
          </p:txBody>
        </p:sp>
        <p:sp>
          <p:nvSpPr>
            <p:cNvPr id="461" name="TextBox 460">
              <a:extLst>
                <a:ext uri="{FF2B5EF4-FFF2-40B4-BE49-F238E27FC236}">
                  <a16:creationId xmlns:a16="http://schemas.microsoft.com/office/drawing/2014/main" id="{C5064B35-830B-2A20-390B-678A73B8045D}"/>
                </a:ext>
              </a:extLst>
            </p:cNvPr>
            <p:cNvSpPr txBox="1"/>
            <p:nvPr/>
          </p:nvSpPr>
          <p:spPr>
            <a:xfrm rot="2476199">
              <a:off x="4775500" y="1571717"/>
              <a:ext cx="582433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2007 (53)</a:t>
              </a:r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C32CF8B9-B198-4A4B-750E-90D658301062}"/>
                </a:ext>
              </a:extLst>
            </p:cNvPr>
            <p:cNvSpPr txBox="1"/>
            <p:nvPr/>
          </p:nvSpPr>
          <p:spPr>
            <a:xfrm rot="2172132">
              <a:off x="4628123" y="1755665"/>
              <a:ext cx="582433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2006 (59)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5AC9263D-1C4A-068E-564B-3F48259C92A6}"/>
                </a:ext>
              </a:extLst>
            </p:cNvPr>
            <p:cNvSpPr txBox="1"/>
            <p:nvPr/>
          </p:nvSpPr>
          <p:spPr>
            <a:xfrm rot="2768389">
              <a:off x="4931880" y="1407899"/>
              <a:ext cx="582433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2012 (50)</a:t>
              </a:r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id="{9FA92E9B-75CE-FBF0-1C55-8D1DDD45E75D}"/>
                </a:ext>
              </a:extLst>
            </p:cNvPr>
            <p:cNvSpPr txBox="1"/>
            <p:nvPr/>
          </p:nvSpPr>
          <p:spPr>
            <a:xfrm rot="3210243">
              <a:off x="5193274" y="1186891"/>
              <a:ext cx="582433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2008 (14)</a:t>
              </a:r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1241DFB0-A3D3-9092-56AE-8F2290DE982B}"/>
                </a:ext>
              </a:extLst>
            </p:cNvPr>
            <p:cNvSpPr txBox="1"/>
            <p:nvPr/>
          </p:nvSpPr>
          <p:spPr>
            <a:xfrm rot="3399494">
              <a:off x="5318730" y="1110816"/>
              <a:ext cx="582433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1998 (11)</a:t>
              </a: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EB395D5B-C44A-4437-4B0A-513D5FA30382}"/>
                </a:ext>
              </a:extLst>
            </p:cNvPr>
            <p:cNvSpPr txBox="1"/>
            <p:nvPr/>
          </p:nvSpPr>
          <p:spPr>
            <a:xfrm rot="4110319">
              <a:off x="5837518" y="880395"/>
              <a:ext cx="534867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2010 (6)</a:t>
              </a:r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9FE9A7DC-8050-9C37-2CFC-C168EE4ABD97}"/>
                </a:ext>
              </a:extLst>
            </p:cNvPr>
            <p:cNvSpPr txBox="1"/>
            <p:nvPr/>
          </p:nvSpPr>
          <p:spPr>
            <a:xfrm rot="3582151">
              <a:off x="5474321" y="1056945"/>
              <a:ext cx="534867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1999 (9)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9157FD4B-85F6-FB94-D0FE-760A68FB73D6}"/>
                </a:ext>
              </a:extLst>
            </p:cNvPr>
            <p:cNvSpPr txBox="1"/>
            <p:nvPr/>
          </p:nvSpPr>
          <p:spPr>
            <a:xfrm rot="3013069">
              <a:off x="5073130" y="1281345"/>
              <a:ext cx="582433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1990 (17)</a:t>
              </a:r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DD7AB7CA-6E65-74C8-983E-AFE7D17C3CBE}"/>
                </a:ext>
              </a:extLst>
            </p:cNvPr>
            <p:cNvSpPr txBox="1"/>
            <p:nvPr/>
          </p:nvSpPr>
          <p:spPr>
            <a:xfrm rot="4278457">
              <a:off x="5958326" y="836150"/>
              <a:ext cx="534867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1992 (3)</a:t>
              </a:r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45EEC891-EF58-50ED-54B2-3C796B520644}"/>
                </a:ext>
              </a:extLst>
            </p:cNvPr>
            <p:cNvSpPr txBox="1"/>
            <p:nvPr/>
          </p:nvSpPr>
          <p:spPr>
            <a:xfrm rot="3936903">
              <a:off x="5715338" y="932173"/>
              <a:ext cx="534867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2000 (7)</a:t>
              </a:r>
            </a:p>
          </p:txBody>
        </p:sp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C2192524-E08A-1E84-2C50-82832F1AE608}"/>
                </a:ext>
              </a:extLst>
            </p:cNvPr>
            <p:cNvSpPr txBox="1"/>
            <p:nvPr/>
          </p:nvSpPr>
          <p:spPr>
            <a:xfrm rot="3760845">
              <a:off x="5594119" y="990978"/>
              <a:ext cx="534867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1980 (8)</a:t>
              </a:r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FB034DB4-568A-4CB6-5F22-BE3C56D54966}"/>
                </a:ext>
              </a:extLst>
            </p:cNvPr>
            <p:cNvSpPr txBox="1"/>
            <p:nvPr/>
          </p:nvSpPr>
          <p:spPr>
            <a:xfrm rot="4441317">
              <a:off x="6077267" y="798973"/>
              <a:ext cx="534867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2025 (2)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276D466C-1881-835E-CD87-EED4A3C7ACCA}"/>
                </a:ext>
              </a:extLst>
            </p:cNvPr>
            <p:cNvSpPr txBox="1"/>
            <p:nvPr/>
          </p:nvSpPr>
          <p:spPr>
            <a:xfrm rot="4602857">
              <a:off x="6196850" y="767717"/>
              <a:ext cx="534867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1982 (2)</a:t>
              </a:r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E4F7B754-A452-383B-15FC-92DC27C78AF3}"/>
                </a:ext>
              </a:extLst>
            </p:cNvPr>
            <p:cNvSpPr txBox="1"/>
            <p:nvPr/>
          </p:nvSpPr>
          <p:spPr>
            <a:xfrm rot="4764397">
              <a:off x="6317767" y="742117"/>
              <a:ext cx="534867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1978 (2)</a:t>
              </a:r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398AA8C0-654E-8C4D-527C-5273E00CA840}"/>
                </a:ext>
              </a:extLst>
            </p:cNvPr>
            <p:cNvSpPr txBox="1"/>
            <p:nvPr/>
          </p:nvSpPr>
          <p:spPr>
            <a:xfrm rot="4924617">
              <a:off x="6438751" y="722366"/>
              <a:ext cx="534867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1995 (1)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A1A16AB7-6946-0F22-A41B-A44BBF7E76AC}"/>
                </a:ext>
              </a:extLst>
            </p:cNvPr>
            <p:cNvSpPr txBox="1"/>
            <p:nvPr/>
          </p:nvSpPr>
          <p:spPr>
            <a:xfrm rot="5083518">
              <a:off x="6559518" y="708385"/>
              <a:ext cx="534867" cy="19621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1997 (1)</a:t>
              </a:r>
            </a:p>
          </p:txBody>
        </p:sp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id="{E2C4A61C-D8D3-DB9B-BCC8-E8B4131B3ABD}"/>
                </a:ext>
              </a:extLst>
            </p:cNvPr>
            <p:cNvSpPr txBox="1"/>
            <p:nvPr/>
          </p:nvSpPr>
          <p:spPr>
            <a:xfrm rot="5242419">
              <a:off x="6680801" y="700000"/>
              <a:ext cx="534867" cy="19621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125" b="1" spc="0" baseline="23333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1977 (1)</a:t>
              </a:r>
            </a:p>
          </p:txBody>
        </p:sp>
      </p:grpSp>
      <p:pic>
        <p:nvPicPr>
          <p:cNvPr id="325" name="Picture 324">
            <a:extLst>
              <a:ext uri="{FF2B5EF4-FFF2-40B4-BE49-F238E27FC236}">
                <a16:creationId xmlns:a16="http://schemas.microsoft.com/office/drawing/2014/main" id="{6D0900CC-1BED-8B7A-4E6B-02C5B2620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86" y="-670791"/>
            <a:ext cx="66675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24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8AA04097-2307-1AFC-65FB-DD7872440DB6}"/>
              </a:ext>
            </a:extLst>
          </p:cNvPr>
          <p:cNvGrpSpPr/>
          <p:nvPr/>
        </p:nvGrpSpPr>
        <p:grpSpPr>
          <a:xfrm>
            <a:off x="1440015" y="575342"/>
            <a:ext cx="5806223" cy="5707316"/>
            <a:chOff x="3187535" y="619679"/>
            <a:chExt cx="5806223" cy="5707316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3741C59-2B61-02F7-B9D3-75D0BA9CB462}"/>
                </a:ext>
              </a:extLst>
            </p:cNvPr>
            <p:cNvGrpSpPr/>
            <p:nvPr/>
          </p:nvGrpSpPr>
          <p:grpSpPr>
            <a:xfrm>
              <a:off x="3717706" y="1047750"/>
              <a:ext cx="4756588" cy="4762499"/>
              <a:chOff x="3717706" y="1047750"/>
              <a:chExt cx="4756588" cy="4762499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9AEF945B-3546-4795-AF7B-BD79027C213A}"/>
                  </a:ext>
                </a:extLst>
              </p:cNvPr>
              <p:cNvSpPr/>
              <p:nvPr/>
            </p:nvSpPr>
            <p:spPr>
              <a:xfrm>
                <a:off x="7802957" y="4100207"/>
                <a:ext cx="546027" cy="706640"/>
              </a:xfrm>
              <a:custGeom>
                <a:avLst/>
                <a:gdLst>
                  <a:gd name="connsiteX0" fmla="*/ 546430 w 546027"/>
                  <a:gd name="connsiteY0" fmla="*/ 91829 h 706640"/>
                  <a:gd name="connsiteX1" fmla="*/ 233171 w 546027"/>
                  <a:gd name="connsiteY1" fmla="*/ 706941 h 706640"/>
                  <a:gd name="connsiteX2" fmla="*/ 403 w 546027"/>
                  <a:gd name="connsiteY2" fmla="*/ 541596 h 706640"/>
                  <a:gd name="connsiteX3" fmla="*/ 276075 w 546027"/>
                  <a:gd name="connsiteY3" fmla="*/ 300 h 706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6027" h="706640">
                    <a:moveTo>
                      <a:pt x="546430" y="91829"/>
                    </a:moveTo>
                    <a:cubicBezTo>
                      <a:pt x="472408" y="311015"/>
                      <a:pt x="366878" y="518231"/>
                      <a:pt x="233171" y="706941"/>
                    </a:cubicBezTo>
                    <a:lnTo>
                      <a:pt x="403" y="541596"/>
                    </a:lnTo>
                    <a:cubicBezTo>
                      <a:pt x="118071" y="375528"/>
                      <a:pt x="210938" y="193184"/>
                      <a:pt x="276075" y="300"/>
                    </a:cubicBezTo>
                    <a:close/>
                  </a:path>
                </a:pathLst>
              </a:custGeom>
              <a:solidFill>
                <a:srgbClr val="F4E1B3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A6A43C7A-5EB4-7DC3-2D68-C81A274201B5}"/>
                  </a:ext>
                </a:extLst>
              </p:cNvPr>
              <p:cNvSpPr/>
              <p:nvPr/>
            </p:nvSpPr>
            <p:spPr>
              <a:xfrm>
                <a:off x="6096000" y="1047750"/>
                <a:ext cx="2007668" cy="1257890"/>
              </a:xfrm>
              <a:custGeom>
                <a:avLst/>
                <a:gdLst>
                  <a:gd name="connsiteX0" fmla="*/ 403 w 2007668"/>
                  <a:gd name="connsiteY0" fmla="*/ 300 h 1257890"/>
                  <a:gd name="connsiteX1" fmla="*/ 2008071 w 2007668"/>
                  <a:gd name="connsiteY1" fmla="*/ 1105000 h 1257890"/>
                  <a:gd name="connsiteX2" fmla="*/ 1767150 w 2007668"/>
                  <a:gd name="connsiteY2" fmla="*/ 1258191 h 1257890"/>
                  <a:gd name="connsiteX3" fmla="*/ 403 w 2007668"/>
                  <a:gd name="connsiteY3" fmla="*/ 286050 h 1257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7668" h="1257890">
                    <a:moveTo>
                      <a:pt x="403" y="300"/>
                    </a:moveTo>
                    <a:cubicBezTo>
                      <a:pt x="814335" y="300"/>
                      <a:pt x="1571740" y="417057"/>
                      <a:pt x="2008071" y="1105000"/>
                    </a:cubicBezTo>
                    <a:lnTo>
                      <a:pt x="1767150" y="1258191"/>
                    </a:lnTo>
                    <a:cubicBezTo>
                      <a:pt x="1383180" y="652791"/>
                      <a:pt x="716663" y="286050"/>
                      <a:pt x="403" y="286050"/>
                    </a:cubicBezTo>
                    <a:close/>
                  </a:path>
                </a:pathLst>
              </a:custGeom>
              <a:solidFill>
                <a:srgbClr val="4F827F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367D221-3AFF-5056-6390-C0C0C8326A98}"/>
                  </a:ext>
                </a:extLst>
              </p:cNvPr>
              <p:cNvSpPr/>
              <p:nvPr/>
            </p:nvSpPr>
            <p:spPr>
              <a:xfrm>
                <a:off x="7911911" y="2245109"/>
                <a:ext cx="551487" cy="983531"/>
              </a:xfrm>
              <a:custGeom>
                <a:avLst/>
                <a:gdLst>
                  <a:gd name="connsiteX0" fmla="*/ 248021 w 551487"/>
                  <a:gd name="connsiteY0" fmla="*/ 300 h 983531"/>
                  <a:gd name="connsiteX1" fmla="*/ 551890 w 551487"/>
                  <a:gd name="connsiteY1" fmla="*/ 956509 h 983531"/>
                  <a:gd name="connsiteX2" fmla="*/ 267799 w 551487"/>
                  <a:gd name="connsiteY2" fmla="*/ 983832 h 983531"/>
                  <a:gd name="connsiteX3" fmla="*/ 403 w 551487"/>
                  <a:gd name="connsiteY3" fmla="*/ 142365 h 983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1487" h="983531">
                    <a:moveTo>
                      <a:pt x="248021" y="300"/>
                    </a:moveTo>
                    <a:cubicBezTo>
                      <a:pt x="415995" y="293809"/>
                      <a:pt x="519584" y="619781"/>
                      <a:pt x="551890" y="956509"/>
                    </a:cubicBezTo>
                    <a:lnTo>
                      <a:pt x="267799" y="983832"/>
                    </a:lnTo>
                    <a:cubicBezTo>
                      <a:pt x="239373" y="687511"/>
                      <a:pt x="148218" y="400655"/>
                      <a:pt x="403" y="142365"/>
                    </a:cubicBezTo>
                    <a:close/>
                  </a:path>
                </a:pathLst>
              </a:custGeom>
              <a:solidFill>
                <a:srgbClr val="C89B49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C63D332-5669-7A1B-048C-22C82A5953F5}"/>
                  </a:ext>
                </a:extLst>
              </p:cNvPr>
              <p:cNvSpPr/>
              <p:nvPr/>
            </p:nvSpPr>
            <p:spPr>
              <a:xfrm>
                <a:off x="6082557" y="5454900"/>
                <a:ext cx="621313" cy="355349"/>
              </a:xfrm>
              <a:custGeom>
                <a:avLst/>
                <a:gdLst>
                  <a:gd name="connsiteX0" fmla="*/ 621716 w 621313"/>
                  <a:gd name="connsiteY0" fmla="*/ 276554 h 355349"/>
                  <a:gd name="connsiteX1" fmla="*/ 403 w 621313"/>
                  <a:gd name="connsiteY1" fmla="*/ 355611 h 355349"/>
                  <a:gd name="connsiteX2" fmla="*/ 2016 w 621313"/>
                  <a:gd name="connsiteY2" fmla="*/ 69861 h 355349"/>
                  <a:gd name="connsiteX3" fmla="*/ 548772 w 621313"/>
                  <a:gd name="connsiteY3" fmla="*/ 300 h 355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1313" h="355349">
                    <a:moveTo>
                      <a:pt x="621716" y="276554"/>
                    </a:moveTo>
                    <a:cubicBezTo>
                      <a:pt x="418998" y="330218"/>
                      <a:pt x="210082" y="356802"/>
                      <a:pt x="403" y="355611"/>
                    </a:cubicBezTo>
                    <a:lnTo>
                      <a:pt x="2016" y="69861"/>
                    </a:lnTo>
                    <a:cubicBezTo>
                      <a:pt x="186534" y="70909"/>
                      <a:pt x="370380" y="47515"/>
                      <a:pt x="548772" y="300"/>
                    </a:cubicBezTo>
                    <a:close/>
                  </a:path>
                </a:pathLst>
              </a:custGeom>
              <a:solidFill>
                <a:srgbClr val="5E9C9D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AB0166C-C3DC-976B-7183-32458A76C432}"/>
                  </a:ext>
                </a:extLst>
              </p:cNvPr>
              <p:cNvSpPr/>
              <p:nvPr/>
            </p:nvSpPr>
            <p:spPr>
              <a:xfrm>
                <a:off x="4748174" y="5155501"/>
                <a:ext cx="615250" cy="504110"/>
              </a:xfrm>
              <a:custGeom>
                <a:avLst/>
                <a:gdLst>
                  <a:gd name="connsiteX0" fmla="*/ 515756 w 615250"/>
                  <a:gd name="connsiteY0" fmla="*/ 504411 h 504110"/>
                  <a:gd name="connsiteX1" fmla="*/ 403 w 615250"/>
                  <a:gd name="connsiteY1" fmla="*/ 235739 h 504110"/>
                  <a:gd name="connsiteX2" fmla="*/ 162145 w 615250"/>
                  <a:gd name="connsiteY2" fmla="*/ 300 h 504110"/>
                  <a:gd name="connsiteX3" fmla="*/ 615653 w 615250"/>
                  <a:gd name="connsiteY3" fmla="*/ 236739 h 504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250" h="504110">
                    <a:moveTo>
                      <a:pt x="515756" y="504411"/>
                    </a:moveTo>
                    <a:cubicBezTo>
                      <a:pt x="333649" y="436278"/>
                      <a:pt x="160576" y="346048"/>
                      <a:pt x="403" y="235739"/>
                    </a:cubicBezTo>
                    <a:lnTo>
                      <a:pt x="162145" y="300"/>
                    </a:lnTo>
                    <a:cubicBezTo>
                      <a:pt x="303092" y="97379"/>
                      <a:pt x="455399" y="176779"/>
                      <a:pt x="615653" y="236739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8DE60FA-8C46-51B1-9979-5E7C170E456B}"/>
                  </a:ext>
                </a:extLst>
              </p:cNvPr>
              <p:cNvSpPr/>
              <p:nvPr/>
            </p:nvSpPr>
            <p:spPr>
              <a:xfrm>
                <a:off x="3826814" y="2434675"/>
                <a:ext cx="367484" cy="366894"/>
              </a:xfrm>
              <a:custGeom>
                <a:avLst/>
                <a:gdLst>
                  <a:gd name="connsiteX0" fmla="*/ 403 w 367484"/>
                  <a:gd name="connsiteY0" fmla="*/ 281635 h 366894"/>
                  <a:gd name="connsiteX1" fmla="*/ 108558 w 367484"/>
                  <a:gd name="connsiteY1" fmla="*/ 300 h 366894"/>
                  <a:gd name="connsiteX2" fmla="*/ 367887 w 367484"/>
                  <a:gd name="connsiteY2" fmla="*/ 119617 h 366894"/>
                  <a:gd name="connsiteX3" fmla="*/ 272708 w 367484"/>
                  <a:gd name="connsiteY3" fmla="*/ 367194 h 366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7484" h="366894">
                    <a:moveTo>
                      <a:pt x="403" y="281635"/>
                    </a:moveTo>
                    <a:cubicBezTo>
                      <a:pt x="30483" y="185663"/>
                      <a:pt x="66614" y="91695"/>
                      <a:pt x="108558" y="300"/>
                    </a:cubicBezTo>
                    <a:lnTo>
                      <a:pt x="367887" y="119617"/>
                    </a:lnTo>
                    <a:cubicBezTo>
                      <a:pt x="330966" y="200047"/>
                      <a:pt x="299183" y="282738"/>
                      <a:pt x="272708" y="367194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9758CBD-FD7E-DC0E-E07E-80CFDC2BBCB5}"/>
                  </a:ext>
                </a:extLst>
              </p:cNvPr>
              <p:cNvSpPr/>
              <p:nvPr/>
            </p:nvSpPr>
            <p:spPr>
              <a:xfrm>
                <a:off x="6722313" y="5188477"/>
                <a:ext cx="665422" cy="512645"/>
              </a:xfrm>
              <a:custGeom>
                <a:avLst/>
                <a:gdLst>
                  <a:gd name="connsiteX0" fmla="*/ 665825 w 665422"/>
                  <a:gd name="connsiteY0" fmla="*/ 240225 h 512645"/>
                  <a:gd name="connsiteX1" fmla="*/ 85809 w 665422"/>
                  <a:gd name="connsiteY1" fmla="*/ 512945 h 512645"/>
                  <a:gd name="connsiteX2" fmla="*/ 403 w 665422"/>
                  <a:gd name="connsiteY2" fmla="*/ 240292 h 512645"/>
                  <a:gd name="connsiteX3" fmla="*/ 510817 w 665422"/>
                  <a:gd name="connsiteY3" fmla="*/ 300 h 512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5422" h="512645">
                    <a:moveTo>
                      <a:pt x="665825" y="240225"/>
                    </a:moveTo>
                    <a:cubicBezTo>
                      <a:pt x="485655" y="356916"/>
                      <a:pt x="290550" y="448651"/>
                      <a:pt x="85809" y="512945"/>
                    </a:cubicBezTo>
                    <a:lnTo>
                      <a:pt x="403" y="240292"/>
                    </a:lnTo>
                    <a:cubicBezTo>
                      <a:pt x="180574" y="183713"/>
                      <a:pt x="352271" y="102979"/>
                      <a:pt x="510817" y="300"/>
                    </a:cubicBezTo>
                    <a:close/>
                  </a:path>
                </a:pathLst>
              </a:custGeom>
              <a:solidFill>
                <a:srgbClr val="D5C1AB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148E526-0ED2-94CD-DE96-61E117C8E4CE}"/>
                  </a:ext>
                </a:extLst>
              </p:cNvPr>
              <p:cNvSpPr/>
              <p:nvPr/>
            </p:nvSpPr>
            <p:spPr>
              <a:xfrm>
                <a:off x="3717706" y="3358341"/>
                <a:ext cx="311101" cy="442722"/>
              </a:xfrm>
              <a:custGeom>
                <a:avLst/>
                <a:gdLst>
                  <a:gd name="connsiteX0" fmla="*/ 29610 w 311101"/>
                  <a:gd name="connsiteY0" fmla="*/ 443022 h 442722"/>
                  <a:gd name="connsiteX1" fmla="*/ 1451 w 311101"/>
                  <a:gd name="connsiteY1" fmla="*/ 300 h 442722"/>
                  <a:gd name="connsiteX2" fmla="*/ 286722 w 311101"/>
                  <a:gd name="connsiteY2" fmla="*/ 8779 h 442722"/>
                  <a:gd name="connsiteX3" fmla="*/ 311504 w 311101"/>
                  <a:gd name="connsiteY3" fmla="*/ 398375 h 442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1101" h="442722">
                    <a:moveTo>
                      <a:pt x="29610" y="443022"/>
                    </a:moveTo>
                    <a:cubicBezTo>
                      <a:pt x="6492" y="296647"/>
                      <a:pt x="-2945" y="148430"/>
                      <a:pt x="1451" y="300"/>
                    </a:cubicBezTo>
                    <a:lnTo>
                      <a:pt x="286722" y="8779"/>
                    </a:lnTo>
                    <a:cubicBezTo>
                      <a:pt x="282859" y="139133"/>
                      <a:pt x="291155" y="269564"/>
                      <a:pt x="311504" y="398375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9775D6A-5430-94C9-BD29-602CFA7B2D57}"/>
                  </a:ext>
                </a:extLst>
              </p:cNvPr>
              <p:cNvSpPr/>
              <p:nvPr/>
            </p:nvSpPr>
            <p:spPr>
              <a:xfrm>
                <a:off x="4276064" y="4777997"/>
                <a:ext cx="556720" cy="549592"/>
              </a:xfrm>
              <a:custGeom>
                <a:avLst/>
                <a:gdLst>
                  <a:gd name="connsiteX0" fmla="*/ 384868 w 556720"/>
                  <a:gd name="connsiteY0" fmla="*/ 549893 h 549592"/>
                  <a:gd name="connsiteX1" fmla="*/ 403 w 556720"/>
                  <a:gd name="connsiteY1" fmla="*/ 184256 h 549592"/>
                  <a:gd name="connsiteX2" fmla="*/ 218796 w 556720"/>
                  <a:gd name="connsiteY2" fmla="*/ 300 h 549592"/>
                  <a:gd name="connsiteX3" fmla="*/ 557123 w 556720"/>
                  <a:gd name="connsiteY3" fmla="*/ 322064 h 549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6720" h="549592">
                    <a:moveTo>
                      <a:pt x="384868" y="549893"/>
                    </a:moveTo>
                    <a:cubicBezTo>
                      <a:pt x="243502" y="442746"/>
                      <a:pt x="114542" y="320102"/>
                      <a:pt x="403" y="184256"/>
                    </a:cubicBezTo>
                    <a:lnTo>
                      <a:pt x="218796" y="300"/>
                    </a:lnTo>
                    <a:cubicBezTo>
                      <a:pt x="319236" y="119848"/>
                      <a:pt x="432719" y="227767"/>
                      <a:pt x="557123" y="322064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81BDCA89-165A-3C44-E204-0A2F06714EDA}"/>
                  </a:ext>
                </a:extLst>
              </p:cNvPr>
              <p:cNvSpPr/>
              <p:nvPr/>
            </p:nvSpPr>
            <p:spPr>
              <a:xfrm>
                <a:off x="3982326" y="2156564"/>
                <a:ext cx="344633" cy="311810"/>
              </a:xfrm>
              <a:custGeom>
                <a:avLst/>
                <a:gdLst>
                  <a:gd name="connsiteX0" fmla="*/ 403 w 344633"/>
                  <a:gd name="connsiteY0" fmla="*/ 181123 h 311810"/>
                  <a:gd name="connsiteX1" fmla="*/ 103801 w 344633"/>
                  <a:gd name="connsiteY1" fmla="*/ 300 h 311810"/>
                  <a:gd name="connsiteX2" fmla="*/ 345036 w 344633"/>
                  <a:gd name="connsiteY2" fmla="*/ 152995 h 311810"/>
                  <a:gd name="connsiteX3" fmla="*/ 254043 w 344633"/>
                  <a:gd name="connsiteY3" fmla="*/ 312110 h 311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4633" h="311810">
                    <a:moveTo>
                      <a:pt x="403" y="181123"/>
                    </a:moveTo>
                    <a:cubicBezTo>
                      <a:pt x="32215" y="119363"/>
                      <a:pt x="66719" y="59031"/>
                      <a:pt x="103801" y="300"/>
                    </a:cubicBezTo>
                    <a:lnTo>
                      <a:pt x="345036" y="152995"/>
                    </a:lnTo>
                    <a:cubicBezTo>
                      <a:pt x="312396" y="204678"/>
                      <a:pt x="282040" y="257770"/>
                      <a:pt x="254043" y="312110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88A0BA2-36F5-48E2-4F1E-37CC9CB8ADF8}"/>
                  </a:ext>
                </a:extLst>
              </p:cNvPr>
              <p:cNvSpPr/>
              <p:nvPr/>
            </p:nvSpPr>
            <p:spPr>
              <a:xfrm>
                <a:off x="5365618" y="5423239"/>
                <a:ext cx="623466" cy="383905"/>
              </a:xfrm>
              <a:custGeom>
                <a:avLst/>
                <a:gdLst>
                  <a:gd name="connsiteX0" fmla="*/ 609289 w 623466"/>
                  <a:gd name="connsiteY0" fmla="*/ 384205 h 383905"/>
                  <a:gd name="connsiteX1" fmla="*/ 403 w 623466"/>
                  <a:gd name="connsiteY1" fmla="*/ 272239 h 383905"/>
                  <a:gd name="connsiteX2" fmla="*/ 88048 w 623466"/>
                  <a:gd name="connsiteY2" fmla="*/ 300 h 383905"/>
                  <a:gd name="connsiteX3" fmla="*/ 623869 w 623466"/>
                  <a:gd name="connsiteY3" fmla="*/ 98827 h 383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3466" h="383905">
                    <a:moveTo>
                      <a:pt x="609289" y="384205"/>
                    </a:moveTo>
                    <a:cubicBezTo>
                      <a:pt x="402322" y="373604"/>
                      <a:pt x="197626" y="335961"/>
                      <a:pt x="403" y="272239"/>
                    </a:cubicBezTo>
                    <a:lnTo>
                      <a:pt x="88048" y="300"/>
                    </a:lnTo>
                    <a:cubicBezTo>
                      <a:pt x="261605" y="56374"/>
                      <a:pt x="441737" y="89492"/>
                      <a:pt x="623869" y="98827"/>
                    </a:cubicBezTo>
                    <a:close/>
                  </a:path>
                </a:pathLst>
              </a:custGeom>
              <a:solidFill>
                <a:srgbClr val="E8A97E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6EC01E3-F41D-2569-D145-CDB1948F1BAB}"/>
                  </a:ext>
                </a:extLst>
              </p:cNvPr>
              <p:cNvSpPr/>
              <p:nvPr/>
            </p:nvSpPr>
            <p:spPr>
              <a:xfrm>
                <a:off x="3940106" y="4313779"/>
                <a:ext cx="494789" cy="563792"/>
              </a:xfrm>
              <a:custGeom>
                <a:avLst/>
                <a:gdLst>
                  <a:gd name="connsiteX0" fmla="*/ 268674 w 494789"/>
                  <a:gd name="connsiteY0" fmla="*/ 564092 h 563792"/>
                  <a:gd name="connsiteX1" fmla="*/ 403 w 494789"/>
                  <a:gd name="connsiteY1" fmla="*/ 120951 h 563792"/>
                  <a:gd name="connsiteX2" fmla="*/ 259104 w 494789"/>
                  <a:gd name="connsiteY2" fmla="*/ 300 h 563792"/>
                  <a:gd name="connsiteX3" fmla="*/ 495192 w 494789"/>
                  <a:gd name="connsiteY3" fmla="*/ 390261 h 563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4789" h="563792">
                    <a:moveTo>
                      <a:pt x="268674" y="564092"/>
                    </a:moveTo>
                    <a:cubicBezTo>
                      <a:pt x="163411" y="426590"/>
                      <a:pt x="73454" y="277999"/>
                      <a:pt x="403" y="120951"/>
                    </a:cubicBezTo>
                    <a:lnTo>
                      <a:pt x="259104" y="300"/>
                    </a:lnTo>
                    <a:cubicBezTo>
                      <a:pt x="323394" y="138496"/>
                      <a:pt x="402562" y="269265"/>
                      <a:pt x="495192" y="39026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E19D3254-DDF2-CC3E-7E95-1687D547CD22}"/>
                  </a:ext>
                </a:extLst>
              </p:cNvPr>
              <p:cNvSpPr/>
              <p:nvPr/>
            </p:nvSpPr>
            <p:spPr>
              <a:xfrm>
                <a:off x="3766225" y="3850125"/>
                <a:ext cx="394387" cy="485182"/>
              </a:xfrm>
              <a:custGeom>
                <a:avLst/>
                <a:gdLst>
                  <a:gd name="connsiteX0" fmla="*/ 130876 w 394387"/>
                  <a:gd name="connsiteY0" fmla="*/ 485483 h 485182"/>
                  <a:gd name="connsiteX1" fmla="*/ 403 w 394387"/>
                  <a:gd name="connsiteY1" fmla="*/ 57725 h 485182"/>
                  <a:gd name="connsiteX2" fmla="*/ 279975 w 394387"/>
                  <a:gd name="connsiteY2" fmla="*/ 300 h 485182"/>
                  <a:gd name="connsiteX3" fmla="*/ 394790 w 394387"/>
                  <a:gd name="connsiteY3" fmla="*/ 376726 h 485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387" h="485182">
                    <a:moveTo>
                      <a:pt x="130876" y="485483"/>
                    </a:moveTo>
                    <a:cubicBezTo>
                      <a:pt x="74082" y="347311"/>
                      <a:pt x="30398" y="204094"/>
                      <a:pt x="403" y="57725"/>
                    </a:cubicBezTo>
                    <a:lnTo>
                      <a:pt x="279975" y="300"/>
                    </a:lnTo>
                    <a:cubicBezTo>
                      <a:pt x="306374" y="129104"/>
                      <a:pt x="344808" y="255135"/>
                      <a:pt x="394790" y="376726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576EC256-8683-268D-0109-C4924DC26DFD}"/>
                  </a:ext>
                </a:extLst>
              </p:cNvPr>
              <p:cNvSpPr/>
              <p:nvPr/>
            </p:nvSpPr>
            <p:spPr>
              <a:xfrm>
                <a:off x="8107045" y="3309259"/>
                <a:ext cx="367249" cy="779188"/>
              </a:xfrm>
              <a:custGeom>
                <a:avLst/>
                <a:gdLst>
                  <a:gd name="connsiteX0" fmla="*/ 364643 w 367249"/>
                  <a:gd name="connsiteY0" fmla="*/ 300 h 779188"/>
                  <a:gd name="connsiteX1" fmla="*/ 274629 w 367249"/>
                  <a:gd name="connsiteY1" fmla="*/ 779489 h 779188"/>
                  <a:gd name="connsiteX2" fmla="*/ 403 w 367249"/>
                  <a:gd name="connsiteY2" fmla="*/ 700355 h 779188"/>
                  <a:gd name="connsiteX3" fmla="*/ 79609 w 367249"/>
                  <a:gd name="connsiteY3" fmla="*/ 14668 h 779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7249" h="779188">
                    <a:moveTo>
                      <a:pt x="364643" y="300"/>
                    </a:moveTo>
                    <a:cubicBezTo>
                      <a:pt x="377866" y="263225"/>
                      <a:pt x="347443" y="526527"/>
                      <a:pt x="274629" y="779489"/>
                    </a:cubicBezTo>
                    <a:lnTo>
                      <a:pt x="403" y="700355"/>
                    </a:lnTo>
                    <a:cubicBezTo>
                      <a:pt x="64474" y="477748"/>
                      <a:pt x="91244" y="246043"/>
                      <a:pt x="79609" y="14668"/>
                    </a:cubicBezTo>
                    <a:close/>
                  </a:path>
                </a:pathLst>
              </a:custGeom>
              <a:solidFill>
                <a:srgbClr val="386863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EADDF3FF-02DA-6BE4-3471-3E7D070EB185}"/>
                  </a:ext>
                </a:extLst>
              </p:cNvPr>
              <p:cNvSpPr/>
              <p:nvPr/>
            </p:nvSpPr>
            <p:spPr>
              <a:xfrm>
                <a:off x="7311402" y="4717913"/>
                <a:ext cx="659785" cy="649652"/>
              </a:xfrm>
              <a:custGeom>
                <a:avLst/>
                <a:gdLst>
                  <a:gd name="connsiteX0" fmla="*/ 660188 w 659785"/>
                  <a:gd name="connsiteY0" fmla="*/ 176055 h 649652"/>
                  <a:gd name="connsiteX1" fmla="*/ 166141 w 659785"/>
                  <a:gd name="connsiteY1" fmla="*/ 649953 h 649652"/>
                  <a:gd name="connsiteX2" fmla="*/ 403 w 659785"/>
                  <a:gd name="connsiteY2" fmla="*/ 417333 h 649652"/>
                  <a:gd name="connsiteX3" fmla="*/ 435164 w 659785"/>
                  <a:gd name="connsiteY3" fmla="*/ 300 h 649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785" h="649652">
                    <a:moveTo>
                      <a:pt x="660188" y="176055"/>
                    </a:moveTo>
                    <a:cubicBezTo>
                      <a:pt x="519184" y="357040"/>
                      <a:pt x="352770" y="516660"/>
                      <a:pt x="166141" y="649953"/>
                    </a:cubicBezTo>
                    <a:lnTo>
                      <a:pt x="403" y="417333"/>
                    </a:lnTo>
                    <a:cubicBezTo>
                      <a:pt x="164638" y="300023"/>
                      <a:pt x="311074" y="159558"/>
                      <a:pt x="435164" y="300"/>
                    </a:cubicBezTo>
                    <a:close/>
                  </a:path>
                </a:pathLst>
              </a:custGeom>
              <a:solidFill>
                <a:srgbClr val="DDA469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BF2311D5-1651-99FE-5727-C39F455E6A24}"/>
                  </a:ext>
                </a:extLst>
              </p:cNvPr>
              <p:cNvSpPr/>
              <p:nvPr/>
            </p:nvSpPr>
            <p:spPr>
              <a:xfrm>
                <a:off x="3724414" y="2819984"/>
                <a:ext cx="348296" cy="451724"/>
              </a:xfrm>
              <a:custGeom>
                <a:avLst/>
                <a:gdLst>
                  <a:gd name="connsiteX0" fmla="*/ 403 w 348296"/>
                  <a:gd name="connsiteY0" fmla="*/ 430576 h 451724"/>
                  <a:gd name="connsiteX1" fmla="*/ 72798 w 348296"/>
                  <a:gd name="connsiteY1" fmla="*/ 300 h 451724"/>
                  <a:gd name="connsiteX2" fmla="*/ 348699 w 348296"/>
                  <a:gd name="connsiteY2" fmla="*/ 73382 h 451724"/>
                  <a:gd name="connsiteX3" fmla="*/ 284998 w 348296"/>
                  <a:gd name="connsiteY3" fmla="*/ 452024 h 451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8296" h="451724">
                    <a:moveTo>
                      <a:pt x="403" y="430576"/>
                    </a:moveTo>
                    <a:cubicBezTo>
                      <a:pt x="11333" y="285235"/>
                      <a:pt x="35563" y="141205"/>
                      <a:pt x="72798" y="300"/>
                    </a:cubicBezTo>
                    <a:lnTo>
                      <a:pt x="348699" y="73382"/>
                    </a:lnTo>
                    <a:cubicBezTo>
                      <a:pt x="315935" y="197378"/>
                      <a:pt x="294607" y="324124"/>
                      <a:pt x="284998" y="452024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AA77BF4-85B2-A16F-BDE2-34C523E73EBA}"/>
                  </a:ext>
                </a:extLst>
              </p:cNvPr>
              <p:cNvSpPr/>
              <p:nvPr/>
            </p:nvSpPr>
            <p:spPr>
              <a:xfrm>
                <a:off x="4276911" y="1822218"/>
                <a:ext cx="274454" cy="256898"/>
              </a:xfrm>
              <a:custGeom>
                <a:avLst/>
                <a:gdLst>
                  <a:gd name="connsiteX0" fmla="*/ 403 w 274454"/>
                  <a:gd name="connsiteY0" fmla="*/ 73128 h 256898"/>
                  <a:gd name="connsiteX1" fmla="*/ 64226 w 274454"/>
                  <a:gd name="connsiteY1" fmla="*/ 300 h 256898"/>
                  <a:gd name="connsiteX2" fmla="*/ 274857 w 274454"/>
                  <a:gd name="connsiteY2" fmla="*/ 193115 h 256898"/>
                  <a:gd name="connsiteX3" fmla="*/ 218692 w 274454"/>
                  <a:gd name="connsiteY3" fmla="*/ 257199 h 256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454" h="256898">
                    <a:moveTo>
                      <a:pt x="403" y="73128"/>
                    </a:moveTo>
                    <a:cubicBezTo>
                      <a:pt x="21179" y="48420"/>
                      <a:pt x="42460" y="24141"/>
                      <a:pt x="64226" y="300"/>
                    </a:cubicBezTo>
                    <a:lnTo>
                      <a:pt x="274857" y="193115"/>
                    </a:lnTo>
                    <a:cubicBezTo>
                      <a:pt x="255707" y="214098"/>
                      <a:pt x="236976" y="235463"/>
                      <a:pt x="218692" y="257199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11F0BFE2-B3B9-46E1-A4BB-D8C20FBA8F5B}"/>
                  </a:ext>
                </a:extLst>
              </p:cNvPr>
              <p:cNvSpPr/>
              <p:nvPr/>
            </p:nvSpPr>
            <p:spPr>
              <a:xfrm>
                <a:off x="4145543" y="1979390"/>
                <a:ext cx="290046" cy="250545"/>
              </a:xfrm>
              <a:custGeom>
                <a:avLst/>
                <a:gdLst>
                  <a:gd name="connsiteX0" fmla="*/ 403 w 290046"/>
                  <a:gd name="connsiteY0" fmla="*/ 87330 h 250545"/>
                  <a:gd name="connsiteX1" fmla="*/ 64026 w 290046"/>
                  <a:gd name="connsiteY1" fmla="*/ 300 h 250545"/>
                  <a:gd name="connsiteX2" fmla="*/ 290449 w 290046"/>
                  <a:gd name="connsiteY2" fmla="*/ 174255 h 250545"/>
                  <a:gd name="connsiteX3" fmla="*/ 234455 w 290046"/>
                  <a:gd name="connsiteY3" fmla="*/ 250846 h 250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0046" h="250545">
                    <a:moveTo>
                      <a:pt x="403" y="87330"/>
                    </a:moveTo>
                    <a:cubicBezTo>
                      <a:pt x="20951" y="57850"/>
                      <a:pt x="42165" y="28827"/>
                      <a:pt x="64026" y="300"/>
                    </a:cubicBezTo>
                    <a:lnTo>
                      <a:pt x="290449" y="174255"/>
                    </a:lnTo>
                    <a:cubicBezTo>
                      <a:pt x="271214" y="199353"/>
                      <a:pt x="252539" y="224890"/>
                      <a:pt x="234455" y="250846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735A4AA1-3023-FDDB-1FA3-26B0FEDD57CE}"/>
                  </a:ext>
                </a:extLst>
              </p:cNvPr>
              <p:cNvSpPr/>
              <p:nvPr/>
            </p:nvSpPr>
            <p:spPr>
              <a:xfrm>
                <a:off x="4415470" y="1680686"/>
                <a:ext cx="259585" cy="265538"/>
              </a:xfrm>
              <a:custGeom>
                <a:avLst/>
                <a:gdLst>
                  <a:gd name="connsiteX0" fmla="*/ 403 w 259585"/>
                  <a:gd name="connsiteY0" fmla="*/ 63641 h 265538"/>
                  <a:gd name="connsiteX1" fmla="*/ 66224 w 259585"/>
                  <a:gd name="connsiteY1" fmla="*/ 300 h 265538"/>
                  <a:gd name="connsiteX2" fmla="*/ 259988 w 259585"/>
                  <a:gd name="connsiteY2" fmla="*/ 210098 h 265538"/>
                  <a:gd name="connsiteX3" fmla="*/ 202063 w 259585"/>
                  <a:gd name="connsiteY3" fmla="*/ 265838 h 265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585" h="265538">
                    <a:moveTo>
                      <a:pt x="403" y="63641"/>
                    </a:moveTo>
                    <a:cubicBezTo>
                      <a:pt x="21940" y="42105"/>
                      <a:pt x="43887" y="20988"/>
                      <a:pt x="66224" y="300"/>
                    </a:cubicBezTo>
                    <a:lnTo>
                      <a:pt x="259988" y="210098"/>
                    </a:lnTo>
                    <a:cubicBezTo>
                      <a:pt x="240325" y="228309"/>
                      <a:pt x="221013" y="246883"/>
                      <a:pt x="202063" y="265838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F8C26F38-D674-5456-A003-4D27463AFBA4}"/>
                  </a:ext>
                </a:extLst>
              </p:cNvPr>
              <p:cNvSpPr/>
              <p:nvPr/>
            </p:nvSpPr>
            <p:spPr>
              <a:xfrm>
                <a:off x="4671212" y="1507131"/>
                <a:ext cx="189064" cy="244021"/>
              </a:xfrm>
              <a:custGeom>
                <a:avLst/>
                <a:gdLst>
                  <a:gd name="connsiteX0" fmla="*/ 403 w 189064"/>
                  <a:gd name="connsiteY0" fmla="*/ 15521 h 244021"/>
                  <a:gd name="connsiteX1" fmla="*/ 20961 w 189064"/>
                  <a:gd name="connsiteY1" fmla="*/ 300 h 244021"/>
                  <a:gd name="connsiteX2" fmla="*/ 189467 w 189064"/>
                  <a:gd name="connsiteY2" fmla="*/ 230929 h 244021"/>
                  <a:gd name="connsiteX3" fmla="*/ 171383 w 189064"/>
                  <a:gd name="connsiteY3" fmla="*/ 244321 h 244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9064" h="244021">
                    <a:moveTo>
                      <a:pt x="403" y="15521"/>
                    </a:moveTo>
                    <a:cubicBezTo>
                      <a:pt x="7233" y="10416"/>
                      <a:pt x="14082" y="5339"/>
                      <a:pt x="20961" y="300"/>
                    </a:cubicBezTo>
                    <a:lnTo>
                      <a:pt x="189467" y="230929"/>
                    </a:lnTo>
                    <a:cubicBezTo>
                      <a:pt x="183417" y="235358"/>
                      <a:pt x="177386" y="239825"/>
                      <a:pt x="171383" y="24432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DE399F2B-95F3-CACE-0C84-4B7290645634}"/>
                  </a:ext>
                </a:extLst>
              </p:cNvPr>
              <p:cNvSpPr/>
              <p:nvPr/>
            </p:nvSpPr>
            <p:spPr>
              <a:xfrm>
                <a:off x="4780433" y="1434179"/>
                <a:ext cx="172635" cy="249107"/>
              </a:xfrm>
              <a:custGeom>
                <a:avLst/>
                <a:gdLst>
                  <a:gd name="connsiteX0" fmla="*/ 403 w 172635"/>
                  <a:gd name="connsiteY0" fmla="*/ 11349 h 249107"/>
                  <a:gd name="connsiteX1" fmla="*/ 17184 w 172635"/>
                  <a:gd name="connsiteY1" fmla="*/ 300 h 249107"/>
                  <a:gd name="connsiteX2" fmla="*/ 173038 w 172635"/>
                  <a:gd name="connsiteY2" fmla="*/ 239673 h 249107"/>
                  <a:gd name="connsiteX3" fmla="*/ 158274 w 172635"/>
                  <a:gd name="connsiteY3" fmla="*/ 249407 h 249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635" h="249107">
                    <a:moveTo>
                      <a:pt x="403" y="11349"/>
                    </a:moveTo>
                    <a:cubicBezTo>
                      <a:pt x="5987" y="7644"/>
                      <a:pt x="11581" y="3957"/>
                      <a:pt x="17184" y="300"/>
                    </a:cubicBezTo>
                    <a:lnTo>
                      <a:pt x="173038" y="239673"/>
                    </a:lnTo>
                    <a:cubicBezTo>
                      <a:pt x="168101" y="242902"/>
                      <a:pt x="163182" y="246140"/>
                      <a:pt x="158274" y="249407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1A086AE3-A4E2-2F9F-581F-4DD21B76C19C}"/>
                  </a:ext>
                </a:extLst>
              </p:cNvPr>
              <p:cNvSpPr/>
              <p:nvPr/>
            </p:nvSpPr>
            <p:spPr>
              <a:xfrm>
                <a:off x="5219464" y="1211360"/>
                <a:ext cx="114155" cy="269652"/>
              </a:xfrm>
              <a:custGeom>
                <a:avLst/>
                <a:gdLst>
                  <a:gd name="connsiteX0" fmla="*/ 403 w 114155"/>
                  <a:gd name="connsiteY0" fmla="*/ 4320 h 269652"/>
                  <a:gd name="connsiteX1" fmla="*/ 10596 w 114155"/>
                  <a:gd name="connsiteY1" fmla="*/ 300 h 269652"/>
                  <a:gd name="connsiteX2" fmla="*/ 114558 w 114155"/>
                  <a:gd name="connsiteY2" fmla="*/ 266419 h 269652"/>
                  <a:gd name="connsiteX3" fmla="*/ 105587 w 114155"/>
                  <a:gd name="connsiteY3" fmla="*/ 269953 h 269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155" h="269652">
                    <a:moveTo>
                      <a:pt x="403" y="4320"/>
                    </a:moveTo>
                    <a:cubicBezTo>
                      <a:pt x="3797" y="2967"/>
                      <a:pt x="7195" y="1633"/>
                      <a:pt x="10596" y="300"/>
                    </a:cubicBezTo>
                    <a:lnTo>
                      <a:pt x="114558" y="266419"/>
                    </a:lnTo>
                    <a:cubicBezTo>
                      <a:pt x="111564" y="267591"/>
                      <a:pt x="108574" y="268762"/>
                      <a:pt x="105587" y="269953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12590A9-E08F-8291-1F1D-81B24654BA91}"/>
                  </a:ext>
                </a:extLst>
              </p:cNvPr>
              <p:cNvSpPr/>
              <p:nvPr/>
            </p:nvSpPr>
            <p:spPr>
              <a:xfrm>
                <a:off x="4889083" y="1368847"/>
                <a:ext cx="157319" cy="254527"/>
              </a:xfrm>
              <a:custGeom>
                <a:avLst/>
                <a:gdLst>
                  <a:gd name="connsiteX0" fmla="*/ 403 w 157319"/>
                  <a:gd name="connsiteY0" fmla="*/ 8606 h 254527"/>
                  <a:gd name="connsiteX1" fmla="*/ 14596 w 157319"/>
                  <a:gd name="connsiteY1" fmla="*/ 300 h 254527"/>
                  <a:gd name="connsiteX2" fmla="*/ 157722 w 157319"/>
                  <a:gd name="connsiteY2" fmla="*/ 247521 h 254527"/>
                  <a:gd name="connsiteX3" fmla="*/ 145240 w 157319"/>
                  <a:gd name="connsiteY3" fmla="*/ 254827 h 254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319" h="254527">
                    <a:moveTo>
                      <a:pt x="403" y="8606"/>
                    </a:moveTo>
                    <a:cubicBezTo>
                      <a:pt x="5130" y="5815"/>
                      <a:pt x="9859" y="3053"/>
                      <a:pt x="14596" y="300"/>
                    </a:cubicBezTo>
                    <a:lnTo>
                      <a:pt x="157722" y="247521"/>
                    </a:lnTo>
                    <a:cubicBezTo>
                      <a:pt x="153555" y="249941"/>
                      <a:pt x="149388" y="252379"/>
                      <a:pt x="145240" y="254827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E4BADCAD-4AB1-1308-99D4-58F90CA254B2}"/>
                  </a:ext>
                </a:extLst>
              </p:cNvPr>
              <p:cNvSpPr/>
              <p:nvPr/>
            </p:nvSpPr>
            <p:spPr>
              <a:xfrm>
                <a:off x="4562306" y="1589141"/>
                <a:ext cx="205037" cy="238286"/>
              </a:xfrm>
              <a:custGeom>
                <a:avLst/>
                <a:gdLst>
                  <a:gd name="connsiteX0" fmla="*/ 403 w 205037"/>
                  <a:gd name="connsiteY0" fmla="*/ 20188 h 238286"/>
                  <a:gd name="connsiteX1" fmla="*/ 24261 w 205037"/>
                  <a:gd name="connsiteY1" fmla="*/ 300 h 238286"/>
                  <a:gd name="connsiteX2" fmla="*/ 205440 w 205037"/>
                  <a:gd name="connsiteY2" fmla="*/ 221089 h 238286"/>
                  <a:gd name="connsiteX3" fmla="*/ 184444 w 205037"/>
                  <a:gd name="connsiteY3" fmla="*/ 238587 h 238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037" h="238286">
                    <a:moveTo>
                      <a:pt x="403" y="20188"/>
                    </a:moveTo>
                    <a:cubicBezTo>
                      <a:pt x="8308" y="13511"/>
                      <a:pt x="16261" y="6882"/>
                      <a:pt x="24261" y="300"/>
                    </a:cubicBezTo>
                    <a:lnTo>
                      <a:pt x="205440" y="221089"/>
                    </a:lnTo>
                    <a:cubicBezTo>
                      <a:pt x="198400" y="226871"/>
                      <a:pt x="191408" y="232710"/>
                      <a:pt x="184444" y="238587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343AF691-D08B-52BA-30FD-144C92DE638E}"/>
                  </a:ext>
                </a:extLst>
              </p:cNvPr>
              <p:cNvSpPr/>
              <p:nvPr/>
            </p:nvSpPr>
            <p:spPr>
              <a:xfrm>
                <a:off x="5331194" y="1172479"/>
                <a:ext cx="96342" cy="272329"/>
              </a:xfrm>
              <a:custGeom>
                <a:avLst/>
                <a:gdLst>
                  <a:gd name="connsiteX0" fmla="*/ 403 w 96342"/>
                  <a:gd name="connsiteY0" fmla="*/ 2053 h 272329"/>
                  <a:gd name="connsiteX1" fmla="*/ 5592 w 96342"/>
                  <a:gd name="connsiteY1" fmla="*/ 300 h 272329"/>
                  <a:gd name="connsiteX2" fmla="*/ 96745 w 96342"/>
                  <a:gd name="connsiteY2" fmla="*/ 271077 h 272329"/>
                  <a:gd name="connsiteX3" fmla="*/ 92180 w 96342"/>
                  <a:gd name="connsiteY3" fmla="*/ 272629 h 272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342" h="272329">
                    <a:moveTo>
                      <a:pt x="403" y="2053"/>
                    </a:moveTo>
                    <a:cubicBezTo>
                      <a:pt x="2132" y="1462"/>
                      <a:pt x="3862" y="881"/>
                      <a:pt x="5592" y="300"/>
                    </a:cubicBezTo>
                    <a:lnTo>
                      <a:pt x="96745" y="271077"/>
                    </a:lnTo>
                    <a:cubicBezTo>
                      <a:pt x="95223" y="271591"/>
                      <a:pt x="93701" y="272105"/>
                      <a:pt x="92180" y="272629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3A9210BE-E836-1B37-E91B-BEC3F1FCA2BE}"/>
                  </a:ext>
                </a:extLst>
              </p:cNvPr>
              <p:cNvSpPr/>
              <p:nvPr/>
            </p:nvSpPr>
            <p:spPr>
              <a:xfrm>
                <a:off x="5108266" y="1257538"/>
                <a:ext cx="128774" cy="265233"/>
              </a:xfrm>
              <a:custGeom>
                <a:avLst/>
                <a:gdLst>
                  <a:gd name="connsiteX0" fmla="*/ 403 w 128774"/>
                  <a:gd name="connsiteY0" fmla="*/ 5586 h 265233"/>
                  <a:gd name="connsiteX1" fmla="*/ 12047 w 128774"/>
                  <a:gd name="connsiteY1" fmla="*/ 300 h 265233"/>
                  <a:gd name="connsiteX2" fmla="*/ 129177 w 128774"/>
                  <a:gd name="connsiteY2" fmla="*/ 260876 h 265233"/>
                  <a:gd name="connsiteX3" fmla="*/ 118932 w 128774"/>
                  <a:gd name="connsiteY3" fmla="*/ 265533 h 265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774" h="265233">
                    <a:moveTo>
                      <a:pt x="403" y="5586"/>
                    </a:moveTo>
                    <a:cubicBezTo>
                      <a:pt x="4284" y="3815"/>
                      <a:pt x="8156" y="2053"/>
                      <a:pt x="12047" y="300"/>
                    </a:cubicBezTo>
                    <a:lnTo>
                      <a:pt x="129177" y="260876"/>
                    </a:lnTo>
                    <a:cubicBezTo>
                      <a:pt x="125758" y="262419"/>
                      <a:pt x="122342" y="263971"/>
                      <a:pt x="118932" y="265533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CFAF5A69-129F-E182-C66F-933CFF8EF140}"/>
                  </a:ext>
                </a:extLst>
              </p:cNvPr>
              <p:cNvSpPr/>
              <p:nvPr/>
            </p:nvSpPr>
            <p:spPr>
              <a:xfrm>
                <a:off x="4997999" y="1310001"/>
                <a:ext cx="143182" cy="260184"/>
              </a:xfrm>
              <a:custGeom>
                <a:avLst/>
                <a:gdLst>
                  <a:gd name="connsiteX0" fmla="*/ 403 w 143182"/>
                  <a:gd name="connsiteY0" fmla="*/ 7015 h 260184"/>
                  <a:gd name="connsiteX1" fmla="*/ 13388 w 143182"/>
                  <a:gd name="connsiteY1" fmla="*/ 300 h 260184"/>
                  <a:gd name="connsiteX2" fmla="*/ 143585 w 143182"/>
                  <a:gd name="connsiteY2" fmla="*/ 254579 h 260184"/>
                  <a:gd name="connsiteX3" fmla="*/ 132169 w 143182"/>
                  <a:gd name="connsiteY3" fmla="*/ 260485 h 26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182" h="260184">
                    <a:moveTo>
                      <a:pt x="403" y="7015"/>
                    </a:moveTo>
                    <a:cubicBezTo>
                      <a:pt x="4722" y="4758"/>
                      <a:pt x="9050" y="2519"/>
                      <a:pt x="13388" y="300"/>
                    </a:cubicBezTo>
                    <a:lnTo>
                      <a:pt x="143585" y="254579"/>
                    </a:lnTo>
                    <a:cubicBezTo>
                      <a:pt x="139770" y="256532"/>
                      <a:pt x="135965" y="258504"/>
                      <a:pt x="132169" y="260485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8164F8FC-6060-1899-485A-368471654466}"/>
                  </a:ext>
                </a:extLst>
              </p:cNvPr>
              <p:cNvSpPr/>
              <p:nvPr/>
            </p:nvSpPr>
            <p:spPr>
              <a:xfrm>
                <a:off x="5439575" y="1139237"/>
                <a:ext cx="81859" cy="275663"/>
              </a:xfrm>
              <a:custGeom>
                <a:avLst/>
                <a:gdLst>
                  <a:gd name="connsiteX0" fmla="*/ 403 w 81859"/>
                  <a:gd name="connsiteY0" fmla="*/ 1310 h 275663"/>
                  <a:gd name="connsiteX1" fmla="*/ 3913 w 81859"/>
                  <a:gd name="connsiteY1" fmla="*/ 300 h 275663"/>
                  <a:gd name="connsiteX2" fmla="*/ 82262 w 81859"/>
                  <a:gd name="connsiteY2" fmla="*/ 275077 h 275663"/>
                  <a:gd name="connsiteX3" fmla="*/ 79173 w 81859"/>
                  <a:gd name="connsiteY3" fmla="*/ 275963 h 275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859" h="275663">
                    <a:moveTo>
                      <a:pt x="403" y="1310"/>
                    </a:moveTo>
                    <a:cubicBezTo>
                      <a:pt x="1573" y="976"/>
                      <a:pt x="2743" y="643"/>
                      <a:pt x="3913" y="300"/>
                    </a:cubicBezTo>
                    <a:lnTo>
                      <a:pt x="82262" y="275077"/>
                    </a:lnTo>
                    <a:cubicBezTo>
                      <a:pt x="81233" y="275372"/>
                      <a:pt x="80203" y="275668"/>
                      <a:pt x="79173" y="275963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D82BF46E-DC5B-E22F-3C9B-8FBCCCF2480A}"/>
                  </a:ext>
                </a:extLst>
              </p:cNvPr>
              <p:cNvSpPr/>
              <p:nvPr/>
            </p:nvSpPr>
            <p:spPr>
              <a:xfrm>
                <a:off x="5547675" y="1111062"/>
                <a:ext cx="68926" cy="278891"/>
              </a:xfrm>
              <a:custGeom>
                <a:avLst/>
                <a:gdLst>
                  <a:gd name="connsiteX0" fmla="*/ 403 w 68926"/>
                  <a:gd name="connsiteY0" fmla="*/ 1138 h 278891"/>
                  <a:gd name="connsiteX1" fmla="*/ 3957 w 68926"/>
                  <a:gd name="connsiteY1" fmla="*/ 300 h 278891"/>
                  <a:gd name="connsiteX2" fmla="*/ 69329 w 68926"/>
                  <a:gd name="connsiteY2" fmla="*/ 278449 h 278891"/>
                  <a:gd name="connsiteX3" fmla="*/ 66201 w 68926"/>
                  <a:gd name="connsiteY3" fmla="*/ 279192 h 278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26" h="278891">
                    <a:moveTo>
                      <a:pt x="403" y="1138"/>
                    </a:moveTo>
                    <a:cubicBezTo>
                      <a:pt x="1587" y="862"/>
                      <a:pt x="2771" y="576"/>
                      <a:pt x="3957" y="300"/>
                    </a:cubicBezTo>
                    <a:lnTo>
                      <a:pt x="69329" y="278449"/>
                    </a:lnTo>
                    <a:cubicBezTo>
                      <a:pt x="68287" y="278697"/>
                      <a:pt x="67244" y="278944"/>
                      <a:pt x="66201" y="279192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E5B40C93-71B7-66EA-6EFF-04CE969C3BE9}"/>
                  </a:ext>
                </a:extLst>
              </p:cNvPr>
              <p:cNvSpPr/>
              <p:nvPr/>
            </p:nvSpPr>
            <p:spPr>
              <a:xfrm>
                <a:off x="5656985" y="1088002"/>
                <a:ext cx="55841" cy="281511"/>
              </a:xfrm>
              <a:custGeom>
                <a:avLst/>
                <a:gdLst>
                  <a:gd name="connsiteX0" fmla="*/ 403 w 55841"/>
                  <a:gd name="connsiteY0" fmla="*/ 967 h 281511"/>
                  <a:gd name="connsiteX1" fmla="*/ 3993 w 55841"/>
                  <a:gd name="connsiteY1" fmla="*/ 300 h 281511"/>
                  <a:gd name="connsiteX2" fmla="*/ 56244 w 55841"/>
                  <a:gd name="connsiteY2" fmla="*/ 281221 h 281511"/>
                  <a:gd name="connsiteX3" fmla="*/ 53085 w 55841"/>
                  <a:gd name="connsiteY3" fmla="*/ 281811 h 281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41" h="281511">
                    <a:moveTo>
                      <a:pt x="403" y="967"/>
                    </a:moveTo>
                    <a:cubicBezTo>
                      <a:pt x="1599" y="748"/>
                      <a:pt x="2796" y="519"/>
                      <a:pt x="3993" y="300"/>
                    </a:cubicBezTo>
                    <a:lnTo>
                      <a:pt x="56244" y="281221"/>
                    </a:lnTo>
                    <a:cubicBezTo>
                      <a:pt x="55191" y="281411"/>
                      <a:pt x="54138" y="281611"/>
                      <a:pt x="53085" y="28181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492973E8-81D4-A07E-9714-A77270525835}"/>
                  </a:ext>
                </a:extLst>
              </p:cNvPr>
              <p:cNvSpPr/>
              <p:nvPr/>
            </p:nvSpPr>
            <p:spPr>
              <a:xfrm>
                <a:off x="5767265" y="1070352"/>
                <a:ext cx="41038" cy="283263"/>
              </a:xfrm>
              <a:custGeom>
                <a:avLst/>
                <a:gdLst>
                  <a:gd name="connsiteX0" fmla="*/ 403 w 41038"/>
                  <a:gd name="connsiteY0" fmla="*/ 557 h 283263"/>
                  <a:gd name="connsiteX1" fmla="*/ 2211 w 41038"/>
                  <a:gd name="connsiteY1" fmla="*/ 300 h 283263"/>
                  <a:gd name="connsiteX2" fmla="*/ 41441 w 41038"/>
                  <a:gd name="connsiteY2" fmla="*/ 283335 h 283263"/>
                  <a:gd name="connsiteX3" fmla="*/ 39850 w 41038"/>
                  <a:gd name="connsiteY3" fmla="*/ 283564 h 283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038" h="283263">
                    <a:moveTo>
                      <a:pt x="403" y="557"/>
                    </a:moveTo>
                    <a:cubicBezTo>
                      <a:pt x="1005" y="472"/>
                      <a:pt x="1608" y="386"/>
                      <a:pt x="2211" y="300"/>
                    </a:cubicBezTo>
                    <a:lnTo>
                      <a:pt x="41441" y="283335"/>
                    </a:lnTo>
                    <a:cubicBezTo>
                      <a:pt x="40911" y="283412"/>
                      <a:pt x="40381" y="283488"/>
                      <a:pt x="39850" y="283564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71ED44AF-0D26-C71E-A6D0-EDC3B04B0AA0}"/>
                  </a:ext>
                </a:extLst>
              </p:cNvPr>
              <p:cNvSpPr/>
              <p:nvPr/>
            </p:nvSpPr>
            <p:spPr>
              <a:xfrm>
                <a:off x="5876452" y="1057751"/>
                <a:ext cx="27945" cy="284692"/>
              </a:xfrm>
              <a:custGeom>
                <a:avLst/>
                <a:gdLst>
                  <a:gd name="connsiteX0" fmla="*/ 403 w 27945"/>
                  <a:gd name="connsiteY0" fmla="*/ 462 h 284692"/>
                  <a:gd name="connsiteX1" fmla="*/ 2221 w 27945"/>
                  <a:gd name="connsiteY1" fmla="*/ 300 h 284692"/>
                  <a:gd name="connsiteX2" fmla="*/ 28348 w 27945"/>
                  <a:gd name="connsiteY2" fmla="*/ 284850 h 284692"/>
                  <a:gd name="connsiteX3" fmla="*/ 26748 w 27945"/>
                  <a:gd name="connsiteY3" fmla="*/ 284993 h 284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945" h="284692">
                    <a:moveTo>
                      <a:pt x="403" y="462"/>
                    </a:moveTo>
                    <a:cubicBezTo>
                      <a:pt x="1009" y="414"/>
                      <a:pt x="1615" y="357"/>
                      <a:pt x="2221" y="300"/>
                    </a:cubicBezTo>
                    <a:lnTo>
                      <a:pt x="28348" y="284850"/>
                    </a:lnTo>
                    <a:cubicBezTo>
                      <a:pt x="27816" y="284897"/>
                      <a:pt x="27282" y="284945"/>
                      <a:pt x="26748" y="284993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E6A2962F-9BCD-D876-D4CD-02805450CAE0}"/>
                  </a:ext>
                </a:extLst>
              </p:cNvPr>
              <p:cNvSpPr/>
              <p:nvPr/>
            </p:nvSpPr>
            <p:spPr>
              <a:xfrm>
                <a:off x="5986108" y="1050207"/>
                <a:ext cx="14792" cy="285530"/>
              </a:xfrm>
              <a:custGeom>
                <a:avLst/>
                <a:gdLst>
                  <a:gd name="connsiteX0" fmla="*/ 403 w 14792"/>
                  <a:gd name="connsiteY0" fmla="*/ 386 h 285530"/>
                  <a:gd name="connsiteX1" fmla="*/ 2227 w 14792"/>
                  <a:gd name="connsiteY1" fmla="*/ 300 h 285530"/>
                  <a:gd name="connsiteX2" fmla="*/ 15195 w 14792"/>
                  <a:gd name="connsiteY2" fmla="*/ 285755 h 285530"/>
                  <a:gd name="connsiteX3" fmla="*/ 13590 w 14792"/>
                  <a:gd name="connsiteY3" fmla="*/ 285831 h 285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792" h="285530">
                    <a:moveTo>
                      <a:pt x="403" y="386"/>
                    </a:moveTo>
                    <a:cubicBezTo>
                      <a:pt x="1010" y="357"/>
                      <a:pt x="1619" y="329"/>
                      <a:pt x="2227" y="300"/>
                    </a:cubicBezTo>
                    <a:lnTo>
                      <a:pt x="15195" y="285755"/>
                    </a:lnTo>
                    <a:cubicBezTo>
                      <a:pt x="14660" y="285783"/>
                      <a:pt x="14125" y="285802"/>
                      <a:pt x="13590" y="28583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3" name="Graphic 4">
              <a:extLst>
                <a:ext uri="{FF2B5EF4-FFF2-40B4-BE49-F238E27FC236}">
                  <a16:creationId xmlns:a16="http://schemas.microsoft.com/office/drawing/2014/main" id="{F409B9A7-2737-F2BD-6928-AB0F82C1D558}"/>
                </a:ext>
              </a:extLst>
            </p:cNvPr>
            <p:cNvGrpSpPr/>
            <p:nvPr/>
          </p:nvGrpSpPr>
          <p:grpSpPr>
            <a:xfrm>
              <a:off x="4012616" y="1343034"/>
              <a:ext cx="4165682" cy="4171502"/>
              <a:chOff x="4012616" y="1343034"/>
              <a:chExt cx="4165682" cy="4171502"/>
            </a:xfrm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212A4056-B6A3-5290-0B4B-99B61B793BA5}"/>
                  </a:ext>
                </a:extLst>
              </p:cNvPr>
              <p:cNvSpPr/>
              <p:nvPr/>
            </p:nvSpPr>
            <p:spPr>
              <a:xfrm>
                <a:off x="4056862" y="1745913"/>
                <a:ext cx="1285464" cy="1543846"/>
              </a:xfrm>
              <a:custGeom>
                <a:avLst/>
                <a:gdLst>
                  <a:gd name="connsiteX0" fmla="*/ 808784 w 1285464"/>
                  <a:gd name="connsiteY0" fmla="*/ 300 h 1543846"/>
                  <a:gd name="connsiteX1" fmla="*/ 95239 w 1285464"/>
                  <a:gd name="connsiteY1" fmla="*/ 1531589 h 1543846"/>
                  <a:gd name="connsiteX2" fmla="*/ 403 w 1285464"/>
                  <a:gd name="connsiteY2" fmla="*/ 1524184 h 1543846"/>
                  <a:gd name="connsiteX3" fmla="*/ 95239 w 1285464"/>
                  <a:gd name="connsiteY3" fmla="*/ 1531589 h 1543846"/>
                  <a:gd name="connsiteX4" fmla="*/ 808784 w 1285464"/>
                  <a:gd name="connsiteY4" fmla="*/ 300 h 154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5464" h="1543846">
                    <a:moveTo>
                      <a:pt x="808784" y="300"/>
                    </a:moveTo>
                    <a:cubicBezTo>
                      <a:pt x="1629290" y="1122359"/>
                      <a:pt x="1391442" y="1632787"/>
                      <a:pt x="95239" y="1531589"/>
                    </a:cubicBezTo>
                    <a:lnTo>
                      <a:pt x="403" y="1524184"/>
                    </a:lnTo>
                    <a:lnTo>
                      <a:pt x="95239" y="1531589"/>
                    </a:lnTo>
                    <a:cubicBezTo>
                      <a:pt x="1391442" y="1632787"/>
                      <a:pt x="1629290" y="1122359"/>
                      <a:pt x="808784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49F4E76D-AD58-C83C-19E4-725711CB9A7B}"/>
                  </a:ext>
                </a:extLst>
              </p:cNvPr>
              <p:cNvSpPr/>
              <p:nvPr/>
            </p:nvSpPr>
            <p:spPr>
              <a:xfrm>
                <a:off x="5039439" y="1608458"/>
                <a:ext cx="572587" cy="937390"/>
              </a:xfrm>
              <a:custGeom>
                <a:avLst/>
                <a:gdLst>
                  <a:gd name="connsiteX0" fmla="*/ 403 w 572587"/>
                  <a:gd name="connsiteY0" fmla="*/ 23017 h 937390"/>
                  <a:gd name="connsiteX1" fmla="*/ 163920 w 572587"/>
                  <a:gd name="connsiteY1" fmla="*/ 84977 h 937390"/>
                  <a:gd name="connsiteX2" fmla="*/ 120356 w 572587"/>
                  <a:gd name="connsiteY2" fmla="*/ 300 h 937390"/>
                  <a:gd name="connsiteX3" fmla="*/ 163920 w 572587"/>
                  <a:gd name="connsiteY3" fmla="*/ 84977 h 937390"/>
                  <a:gd name="connsiteX4" fmla="*/ 403 w 572587"/>
                  <a:gd name="connsiteY4" fmla="*/ 23017 h 937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2587" h="937390">
                    <a:moveTo>
                      <a:pt x="403" y="23017"/>
                    </a:moveTo>
                    <a:cubicBezTo>
                      <a:pt x="704775" y="1221566"/>
                      <a:pt x="759282" y="1242220"/>
                      <a:pt x="163920" y="84977"/>
                    </a:cubicBezTo>
                    <a:lnTo>
                      <a:pt x="120356" y="300"/>
                    </a:lnTo>
                    <a:lnTo>
                      <a:pt x="163920" y="84977"/>
                    </a:lnTo>
                    <a:cubicBezTo>
                      <a:pt x="759282" y="1242220"/>
                      <a:pt x="704775" y="1221566"/>
                      <a:pt x="403" y="23017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58B63F76-F130-6E38-50D2-1E4F895933E1}"/>
                  </a:ext>
                </a:extLst>
              </p:cNvPr>
              <p:cNvSpPr/>
              <p:nvPr/>
            </p:nvSpPr>
            <p:spPr>
              <a:xfrm>
                <a:off x="4753092" y="1609182"/>
                <a:ext cx="806067" cy="988800"/>
              </a:xfrm>
              <a:custGeom>
                <a:avLst/>
                <a:gdLst>
                  <a:gd name="connsiteX0" fmla="*/ 403 w 806067"/>
                  <a:gd name="connsiteY0" fmla="*/ 225309 h 988800"/>
                  <a:gd name="connsiteX1" fmla="*/ 448935 w 806067"/>
                  <a:gd name="connsiteY1" fmla="*/ 84939 h 988800"/>
                  <a:gd name="connsiteX2" fmla="*/ 405307 w 806067"/>
                  <a:gd name="connsiteY2" fmla="*/ 300 h 988800"/>
                  <a:gd name="connsiteX3" fmla="*/ 448935 w 806067"/>
                  <a:gd name="connsiteY3" fmla="*/ 84939 h 988800"/>
                  <a:gd name="connsiteX4" fmla="*/ 403 w 806067"/>
                  <a:gd name="connsiteY4" fmla="*/ 225309 h 98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6067" h="988800">
                    <a:moveTo>
                      <a:pt x="403" y="225309"/>
                    </a:moveTo>
                    <a:cubicBezTo>
                      <a:pt x="895675" y="1288515"/>
                      <a:pt x="1045185" y="1241725"/>
                      <a:pt x="448935" y="84939"/>
                    </a:cubicBezTo>
                    <a:lnTo>
                      <a:pt x="405307" y="300"/>
                    </a:lnTo>
                    <a:lnTo>
                      <a:pt x="448935" y="84939"/>
                    </a:lnTo>
                    <a:cubicBezTo>
                      <a:pt x="1045185" y="1241725"/>
                      <a:pt x="895675" y="1288515"/>
                      <a:pt x="403" y="225309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96A6084A-9570-6AAE-4AD6-C3DCB74C9D4E}"/>
                  </a:ext>
                </a:extLst>
              </p:cNvPr>
              <p:cNvSpPr/>
              <p:nvPr/>
            </p:nvSpPr>
            <p:spPr>
              <a:xfrm>
                <a:off x="5156602" y="1452543"/>
                <a:ext cx="557358" cy="1052663"/>
              </a:xfrm>
              <a:custGeom>
                <a:avLst/>
                <a:gdLst>
                  <a:gd name="connsiteX0" fmla="*/ 273619 w 557358"/>
                  <a:gd name="connsiteY0" fmla="*/ 300 h 1052663"/>
                  <a:gd name="connsiteX1" fmla="*/ 44096 w 557358"/>
                  <a:gd name="connsiteY1" fmla="*/ 242264 h 1052663"/>
                  <a:gd name="connsiteX2" fmla="*/ 403 w 557358"/>
                  <a:gd name="connsiteY2" fmla="*/ 157653 h 1052663"/>
                  <a:gd name="connsiteX3" fmla="*/ 44096 w 557358"/>
                  <a:gd name="connsiteY3" fmla="*/ 242264 h 1052663"/>
                  <a:gd name="connsiteX4" fmla="*/ 273619 w 557358"/>
                  <a:gd name="connsiteY4" fmla="*/ 300 h 105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7358" h="1052663">
                    <a:moveTo>
                      <a:pt x="273619" y="300"/>
                    </a:moveTo>
                    <a:cubicBezTo>
                      <a:pt x="717740" y="1317937"/>
                      <a:pt x="641232" y="1398593"/>
                      <a:pt x="44096" y="242264"/>
                    </a:cubicBezTo>
                    <a:lnTo>
                      <a:pt x="403" y="157653"/>
                    </a:lnTo>
                    <a:lnTo>
                      <a:pt x="44096" y="242264"/>
                    </a:lnTo>
                    <a:cubicBezTo>
                      <a:pt x="641232" y="1398593"/>
                      <a:pt x="717740" y="1317937"/>
                      <a:pt x="273619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A1F17C9C-6AF5-C0CD-AFF2-D028FEDFF775}"/>
                  </a:ext>
                </a:extLst>
              </p:cNvPr>
              <p:cNvSpPr/>
              <p:nvPr/>
            </p:nvSpPr>
            <p:spPr>
              <a:xfrm>
                <a:off x="5155207" y="1531096"/>
                <a:ext cx="500552" cy="991832"/>
              </a:xfrm>
              <a:custGeom>
                <a:avLst/>
                <a:gdLst>
                  <a:gd name="connsiteX0" fmla="*/ 76670 w 500552"/>
                  <a:gd name="connsiteY0" fmla="*/ 300 h 991832"/>
                  <a:gd name="connsiteX1" fmla="*/ 44160 w 500552"/>
                  <a:gd name="connsiteY1" fmla="*/ 164406 h 991832"/>
                  <a:gd name="connsiteX2" fmla="*/ 403 w 500552"/>
                  <a:gd name="connsiteY2" fmla="*/ 79824 h 991832"/>
                  <a:gd name="connsiteX3" fmla="*/ 44160 w 500552"/>
                  <a:gd name="connsiteY3" fmla="*/ 164406 h 991832"/>
                  <a:gd name="connsiteX4" fmla="*/ 76670 w 500552"/>
                  <a:gd name="connsiteY4" fmla="*/ 300 h 991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552" h="991832">
                    <a:moveTo>
                      <a:pt x="76670" y="300"/>
                    </a:moveTo>
                    <a:cubicBezTo>
                      <a:pt x="653020" y="1265571"/>
                      <a:pt x="642184" y="1320270"/>
                      <a:pt x="44160" y="164406"/>
                    </a:cubicBezTo>
                    <a:lnTo>
                      <a:pt x="403" y="79824"/>
                    </a:lnTo>
                    <a:lnTo>
                      <a:pt x="44160" y="164406"/>
                    </a:lnTo>
                    <a:cubicBezTo>
                      <a:pt x="642184" y="1320270"/>
                      <a:pt x="653020" y="1265571"/>
                      <a:pt x="76670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0BE2D833-A90D-774B-A908-05FA5E6A8CC4}"/>
                  </a:ext>
                </a:extLst>
              </p:cNvPr>
              <p:cNvSpPr/>
              <p:nvPr/>
            </p:nvSpPr>
            <p:spPr>
              <a:xfrm>
                <a:off x="4056738" y="1578263"/>
                <a:ext cx="1396063" cy="1711722"/>
              </a:xfrm>
              <a:custGeom>
                <a:avLst/>
                <a:gdLst>
                  <a:gd name="connsiteX0" fmla="*/ 1078530 w 1396063"/>
                  <a:gd name="connsiteY0" fmla="*/ 300 h 1711722"/>
                  <a:gd name="connsiteX1" fmla="*/ 95249 w 1396063"/>
                  <a:gd name="connsiteY1" fmla="*/ 1700733 h 1711722"/>
                  <a:gd name="connsiteX2" fmla="*/ 403 w 1396063"/>
                  <a:gd name="connsiteY2" fmla="*/ 1693401 h 1711722"/>
                  <a:gd name="connsiteX3" fmla="*/ 95249 w 1396063"/>
                  <a:gd name="connsiteY3" fmla="*/ 1700733 h 1711722"/>
                  <a:gd name="connsiteX4" fmla="*/ 1078530 w 1396063"/>
                  <a:gd name="connsiteY4" fmla="*/ 300 h 171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6063" h="1711722">
                    <a:moveTo>
                      <a:pt x="1078530" y="300"/>
                    </a:moveTo>
                    <a:cubicBezTo>
                      <a:pt x="1719285" y="1234126"/>
                      <a:pt x="1391526" y="1800935"/>
                      <a:pt x="95249" y="1700733"/>
                    </a:cubicBezTo>
                    <a:lnTo>
                      <a:pt x="403" y="1693401"/>
                    </a:lnTo>
                    <a:lnTo>
                      <a:pt x="95249" y="1700733"/>
                    </a:lnTo>
                    <a:cubicBezTo>
                      <a:pt x="1391526" y="1800935"/>
                      <a:pt x="1719285" y="1234126"/>
                      <a:pt x="1078530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4273C2B8-12F0-D9C6-445F-5BE9313A34C3}"/>
                  </a:ext>
                </a:extLst>
              </p:cNvPr>
              <p:cNvSpPr/>
              <p:nvPr/>
            </p:nvSpPr>
            <p:spPr>
              <a:xfrm>
                <a:off x="5136283" y="1383277"/>
                <a:ext cx="877966" cy="1095856"/>
              </a:xfrm>
              <a:custGeom>
                <a:avLst/>
                <a:gdLst>
                  <a:gd name="connsiteX0" fmla="*/ 403 w 877966"/>
                  <a:gd name="connsiteY0" fmla="*/ 194553 h 1095856"/>
                  <a:gd name="connsiteX1" fmla="*/ 870757 w 877966"/>
                  <a:gd name="connsiteY1" fmla="*/ 95445 h 1095856"/>
                  <a:gd name="connsiteX2" fmla="*/ 866398 w 877966"/>
                  <a:gd name="connsiteY2" fmla="*/ 300 h 1095856"/>
                  <a:gd name="connsiteX3" fmla="*/ 870757 w 877966"/>
                  <a:gd name="connsiteY3" fmla="*/ 95445 h 1095856"/>
                  <a:gd name="connsiteX4" fmla="*/ 403 w 877966"/>
                  <a:gd name="connsiteY4" fmla="*/ 194553 h 109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7966" h="1095856">
                    <a:moveTo>
                      <a:pt x="403" y="194553"/>
                    </a:moveTo>
                    <a:cubicBezTo>
                      <a:pt x="640214" y="1428865"/>
                      <a:pt x="930332" y="1395831"/>
                      <a:pt x="870757" y="95445"/>
                    </a:cubicBezTo>
                    <a:lnTo>
                      <a:pt x="866398" y="300"/>
                    </a:lnTo>
                    <a:lnTo>
                      <a:pt x="870757" y="95445"/>
                    </a:lnTo>
                    <a:cubicBezTo>
                      <a:pt x="930332" y="1395831"/>
                      <a:pt x="640214" y="1428865"/>
                      <a:pt x="403" y="194553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12567979-E4B4-FCAB-BA6E-4EADA9390565}"/>
                  </a:ext>
                </a:extLst>
              </p:cNvPr>
              <p:cNvSpPr/>
              <p:nvPr/>
            </p:nvSpPr>
            <p:spPr>
              <a:xfrm>
                <a:off x="4056614" y="1362941"/>
                <a:ext cx="1789160" cy="1927247"/>
              </a:xfrm>
              <a:custGeom>
                <a:avLst/>
                <a:gdLst>
                  <a:gd name="connsiteX0" fmla="*/ 1752608 w 1789160"/>
                  <a:gd name="connsiteY0" fmla="*/ 300 h 1927247"/>
                  <a:gd name="connsiteX1" fmla="*/ 95258 w 1789160"/>
                  <a:gd name="connsiteY1" fmla="*/ 1917550 h 1927247"/>
                  <a:gd name="connsiteX2" fmla="*/ 403 w 1789160"/>
                  <a:gd name="connsiteY2" fmla="*/ 1910291 h 1927247"/>
                  <a:gd name="connsiteX3" fmla="*/ 95258 w 1789160"/>
                  <a:gd name="connsiteY3" fmla="*/ 1917550 h 1927247"/>
                  <a:gd name="connsiteX4" fmla="*/ 1752608 w 1789160"/>
                  <a:gd name="connsiteY4" fmla="*/ 300 h 192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9160" h="1927247">
                    <a:moveTo>
                      <a:pt x="1752608" y="300"/>
                    </a:moveTo>
                    <a:cubicBezTo>
                      <a:pt x="1944062" y="1377670"/>
                      <a:pt x="1391612" y="2016755"/>
                      <a:pt x="95258" y="1917550"/>
                    </a:cubicBezTo>
                    <a:lnTo>
                      <a:pt x="403" y="1910291"/>
                    </a:lnTo>
                    <a:lnTo>
                      <a:pt x="95258" y="1917550"/>
                    </a:lnTo>
                    <a:cubicBezTo>
                      <a:pt x="1391612" y="2016755"/>
                      <a:pt x="1944062" y="1377670"/>
                      <a:pt x="1752608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CA9457D6-7F9E-2ADB-5823-A5DA6AA75754}"/>
                  </a:ext>
                </a:extLst>
              </p:cNvPr>
              <p:cNvSpPr/>
              <p:nvPr/>
            </p:nvSpPr>
            <p:spPr>
              <a:xfrm>
                <a:off x="4056500" y="1351854"/>
                <a:ext cx="1865144" cy="1939587"/>
              </a:xfrm>
              <a:custGeom>
                <a:avLst/>
                <a:gdLst>
                  <a:gd name="connsiteX0" fmla="*/ 1848375 w 1865144"/>
                  <a:gd name="connsiteY0" fmla="*/ 300 h 1939587"/>
                  <a:gd name="connsiteX1" fmla="*/ 95258 w 1865144"/>
                  <a:gd name="connsiteY1" fmla="*/ 1930132 h 1939587"/>
                  <a:gd name="connsiteX2" fmla="*/ 403 w 1865144"/>
                  <a:gd name="connsiteY2" fmla="*/ 1922946 h 1939587"/>
                  <a:gd name="connsiteX3" fmla="*/ 95258 w 1865144"/>
                  <a:gd name="connsiteY3" fmla="*/ 1930132 h 1939587"/>
                  <a:gd name="connsiteX4" fmla="*/ 1848375 w 1865144"/>
                  <a:gd name="connsiteY4" fmla="*/ 300 h 193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5144" h="1939587">
                    <a:moveTo>
                      <a:pt x="1848375" y="300"/>
                    </a:moveTo>
                    <a:cubicBezTo>
                      <a:pt x="1976060" y="1385065"/>
                      <a:pt x="1391688" y="2028341"/>
                      <a:pt x="95258" y="1930132"/>
                    </a:cubicBezTo>
                    <a:lnTo>
                      <a:pt x="403" y="1922946"/>
                    </a:lnTo>
                    <a:lnTo>
                      <a:pt x="95258" y="1930132"/>
                    </a:lnTo>
                    <a:cubicBezTo>
                      <a:pt x="1391688" y="2028341"/>
                      <a:pt x="1976060" y="1385065"/>
                      <a:pt x="1848375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CF28C65-A3FF-72E9-B204-3162A93258CB}"/>
                  </a:ext>
                </a:extLst>
              </p:cNvPr>
              <p:cNvSpPr/>
              <p:nvPr/>
            </p:nvSpPr>
            <p:spPr>
              <a:xfrm>
                <a:off x="4956921" y="1607381"/>
                <a:ext cx="639123" cy="950754"/>
              </a:xfrm>
              <a:custGeom>
                <a:avLst/>
                <a:gdLst>
                  <a:gd name="connsiteX0" fmla="*/ 403 w 639123"/>
                  <a:gd name="connsiteY0" fmla="*/ 75328 h 950754"/>
                  <a:gd name="connsiteX1" fmla="*/ 248434 w 639123"/>
                  <a:gd name="connsiteY1" fmla="*/ 85025 h 950754"/>
                  <a:gd name="connsiteX2" fmla="*/ 204968 w 639123"/>
                  <a:gd name="connsiteY2" fmla="*/ 300 h 950754"/>
                  <a:gd name="connsiteX3" fmla="*/ 248434 w 639123"/>
                  <a:gd name="connsiteY3" fmla="*/ 85025 h 950754"/>
                  <a:gd name="connsiteX4" fmla="*/ 403 w 639123"/>
                  <a:gd name="connsiteY4" fmla="*/ 75328 h 950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123" h="950754">
                    <a:moveTo>
                      <a:pt x="403" y="75328"/>
                    </a:moveTo>
                    <a:cubicBezTo>
                      <a:pt x="759789" y="1239722"/>
                      <a:pt x="842465" y="1242954"/>
                      <a:pt x="248434" y="85025"/>
                    </a:cubicBezTo>
                    <a:lnTo>
                      <a:pt x="204968" y="300"/>
                    </a:lnTo>
                    <a:lnTo>
                      <a:pt x="248434" y="85025"/>
                    </a:lnTo>
                    <a:cubicBezTo>
                      <a:pt x="842465" y="1242954"/>
                      <a:pt x="759789" y="1239722"/>
                      <a:pt x="403" y="75328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09B96A1-5D81-3E3B-343C-6E4A88845BFE}"/>
                  </a:ext>
                </a:extLst>
              </p:cNvPr>
              <p:cNvSpPr/>
              <p:nvPr/>
            </p:nvSpPr>
            <p:spPr>
              <a:xfrm>
                <a:off x="4057042" y="1453314"/>
                <a:ext cx="1541533" cy="1832786"/>
              </a:xfrm>
              <a:custGeom>
                <a:avLst/>
                <a:gdLst>
                  <a:gd name="connsiteX0" fmla="*/ 1370906 w 1541533"/>
                  <a:gd name="connsiteY0" fmla="*/ 300 h 1832786"/>
                  <a:gd name="connsiteX1" fmla="*/ 95239 w 1541533"/>
                  <a:gd name="connsiteY1" fmla="*/ 1821945 h 1832786"/>
                  <a:gd name="connsiteX2" fmla="*/ 403 w 1541533"/>
                  <a:gd name="connsiteY2" fmla="*/ 1814432 h 1832786"/>
                  <a:gd name="connsiteX3" fmla="*/ 95239 w 1541533"/>
                  <a:gd name="connsiteY3" fmla="*/ 1821945 h 1832786"/>
                  <a:gd name="connsiteX4" fmla="*/ 1370906 w 1541533"/>
                  <a:gd name="connsiteY4" fmla="*/ 300 h 1832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1533" h="1832786">
                    <a:moveTo>
                      <a:pt x="1370906" y="300"/>
                    </a:moveTo>
                    <a:cubicBezTo>
                      <a:pt x="1816541" y="1317422"/>
                      <a:pt x="1391319" y="1924639"/>
                      <a:pt x="95239" y="1821945"/>
                    </a:cubicBezTo>
                    <a:lnTo>
                      <a:pt x="403" y="1814432"/>
                    </a:lnTo>
                    <a:lnTo>
                      <a:pt x="95239" y="1821945"/>
                    </a:lnTo>
                    <a:cubicBezTo>
                      <a:pt x="1391319" y="1924639"/>
                      <a:pt x="1816541" y="1317422"/>
                      <a:pt x="1370906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8F4620D-460B-BC82-E106-9F2F71C00A35}"/>
                  </a:ext>
                </a:extLst>
              </p:cNvPr>
              <p:cNvSpPr/>
              <p:nvPr/>
            </p:nvSpPr>
            <p:spPr>
              <a:xfrm>
                <a:off x="5522509" y="1423616"/>
                <a:ext cx="2248892" cy="3180054"/>
              </a:xfrm>
              <a:custGeom>
                <a:avLst/>
                <a:gdLst>
                  <a:gd name="connsiteX0" fmla="*/ 403 w 2248892"/>
                  <a:gd name="connsiteY0" fmla="*/ 300 h 3180054"/>
                  <a:gd name="connsiteX1" fmla="*/ 2171364 w 2248892"/>
                  <a:gd name="connsiteY1" fmla="*/ 3125719 h 3180054"/>
                  <a:gd name="connsiteX2" fmla="*/ 2249295 w 2248892"/>
                  <a:gd name="connsiteY2" fmla="*/ 3180355 h 3180054"/>
                  <a:gd name="connsiteX3" fmla="*/ 2171364 w 2248892"/>
                  <a:gd name="connsiteY3" fmla="*/ 3125719 h 3180054"/>
                  <a:gd name="connsiteX4" fmla="*/ 403 w 2248892"/>
                  <a:gd name="connsiteY4" fmla="*/ 300 h 3180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48892" h="3180054">
                    <a:moveTo>
                      <a:pt x="403" y="300"/>
                    </a:moveTo>
                    <a:cubicBezTo>
                      <a:pt x="382730" y="1337221"/>
                      <a:pt x="1106384" y="2379028"/>
                      <a:pt x="2171364" y="3125719"/>
                    </a:cubicBezTo>
                    <a:lnTo>
                      <a:pt x="2249295" y="3180355"/>
                    </a:lnTo>
                    <a:lnTo>
                      <a:pt x="2171364" y="3125719"/>
                    </a:lnTo>
                    <a:cubicBezTo>
                      <a:pt x="1106384" y="2379028"/>
                      <a:pt x="382730" y="1337221"/>
                      <a:pt x="403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F6E09267-9093-3186-0807-BDB454DEE821}"/>
                  </a:ext>
                </a:extLst>
              </p:cNvPr>
              <p:cNvSpPr/>
              <p:nvPr/>
            </p:nvSpPr>
            <p:spPr>
              <a:xfrm>
                <a:off x="5617224" y="1398850"/>
                <a:ext cx="273769" cy="1043553"/>
              </a:xfrm>
              <a:custGeom>
                <a:avLst/>
                <a:gdLst>
                  <a:gd name="connsiteX0" fmla="*/ 403 w 273769"/>
                  <a:gd name="connsiteY0" fmla="*/ 300 h 1043553"/>
                  <a:gd name="connsiteX1" fmla="*/ 120658 w 273769"/>
                  <a:gd name="connsiteY1" fmla="*/ 111104 h 1043553"/>
                  <a:gd name="connsiteX2" fmla="*/ 103169 w 273769"/>
                  <a:gd name="connsiteY2" fmla="*/ 17474 h 1043553"/>
                  <a:gd name="connsiteX3" fmla="*/ 120658 w 273769"/>
                  <a:gd name="connsiteY3" fmla="*/ 111104 h 1043553"/>
                  <a:gd name="connsiteX4" fmla="*/ 403 w 273769"/>
                  <a:gd name="connsiteY4" fmla="*/ 300 h 1043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769" h="1043553">
                    <a:moveTo>
                      <a:pt x="403" y="300"/>
                    </a:moveTo>
                    <a:cubicBezTo>
                      <a:pt x="319586" y="1353734"/>
                      <a:pt x="359672" y="1390667"/>
                      <a:pt x="120658" y="111104"/>
                    </a:cubicBezTo>
                    <a:lnTo>
                      <a:pt x="103169" y="17474"/>
                    </a:lnTo>
                    <a:lnTo>
                      <a:pt x="120658" y="111104"/>
                    </a:lnTo>
                    <a:cubicBezTo>
                      <a:pt x="359672" y="1390667"/>
                      <a:pt x="319586" y="1353734"/>
                      <a:pt x="403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93356CA9-8384-C2E5-0316-0365336D88CB}"/>
                  </a:ext>
                </a:extLst>
              </p:cNvPr>
              <p:cNvSpPr/>
              <p:nvPr/>
            </p:nvSpPr>
            <p:spPr>
              <a:xfrm>
                <a:off x="4058136" y="3254126"/>
                <a:ext cx="4120162" cy="126931"/>
              </a:xfrm>
              <a:custGeom>
                <a:avLst/>
                <a:gdLst>
                  <a:gd name="connsiteX0" fmla="*/ 4120565 w 4120162"/>
                  <a:gd name="connsiteY0" fmla="*/ 107884 h 126931"/>
                  <a:gd name="connsiteX1" fmla="*/ 95192 w 4120162"/>
                  <a:gd name="connsiteY1" fmla="*/ 8433 h 126931"/>
                  <a:gd name="connsiteX2" fmla="*/ 403 w 4120162"/>
                  <a:gd name="connsiteY2" fmla="*/ 300 h 126931"/>
                  <a:gd name="connsiteX3" fmla="*/ 95192 w 4120162"/>
                  <a:gd name="connsiteY3" fmla="*/ 8433 h 126931"/>
                  <a:gd name="connsiteX4" fmla="*/ 4120565 w 4120162"/>
                  <a:gd name="connsiteY4" fmla="*/ 107884 h 126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20162" h="126931">
                    <a:moveTo>
                      <a:pt x="4120565" y="107884"/>
                    </a:moveTo>
                    <a:cubicBezTo>
                      <a:pt x="2732366" y="152744"/>
                      <a:pt x="1390574" y="119593"/>
                      <a:pt x="95192" y="8433"/>
                    </a:cubicBezTo>
                    <a:lnTo>
                      <a:pt x="403" y="300"/>
                    </a:lnTo>
                    <a:lnTo>
                      <a:pt x="95192" y="8433"/>
                    </a:lnTo>
                    <a:cubicBezTo>
                      <a:pt x="1390574" y="119593"/>
                      <a:pt x="2732366" y="152744"/>
                      <a:pt x="4120565" y="107884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8AA44525-BF9D-904A-8362-9EC9019CC37C}"/>
                  </a:ext>
                </a:extLst>
              </p:cNvPr>
              <p:cNvSpPr/>
              <p:nvPr/>
            </p:nvSpPr>
            <p:spPr>
              <a:xfrm>
                <a:off x="4057746" y="3258827"/>
                <a:ext cx="3679445" cy="1455114"/>
              </a:xfrm>
              <a:custGeom>
                <a:avLst/>
                <a:gdLst>
                  <a:gd name="connsiteX0" fmla="*/ 3679849 w 3679445"/>
                  <a:gd name="connsiteY0" fmla="*/ 1455414 h 1455114"/>
                  <a:gd name="connsiteX1" fmla="*/ 95201 w 3679445"/>
                  <a:gd name="connsiteY1" fmla="*/ 8214 h 1455114"/>
                  <a:gd name="connsiteX2" fmla="*/ 403 w 3679445"/>
                  <a:gd name="connsiteY2" fmla="*/ 300 h 1455114"/>
                  <a:gd name="connsiteX3" fmla="*/ 95201 w 3679445"/>
                  <a:gd name="connsiteY3" fmla="*/ 8214 h 1455114"/>
                  <a:gd name="connsiteX4" fmla="*/ 3679849 w 3679445"/>
                  <a:gd name="connsiteY4" fmla="*/ 1455414 h 1455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9445" h="1455114">
                    <a:moveTo>
                      <a:pt x="3679849" y="1455414"/>
                    </a:moveTo>
                    <a:cubicBezTo>
                      <a:pt x="2585719" y="598788"/>
                      <a:pt x="1390838" y="116387"/>
                      <a:pt x="95201" y="8214"/>
                    </a:cubicBezTo>
                    <a:lnTo>
                      <a:pt x="403" y="300"/>
                    </a:lnTo>
                    <a:lnTo>
                      <a:pt x="95201" y="8214"/>
                    </a:lnTo>
                    <a:cubicBezTo>
                      <a:pt x="1390838" y="116387"/>
                      <a:pt x="2585719" y="598788"/>
                      <a:pt x="3679849" y="1455414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58608D73-6A3B-FF4D-6D08-2E772E6EF91E}"/>
                  </a:ext>
                </a:extLst>
              </p:cNvPr>
              <p:cNvSpPr/>
              <p:nvPr/>
            </p:nvSpPr>
            <p:spPr>
              <a:xfrm>
                <a:off x="4057356" y="1684600"/>
                <a:ext cx="1319108" cy="1599709"/>
              </a:xfrm>
              <a:custGeom>
                <a:avLst/>
                <a:gdLst>
                  <a:gd name="connsiteX0" fmla="*/ 896629 w 1319108"/>
                  <a:gd name="connsiteY0" fmla="*/ 300 h 1599709"/>
                  <a:gd name="connsiteX1" fmla="*/ 95220 w 1319108"/>
                  <a:gd name="connsiteY1" fmla="*/ 1586923 h 1599709"/>
                  <a:gd name="connsiteX2" fmla="*/ 403 w 1319108"/>
                  <a:gd name="connsiteY2" fmla="*/ 1579227 h 1599709"/>
                  <a:gd name="connsiteX3" fmla="*/ 95220 w 1319108"/>
                  <a:gd name="connsiteY3" fmla="*/ 1586923 h 1599709"/>
                  <a:gd name="connsiteX4" fmla="*/ 896629 w 1319108"/>
                  <a:gd name="connsiteY4" fmla="*/ 300 h 159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9108" h="1599709">
                    <a:moveTo>
                      <a:pt x="896629" y="300"/>
                    </a:moveTo>
                    <a:cubicBezTo>
                      <a:pt x="1658239" y="1163234"/>
                      <a:pt x="1391105" y="1692107"/>
                      <a:pt x="95220" y="1586923"/>
                    </a:cubicBezTo>
                    <a:lnTo>
                      <a:pt x="403" y="1579227"/>
                    </a:lnTo>
                    <a:lnTo>
                      <a:pt x="95220" y="1586923"/>
                    </a:lnTo>
                    <a:cubicBezTo>
                      <a:pt x="1391105" y="1692107"/>
                      <a:pt x="1658239" y="1163234"/>
                      <a:pt x="896629" y="30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D392CA09-6B2D-ED88-2CE6-B224C5560FE3}"/>
                  </a:ext>
                </a:extLst>
              </p:cNvPr>
              <p:cNvSpPr/>
              <p:nvPr/>
            </p:nvSpPr>
            <p:spPr>
              <a:xfrm>
                <a:off x="4060515" y="2318356"/>
                <a:ext cx="1111519" cy="947443"/>
              </a:xfrm>
              <a:custGeom>
                <a:avLst/>
                <a:gdLst>
                  <a:gd name="connsiteX0" fmla="*/ 272289 w 1111519"/>
                  <a:gd name="connsiteY0" fmla="*/ 414 h 947443"/>
                  <a:gd name="connsiteX1" fmla="*/ 272355 w 1111519"/>
                  <a:gd name="connsiteY1" fmla="*/ 300 h 947443"/>
                  <a:gd name="connsiteX2" fmla="*/ 95068 w 1111519"/>
                  <a:gd name="connsiteY2" fmla="*/ 919632 h 947443"/>
                  <a:gd name="connsiteX3" fmla="*/ 403 w 1111519"/>
                  <a:gd name="connsiteY3" fmla="*/ 910237 h 947443"/>
                  <a:gd name="connsiteX4" fmla="*/ 95087 w 1111519"/>
                  <a:gd name="connsiteY4" fmla="*/ 919513 h 947443"/>
                  <a:gd name="connsiteX5" fmla="*/ 272289 w 1111519"/>
                  <a:gd name="connsiteY5" fmla="*/ 414 h 947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11519" h="947443">
                    <a:moveTo>
                      <a:pt x="272289" y="414"/>
                    </a:moveTo>
                    <a:cubicBezTo>
                      <a:pt x="272317" y="376"/>
                      <a:pt x="272336" y="338"/>
                      <a:pt x="272355" y="300"/>
                    </a:cubicBezTo>
                    <a:cubicBezTo>
                      <a:pt x="1448045" y="740731"/>
                      <a:pt x="1388948" y="1047173"/>
                      <a:pt x="95068" y="919632"/>
                    </a:cubicBezTo>
                    <a:lnTo>
                      <a:pt x="403" y="910237"/>
                    </a:lnTo>
                    <a:lnTo>
                      <a:pt x="95087" y="919513"/>
                    </a:lnTo>
                    <a:cubicBezTo>
                      <a:pt x="1388952" y="1047133"/>
                      <a:pt x="1448022" y="740766"/>
                      <a:pt x="272289" y="41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C80937ED-01FF-BD95-28E7-23FCAD6D9AC4}"/>
                  </a:ext>
                </a:extLst>
              </p:cNvPr>
              <p:cNvSpPr/>
              <p:nvPr/>
            </p:nvSpPr>
            <p:spPr>
              <a:xfrm>
                <a:off x="4059611" y="2024967"/>
                <a:ext cx="1177305" cy="1242636"/>
              </a:xfrm>
              <a:custGeom>
                <a:avLst/>
                <a:gdLst>
                  <a:gd name="connsiteX0" fmla="*/ 495905 w 1177305"/>
                  <a:gd name="connsiteY0" fmla="*/ 395 h 1242636"/>
                  <a:gd name="connsiteX1" fmla="*/ 495991 w 1177305"/>
                  <a:gd name="connsiteY1" fmla="*/ 300 h 1242636"/>
                  <a:gd name="connsiteX2" fmla="*/ 95116 w 1177305"/>
                  <a:gd name="connsiteY2" fmla="*/ 1221975 h 1242636"/>
                  <a:gd name="connsiteX3" fmla="*/ 403 w 1177305"/>
                  <a:gd name="connsiteY3" fmla="*/ 1213016 h 1242636"/>
                  <a:gd name="connsiteX4" fmla="*/ 95125 w 1177305"/>
                  <a:gd name="connsiteY4" fmla="*/ 1221856 h 1242636"/>
                  <a:gd name="connsiteX5" fmla="*/ 495905 w 1177305"/>
                  <a:gd name="connsiteY5" fmla="*/ 395 h 1242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77305" h="1242636">
                    <a:moveTo>
                      <a:pt x="495905" y="395"/>
                    </a:moveTo>
                    <a:cubicBezTo>
                      <a:pt x="495934" y="357"/>
                      <a:pt x="495962" y="329"/>
                      <a:pt x="495991" y="300"/>
                    </a:cubicBezTo>
                    <a:cubicBezTo>
                      <a:pt x="1523191" y="936321"/>
                      <a:pt x="1389566" y="1343547"/>
                      <a:pt x="95116" y="1221975"/>
                    </a:cubicBezTo>
                    <a:lnTo>
                      <a:pt x="403" y="1213016"/>
                    </a:lnTo>
                    <a:lnTo>
                      <a:pt x="95125" y="1221856"/>
                    </a:lnTo>
                    <a:cubicBezTo>
                      <a:pt x="1389569" y="1343507"/>
                      <a:pt x="1523162" y="936352"/>
                      <a:pt x="495905" y="395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034521FF-BD11-8653-8714-D3CEE2671F1C}"/>
                  </a:ext>
                </a:extLst>
              </p:cNvPr>
              <p:cNvSpPr/>
              <p:nvPr/>
            </p:nvSpPr>
            <p:spPr>
              <a:xfrm>
                <a:off x="4440185" y="1563490"/>
                <a:ext cx="1114408" cy="1125908"/>
              </a:xfrm>
              <a:custGeom>
                <a:avLst/>
                <a:gdLst>
                  <a:gd name="connsiteX0" fmla="*/ 403 w 1114408"/>
                  <a:gd name="connsiteY0" fmla="*/ 599813 h 1125908"/>
                  <a:gd name="connsiteX1" fmla="*/ 479 w 1114408"/>
                  <a:gd name="connsiteY1" fmla="*/ 599718 h 1125908"/>
                  <a:gd name="connsiteX2" fmla="*/ 851675 w 1114408"/>
                  <a:gd name="connsiteY2" fmla="*/ 87092 h 1125908"/>
                  <a:gd name="connsiteX3" fmla="*/ 812485 w 1114408"/>
                  <a:gd name="connsiteY3" fmla="*/ 300 h 1125908"/>
                  <a:gd name="connsiteX4" fmla="*/ 851783 w 1114408"/>
                  <a:gd name="connsiteY4" fmla="*/ 87044 h 1125908"/>
                  <a:gd name="connsiteX5" fmla="*/ 403 w 1114408"/>
                  <a:gd name="connsiteY5" fmla="*/ 599813 h 1125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14408" h="1125908">
                    <a:moveTo>
                      <a:pt x="403" y="599813"/>
                    </a:moveTo>
                    <a:cubicBezTo>
                      <a:pt x="422" y="599785"/>
                      <a:pt x="450" y="599746"/>
                      <a:pt x="479" y="599718"/>
                    </a:cubicBezTo>
                    <a:cubicBezTo>
                      <a:pt x="1104304" y="1443779"/>
                      <a:pt x="1388036" y="1272903"/>
                      <a:pt x="851675" y="87092"/>
                    </a:cubicBezTo>
                    <a:lnTo>
                      <a:pt x="812485" y="300"/>
                    </a:lnTo>
                    <a:lnTo>
                      <a:pt x="851783" y="87044"/>
                    </a:lnTo>
                    <a:cubicBezTo>
                      <a:pt x="1388072" y="1272887"/>
                      <a:pt x="1104278" y="1443812"/>
                      <a:pt x="403" y="599813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E93231C7-6EB4-015E-0194-63FB953C8EC7}"/>
                  </a:ext>
                </a:extLst>
              </p:cNvPr>
              <p:cNvSpPr/>
              <p:nvPr/>
            </p:nvSpPr>
            <p:spPr>
              <a:xfrm>
                <a:off x="4781832" y="1688534"/>
                <a:ext cx="714941" cy="935908"/>
              </a:xfrm>
              <a:custGeom>
                <a:avLst/>
                <a:gdLst>
                  <a:gd name="connsiteX0" fmla="*/ 166084 w 714941"/>
                  <a:gd name="connsiteY0" fmla="*/ 367 h 935908"/>
                  <a:gd name="connsiteX1" fmla="*/ 166188 w 714941"/>
                  <a:gd name="connsiteY1" fmla="*/ 300 h 935908"/>
                  <a:gd name="connsiteX2" fmla="*/ 61477 w 714941"/>
                  <a:gd name="connsiteY2" fmla="*/ 244569 h 935908"/>
                  <a:gd name="connsiteX3" fmla="*/ 403 w 714941"/>
                  <a:gd name="connsiteY3" fmla="*/ 171550 h 935908"/>
                  <a:gd name="connsiteX4" fmla="*/ 61572 w 714941"/>
                  <a:gd name="connsiteY4" fmla="*/ 244492 h 935908"/>
                  <a:gd name="connsiteX5" fmla="*/ 166084 w 714941"/>
                  <a:gd name="connsiteY5" fmla="*/ 367 h 935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14941" h="935908">
                    <a:moveTo>
                      <a:pt x="166084" y="367"/>
                    </a:moveTo>
                    <a:cubicBezTo>
                      <a:pt x="166122" y="338"/>
                      <a:pt x="166160" y="319"/>
                      <a:pt x="166188" y="300"/>
                    </a:cubicBezTo>
                    <a:cubicBezTo>
                      <a:pt x="931778" y="1160609"/>
                      <a:pt x="896873" y="1242033"/>
                      <a:pt x="61477" y="244569"/>
                    </a:cubicBezTo>
                    <a:lnTo>
                      <a:pt x="403" y="171550"/>
                    </a:lnTo>
                    <a:lnTo>
                      <a:pt x="61572" y="244492"/>
                    </a:lnTo>
                    <a:cubicBezTo>
                      <a:pt x="896903" y="1242009"/>
                      <a:pt x="931742" y="1160632"/>
                      <a:pt x="166084" y="367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D73559C5-44D4-46EE-E85E-9136C9F834A4}"/>
                  </a:ext>
                </a:extLst>
              </p:cNvPr>
              <p:cNvSpPr/>
              <p:nvPr/>
            </p:nvSpPr>
            <p:spPr>
              <a:xfrm>
                <a:off x="4058755" y="1488081"/>
                <a:ext cx="1489258" cy="1781739"/>
              </a:xfrm>
              <a:custGeom>
                <a:avLst/>
                <a:gdLst>
                  <a:gd name="connsiteX0" fmla="*/ 1274205 w 1489258"/>
                  <a:gd name="connsiteY0" fmla="*/ 348 h 1781739"/>
                  <a:gd name="connsiteX1" fmla="*/ 1274324 w 1489258"/>
                  <a:gd name="connsiteY1" fmla="*/ 300 h 1781739"/>
                  <a:gd name="connsiteX2" fmla="*/ 95154 w 1489258"/>
                  <a:gd name="connsiteY2" fmla="*/ 1767818 h 1781739"/>
                  <a:gd name="connsiteX3" fmla="*/ 403 w 1489258"/>
                  <a:gd name="connsiteY3" fmla="*/ 1759297 h 1781739"/>
                  <a:gd name="connsiteX4" fmla="*/ 95163 w 1489258"/>
                  <a:gd name="connsiteY4" fmla="*/ 1767699 h 1781739"/>
                  <a:gd name="connsiteX5" fmla="*/ 1274205 w 1489258"/>
                  <a:gd name="connsiteY5" fmla="*/ 348 h 178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89258" h="1781739">
                    <a:moveTo>
                      <a:pt x="1274205" y="348"/>
                    </a:moveTo>
                    <a:cubicBezTo>
                      <a:pt x="1274245" y="328"/>
                      <a:pt x="1274284" y="309"/>
                      <a:pt x="1274324" y="300"/>
                    </a:cubicBezTo>
                    <a:cubicBezTo>
                      <a:pt x="1783206" y="1294245"/>
                      <a:pt x="1390149" y="1883419"/>
                      <a:pt x="95154" y="1767818"/>
                    </a:cubicBezTo>
                    <a:lnTo>
                      <a:pt x="403" y="1759297"/>
                    </a:lnTo>
                    <a:lnTo>
                      <a:pt x="95163" y="1767699"/>
                    </a:lnTo>
                    <a:cubicBezTo>
                      <a:pt x="1390153" y="1883379"/>
                      <a:pt x="1783166" y="1294261"/>
                      <a:pt x="1274205" y="348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2CC8FB01-0B97-B664-32DD-A4F8EADFA6A3}"/>
                  </a:ext>
                </a:extLst>
              </p:cNvPr>
              <p:cNvSpPr/>
              <p:nvPr/>
            </p:nvSpPr>
            <p:spPr>
              <a:xfrm>
                <a:off x="6921024" y="4007576"/>
                <a:ext cx="886156" cy="612743"/>
              </a:xfrm>
              <a:custGeom>
                <a:avLst/>
                <a:gdLst>
                  <a:gd name="connsiteX0" fmla="*/ 886559 w 886156"/>
                  <a:gd name="connsiteY0" fmla="*/ 611625 h 612743"/>
                  <a:gd name="connsiteX1" fmla="*/ 885570 w 886156"/>
                  <a:gd name="connsiteY1" fmla="*/ 613044 h 612743"/>
                  <a:gd name="connsiteX2" fmla="*/ 769443 w 886156"/>
                  <a:gd name="connsiteY2" fmla="*/ 546616 h 612743"/>
                  <a:gd name="connsiteX3" fmla="*/ 846718 w 886156"/>
                  <a:gd name="connsiteY3" fmla="*/ 602176 h 612743"/>
                  <a:gd name="connsiteX4" fmla="*/ 768510 w 886156"/>
                  <a:gd name="connsiteY4" fmla="*/ 547931 h 612743"/>
                  <a:gd name="connsiteX5" fmla="*/ 886559 w 886156"/>
                  <a:gd name="connsiteY5" fmla="*/ 611625 h 61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6156" h="612743">
                    <a:moveTo>
                      <a:pt x="886559" y="611625"/>
                    </a:moveTo>
                    <a:cubicBezTo>
                      <a:pt x="886226" y="612101"/>
                      <a:pt x="885903" y="612568"/>
                      <a:pt x="885570" y="613044"/>
                    </a:cubicBezTo>
                    <a:cubicBezTo>
                      <a:pt x="-254557" y="-181170"/>
                      <a:pt x="-293267" y="-203314"/>
                      <a:pt x="769443" y="546616"/>
                    </a:cubicBezTo>
                    <a:lnTo>
                      <a:pt x="846718" y="602176"/>
                    </a:lnTo>
                    <a:lnTo>
                      <a:pt x="768510" y="547931"/>
                    </a:lnTo>
                    <a:cubicBezTo>
                      <a:pt x="-293577" y="-202873"/>
                      <a:pt x="-254228" y="-181643"/>
                      <a:pt x="886559" y="611625"/>
                    </a:cubicBezTo>
                    <a:close/>
                  </a:path>
                </a:pathLst>
              </a:custGeom>
              <a:solidFill>
                <a:srgbClr val="F4E1B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7B18E750-06D2-2A63-FFA2-2D3F59048C7B}"/>
                  </a:ext>
                </a:extLst>
              </p:cNvPr>
              <p:cNvSpPr/>
              <p:nvPr/>
            </p:nvSpPr>
            <p:spPr>
              <a:xfrm>
                <a:off x="4061542" y="2170557"/>
                <a:ext cx="1139470" cy="1085674"/>
              </a:xfrm>
              <a:custGeom>
                <a:avLst/>
                <a:gdLst>
                  <a:gd name="connsiteX0" fmla="*/ 372272 w 1139470"/>
                  <a:gd name="connsiteY0" fmla="*/ 1681 h 1085674"/>
                  <a:gd name="connsiteX1" fmla="*/ 373309 w 1139470"/>
                  <a:gd name="connsiteY1" fmla="*/ 300 h 1085674"/>
                  <a:gd name="connsiteX2" fmla="*/ 94944 w 1139470"/>
                  <a:gd name="connsiteY2" fmla="*/ 1058482 h 1085674"/>
                  <a:gd name="connsiteX3" fmla="*/ 403 w 1139470"/>
                  <a:gd name="connsiteY3" fmla="*/ 1047868 h 1085674"/>
                  <a:gd name="connsiteX4" fmla="*/ 95116 w 1139470"/>
                  <a:gd name="connsiteY4" fmla="*/ 1056871 h 1085674"/>
                  <a:gd name="connsiteX5" fmla="*/ 372272 w 1139470"/>
                  <a:gd name="connsiteY5" fmla="*/ 1681 h 108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9470" h="1085674">
                    <a:moveTo>
                      <a:pt x="372272" y="1681"/>
                    </a:moveTo>
                    <a:cubicBezTo>
                      <a:pt x="372615" y="1214"/>
                      <a:pt x="372967" y="757"/>
                      <a:pt x="373309" y="300"/>
                    </a:cubicBezTo>
                    <a:cubicBezTo>
                      <a:pt x="1481011" y="839262"/>
                      <a:pt x="1388221" y="1191989"/>
                      <a:pt x="94944" y="1058482"/>
                    </a:cubicBezTo>
                    <a:lnTo>
                      <a:pt x="403" y="1047868"/>
                    </a:lnTo>
                    <a:lnTo>
                      <a:pt x="95116" y="1056871"/>
                    </a:lnTo>
                    <a:cubicBezTo>
                      <a:pt x="1388277" y="1191453"/>
                      <a:pt x="1480664" y="839722"/>
                      <a:pt x="372272" y="1681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7E956DC9-9483-5041-E5DE-696820169138}"/>
                  </a:ext>
                </a:extLst>
              </p:cNvPr>
              <p:cNvSpPr/>
              <p:nvPr/>
            </p:nvSpPr>
            <p:spPr>
              <a:xfrm>
                <a:off x="4062788" y="3206399"/>
                <a:ext cx="1077492" cy="1110667"/>
              </a:xfrm>
              <a:custGeom>
                <a:avLst/>
                <a:gdLst>
                  <a:gd name="connsiteX0" fmla="*/ 148465 w 1077492"/>
                  <a:gd name="connsiteY0" fmla="*/ 1110967 h 1110667"/>
                  <a:gd name="connsiteX1" fmla="*/ 147048 w 1077492"/>
                  <a:gd name="connsiteY1" fmla="*/ 1107953 h 1110667"/>
                  <a:gd name="connsiteX2" fmla="*/ 94802 w 1077492"/>
                  <a:gd name="connsiteY2" fmla="*/ 12202 h 1110667"/>
                  <a:gd name="connsiteX3" fmla="*/ 403 w 1077492"/>
                  <a:gd name="connsiteY3" fmla="*/ 300 h 1110667"/>
                  <a:gd name="connsiteX4" fmla="*/ 95144 w 1077492"/>
                  <a:gd name="connsiteY4" fmla="*/ 9104 h 1110667"/>
                  <a:gd name="connsiteX5" fmla="*/ 148465 w 1077492"/>
                  <a:gd name="connsiteY5" fmla="*/ 1110967 h 1110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7492" h="1110667">
                    <a:moveTo>
                      <a:pt x="148465" y="1110967"/>
                    </a:moveTo>
                    <a:cubicBezTo>
                      <a:pt x="147990" y="1109963"/>
                      <a:pt x="147524" y="1108958"/>
                      <a:pt x="147048" y="1107953"/>
                    </a:cubicBezTo>
                    <a:cubicBezTo>
                      <a:pt x="1404760" y="517918"/>
                      <a:pt x="1387343" y="152668"/>
                      <a:pt x="94802" y="12202"/>
                    </a:cubicBezTo>
                    <a:lnTo>
                      <a:pt x="403" y="300"/>
                    </a:lnTo>
                    <a:lnTo>
                      <a:pt x="95144" y="9104"/>
                    </a:lnTo>
                    <a:cubicBezTo>
                      <a:pt x="1387456" y="151635"/>
                      <a:pt x="1405231" y="518923"/>
                      <a:pt x="148465" y="1110967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CE440EEB-E3EE-E1FB-A3C1-6773261BD4E6}"/>
                  </a:ext>
                </a:extLst>
              </p:cNvPr>
              <p:cNvSpPr/>
              <p:nvPr/>
            </p:nvSpPr>
            <p:spPr>
              <a:xfrm>
                <a:off x="4425735" y="1660436"/>
                <a:ext cx="1051903" cy="1051604"/>
              </a:xfrm>
              <a:custGeom>
                <a:avLst/>
                <a:gdLst>
                  <a:gd name="connsiteX0" fmla="*/ 403 w 1051903"/>
                  <a:gd name="connsiteY0" fmla="*/ 522051 h 1051604"/>
                  <a:gd name="connsiteX1" fmla="*/ 2391 w 1051903"/>
                  <a:gd name="connsiteY1" fmla="*/ 519384 h 1051604"/>
                  <a:gd name="connsiteX2" fmla="*/ 686112 w 1051903"/>
                  <a:gd name="connsiteY2" fmla="*/ 83339 h 1051604"/>
                  <a:gd name="connsiteX3" fmla="*/ 639497 w 1051903"/>
                  <a:gd name="connsiteY3" fmla="*/ 300 h 1051604"/>
                  <a:gd name="connsiteX4" fmla="*/ 688804 w 1051903"/>
                  <a:gd name="connsiteY4" fmla="*/ 81767 h 1051604"/>
                  <a:gd name="connsiteX5" fmla="*/ 403 w 1051903"/>
                  <a:gd name="connsiteY5" fmla="*/ 522051 h 105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1903" h="1051604">
                    <a:moveTo>
                      <a:pt x="403" y="522051"/>
                    </a:moveTo>
                    <a:cubicBezTo>
                      <a:pt x="1059" y="521156"/>
                      <a:pt x="1725" y="520270"/>
                      <a:pt x="2391" y="519384"/>
                    </a:cubicBezTo>
                    <a:cubicBezTo>
                      <a:pt x="1114574" y="1352369"/>
                      <a:pt x="1342483" y="1207023"/>
                      <a:pt x="686112" y="83339"/>
                    </a:cubicBezTo>
                    <a:lnTo>
                      <a:pt x="639497" y="300"/>
                    </a:lnTo>
                    <a:lnTo>
                      <a:pt x="688804" y="81767"/>
                    </a:lnTo>
                    <a:cubicBezTo>
                      <a:pt x="1343379" y="1206499"/>
                      <a:pt x="1113911" y="1353259"/>
                      <a:pt x="403" y="522051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212BD7F9-2312-AB4E-36BD-CAD43833A387}"/>
                  </a:ext>
                </a:extLst>
              </p:cNvPr>
              <p:cNvSpPr/>
              <p:nvPr/>
            </p:nvSpPr>
            <p:spPr>
              <a:xfrm>
                <a:off x="4791478" y="1374609"/>
                <a:ext cx="1672146" cy="1186960"/>
              </a:xfrm>
              <a:custGeom>
                <a:avLst/>
                <a:gdLst>
                  <a:gd name="connsiteX0" fmla="*/ 1666125 w 1672146"/>
                  <a:gd name="connsiteY0" fmla="*/ 300 h 1186960"/>
                  <a:gd name="connsiteX1" fmla="*/ 1672549 w 1672146"/>
                  <a:gd name="connsiteY1" fmla="*/ 1443 h 1186960"/>
                  <a:gd name="connsiteX2" fmla="*/ 58728 w 1672146"/>
                  <a:gd name="connsiteY2" fmla="*/ 552731 h 1186960"/>
                  <a:gd name="connsiteX3" fmla="*/ 403 w 1672146"/>
                  <a:gd name="connsiteY3" fmla="*/ 477417 h 1186960"/>
                  <a:gd name="connsiteX4" fmla="*/ 63437 w 1672146"/>
                  <a:gd name="connsiteY4" fmla="*/ 548835 h 1186960"/>
                  <a:gd name="connsiteX5" fmla="*/ 1666125 w 1672146"/>
                  <a:gd name="connsiteY5" fmla="*/ 300 h 118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2146" h="1186960">
                    <a:moveTo>
                      <a:pt x="1666125" y="300"/>
                    </a:moveTo>
                    <a:cubicBezTo>
                      <a:pt x="1668266" y="681"/>
                      <a:pt x="1670409" y="1062"/>
                      <a:pt x="1672549" y="1443"/>
                    </a:cubicBezTo>
                    <a:cubicBezTo>
                      <a:pt x="1427466" y="1370276"/>
                      <a:pt x="889526" y="1554037"/>
                      <a:pt x="58728" y="552731"/>
                    </a:cubicBezTo>
                    <a:lnTo>
                      <a:pt x="403" y="477417"/>
                    </a:lnTo>
                    <a:lnTo>
                      <a:pt x="63437" y="548835"/>
                    </a:lnTo>
                    <a:cubicBezTo>
                      <a:pt x="891094" y="1552737"/>
                      <a:pt x="1425325" y="1369895"/>
                      <a:pt x="1666125" y="30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974CDC16-B7BE-D8B2-2DD5-0A443D9F0D56}"/>
                  </a:ext>
                </a:extLst>
              </p:cNvPr>
              <p:cNvSpPr/>
              <p:nvPr/>
            </p:nvSpPr>
            <p:spPr>
              <a:xfrm>
                <a:off x="4066536" y="3174387"/>
                <a:ext cx="1053897" cy="939295"/>
              </a:xfrm>
              <a:custGeom>
                <a:avLst/>
                <a:gdLst>
                  <a:gd name="connsiteX0" fmla="*/ 61905 w 1053897"/>
                  <a:gd name="connsiteY0" fmla="*/ 939596 h 939295"/>
                  <a:gd name="connsiteX1" fmla="*/ 59251 w 1053897"/>
                  <a:gd name="connsiteY1" fmla="*/ 931906 h 939295"/>
                  <a:gd name="connsiteX2" fmla="*/ 94326 w 1053897"/>
                  <a:gd name="connsiteY2" fmla="*/ 15921 h 939295"/>
                  <a:gd name="connsiteX3" fmla="*/ 403 w 1053897"/>
                  <a:gd name="connsiteY3" fmla="*/ 300 h 939295"/>
                  <a:gd name="connsiteX4" fmla="*/ 95277 w 1053897"/>
                  <a:gd name="connsiteY4" fmla="*/ 8365 h 939295"/>
                  <a:gd name="connsiteX5" fmla="*/ 61905 w 1053897"/>
                  <a:gd name="connsiteY5" fmla="*/ 939596 h 939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3897" h="939295">
                    <a:moveTo>
                      <a:pt x="61905" y="939596"/>
                    </a:moveTo>
                    <a:cubicBezTo>
                      <a:pt x="61020" y="937034"/>
                      <a:pt x="60136" y="934471"/>
                      <a:pt x="59251" y="931906"/>
                    </a:cubicBezTo>
                    <a:cubicBezTo>
                      <a:pt x="1372996" y="480577"/>
                      <a:pt x="1384686" y="175249"/>
                      <a:pt x="94326" y="15921"/>
                    </a:cubicBezTo>
                    <a:lnTo>
                      <a:pt x="403" y="300"/>
                    </a:lnTo>
                    <a:lnTo>
                      <a:pt x="95277" y="8365"/>
                    </a:lnTo>
                    <a:cubicBezTo>
                      <a:pt x="1385002" y="172730"/>
                      <a:pt x="1373880" y="483140"/>
                      <a:pt x="61905" y="939596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EE1177C5-4983-2E80-54AA-F5FD3DFDFFB3}"/>
                  </a:ext>
                </a:extLst>
              </p:cNvPr>
              <p:cNvSpPr/>
              <p:nvPr/>
            </p:nvSpPr>
            <p:spPr>
              <a:xfrm>
                <a:off x="4064463" y="1900704"/>
                <a:ext cx="1212787" cy="1333983"/>
              </a:xfrm>
              <a:custGeom>
                <a:avLst/>
                <a:gdLst>
                  <a:gd name="connsiteX0" fmla="*/ 608047 w 1212787"/>
                  <a:gd name="connsiteY0" fmla="*/ 5844 h 1333983"/>
                  <a:gd name="connsiteX1" fmla="*/ 613983 w 1212787"/>
                  <a:gd name="connsiteY1" fmla="*/ 300 h 1333983"/>
                  <a:gd name="connsiteX2" fmla="*/ 94459 w 1212787"/>
                  <a:gd name="connsiteY2" fmla="*/ 1305979 h 1333983"/>
                  <a:gd name="connsiteX3" fmla="*/ 403 w 1212787"/>
                  <a:gd name="connsiteY3" fmla="*/ 1291153 h 1333983"/>
                  <a:gd name="connsiteX4" fmla="*/ 95334 w 1212787"/>
                  <a:gd name="connsiteY4" fmla="*/ 1298416 h 1333983"/>
                  <a:gd name="connsiteX5" fmla="*/ 608047 w 1212787"/>
                  <a:gd name="connsiteY5" fmla="*/ 5844 h 1333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12787" h="1333983">
                    <a:moveTo>
                      <a:pt x="608047" y="5844"/>
                    </a:moveTo>
                    <a:cubicBezTo>
                      <a:pt x="610016" y="3996"/>
                      <a:pt x="612004" y="2148"/>
                      <a:pt x="613983" y="300"/>
                    </a:cubicBezTo>
                    <a:cubicBezTo>
                      <a:pt x="1559288" y="1019164"/>
                      <a:pt x="1386112" y="1454390"/>
                      <a:pt x="94459" y="1305979"/>
                    </a:cubicBezTo>
                    <a:lnTo>
                      <a:pt x="403" y="1291153"/>
                    </a:lnTo>
                    <a:lnTo>
                      <a:pt x="95334" y="1298416"/>
                    </a:lnTo>
                    <a:cubicBezTo>
                      <a:pt x="1386405" y="1451869"/>
                      <a:pt x="1557308" y="1021012"/>
                      <a:pt x="608047" y="584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ED6BCE6B-EB32-3237-7D2B-762ECB835A3F}"/>
                  </a:ext>
                </a:extLst>
              </p:cNvPr>
              <p:cNvSpPr/>
              <p:nvPr/>
            </p:nvSpPr>
            <p:spPr>
              <a:xfrm>
                <a:off x="4012616" y="3155677"/>
                <a:ext cx="1080967" cy="288354"/>
              </a:xfrm>
              <a:custGeom>
                <a:avLst/>
                <a:gdLst>
                  <a:gd name="connsiteX0" fmla="*/ 460 w 1080967"/>
                  <a:gd name="connsiteY0" fmla="*/ 288654 h 288354"/>
                  <a:gd name="connsiteX1" fmla="*/ 403 w 1080967"/>
                  <a:gd name="connsiteY1" fmla="*/ 277316 h 288354"/>
                  <a:gd name="connsiteX2" fmla="*/ 150330 w 1080967"/>
                  <a:gd name="connsiteY2" fmla="*/ 18273 h 288354"/>
                  <a:gd name="connsiteX3" fmla="*/ 56758 w 1080967"/>
                  <a:gd name="connsiteY3" fmla="*/ 300 h 288354"/>
                  <a:gd name="connsiteX4" fmla="*/ 151747 w 1080967"/>
                  <a:gd name="connsiteY4" fmla="*/ 7754 h 288354"/>
                  <a:gd name="connsiteX5" fmla="*/ 460 w 1080967"/>
                  <a:gd name="connsiteY5" fmla="*/ 288654 h 288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80967" h="288354">
                    <a:moveTo>
                      <a:pt x="460" y="288654"/>
                    </a:moveTo>
                    <a:cubicBezTo>
                      <a:pt x="431" y="284875"/>
                      <a:pt x="412" y="281096"/>
                      <a:pt x="403" y="277316"/>
                    </a:cubicBezTo>
                    <a:cubicBezTo>
                      <a:pt x="1389326" y="274854"/>
                      <a:pt x="1439302" y="188506"/>
                      <a:pt x="150330" y="18273"/>
                    </a:cubicBezTo>
                    <a:lnTo>
                      <a:pt x="56758" y="300"/>
                    </a:lnTo>
                    <a:lnTo>
                      <a:pt x="151747" y="7754"/>
                    </a:lnTo>
                    <a:cubicBezTo>
                      <a:pt x="1439774" y="185000"/>
                      <a:pt x="1389343" y="278633"/>
                      <a:pt x="460" y="28865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5C3C52E4-D1C4-CBF4-2636-724F7184FF12}"/>
                  </a:ext>
                </a:extLst>
              </p:cNvPr>
              <p:cNvSpPr/>
              <p:nvPr/>
            </p:nvSpPr>
            <p:spPr>
              <a:xfrm>
                <a:off x="4851687" y="1749199"/>
                <a:ext cx="2847757" cy="2951159"/>
              </a:xfrm>
              <a:custGeom>
                <a:avLst/>
                <a:gdLst>
                  <a:gd name="connsiteX0" fmla="*/ 403 w 2847757"/>
                  <a:gd name="connsiteY0" fmla="*/ 7044 h 2951159"/>
                  <a:gd name="connsiteX1" fmla="*/ 9497 w 2847757"/>
                  <a:gd name="connsiteY1" fmla="*/ 300 h 2951159"/>
                  <a:gd name="connsiteX2" fmla="*/ 2776868 w 2847757"/>
                  <a:gd name="connsiteY2" fmla="*/ 2888166 h 2951159"/>
                  <a:gd name="connsiteX3" fmla="*/ 2848160 w 2847757"/>
                  <a:gd name="connsiteY3" fmla="*/ 2951459 h 2951159"/>
                  <a:gd name="connsiteX4" fmla="*/ 2770285 w 2847757"/>
                  <a:gd name="connsiteY4" fmla="*/ 2896481 h 2951159"/>
                  <a:gd name="connsiteX5" fmla="*/ 403 w 2847757"/>
                  <a:gd name="connsiteY5" fmla="*/ 7044 h 2951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7757" h="2951159">
                    <a:moveTo>
                      <a:pt x="403" y="7044"/>
                    </a:moveTo>
                    <a:cubicBezTo>
                      <a:pt x="3428" y="4786"/>
                      <a:pt x="6462" y="2538"/>
                      <a:pt x="9497" y="300"/>
                    </a:cubicBezTo>
                    <a:cubicBezTo>
                      <a:pt x="832977" y="1120166"/>
                      <a:pt x="1755432" y="2082788"/>
                      <a:pt x="2776868" y="2888166"/>
                    </a:cubicBezTo>
                    <a:lnTo>
                      <a:pt x="2848160" y="2951459"/>
                    </a:lnTo>
                    <a:lnTo>
                      <a:pt x="2770285" y="2896481"/>
                    </a:lnTo>
                    <a:cubicBezTo>
                      <a:pt x="1753239" y="2085562"/>
                      <a:pt x="829943" y="1122416"/>
                      <a:pt x="403" y="704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9F8EE3E2-7F7A-3008-7C75-8AAABC0555DC}"/>
                  </a:ext>
                </a:extLst>
              </p:cNvPr>
              <p:cNvSpPr/>
              <p:nvPr/>
            </p:nvSpPr>
            <p:spPr>
              <a:xfrm>
                <a:off x="4078694" y="3091160"/>
                <a:ext cx="2072767" cy="2423376"/>
              </a:xfrm>
              <a:custGeom>
                <a:avLst/>
                <a:gdLst>
                  <a:gd name="connsiteX0" fmla="*/ 2073170 w 2072767"/>
                  <a:gd name="connsiteY0" fmla="*/ 2423372 h 2423376"/>
                  <a:gd name="connsiteX1" fmla="*/ 2060250 w 2072767"/>
                  <a:gd name="connsiteY1" fmla="*/ 2423676 h 2423376"/>
                  <a:gd name="connsiteX2" fmla="*/ 93242 w 2072767"/>
                  <a:gd name="connsiteY2" fmla="*/ 21988 h 2423376"/>
                  <a:gd name="connsiteX3" fmla="*/ 403 w 2072767"/>
                  <a:gd name="connsiteY3" fmla="*/ 300 h 2423376"/>
                  <a:gd name="connsiteX4" fmla="*/ 95239 w 2072767"/>
                  <a:gd name="connsiteY4" fmla="*/ 10042 h 2423376"/>
                  <a:gd name="connsiteX5" fmla="*/ 2073170 w 2072767"/>
                  <a:gd name="connsiteY5" fmla="*/ 2423372 h 242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2767" h="2423376">
                    <a:moveTo>
                      <a:pt x="2073170" y="2423372"/>
                    </a:moveTo>
                    <a:cubicBezTo>
                      <a:pt x="2068864" y="2423486"/>
                      <a:pt x="2064557" y="2423591"/>
                      <a:pt x="2060250" y="2423676"/>
                    </a:cubicBezTo>
                    <a:cubicBezTo>
                      <a:pt x="2031889" y="1033320"/>
                      <a:pt x="1376219" y="232756"/>
                      <a:pt x="93242" y="21988"/>
                    </a:cubicBezTo>
                    <a:lnTo>
                      <a:pt x="403" y="300"/>
                    </a:lnTo>
                    <a:lnTo>
                      <a:pt x="95239" y="10042"/>
                    </a:lnTo>
                    <a:cubicBezTo>
                      <a:pt x="1376884" y="228773"/>
                      <a:pt x="2036195" y="1033218"/>
                      <a:pt x="2073170" y="2423372"/>
                    </a:cubicBezTo>
                    <a:close/>
                  </a:path>
                </a:pathLst>
              </a:custGeom>
              <a:solidFill>
                <a:srgbClr val="5E9C9D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DB391969-17EF-DC32-932D-72574E18E268}"/>
                  </a:ext>
                </a:extLst>
              </p:cNvPr>
              <p:cNvSpPr/>
              <p:nvPr/>
            </p:nvSpPr>
            <p:spPr>
              <a:xfrm>
                <a:off x="4075184" y="3112890"/>
                <a:ext cx="1184327" cy="1785484"/>
              </a:xfrm>
              <a:custGeom>
                <a:avLst/>
                <a:gdLst>
                  <a:gd name="connsiteX0" fmla="*/ 542434 w 1184327"/>
                  <a:gd name="connsiteY0" fmla="*/ 1785784 h 1785484"/>
                  <a:gd name="connsiteX1" fmla="*/ 533359 w 1184327"/>
                  <a:gd name="connsiteY1" fmla="*/ 1776564 h 1785484"/>
                  <a:gd name="connsiteX2" fmla="*/ 93470 w 1184327"/>
                  <a:gd name="connsiteY2" fmla="*/ 20988 h 1785484"/>
                  <a:gd name="connsiteX3" fmla="*/ 403 w 1184327"/>
                  <a:gd name="connsiteY3" fmla="*/ 300 h 1785484"/>
                  <a:gd name="connsiteX4" fmla="*/ 95334 w 1184327"/>
                  <a:gd name="connsiteY4" fmla="*/ 9021 h 1785484"/>
                  <a:gd name="connsiteX5" fmla="*/ 542434 w 1184327"/>
                  <a:gd name="connsiteY5" fmla="*/ 1785784 h 1785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84327" h="1785484">
                    <a:moveTo>
                      <a:pt x="542434" y="1785784"/>
                    </a:moveTo>
                    <a:cubicBezTo>
                      <a:pt x="539400" y="1782717"/>
                      <a:pt x="536375" y="1779650"/>
                      <a:pt x="533359" y="1776564"/>
                    </a:cubicBezTo>
                    <a:cubicBezTo>
                      <a:pt x="1525265" y="803129"/>
                      <a:pt x="1378635" y="217936"/>
                      <a:pt x="93470" y="20988"/>
                    </a:cubicBezTo>
                    <a:lnTo>
                      <a:pt x="403" y="300"/>
                    </a:lnTo>
                    <a:lnTo>
                      <a:pt x="95334" y="9021"/>
                    </a:lnTo>
                    <a:cubicBezTo>
                      <a:pt x="1379257" y="213947"/>
                      <a:pt x="1528291" y="806200"/>
                      <a:pt x="542434" y="178578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86A0CA3A-84F5-D725-3BA6-991E6342D839}"/>
                  </a:ext>
                </a:extLst>
              </p:cNvPr>
              <p:cNvSpPr/>
              <p:nvPr/>
            </p:nvSpPr>
            <p:spPr>
              <a:xfrm>
                <a:off x="4071902" y="3134656"/>
                <a:ext cx="1801716" cy="2365078"/>
              </a:xfrm>
              <a:custGeom>
                <a:avLst/>
                <a:gdLst>
                  <a:gd name="connsiteX0" fmla="*/ 1773143 w 1801716"/>
                  <a:gd name="connsiteY0" fmla="*/ 2365379 h 2365078"/>
                  <a:gd name="connsiteX1" fmla="*/ 1760319 w 1801716"/>
                  <a:gd name="connsiteY1" fmla="*/ 2363778 h 2365078"/>
                  <a:gd name="connsiteX2" fmla="*/ 93689 w 1801716"/>
                  <a:gd name="connsiteY2" fmla="*/ 19985 h 2365078"/>
                  <a:gd name="connsiteX3" fmla="*/ 403 w 1801716"/>
                  <a:gd name="connsiteY3" fmla="*/ 300 h 2365078"/>
                  <a:gd name="connsiteX4" fmla="*/ 95430 w 1801716"/>
                  <a:gd name="connsiteY4" fmla="*/ 7998 h 2365078"/>
                  <a:gd name="connsiteX5" fmla="*/ 1773143 w 1801716"/>
                  <a:gd name="connsiteY5" fmla="*/ 2365379 h 2365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1716" h="2365078">
                    <a:moveTo>
                      <a:pt x="1773143" y="2365379"/>
                    </a:moveTo>
                    <a:cubicBezTo>
                      <a:pt x="1768866" y="2364864"/>
                      <a:pt x="1764592" y="2364331"/>
                      <a:pt x="1760319" y="2363778"/>
                    </a:cubicBezTo>
                    <a:cubicBezTo>
                      <a:pt x="1936440" y="984355"/>
                      <a:pt x="1380897" y="203091"/>
                      <a:pt x="93689" y="19985"/>
                    </a:cubicBezTo>
                    <a:lnTo>
                      <a:pt x="403" y="300"/>
                    </a:lnTo>
                    <a:lnTo>
                      <a:pt x="95430" y="7998"/>
                    </a:lnTo>
                    <a:cubicBezTo>
                      <a:pt x="1381477" y="199095"/>
                      <a:pt x="1940715" y="984890"/>
                      <a:pt x="1773143" y="2365379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5DF452D2-DC8C-B39B-A730-B6D3310084CB}"/>
                  </a:ext>
                </a:extLst>
              </p:cNvPr>
              <p:cNvSpPr/>
              <p:nvPr/>
            </p:nvSpPr>
            <p:spPr>
              <a:xfrm>
                <a:off x="4082709" y="1370323"/>
                <a:ext cx="2365160" cy="1769250"/>
              </a:xfrm>
              <a:custGeom>
                <a:avLst/>
                <a:gdLst>
                  <a:gd name="connsiteX0" fmla="*/ 2349661 w 2365160"/>
                  <a:gd name="connsiteY0" fmla="*/ 300 h 1769250"/>
                  <a:gd name="connsiteX1" fmla="*/ 2365564 w 2365160"/>
                  <a:gd name="connsiteY1" fmla="*/ 2967 h 1769250"/>
                  <a:gd name="connsiteX2" fmla="*/ 92728 w 2365160"/>
                  <a:gd name="connsiteY2" fmla="*/ 1722132 h 1769250"/>
                  <a:gd name="connsiteX3" fmla="*/ 403 w 2365160"/>
                  <a:gd name="connsiteY3" fmla="*/ 1697899 h 1769250"/>
                  <a:gd name="connsiteX4" fmla="*/ 95391 w 2365160"/>
                  <a:gd name="connsiteY4" fmla="*/ 1707258 h 1769250"/>
                  <a:gd name="connsiteX5" fmla="*/ 2349661 w 2365160"/>
                  <a:gd name="connsiteY5" fmla="*/ 300 h 1769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65160" h="1769250">
                    <a:moveTo>
                      <a:pt x="2349661" y="300"/>
                    </a:moveTo>
                    <a:cubicBezTo>
                      <a:pt x="2354966" y="1167"/>
                      <a:pt x="2360267" y="2062"/>
                      <a:pt x="2365564" y="2967"/>
                    </a:cubicBezTo>
                    <a:cubicBezTo>
                      <a:pt x="2130983" y="1373640"/>
                      <a:pt x="1373372" y="1946695"/>
                      <a:pt x="92728" y="1722132"/>
                    </a:cubicBezTo>
                    <a:lnTo>
                      <a:pt x="403" y="1697899"/>
                    </a:lnTo>
                    <a:lnTo>
                      <a:pt x="95391" y="1707258"/>
                    </a:lnTo>
                    <a:cubicBezTo>
                      <a:pt x="1374260" y="1941737"/>
                      <a:pt x="2125682" y="1372752"/>
                      <a:pt x="2349661" y="30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0BE587AF-9D8D-B34E-41C7-1937722C80F7}"/>
                  </a:ext>
                </a:extLst>
              </p:cNvPr>
              <p:cNvSpPr/>
              <p:nvPr/>
            </p:nvSpPr>
            <p:spPr>
              <a:xfrm>
                <a:off x="4087446" y="2607680"/>
                <a:ext cx="1050608" cy="570812"/>
              </a:xfrm>
              <a:custGeom>
                <a:avLst/>
                <a:gdLst>
                  <a:gd name="connsiteX0" fmla="*/ 86953 w 1050608"/>
                  <a:gd name="connsiteY0" fmla="*/ 16640 h 570812"/>
                  <a:gd name="connsiteX1" fmla="*/ 93860 w 1050608"/>
                  <a:gd name="connsiteY1" fmla="*/ 300 h 570812"/>
                  <a:gd name="connsiteX2" fmla="*/ 92271 w 1050608"/>
                  <a:gd name="connsiteY2" fmla="*/ 461176 h 570812"/>
                  <a:gd name="connsiteX3" fmla="*/ 403 w 1050608"/>
                  <a:gd name="connsiteY3" fmla="*/ 435035 h 570812"/>
                  <a:gd name="connsiteX4" fmla="*/ 95401 w 1050608"/>
                  <a:gd name="connsiteY4" fmla="*/ 444864 h 570812"/>
                  <a:gd name="connsiteX5" fmla="*/ 86953 w 1050608"/>
                  <a:gd name="connsiteY5" fmla="*/ 16640 h 570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0608" h="570812">
                    <a:moveTo>
                      <a:pt x="86953" y="16640"/>
                    </a:moveTo>
                    <a:cubicBezTo>
                      <a:pt x="89227" y="11184"/>
                      <a:pt x="91529" y="5737"/>
                      <a:pt x="93860" y="300"/>
                    </a:cubicBezTo>
                    <a:cubicBezTo>
                      <a:pt x="1370590" y="547847"/>
                      <a:pt x="1370061" y="701471"/>
                      <a:pt x="92271" y="461176"/>
                    </a:cubicBezTo>
                    <a:lnTo>
                      <a:pt x="403" y="435035"/>
                    </a:lnTo>
                    <a:lnTo>
                      <a:pt x="95401" y="444864"/>
                    </a:lnTo>
                    <a:cubicBezTo>
                      <a:pt x="1371104" y="696035"/>
                      <a:pt x="1368288" y="553293"/>
                      <a:pt x="86953" y="1664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528F5F18-9DD7-0569-9B1F-88DCBA86B232}"/>
                  </a:ext>
                </a:extLst>
              </p:cNvPr>
              <p:cNvSpPr/>
              <p:nvPr/>
            </p:nvSpPr>
            <p:spPr>
              <a:xfrm>
                <a:off x="4409619" y="2189797"/>
                <a:ext cx="3275098" cy="2528963"/>
              </a:xfrm>
              <a:custGeom>
                <a:avLst/>
                <a:gdLst>
                  <a:gd name="connsiteX0" fmla="*/ 403 w 3275098"/>
                  <a:gd name="connsiteY0" fmla="*/ 14616 h 2528963"/>
                  <a:gd name="connsiteX1" fmla="*/ 10867 w 3275098"/>
                  <a:gd name="connsiteY1" fmla="*/ 300 h 2528963"/>
                  <a:gd name="connsiteX2" fmla="*/ 3206816 w 3275098"/>
                  <a:gd name="connsiteY2" fmla="*/ 2462818 h 2528963"/>
                  <a:gd name="connsiteX3" fmla="*/ 3275501 w 3275098"/>
                  <a:gd name="connsiteY3" fmla="*/ 2529264 h 2528963"/>
                  <a:gd name="connsiteX4" fmla="*/ 3196370 w 3275098"/>
                  <a:gd name="connsiteY4" fmla="*/ 2475714 h 2528963"/>
                  <a:gd name="connsiteX5" fmla="*/ 403 w 3275098"/>
                  <a:gd name="connsiteY5" fmla="*/ 14616 h 2528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5098" h="2528963">
                    <a:moveTo>
                      <a:pt x="403" y="14616"/>
                    </a:moveTo>
                    <a:cubicBezTo>
                      <a:pt x="3875" y="9835"/>
                      <a:pt x="7366" y="5063"/>
                      <a:pt x="10867" y="300"/>
                    </a:cubicBezTo>
                    <a:cubicBezTo>
                      <a:pt x="1128146" y="826436"/>
                      <a:pt x="2193460" y="1647274"/>
                      <a:pt x="3206816" y="2462818"/>
                    </a:cubicBezTo>
                    <a:lnTo>
                      <a:pt x="3275501" y="2529264"/>
                    </a:lnTo>
                    <a:lnTo>
                      <a:pt x="3196370" y="2475714"/>
                    </a:lnTo>
                    <a:cubicBezTo>
                      <a:pt x="2189977" y="1651574"/>
                      <a:pt x="1124656" y="831209"/>
                      <a:pt x="403" y="14616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5CDF83F7-1CA5-FD74-530A-3414E0E7B140}"/>
                  </a:ext>
                </a:extLst>
              </p:cNvPr>
              <p:cNvSpPr/>
              <p:nvPr/>
            </p:nvSpPr>
            <p:spPr>
              <a:xfrm>
                <a:off x="4092812" y="2791134"/>
                <a:ext cx="3992600" cy="400263"/>
              </a:xfrm>
              <a:custGeom>
                <a:avLst/>
                <a:gdLst>
                  <a:gd name="connsiteX0" fmla="*/ 3987181 w 3992600"/>
                  <a:gd name="connsiteY0" fmla="*/ 300 h 400263"/>
                  <a:gd name="connsiteX1" fmla="*/ 3993003 w 3992600"/>
                  <a:gd name="connsiteY1" fmla="*/ 18746 h 400263"/>
                  <a:gd name="connsiteX2" fmla="*/ 91767 w 3992600"/>
                  <a:gd name="connsiteY2" fmla="*/ 252705 h 400263"/>
                  <a:gd name="connsiteX3" fmla="*/ 403 w 3992600"/>
                  <a:gd name="connsiteY3" fmla="*/ 224597 h 400263"/>
                  <a:gd name="connsiteX4" fmla="*/ 95420 w 3992600"/>
                  <a:gd name="connsiteY4" fmla="*/ 234968 h 400263"/>
                  <a:gd name="connsiteX5" fmla="*/ 3987181 w 3992600"/>
                  <a:gd name="connsiteY5" fmla="*/ 300 h 400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92600" h="400263">
                    <a:moveTo>
                      <a:pt x="3987181" y="300"/>
                    </a:moveTo>
                    <a:cubicBezTo>
                      <a:pt x="3989150" y="6440"/>
                      <a:pt x="3991091" y="12588"/>
                      <a:pt x="3993003" y="18746"/>
                    </a:cubicBezTo>
                    <a:cubicBezTo>
                      <a:pt x="2666728" y="431692"/>
                      <a:pt x="1366317" y="509679"/>
                      <a:pt x="91767" y="252705"/>
                    </a:cubicBezTo>
                    <a:lnTo>
                      <a:pt x="403" y="224597"/>
                    </a:lnTo>
                    <a:lnTo>
                      <a:pt x="95420" y="234968"/>
                    </a:lnTo>
                    <a:cubicBezTo>
                      <a:pt x="1367533" y="503767"/>
                      <a:pt x="2664787" y="425544"/>
                      <a:pt x="3987181" y="300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7F38A373-71ED-F027-5525-398BB3D08C14}"/>
                  </a:ext>
                </a:extLst>
              </p:cNvPr>
              <p:cNvSpPr/>
              <p:nvPr/>
            </p:nvSpPr>
            <p:spPr>
              <a:xfrm>
                <a:off x="4098881" y="2986985"/>
                <a:ext cx="2676857" cy="2420575"/>
              </a:xfrm>
              <a:custGeom>
                <a:avLst/>
                <a:gdLst>
                  <a:gd name="connsiteX0" fmla="*/ 2677261 w 2676857"/>
                  <a:gd name="connsiteY0" fmla="*/ 2414142 h 2420575"/>
                  <a:gd name="connsiteX1" fmla="*/ 2657449 w 2676857"/>
                  <a:gd name="connsiteY1" fmla="*/ 2420876 h 2420575"/>
                  <a:gd name="connsiteX2" fmla="*/ 91196 w 2676857"/>
                  <a:gd name="connsiteY2" fmla="*/ 30437 h 2420575"/>
                  <a:gd name="connsiteX3" fmla="*/ 403 w 2676857"/>
                  <a:gd name="connsiteY3" fmla="*/ 300 h 2420575"/>
                  <a:gd name="connsiteX4" fmla="*/ 95430 w 2676857"/>
                  <a:gd name="connsiteY4" fmla="*/ 11291 h 2420575"/>
                  <a:gd name="connsiteX5" fmla="*/ 2677261 w 2676857"/>
                  <a:gd name="connsiteY5" fmla="*/ 2414142 h 242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6857" h="2420575">
                    <a:moveTo>
                      <a:pt x="2677261" y="2414142"/>
                    </a:moveTo>
                    <a:cubicBezTo>
                      <a:pt x="2670668" y="2416418"/>
                      <a:pt x="2664065" y="2418666"/>
                      <a:pt x="2657449" y="2420876"/>
                    </a:cubicBezTo>
                    <a:cubicBezTo>
                      <a:pt x="2217497" y="1101835"/>
                      <a:pt x="1362081" y="305022"/>
                      <a:pt x="91196" y="30437"/>
                    </a:cubicBezTo>
                    <a:lnTo>
                      <a:pt x="403" y="300"/>
                    </a:lnTo>
                    <a:lnTo>
                      <a:pt x="95430" y="11291"/>
                    </a:lnTo>
                    <a:cubicBezTo>
                      <a:pt x="1363490" y="298640"/>
                      <a:pt x="2224101" y="1099590"/>
                      <a:pt x="2677261" y="2414142"/>
                    </a:cubicBezTo>
                    <a:close/>
                  </a:path>
                </a:pathLst>
              </a:custGeom>
              <a:solidFill>
                <a:srgbClr val="D5C1A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82EEFF4F-BA40-C22A-8A5D-6FE75A7120C1}"/>
                  </a:ext>
                </a:extLst>
              </p:cNvPr>
              <p:cNvSpPr/>
              <p:nvPr/>
            </p:nvSpPr>
            <p:spPr>
              <a:xfrm>
                <a:off x="6534761" y="4144509"/>
                <a:ext cx="1291359" cy="1233515"/>
              </a:xfrm>
              <a:custGeom>
                <a:avLst/>
                <a:gdLst>
                  <a:gd name="connsiteX0" fmla="*/ 1291763 w 1291359"/>
                  <a:gd name="connsiteY0" fmla="*/ 446917 h 1233515"/>
                  <a:gd name="connsiteX1" fmla="*/ 1278206 w 1291359"/>
                  <a:gd name="connsiteY1" fmla="*/ 466891 h 1233515"/>
                  <a:gd name="connsiteX2" fmla="*/ 170968 w 1291359"/>
                  <a:gd name="connsiteY2" fmla="*/ 1139661 h 1233515"/>
                  <a:gd name="connsiteX3" fmla="*/ 189433 w 1291359"/>
                  <a:gd name="connsiteY3" fmla="*/ 1233815 h 1233515"/>
                  <a:gd name="connsiteX4" fmla="*/ 149479 w 1291359"/>
                  <a:gd name="connsiteY4" fmla="*/ 1146595 h 1233515"/>
                  <a:gd name="connsiteX5" fmla="*/ 1291763 w 1291359"/>
                  <a:gd name="connsiteY5" fmla="*/ 446917 h 123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1359" h="1233515">
                    <a:moveTo>
                      <a:pt x="1291763" y="446917"/>
                    </a:moveTo>
                    <a:cubicBezTo>
                      <a:pt x="1287282" y="453603"/>
                      <a:pt x="1282763" y="460261"/>
                      <a:pt x="1278206" y="466891"/>
                    </a:cubicBezTo>
                    <a:cubicBezTo>
                      <a:pt x="133829" y="-321176"/>
                      <a:pt x="-235250" y="-96920"/>
                      <a:pt x="170968" y="1139661"/>
                    </a:cubicBezTo>
                    <a:lnTo>
                      <a:pt x="189433" y="1233815"/>
                    </a:lnTo>
                    <a:lnTo>
                      <a:pt x="149479" y="1146595"/>
                    </a:lnTo>
                    <a:cubicBezTo>
                      <a:pt x="-242413" y="-94607"/>
                      <a:pt x="138347" y="-327835"/>
                      <a:pt x="1291763" y="446917"/>
                    </a:cubicBezTo>
                    <a:close/>
                  </a:path>
                </a:pathLst>
              </a:custGeom>
              <a:solidFill>
                <a:srgbClr val="F4E1B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AE0FFF9E-FEC2-876E-D2F4-FAF827DCE6EE}"/>
                  </a:ext>
                </a:extLst>
              </p:cNvPr>
              <p:cNvSpPr/>
              <p:nvPr/>
            </p:nvSpPr>
            <p:spPr>
              <a:xfrm>
                <a:off x="4390117" y="2211800"/>
                <a:ext cx="3750670" cy="1184418"/>
              </a:xfrm>
              <a:custGeom>
                <a:avLst/>
                <a:gdLst>
                  <a:gd name="connsiteX0" fmla="*/ 403 w 3750670"/>
                  <a:gd name="connsiteY0" fmla="*/ 19998 h 1184418"/>
                  <a:gd name="connsiteX1" fmla="*/ 14358 w 3750670"/>
                  <a:gd name="connsiteY1" fmla="*/ 300 h 1184418"/>
                  <a:gd name="connsiteX2" fmla="*/ 3655675 w 3750670"/>
                  <a:gd name="connsiteY2" fmla="*/ 1161196 h 1184418"/>
                  <a:gd name="connsiteX3" fmla="*/ 3751074 w 3750670"/>
                  <a:gd name="connsiteY3" fmla="*/ 1170300 h 1184418"/>
                  <a:gd name="connsiteX4" fmla="*/ 3656189 w 3750670"/>
                  <a:gd name="connsiteY4" fmla="*/ 1183796 h 1184418"/>
                  <a:gd name="connsiteX5" fmla="*/ 403 w 3750670"/>
                  <a:gd name="connsiteY5" fmla="*/ 19998 h 1184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50670" h="1184418">
                    <a:moveTo>
                      <a:pt x="403" y="19998"/>
                    </a:moveTo>
                    <a:cubicBezTo>
                      <a:pt x="5016" y="13406"/>
                      <a:pt x="9668" y="6844"/>
                      <a:pt x="14358" y="300"/>
                    </a:cubicBezTo>
                    <a:cubicBezTo>
                      <a:pt x="1142311" y="811768"/>
                      <a:pt x="2356081" y="1198732"/>
                      <a:pt x="3655675" y="1161196"/>
                    </a:cubicBezTo>
                    <a:lnTo>
                      <a:pt x="3751074" y="1170300"/>
                    </a:lnTo>
                    <a:lnTo>
                      <a:pt x="3656189" y="1183796"/>
                    </a:lnTo>
                    <a:cubicBezTo>
                      <a:pt x="2356255" y="1206265"/>
                      <a:pt x="1137657" y="818333"/>
                      <a:pt x="403" y="19998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7F4EF596-42C6-DEC8-9D22-A740B1AC5ED2}"/>
                  </a:ext>
                </a:extLst>
              </p:cNvPr>
              <p:cNvSpPr/>
              <p:nvPr/>
            </p:nvSpPr>
            <p:spPr>
              <a:xfrm>
                <a:off x="4114350" y="2921985"/>
                <a:ext cx="3731121" cy="1661254"/>
              </a:xfrm>
              <a:custGeom>
                <a:avLst/>
                <a:gdLst>
                  <a:gd name="connsiteX0" fmla="*/ 3731524 w 3731121"/>
                  <a:gd name="connsiteY0" fmla="*/ 1640018 h 1661254"/>
                  <a:gd name="connsiteX1" fmla="*/ 3717426 w 3731121"/>
                  <a:gd name="connsiteY1" fmla="*/ 1661554 h 1661254"/>
                  <a:gd name="connsiteX2" fmla="*/ 89626 w 3731121"/>
                  <a:gd name="connsiteY2" fmla="*/ 35569 h 1661254"/>
                  <a:gd name="connsiteX3" fmla="*/ 403 w 3731121"/>
                  <a:gd name="connsiteY3" fmla="*/ 300 h 1661254"/>
                  <a:gd name="connsiteX4" fmla="*/ 95582 w 3731121"/>
                  <a:gd name="connsiteY4" fmla="*/ 12214 h 1661254"/>
                  <a:gd name="connsiteX5" fmla="*/ 3731524 w 3731121"/>
                  <a:gd name="connsiteY5" fmla="*/ 1640018 h 1661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31121" h="1661254">
                    <a:moveTo>
                      <a:pt x="3731524" y="1640018"/>
                    </a:moveTo>
                    <a:cubicBezTo>
                      <a:pt x="3726872" y="1647219"/>
                      <a:pt x="3722173" y="1654401"/>
                      <a:pt x="3717426" y="1661554"/>
                    </a:cubicBezTo>
                    <a:cubicBezTo>
                      <a:pt x="2560511" y="892060"/>
                      <a:pt x="1351243" y="350067"/>
                      <a:pt x="89626" y="35569"/>
                    </a:cubicBezTo>
                    <a:lnTo>
                      <a:pt x="403" y="300"/>
                    </a:lnTo>
                    <a:lnTo>
                      <a:pt x="95582" y="12214"/>
                    </a:lnTo>
                    <a:cubicBezTo>
                      <a:pt x="1353230" y="342281"/>
                      <a:pt x="2565212" y="884881"/>
                      <a:pt x="3731524" y="1640018"/>
                    </a:cubicBezTo>
                    <a:close/>
                  </a:path>
                </a:pathLst>
              </a:custGeom>
              <a:solidFill>
                <a:srgbClr val="F4E1B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F7D3CF72-88BA-4CF3-C775-571A9CDFCC7E}"/>
                  </a:ext>
                </a:extLst>
              </p:cNvPr>
              <p:cNvSpPr/>
              <p:nvPr/>
            </p:nvSpPr>
            <p:spPr>
              <a:xfrm>
                <a:off x="4106073" y="2955569"/>
                <a:ext cx="1321414" cy="2284923"/>
              </a:xfrm>
              <a:custGeom>
                <a:avLst/>
                <a:gdLst>
                  <a:gd name="connsiteX0" fmla="*/ 957304 w 1321414"/>
                  <a:gd name="connsiteY0" fmla="*/ 2285224 h 2284923"/>
                  <a:gd name="connsiteX1" fmla="*/ 935043 w 1321414"/>
                  <a:gd name="connsiteY1" fmla="*/ 2272317 h 2284923"/>
                  <a:gd name="connsiteX2" fmla="*/ 90216 w 1321414"/>
                  <a:gd name="connsiteY2" fmla="*/ 34056 h 2284923"/>
                  <a:gd name="connsiteX3" fmla="*/ 403 w 1321414"/>
                  <a:gd name="connsiteY3" fmla="*/ 300 h 2284923"/>
                  <a:gd name="connsiteX4" fmla="*/ 95782 w 1321414"/>
                  <a:gd name="connsiteY4" fmla="*/ 10602 h 2284923"/>
                  <a:gd name="connsiteX5" fmla="*/ 957304 w 1321414"/>
                  <a:gd name="connsiteY5" fmla="*/ 2285224 h 2284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21414" h="2284923">
                    <a:moveTo>
                      <a:pt x="957304" y="2285224"/>
                    </a:moveTo>
                    <a:cubicBezTo>
                      <a:pt x="949855" y="2280966"/>
                      <a:pt x="942434" y="2276661"/>
                      <a:pt x="935043" y="2272317"/>
                    </a:cubicBezTo>
                    <a:cubicBezTo>
                      <a:pt x="1638568" y="1073258"/>
                      <a:pt x="1356956" y="327172"/>
                      <a:pt x="90216" y="34056"/>
                    </a:cubicBezTo>
                    <a:lnTo>
                      <a:pt x="403" y="300"/>
                    </a:lnTo>
                    <a:lnTo>
                      <a:pt x="95782" y="10602"/>
                    </a:lnTo>
                    <a:cubicBezTo>
                      <a:pt x="1358812" y="319354"/>
                      <a:pt x="1645986" y="1077560"/>
                      <a:pt x="957304" y="228522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63CADD7A-5F71-EFDC-44D7-958606D09C79}"/>
                  </a:ext>
                </a:extLst>
              </p:cNvPr>
              <p:cNvSpPr/>
              <p:nvPr/>
            </p:nvSpPr>
            <p:spPr>
              <a:xfrm>
                <a:off x="6963789" y="3328842"/>
                <a:ext cx="1214271" cy="1413588"/>
              </a:xfrm>
              <a:custGeom>
                <a:avLst/>
                <a:gdLst>
                  <a:gd name="connsiteX0" fmla="*/ 1213590 w 1214271"/>
                  <a:gd name="connsiteY0" fmla="*/ 300 h 1413588"/>
                  <a:gd name="connsiteX1" fmla="*/ 1214674 w 1214271"/>
                  <a:gd name="connsiteY1" fmla="*/ 26029 h 1413588"/>
                  <a:gd name="connsiteX2" fmla="*/ 636569 w 1214271"/>
                  <a:gd name="connsiteY2" fmla="*/ 1343527 h 1413588"/>
                  <a:gd name="connsiteX3" fmla="*/ 701867 w 1214271"/>
                  <a:gd name="connsiteY3" fmla="*/ 1413888 h 1413588"/>
                  <a:gd name="connsiteX4" fmla="*/ 621129 w 1214271"/>
                  <a:gd name="connsiteY4" fmla="*/ 1362025 h 1413588"/>
                  <a:gd name="connsiteX5" fmla="*/ 1213590 w 1214271"/>
                  <a:gd name="connsiteY5" fmla="*/ 300 h 1413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14271" h="1413588">
                    <a:moveTo>
                      <a:pt x="1213590" y="300"/>
                    </a:moveTo>
                    <a:cubicBezTo>
                      <a:pt x="1214009" y="8874"/>
                      <a:pt x="1214361" y="17450"/>
                      <a:pt x="1214674" y="26029"/>
                    </a:cubicBezTo>
                    <a:cubicBezTo>
                      <a:pt x="-173368" y="75648"/>
                      <a:pt x="-366069" y="514815"/>
                      <a:pt x="636569" y="1343527"/>
                    </a:cubicBezTo>
                    <a:lnTo>
                      <a:pt x="701867" y="1413888"/>
                    </a:lnTo>
                    <a:lnTo>
                      <a:pt x="621129" y="1362025"/>
                    </a:lnTo>
                    <a:cubicBezTo>
                      <a:pt x="-371215" y="520980"/>
                      <a:pt x="-173727" y="67071"/>
                      <a:pt x="1213590" y="300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3F2CC644-8298-33F6-DA3E-4C0832E82C09}"/>
                  </a:ext>
                </a:extLst>
              </p:cNvPr>
              <p:cNvSpPr/>
              <p:nvPr/>
            </p:nvSpPr>
            <p:spPr>
              <a:xfrm>
                <a:off x="4530598" y="2032082"/>
                <a:ext cx="3111757" cy="2737294"/>
              </a:xfrm>
              <a:custGeom>
                <a:avLst/>
                <a:gdLst>
                  <a:gd name="connsiteX0" fmla="*/ 403 w 3111757"/>
                  <a:gd name="connsiteY0" fmla="*/ 20741 h 2737294"/>
                  <a:gd name="connsiteX1" fmla="*/ 18563 w 3111757"/>
                  <a:gd name="connsiteY1" fmla="*/ 300 h 2737294"/>
                  <a:gd name="connsiteX2" fmla="*/ 3048574 w 3111757"/>
                  <a:gd name="connsiteY2" fmla="*/ 2665548 h 2737294"/>
                  <a:gd name="connsiteX3" fmla="*/ 3112160 w 3111757"/>
                  <a:gd name="connsiteY3" fmla="*/ 2737595 h 2737294"/>
                  <a:gd name="connsiteX4" fmla="*/ 3031840 w 3111757"/>
                  <a:gd name="connsiteY4" fmla="*/ 2684902 h 2737294"/>
                  <a:gd name="connsiteX5" fmla="*/ 403 w 3111757"/>
                  <a:gd name="connsiteY5" fmla="*/ 20741 h 2737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11757" h="2737294">
                    <a:moveTo>
                      <a:pt x="403" y="20741"/>
                    </a:moveTo>
                    <a:cubicBezTo>
                      <a:pt x="6405" y="13883"/>
                      <a:pt x="12465" y="7072"/>
                      <a:pt x="18563" y="300"/>
                    </a:cubicBezTo>
                    <a:cubicBezTo>
                      <a:pt x="1050056" y="931579"/>
                      <a:pt x="2060061" y="1819994"/>
                      <a:pt x="3048574" y="2665548"/>
                    </a:cubicBezTo>
                    <a:lnTo>
                      <a:pt x="3112160" y="2737595"/>
                    </a:lnTo>
                    <a:lnTo>
                      <a:pt x="3031840" y="2684902"/>
                    </a:lnTo>
                    <a:cubicBezTo>
                      <a:pt x="2054482" y="1826446"/>
                      <a:pt x="1044002" y="938391"/>
                      <a:pt x="403" y="20741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9A767A6C-D44E-A34F-8AAF-9ECD93B624E5}"/>
                  </a:ext>
                </a:extLst>
              </p:cNvPr>
              <p:cNvSpPr/>
              <p:nvPr/>
            </p:nvSpPr>
            <p:spPr>
              <a:xfrm>
                <a:off x="4505531" y="2059657"/>
                <a:ext cx="3635761" cy="1371617"/>
              </a:xfrm>
              <a:custGeom>
                <a:avLst/>
                <a:gdLst>
                  <a:gd name="connsiteX0" fmla="*/ 403 w 3635761"/>
                  <a:gd name="connsiteY0" fmla="*/ 22274 h 1371617"/>
                  <a:gd name="connsiteX1" fmla="*/ 19229 w 3635761"/>
                  <a:gd name="connsiteY1" fmla="*/ 300 h 1371617"/>
                  <a:gd name="connsiteX2" fmla="*/ 3540909 w 3635761"/>
                  <a:gd name="connsiteY2" fmla="*/ 1344814 h 1371617"/>
                  <a:gd name="connsiteX3" fmla="*/ 3636164 w 3635761"/>
                  <a:gd name="connsiteY3" fmla="*/ 1357815 h 1371617"/>
                  <a:gd name="connsiteX4" fmla="*/ 3541071 w 3635761"/>
                  <a:gd name="connsiteY4" fmla="*/ 1371917 h 1371617"/>
                  <a:gd name="connsiteX5" fmla="*/ 403 w 3635761"/>
                  <a:gd name="connsiteY5" fmla="*/ 22274 h 1371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35761" h="1371617">
                    <a:moveTo>
                      <a:pt x="403" y="22274"/>
                    </a:moveTo>
                    <a:cubicBezTo>
                      <a:pt x="6624" y="14911"/>
                      <a:pt x="12903" y="7587"/>
                      <a:pt x="19229" y="300"/>
                    </a:cubicBezTo>
                    <a:cubicBezTo>
                      <a:pt x="1066991" y="913196"/>
                      <a:pt x="2240885" y="1361366"/>
                      <a:pt x="3540909" y="1344814"/>
                    </a:cubicBezTo>
                    <a:lnTo>
                      <a:pt x="3636164" y="1357815"/>
                    </a:lnTo>
                    <a:lnTo>
                      <a:pt x="3541071" y="1371917"/>
                    </a:lnTo>
                    <a:cubicBezTo>
                      <a:pt x="2240937" y="1370401"/>
                      <a:pt x="1060714" y="920521"/>
                      <a:pt x="403" y="2227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2AED024F-4503-314E-D171-4BE6172FE60D}"/>
                  </a:ext>
                </a:extLst>
              </p:cNvPr>
              <p:cNvSpPr/>
              <p:nvPr/>
            </p:nvSpPr>
            <p:spPr>
              <a:xfrm>
                <a:off x="6089408" y="4111000"/>
                <a:ext cx="1807918" cy="1365836"/>
              </a:xfrm>
              <a:custGeom>
                <a:avLst/>
                <a:gdLst>
                  <a:gd name="connsiteX0" fmla="*/ 1808321 w 1807918"/>
                  <a:gd name="connsiteY0" fmla="*/ 366363 h 1365836"/>
                  <a:gd name="connsiteX1" fmla="*/ 1787830 w 1807918"/>
                  <a:gd name="connsiteY1" fmla="*/ 400901 h 1365836"/>
                  <a:gd name="connsiteX2" fmla="*/ 37953 w 1807918"/>
                  <a:gd name="connsiteY2" fmla="*/ 1270676 h 1365836"/>
                  <a:gd name="connsiteX3" fmla="*/ 19773 w 1807918"/>
                  <a:gd name="connsiteY3" fmla="*/ 1366136 h 1365836"/>
                  <a:gd name="connsiteX4" fmla="*/ 403 w 1807918"/>
                  <a:gd name="connsiteY4" fmla="*/ 1270915 h 1365836"/>
                  <a:gd name="connsiteX5" fmla="*/ 1808321 w 1807918"/>
                  <a:gd name="connsiteY5" fmla="*/ 366363 h 136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7918" h="1365836">
                    <a:moveTo>
                      <a:pt x="1808321" y="366363"/>
                    </a:moveTo>
                    <a:cubicBezTo>
                      <a:pt x="1801596" y="377946"/>
                      <a:pt x="1794775" y="389452"/>
                      <a:pt x="1787830" y="400901"/>
                    </a:cubicBezTo>
                    <a:cubicBezTo>
                      <a:pt x="600606" y="-320835"/>
                      <a:pt x="17313" y="-30908"/>
                      <a:pt x="37953" y="1270676"/>
                    </a:cubicBezTo>
                    <a:lnTo>
                      <a:pt x="19773" y="1366136"/>
                    </a:lnTo>
                    <a:lnTo>
                      <a:pt x="403" y="1270915"/>
                    </a:lnTo>
                    <a:cubicBezTo>
                      <a:pt x="4797" y="-30830"/>
                      <a:pt x="607435" y="-332346"/>
                      <a:pt x="1808321" y="366363"/>
                    </a:cubicBezTo>
                    <a:close/>
                  </a:path>
                </a:pathLst>
              </a:custGeom>
              <a:solidFill>
                <a:srgbClr val="F4E1B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384856CA-BC42-0992-4D75-12C64BAFAE16}"/>
                  </a:ext>
                </a:extLst>
              </p:cNvPr>
              <p:cNvSpPr/>
              <p:nvPr/>
            </p:nvSpPr>
            <p:spPr>
              <a:xfrm>
                <a:off x="4227480" y="2596082"/>
                <a:ext cx="3644418" cy="1957638"/>
              </a:xfrm>
              <a:custGeom>
                <a:avLst/>
                <a:gdLst>
                  <a:gd name="connsiteX0" fmla="*/ 3644821 w 3644418"/>
                  <a:gd name="connsiteY0" fmla="*/ 1923906 h 1957638"/>
                  <a:gd name="connsiteX1" fmla="*/ 3623521 w 3644418"/>
                  <a:gd name="connsiteY1" fmla="*/ 1957939 h 1957638"/>
                  <a:gd name="connsiteX2" fmla="*/ 79761 w 3644418"/>
                  <a:gd name="connsiteY2" fmla="*/ 56252 h 1957638"/>
                  <a:gd name="connsiteX3" fmla="*/ 403 w 3644418"/>
                  <a:gd name="connsiteY3" fmla="*/ 300 h 1957638"/>
                  <a:gd name="connsiteX4" fmla="*/ 95030 w 3644418"/>
                  <a:gd name="connsiteY4" fmla="*/ 21904 h 1957638"/>
                  <a:gd name="connsiteX5" fmla="*/ 3644821 w 3644418"/>
                  <a:gd name="connsiteY5" fmla="*/ 1923906 h 19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44418" h="1957638">
                    <a:moveTo>
                      <a:pt x="3644821" y="1923906"/>
                    </a:moveTo>
                    <a:cubicBezTo>
                      <a:pt x="3637829" y="1935317"/>
                      <a:pt x="3630732" y="1946671"/>
                      <a:pt x="3623521" y="1957939"/>
                    </a:cubicBezTo>
                    <a:cubicBezTo>
                      <a:pt x="2453789" y="1208126"/>
                      <a:pt x="1272535" y="574229"/>
                      <a:pt x="79761" y="56252"/>
                    </a:cubicBezTo>
                    <a:lnTo>
                      <a:pt x="403" y="300"/>
                    </a:lnTo>
                    <a:lnTo>
                      <a:pt x="95030" y="21904"/>
                    </a:lnTo>
                    <a:cubicBezTo>
                      <a:pt x="1277625" y="562780"/>
                      <a:pt x="2460890" y="1196781"/>
                      <a:pt x="3644821" y="1923906"/>
                    </a:cubicBezTo>
                    <a:close/>
                  </a:path>
                </a:pathLst>
              </a:custGeom>
              <a:solidFill>
                <a:srgbClr val="F4E1B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6C3978D6-FECB-B7B3-F13F-9995649A1E73}"/>
                  </a:ext>
                </a:extLst>
              </p:cNvPr>
              <p:cNvSpPr/>
              <p:nvPr/>
            </p:nvSpPr>
            <p:spPr>
              <a:xfrm>
                <a:off x="4131169" y="3880614"/>
                <a:ext cx="3483103" cy="920566"/>
              </a:xfrm>
              <a:custGeom>
                <a:avLst/>
                <a:gdLst>
                  <a:gd name="connsiteX0" fmla="*/ 14101 w 3483103"/>
                  <a:gd name="connsiteY0" fmla="*/ 280067 h 920566"/>
                  <a:gd name="connsiteX1" fmla="*/ 403 w 3483103"/>
                  <a:gd name="connsiteY1" fmla="*/ 242318 h 920566"/>
                  <a:gd name="connsiteX2" fmla="*/ 3425409 w 3483103"/>
                  <a:gd name="connsiteY2" fmla="*/ 843028 h 920566"/>
                  <a:gd name="connsiteX3" fmla="*/ 3483506 w 3483103"/>
                  <a:gd name="connsiteY3" fmla="*/ 920866 h 920566"/>
                  <a:gd name="connsiteX4" fmla="*/ 3400247 w 3483103"/>
                  <a:gd name="connsiteY4" fmla="*/ 870946 h 920566"/>
                  <a:gd name="connsiteX5" fmla="*/ 14101 w 3483103"/>
                  <a:gd name="connsiteY5" fmla="*/ 280067 h 92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83103" h="920566">
                    <a:moveTo>
                      <a:pt x="14101" y="280067"/>
                    </a:moveTo>
                    <a:cubicBezTo>
                      <a:pt x="9421" y="267528"/>
                      <a:pt x="4845" y="254945"/>
                      <a:pt x="403" y="242318"/>
                    </a:cubicBezTo>
                    <a:cubicBezTo>
                      <a:pt x="1310290" y="-220104"/>
                      <a:pt x="2451957" y="-19866"/>
                      <a:pt x="3425409" y="843028"/>
                    </a:cubicBezTo>
                    <a:lnTo>
                      <a:pt x="3483506" y="920866"/>
                    </a:lnTo>
                    <a:lnTo>
                      <a:pt x="3400247" y="870946"/>
                    </a:lnTo>
                    <a:cubicBezTo>
                      <a:pt x="2443571" y="-10562"/>
                      <a:pt x="1314858" y="-207520"/>
                      <a:pt x="14101" y="280067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B66EB25C-4174-FA8F-7E32-5D51F04036E1}"/>
                  </a:ext>
                </a:extLst>
              </p:cNvPr>
              <p:cNvSpPr/>
              <p:nvPr/>
            </p:nvSpPr>
            <p:spPr>
              <a:xfrm>
                <a:off x="5854045" y="4238565"/>
                <a:ext cx="1726103" cy="1266884"/>
              </a:xfrm>
              <a:custGeom>
                <a:avLst/>
                <a:gdLst>
                  <a:gd name="connsiteX0" fmla="*/ 43474 w 1726103"/>
                  <a:gd name="connsiteY0" fmla="*/ 1267185 h 1266884"/>
                  <a:gd name="connsiteX1" fmla="*/ 403 w 1726103"/>
                  <a:gd name="connsiteY1" fmla="*/ 1262594 h 1266884"/>
                  <a:gd name="connsiteX2" fmla="*/ 1671349 w 1726103"/>
                  <a:gd name="connsiteY2" fmla="*/ 519510 h 1266884"/>
                  <a:gd name="connsiteX3" fmla="*/ 1726506 w 1726103"/>
                  <a:gd name="connsiteY3" fmla="*/ 599854 h 1266884"/>
                  <a:gd name="connsiteX4" fmla="*/ 1643456 w 1726103"/>
                  <a:gd name="connsiteY4" fmla="*/ 548962 h 1266884"/>
                  <a:gd name="connsiteX5" fmla="*/ 43474 w 1726103"/>
                  <a:gd name="connsiteY5" fmla="*/ 1267185 h 1266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26103" h="1266884">
                    <a:moveTo>
                      <a:pt x="43474" y="1267185"/>
                    </a:moveTo>
                    <a:cubicBezTo>
                      <a:pt x="29102" y="1265804"/>
                      <a:pt x="14744" y="1264270"/>
                      <a:pt x="403" y="1262594"/>
                    </a:cubicBezTo>
                    <a:cubicBezTo>
                      <a:pt x="161705" y="-118646"/>
                      <a:pt x="718688" y="-366340"/>
                      <a:pt x="1671349" y="519510"/>
                    </a:cubicBezTo>
                    <a:lnTo>
                      <a:pt x="1726506" y="599854"/>
                    </a:lnTo>
                    <a:lnTo>
                      <a:pt x="1643456" y="548962"/>
                    </a:lnTo>
                    <a:cubicBezTo>
                      <a:pt x="709388" y="-356522"/>
                      <a:pt x="176062" y="-117116"/>
                      <a:pt x="43474" y="1267185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9A9736A2-CA48-46C6-8E53-A12C943022F9}"/>
                  </a:ext>
                </a:extLst>
              </p:cNvPr>
              <p:cNvSpPr/>
              <p:nvPr/>
            </p:nvSpPr>
            <p:spPr>
              <a:xfrm>
                <a:off x="4050897" y="3375495"/>
                <a:ext cx="3876197" cy="1093357"/>
              </a:xfrm>
              <a:custGeom>
                <a:avLst/>
                <a:gdLst>
                  <a:gd name="connsiteX0" fmla="*/ 3876600 w 3876197"/>
                  <a:gd name="connsiteY0" fmla="*/ 1048814 h 1093357"/>
                  <a:gd name="connsiteX1" fmla="*/ 3851571 w 3876197"/>
                  <a:gd name="connsiteY1" fmla="*/ 1093658 h 1093357"/>
                  <a:gd name="connsiteX2" fmla="*/ 95315 w 3876197"/>
                  <a:gd name="connsiteY2" fmla="*/ 48386 h 1093357"/>
                  <a:gd name="connsiteX3" fmla="*/ 403 w 3876197"/>
                  <a:gd name="connsiteY3" fmla="*/ 22903 h 1093357"/>
                  <a:gd name="connsiteX4" fmla="*/ 96038 w 3876197"/>
                  <a:gd name="connsiteY4" fmla="*/ 300 h 1093357"/>
                  <a:gd name="connsiteX5" fmla="*/ 3876600 w 3876197"/>
                  <a:gd name="connsiteY5" fmla="*/ 1048814 h 1093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76197" h="1093357">
                    <a:moveTo>
                      <a:pt x="3876600" y="1048814"/>
                    </a:moveTo>
                    <a:cubicBezTo>
                      <a:pt x="3868438" y="1063864"/>
                      <a:pt x="3860094" y="1078818"/>
                      <a:pt x="3851571" y="1093658"/>
                    </a:cubicBezTo>
                    <a:cubicBezTo>
                      <a:pt x="2647527" y="400424"/>
                      <a:pt x="1395441" y="51998"/>
                      <a:pt x="95315" y="48386"/>
                    </a:cubicBezTo>
                    <a:lnTo>
                      <a:pt x="403" y="22903"/>
                    </a:lnTo>
                    <a:lnTo>
                      <a:pt x="96038" y="300"/>
                    </a:lnTo>
                    <a:cubicBezTo>
                      <a:pt x="1395683" y="35969"/>
                      <a:pt x="2655870" y="385473"/>
                      <a:pt x="3876600" y="1048814"/>
                    </a:cubicBezTo>
                    <a:close/>
                  </a:path>
                </a:pathLst>
              </a:custGeom>
              <a:solidFill>
                <a:srgbClr val="F4E1B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6CB72651-0F15-2DAA-83ED-DFAA5C454A7B}"/>
                  </a:ext>
                </a:extLst>
              </p:cNvPr>
              <p:cNvSpPr/>
              <p:nvPr/>
            </p:nvSpPr>
            <p:spPr>
              <a:xfrm>
                <a:off x="4148216" y="3439984"/>
                <a:ext cx="3992771" cy="778555"/>
              </a:xfrm>
              <a:custGeom>
                <a:avLst/>
                <a:gdLst>
                  <a:gd name="connsiteX0" fmla="*/ 19800 w 3992771"/>
                  <a:gd name="connsiteY0" fmla="*/ 778856 h 778555"/>
                  <a:gd name="connsiteX1" fmla="*/ 403 w 3992771"/>
                  <a:gd name="connsiteY1" fmla="*/ 729570 h 778555"/>
                  <a:gd name="connsiteX2" fmla="*/ 3898356 w 3992771"/>
                  <a:gd name="connsiteY2" fmla="*/ 465 h 778555"/>
                  <a:gd name="connsiteX3" fmla="*/ 3993174 w 3992771"/>
                  <a:gd name="connsiteY3" fmla="*/ 27013 h 778555"/>
                  <a:gd name="connsiteX4" fmla="*/ 3897443 w 3992771"/>
                  <a:gd name="connsiteY4" fmla="*/ 50047 h 778555"/>
                  <a:gd name="connsiteX5" fmla="*/ 19800 w 3992771"/>
                  <a:gd name="connsiteY5" fmla="*/ 778856 h 77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92771" h="778555">
                    <a:moveTo>
                      <a:pt x="19800" y="778856"/>
                    </a:moveTo>
                    <a:cubicBezTo>
                      <a:pt x="13131" y="762510"/>
                      <a:pt x="6662" y="746079"/>
                      <a:pt x="403" y="729570"/>
                    </a:cubicBezTo>
                    <a:cubicBezTo>
                      <a:pt x="1298923" y="236067"/>
                      <a:pt x="2598241" y="-6968"/>
                      <a:pt x="3898356" y="465"/>
                    </a:cubicBezTo>
                    <a:lnTo>
                      <a:pt x="3993174" y="27013"/>
                    </a:lnTo>
                    <a:lnTo>
                      <a:pt x="3897443" y="50047"/>
                    </a:lnTo>
                    <a:cubicBezTo>
                      <a:pt x="2597938" y="9559"/>
                      <a:pt x="1305391" y="252496"/>
                      <a:pt x="19800" y="778856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5587501A-58CB-4C54-DCC5-FF1821EB64D9}"/>
                  </a:ext>
                </a:extLst>
              </p:cNvPr>
              <p:cNvSpPr/>
              <p:nvPr/>
            </p:nvSpPr>
            <p:spPr>
              <a:xfrm>
                <a:off x="4627214" y="1912743"/>
                <a:ext cx="2913474" cy="2965903"/>
              </a:xfrm>
              <a:custGeom>
                <a:avLst/>
                <a:gdLst>
                  <a:gd name="connsiteX0" fmla="*/ 403 w 2913474"/>
                  <a:gd name="connsiteY0" fmla="*/ 37171 h 2965903"/>
                  <a:gd name="connsiteX1" fmla="*/ 38398 w 2913474"/>
                  <a:gd name="connsiteY1" fmla="*/ 300 h 2965903"/>
                  <a:gd name="connsiteX2" fmla="*/ 2864104 w 2913474"/>
                  <a:gd name="connsiteY2" fmla="*/ 2881146 h 2965903"/>
                  <a:gd name="connsiteX3" fmla="*/ 2913877 w 2913474"/>
                  <a:gd name="connsiteY3" fmla="*/ 2966204 h 2965903"/>
                  <a:gd name="connsiteX4" fmla="*/ 2829038 w 2913474"/>
                  <a:gd name="connsiteY4" fmla="*/ 2916179 h 2965903"/>
                  <a:gd name="connsiteX5" fmla="*/ 403 w 2913474"/>
                  <a:gd name="connsiteY5" fmla="*/ 37171 h 2965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13474" h="2965903">
                    <a:moveTo>
                      <a:pt x="403" y="37171"/>
                    </a:moveTo>
                    <a:cubicBezTo>
                      <a:pt x="12903" y="24722"/>
                      <a:pt x="25574" y="12435"/>
                      <a:pt x="38398" y="300"/>
                    </a:cubicBezTo>
                    <a:cubicBezTo>
                      <a:pt x="992257" y="1011139"/>
                      <a:pt x="1934159" y="1971421"/>
                      <a:pt x="2864104" y="2881146"/>
                    </a:cubicBezTo>
                    <a:lnTo>
                      <a:pt x="2913877" y="2966204"/>
                    </a:lnTo>
                    <a:lnTo>
                      <a:pt x="2829038" y="2916179"/>
                    </a:lnTo>
                    <a:cubicBezTo>
                      <a:pt x="1922473" y="1983096"/>
                      <a:pt x="979591" y="1023428"/>
                      <a:pt x="403" y="37171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7001144-58EE-4703-59CB-FB106F551219}"/>
                  </a:ext>
                </a:extLst>
              </p:cNvPr>
              <p:cNvSpPr/>
              <p:nvPr/>
            </p:nvSpPr>
            <p:spPr>
              <a:xfrm>
                <a:off x="4214904" y="3976459"/>
                <a:ext cx="3276629" cy="949679"/>
              </a:xfrm>
              <a:custGeom>
                <a:avLst/>
                <a:gdLst>
                  <a:gd name="connsiteX0" fmla="*/ 30312 w 3276629"/>
                  <a:gd name="connsiteY0" fmla="*/ 409846 h 949679"/>
                  <a:gd name="connsiteX1" fmla="*/ 403 w 3276629"/>
                  <a:gd name="connsiteY1" fmla="*/ 349478 h 949679"/>
                  <a:gd name="connsiteX2" fmla="*/ 3234984 w 3276629"/>
                  <a:gd name="connsiteY2" fmla="*/ 858635 h 949679"/>
                  <a:gd name="connsiteX3" fmla="*/ 3277032 w 3276629"/>
                  <a:gd name="connsiteY3" fmla="*/ 949980 h 949679"/>
                  <a:gd name="connsiteX4" fmla="*/ 3188921 w 3276629"/>
                  <a:gd name="connsiteY4" fmla="*/ 901679 h 949679"/>
                  <a:gd name="connsiteX5" fmla="*/ 30312 w 3276629"/>
                  <a:gd name="connsiteY5" fmla="*/ 409846 h 949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6629" h="949679">
                    <a:moveTo>
                      <a:pt x="30312" y="409846"/>
                    </a:moveTo>
                    <a:cubicBezTo>
                      <a:pt x="20019" y="389887"/>
                      <a:pt x="10049" y="369762"/>
                      <a:pt x="403" y="349478"/>
                    </a:cubicBezTo>
                    <a:cubicBezTo>
                      <a:pt x="1254466" y="-248280"/>
                      <a:pt x="2332660" y="-78561"/>
                      <a:pt x="3234984" y="858635"/>
                    </a:cubicBezTo>
                    <a:lnTo>
                      <a:pt x="3277032" y="949980"/>
                    </a:lnTo>
                    <a:lnTo>
                      <a:pt x="3188921" y="901679"/>
                    </a:lnTo>
                    <a:cubicBezTo>
                      <a:pt x="2317307" y="-64215"/>
                      <a:pt x="1264435" y="-228157"/>
                      <a:pt x="30312" y="409846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70112927-DC74-DF96-22B4-1E61E8DF440F}"/>
                  </a:ext>
                </a:extLst>
              </p:cNvPr>
              <p:cNvSpPr/>
              <p:nvPr/>
            </p:nvSpPr>
            <p:spPr>
              <a:xfrm>
                <a:off x="5906546" y="3496346"/>
                <a:ext cx="2231750" cy="2015657"/>
              </a:xfrm>
              <a:custGeom>
                <a:avLst/>
                <a:gdLst>
                  <a:gd name="connsiteX0" fmla="*/ 78699 w 2231750"/>
                  <a:gd name="connsiteY0" fmla="*/ 2015957 h 2015657"/>
                  <a:gd name="connsiteX1" fmla="*/ 403 w 2231750"/>
                  <a:gd name="connsiteY1" fmla="*/ 2010290 h 2015657"/>
                  <a:gd name="connsiteX2" fmla="*/ 2138819 w 2231750"/>
                  <a:gd name="connsiteY2" fmla="*/ 2556 h 2015657"/>
                  <a:gd name="connsiteX3" fmla="*/ 2232153 w 2231750"/>
                  <a:gd name="connsiteY3" fmla="*/ 44495 h 2015657"/>
                  <a:gd name="connsiteX4" fmla="*/ 2134814 w 2231750"/>
                  <a:gd name="connsiteY4" fmla="*/ 76021 h 2015657"/>
                  <a:gd name="connsiteX5" fmla="*/ 78699 w 2231750"/>
                  <a:gd name="connsiteY5" fmla="*/ 2015957 h 201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31750" h="2015657">
                    <a:moveTo>
                      <a:pt x="78699" y="2015957"/>
                    </a:moveTo>
                    <a:cubicBezTo>
                      <a:pt x="52567" y="2014557"/>
                      <a:pt x="26464" y="2012671"/>
                      <a:pt x="403" y="2010290"/>
                    </a:cubicBezTo>
                    <a:cubicBezTo>
                      <a:pt x="126705" y="625398"/>
                      <a:pt x="839510" y="-43845"/>
                      <a:pt x="2138819" y="2556"/>
                    </a:cubicBezTo>
                    <a:lnTo>
                      <a:pt x="2232153" y="44495"/>
                    </a:lnTo>
                    <a:lnTo>
                      <a:pt x="2134814" y="76021"/>
                    </a:lnTo>
                    <a:cubicBezTo>
                      <a:pt x="838176" y="-19357"/>
                      <a:pt x="152804" y="627288"/>
                      <a:pt x="78699" y="2015957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D9F173DF-0B49-8723-6EC3-1801FF5D4795}"/>
                  </a:ext>
                </a:extLst>
              </p:cNvPr>
              <p:cNvSpPr/>
              <p:nvPr/>
            </p:nvSpPr>
            <p:spPr>
              <a:xfrm>
                <a:off x="6312781" y="1357388"/>
                <a:ext cx="1818760" cy="2301225"/>
              </a:xfrm>
              <a:custGeom>
                <a:avLst/>
                <a:gdLst>
                  <a:gd name="connsiteX0" fmla="*/ 27727 w 1818760"/>
                  <a:gd name="connsiteY0" fmla="*/ 300 h 2301225"/>
                  <a:gd name="connsiteX1" fmla="*/ 110240 w 1818760"/>
                  <a:gd name="connsiteY1" fmla="*/ 11730 h 2301225"/>
                  <a:gd name="connsiteX2" fmla="*/ 1727912 w 1818760"/>
                  <a:gd name="connsiteY2" fmla="*/ 2223830 h 2301225"/>
                  <a:gd name="connsiteX3" fmla="*/ 1819163 w 1818760"/>
                  <a:gd name="connsiteY3" fmla="*/ 2272023 h 2301225"/>
                  <a:gd name="connsiteX4" fmla="*/ 1720292 w 1818760"/>
                  <a:gd name="connsiteY4" fmla="*/ 2301526 h 2301225"/>
                  <a:gd name="connsiteX5" fmla="*/ 27727 w 1818760"/>
                  <a:gd name="connsiteY5" fmla="*/ 300 h 230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8760" h="2301225">
                    <a:moveTo>
                      <a:pt x="27727" y="300"/>
                    </a:moveTo>
                    <a:cubicBezTo>
                      <a:pt x="55304" y="3558"/>
                      <a:pt x="82814" y="7368"/>
                      <a:pt x="110240" y="11730"/>
                    </a:cubicBezTo>
                    <a:cubicBezTo>
                      <a:pt x="-107506" y="1385185"/>
                      <a:pt x="431717" y="2122551"/>
                      <a:pt x="1727912" y="2223830"/>
                    </a:cubicBezTo>
                    <a:lnTo>
                      <a:pt x="1819163" y="2272023"/>
                    </a:lnTo>
                    <a:lnTo>
                      <a:pt x="1720292" y="2301526"/>
                    </a:lnTo>
                    <a:cubicBezTo>
                      <a:pt x="429177" y="2148450"/>
                      <a:pt x="-135011" y="1381376"/>
                      <a:pt x="27727" y="30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C80CC169-477E-B895-42CC-0A78D3A1C438}"/>
                  </a:ext>
                </a:extLst>
              </p:cNvPr>
              <p:cNvSpPr/>
              <p:nvPr/>
            </p:nvSpPr>
            <p:spPr>
              <a:xfrm>
                <a:off x="7064397" y="2695854"/>
                <a:ext cx="1055671" cy="1056247"/>
              </a:xfrm>
              <a:custGeom>
                <a:avLst/>
                <a:gdLst>
                  <a:gd name="connsiteX0" fmla="*/ 982471 w 1055671"/>
                  <a:gd name="connsiteY0" fmla="*/ 300 h 1056247"/>
                  <a:gd name="connsiteX1" fmla="*/ 1012675 w 1055671"/>
                  <a:gd name="connsiteY1" fmla="*/ 86559 h 1056247"/>
                  <a:gd name="connsiteX2" fmla="*/ 967611 w 1055671"/>
                  <a:gd name="connsiteY2" fmla="*/ 971872 h 1056247"/>
                  <a:gd name="connsiteX3" fmla="*/ 1056074 w 1055671"/>
                  <a:gd name="connsiteY3" fmla="*/ 1027976 h 1056247"/>
                  <a:gd name="connsiteX4" fmla="*/ 955320 w 1055671"/>
                  <a:gd name="connsiteY4" fmla="*/ 1056547 h 1056247"/>
                  <a:gd name="connsiteX5" fmla="*/ 982471 w 1055671"/>
                  <a:gd name="connsiteY5" fmla="*/ 300 h 10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5671" h="1056247">
                    <a:moveTo>
                      <a:pt x="982471" y="300"/>
                    </a:moveTo>
                    <a:cubicBezTo>
                      <a:pt x="993163" y="28828"/>
                      <a:pt x="1003238" y="57589"/>
                      <a:pt x="1012675" y="86559"/>
                    </a:cubicBezTo>
                    <a:cubicBezTo>
                      <a:pt x="-307771" y="517817"/>
                      <a:pt x="-322793" y="812921"/>
                      <a:pt x="967611" y="971872"/>
                    </a:cubicBezTo>
                    <a:lnTo>
                      <a:pt x="1056074" y="1027976"/>
                    </a:lnTo>
                    <a:lnTo>
                      <a:pt x="955320" y="1056547"/>
                    </a:lnTo>
                    <a:cubicBezTo>
                      <a:pt x="-326890" y="841146"/>
                      <a:pt x="-317840" y="489064"/>
                      <a:pt x="982471" y="300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9332B17E-F897-446E-0AFD-469D23DB989A}"/>
                  </a:ext>
                </a:extLst>
              </p:cNvPr>
              <p:cNvSpPr/>
              <p:nvPr/>
            </p:nvSpPr>
            <p:spPr>
              <a:xfrm>
                <a:off x="4249180" y="3675961"/>
                <a:ext cx="3853993" cy="801312"/>
              </a:xfrm>
              <a:custGeom>
                <a:avLst/>
                <a:gdLst>
                  <a:gd name="connsiteX0" fmla="*/ 46018 w 3853993"/>
                  <a:gd name="connsiteY0" fmla="*/ 801613 h 801312"/>
                  <a:gd name="connsiteX1" fmla="*/ 403 w 3853993"/>
                  <a:gd name="connsiteY1" fmla="*/ 718764 h 801312"/>
                  <a:gd name="connsiteX2" fmla="*/ 3769054 w 3853993"/>
                  <a:gd name="connsiteY2" fmla="*/ 85190 h 801312"/>
                  <a:gd name="connsiteX3" fmla="*/ 3854396 w 3853993"/>
                  <a:gd name="connsiteY3" fmla="*/ 147054 h 801312"/>
                  <a:gd name="connsiteX4" fmla="*/ 3752044 w 3853993"/>
                  <a:gd name="connsiteY4" fmla="*/ 172100 h 801312"/>
                  <a:gd name="connsiteX5" fmla="*/ 46018 w 3853993"/>
                  <a:gd name="connsiteY5" fmla="*/ 801613 h 801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53993" h="801312">
                    <a:moveTo>
                      <a:pt x="46018" y="801613"/>
                    </a:moveTo>
                    <a:cubicBezTo>
                      <a:pt x="30188" y="774343"/>
                      <a:pt x="14977" y="746720"/>
                      <a:pt x="403" y="718764"/>
                    </a:cubicBezTo>
                    <a:cubicBezTo>
                      <a:pt x="1231614" y="75147"/>
                      <a:pt x="2487832" y="-136045"/>
                      <a:pt x="3769054" y="85190"/>
                    </a:cubicBezTo>
                    <a:lnTo>
                      <a:pt x="3854396" y="147054"/>
                    </a:lnTo>
                    <a:lnTo>
                      <a:pt x="3752044" y="172100"/>
                    </a:lnTo>
                    <a:cubicBezTo>
                      <a:pt x="2482164" y="-107074"/>
                      <a:pt x="1246822" y="102764"/>
                      <a:pt x="46018" y="801613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51B3A007-C18F-C283-962F-1255DEE40EB2}"/>
                  </a:ext>
                </a:extLst>
              </p:cNvPr>
              <p:cNvSpPr/>
              <p:nvPr/>
            </p:nvSpPr>
            <p:spPr>
              <a:xfrm>
                <a:off x="4012758" y="3453106"/>
                <a:ext cx="3409633" cy="1534764"/>
              </a:xfrm>
              <a:custGeom>
                <a:avLst/>
                <a:gdLst>
                  <a:gd name="connsiteX0" fmla="*/ 4132 w 3409633"/>
                  <a:gd name="connsiteY0" fmla="*/ 103254 h 1534764"/>
                  <a:gd name="connsiteX1" fmla="*/ 403 w 3409633"/>
                  <a:gd name="connsiteY1" fmla="*/ 706 h 1534764"/>
                  <a:gd name="connsiteX2" fmla="*/ 3384484 w 3409633"/>
                  <a:gd name="connsiteY2" fmla="*/ 1430966 h 1534764"/>
                  <a:gd name="connsiteX3" fmla="*/ 3410036 w 3409633"/>
                  <a:gd name="connsiteY3" fmla="*/ 1535064 h 1534764"/>
                  <a:gd name="connsiteX4" fmla="*/ 3311451 w 3409633"/>
                  <a:gd name="connsiteY4" fmla="*/ 1493259 h 1534764"/>
                  <a:gd name="connsiteX5" fmla="*/ 4132 w 3409633"/>
                  <a:gd name="connsiteY5" fmla="*/ 103254 h 153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09633" h="1534764">
                    <a:moveTo>
                      <a:pt x="4132" y="103254"/>
                    </a:moveTo>
                    <a:cubicBezTo>
                      <a:pt x="2048" y="69107"/>
                      <a:pt x="802" y="34914"/>
                      <a:pt x="403" y="706"/>
                    </a:cubicBezTo>
                    <a:cubicBezTo>
                      <a:pt x="1389230" y="-15636"/>
                      <a:pt x="2517256" y="461117"/>
                      <a:pt x="3384484" y="1430966"/>
                    </a:cubicBezTo>
                    <a:lnTo>
                      <a:pt x="3410036" y="1535064"/>
                    </a:lnTo>
                    <a:lnTo>
                      <a:pt x="3311451" y="1493259"/>
                    </a:lnTo>
                    <a:cubicBezTo>
                      <a:pt x="2492913" y="481881"/>
                      <a:pt x="1390472" y="18547"/>
                      <a:pt x="4132" y="10325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57BD23F2-F5F5-1FB5-3E6B-4E1B019FE738}"/>
                  </a:ext>
                </a:extLst>
              </p:cNvPr>
              <p:cNvSpPr/>
              <p:nvPr/>
            </p:nvSpPr>
            <p:spPr>
              <a:xfrm>
                <a:off x="4299571" y="4112453"/>
                <a:ext cx="1572295" cy="1339218"/>
              </a:xfrm>
              <a:custGeom>
                <a:avLst/>
                <a:gdLst>
                  <a:gd name="connsiteX0" fmla="*/ 56226 w 1572295"/>
                  <a:gd name="connsiteY0" fmla="*/ 463161 h 1339218"/>
                  <a:gd name="connsiteX1" fmla="*/ 403 w 1572295"/>
                  <a:gd name="connsiteY1" fmla="*/ 373312 h 1339218"/>
                  <a:gd name="connsiteX2" fmla="*/ 1540747 w 1572295"/>
                  <a:gd name="connsiteY2" fmla="*/ 1252565 h 1339218"/>
                  <a:gd name="connsiteX3" fmla="*/ 1476913 w 1572295"/>
                  <a:gd name="connsiteY3" fmla="*/ 1339519 h 1339218"/>
                  <a:gd name="connsiteX4" fmla="*/ 1443034 w 1572295"/>
                  <a:gd name="connsiteY4" fmla="*/ 1237068 h 1339218"/>
                  <a:gd name="connsiteX5" fmla="*/ 56226 w 1572295"/>
                  <a:gd name="connsiteY5" fmla="*/ 463161 h 1339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72295" h="1339218">
                    <a:moveTo>
                      <a:pt x="56226" y="463161"/>
                    </a:moveTo>
                    <a:cubicBezTo>
                      <a:pt x="36866" y="433691"/>
                      <a:pt x="18249" y="403725"/>
                      <a:pt x="403" y="373312"/>
                    </a:cubicBezTo>
                    <a:cubicBezTo>
                      <a:pt x="1198023" y="-330999"/>
                      <a:pt x="1711470" y="-37915"/>
                      <a:pt x="1540747" y="1252565"/>
                    </a:cubicBezTo>
                    <a:lnTo>
                      <a:pt x="1476913" y="1339519"/>
                    </a:lnTo>
                    <a:lnTo>
                      <a:pt x="1443034" y="1237068"/>
                    </a:lnTo>
                    <a:cubicBezTo>
                      <a:pt x="1678899" y="-43079"/>
                      <a:pt x="1216630" y="-301048"/>
                      <a:pt x="56226" y="463161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F8AE20A3-CA0A-4249-CD57-B8A662DE0A1E}"/>
                  </a:ext>
                </a:extLst>
              </p:cNvPr>
              <p:cNvSpPr/>
              <p:nvPr/>
            </p:nvSpPr>
            <p:spPr>
              <a:xfrm>
                <a:off x="4142166" y="1346958"/>
                <a:ext cx="2188531" cy="2707354"/>
              </a:xfrm>
              <a:custGeom>
                <a:avLst/>
                <a:gdLst>
                  <a:gd name="connsiteX0" fmla="*/ 2082056 w 2188531"/>
                  <a:gd name="connsiteY0" fmla="*/ 300 h 2707354"/>
                  <a:gd name="connsiteX1" fmla="*/ 2188934 w 2188531"/>
                  <a:gd name="connsiteY1" fmla="*/ 9644 h 2707354"/>
                  <a:gd name="connsiteX2" fmla="*/ 106741 w 2188531"/>
                  <a:gd name="connsiteY2" fmla="*/ 2707655 h 2707354"/>
                  <a:gd name="connsiteX3" fmla="*/ 403 w 2188531"/>
                  <a:gd name="connsiteY3" fmla="*/ 2687989 h 2707354"/>
                  <a:gd name="connsiteX4" fmla="*/ 77041 w 2188531"/>
                  <a:gd name="connsiteY4" fmla="*/ 2611601 h 2707354"/>
                  <a:gd name="connsiteX5" fmla="*/ 2082056 w 2188531"/>
                  <a:gd name="connsiteY5" fmla="*/ 300 h 270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8531" h="2707354">
                    <a:moveTo>
                      <a:pt x="2082056" y="300"/>
                    </a:moveTo>
                    <a:cubicBezTo>
                      <a:pt x="2117757" y="2491"/>
                      <a:pt x="2153394" y="5615"/>
                      <a:pt x="2188934" y="9644"/>
                    </a:cubicBezTo>
                    <a:cubicBezTo>
                      <a:pt x="2032469" y="1391443"/>
                      <a:pt x="1338405" y="2290779"/>
                      <a:pt x="106741" y="2707655"/>
                    </a:cubicBezTo>
                    <a:lnTo>
                      <a:pt x="403" y="2687989"/>
                    </a:lnTo>
                    <a:lnTo>
                      <a:pt x="77041" y="2611601"/>
                    </a:lnTo>
                    <a:cubicBezTo>
                      <a:pt x="1328505" y="2258761"/>
                      <a:pt x="1996843" y="1388326"/>
                      <a:pt x="2082056" y="30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F62B3B85-0471-A6CA-5CE4-DA5E189CBD44}"/>
                  </a:ext>
                </a:extLst>
              </p:cNvPr>
              <p:cNvSpPr/>
              <p:nvPr/>
            </p:nvSpPr>
            <p:spPr>
              <a:xfrm>
                <a:off x="5629508" y="1343034"/>
                <a:ext cx="584858" cy="4087015"/>
              </a:xfrm>
              <a:custGeom>
                <a:avLst/>
                <a:gdLst>
                  <a:gd name="connsiteX0" fmla="*/ 471629 w 584858"/>
                  <a:gd name="connsiteY0" fmla="*/ 300 h 4087015"/>
                  <a:gd name="connsiteX1" fmla="*/ 585261 w 584858"/>
                  <a:gd name="connsiteY1" fmla="*/ 3662 h 4087015"/>
                  <a:gd name="connsiteX2" fmla="*/ 104384 w 584858"/>
                  <a:gd name="connsiteY2" fmla="*/ 4004858 h 4087015"/>
                  <a:gd name="connsiteX3" fmla="*/ 32012 w 584858"/>
                  <a:gd name="connsiteY3" fmla="*/ 4087316 h 4087015"/>
                  <a:gd name="connsiteX4" fmla="*/ 403 w 584858"/>
                  <a:gd name="connsiteY4" fmla="*/ 3982207 h 4087015"/>
                  <a:gd name="connsiteX5" fmla="*/ 471629 w 584858"/>
                  <a:gd name="connsiteY5" fmla="*/ 300 h 4087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4858" h="4087015">
                    <a:moveTo>
                      <a:pt x="471629" y="300"/>
                    </a:moveTo>
                    <a:cubicBezTo>
                      <a:pt x="509530" y="386"/>
                      <a:pt x="547421" y="1500"/>
                      <a:pt x="585261" y="3662"/>
                    </a:cubicBezTo>
                    <a:cubicBezTo>
                      <a:pt x="506350" y="1392063"/>
                      <a:pt x="346058" y="2725797"/>
                      <a:pt x="104384" y="4004858"/>
                    </a:cubicBezTo>
                    <a:lnTo>
                      <a:pt x="32012" y="4087316"/>
                    </a:lnTo>
                    <a:lnTo>
                      <a:pt x="403" y="3982207"/>
                    </a:lnTo>
                    <a:cubicBezTo>
                      <a:pt x="311397" y="2718245"/>
                      <a:pt x="468472" y="1390942"/>
                      <a:pt x="471629" y="30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EBA53788-F6C2-FD7C-4346-5DE950CFE848}"/>
                  </a:ext>
                </a:extLst>
              </p:cNvPr>
              <p:cNvSpPr/>
              <p:nvPr/>
            </p:nvSpPr>
            <p:spPr>
              <a:xfrm>
                <a:off x="6807520" y="2581750"/>
                <a:ext cx="1235596" cy="2478539"/>
              </a:xfrm>
              <a:custGeom>
                <a:avLst/>
                <a:gdLst>
                  <a:gd name="connsiteX0" fmla="*/ 1192676 w 1235596"/>
                  <a:gd name="connsiteY0" fmla="*/ 300 h 2478539"/>
                  <a:gd name="connsiteX1" fmla="*/ 1235999 w 1235596"/>
                  <a:gd name="connsiteY1" fmla="*/ 105534 h 2478539"/>
                  <a:gd name="connsiteX2" fmla="*/ 509792 w 1235596"/>
                  <a:gd name="connsiteY2" fmla="*/ 2370188 h 2478539"/>
                  <a:gd name="connsiteX3" fmla="*/ 525356 w 1235596"/>
                  <a:gd name="connsiteY3" fmla="*/ 2478840 h 2478539"/>
                  <a:gd name="connsiteX4" fmla="*/ 425020 w 1235596"/>
                  <a:gd name="connsiteY4" fmla="*/ 2434596 h 2478539"/>
                  <a:gd name="connsiteX5" fmla="*/ 1192676 w 1235596"/>
                  <a:gd name="connsiteY5" fmla="*/ 300 h 247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35596" h="2478539">
                    <a:moveTo>
                      <a:pt x="1192676" y="300"/>
                    </a:moveTo>
                    <a:cubicBezTo>
                      <a:pt x="1208068" y="34977"/>
                      <a:pt x="1222519" y="70068"/>
                      <a:pt x="1235999" y="105534"/>
                    </a:cubicBezTo>
                    <a:cubicBezTo>
                      <a:pt x="-62079" y="600211"/>
                      <a:pt x="-304149" y="1355095"/>
                      <a:pt x="509792" y="2370188"/>
                    </a:cubicBezTo>
                    <a:lnTo>
                      <a:pt x="525356" y="2478840"/>
                    </a:lnTo>
                    <a:lnTo>
                      <a:pt x="425020" y="2434596"/>
                    </a:lnTo>
                    <a:cubicBezTo>
                      <a:pt x="-332405" y="1376565"/>
                      <a:pt x="-76520" y="565134"/>
                      <a:pt x="1192676" y="300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61A18CEB-4982-CB4F-CE22-3608985ECD36}"/>
                  </a:ext>
                </a:extLst>
              </p:cNvPr>
              <p:cNvSpPr/>
              <p:nvPr/>
            </p:nvSpPr>
            <p:spPr>
              <a:xfrm>
                <a:off x="5071213" y="3774997"/>
                <a:ext cx="3006779" cy="1526274"/>
              </a:xfrm>
              <a:custGeom>
                <a:avLst/>
                <a:gdLst>
                  <a:gd name="connsiteX0" fmla="*/ 106603 w 3006779"/>
                  <a:gd name="connsiteY0" fmla="*/ 1526575 h 1526274"/>
                  <a:gd name="connsiteX1" fmla="*/ 403 w 3006779"/>
                  <a:gd name="connsiteY1" fmla="*/ 1470473 h 1526274"/>
                  <a:gd name="connsiteX2" fmla="*/ 2928089 w 3006779"/>
                  <a:gd name="connsiteY2" fmla="*/ 81729 h 1526274"/>
                  <a:gd name="connsiteX3" fmla="*/ 3007182 w 3006779"/>
                  <a:gd name="connsiteY3" fmla="*/ 159977 h 1526274"/>
                  <a:gd name="connsiteX4" fmla="*/ 2900340 w 3006779"/>
                  <a:gd name="connsiteY4" fmla="*/ 190784 h 1526274"/>
                  <a:gd name="connsiteX5" fmla="*/ 106603 w 3006779"/>
                  <a:gd name="connsiteY5" fmla="*/ 1526575 h 1526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6779" h="1526274">
                    <a:moveTo>
                      <a:pt x="106603" y="1526575"/>
                    </a:moveTo>
                    <a:cubicBezTo>
                      <a:pt x="70667" y="1508897"/>
                      <a:pt x="35249" y="1490190"/>
                      <a:pt x="403" y="1470473"/>
                    </a:cubicBezTo>
                    <a:cubicBezTo>
                      <a:pt x="683593" y="259694"/>
                      <a:pt x="1659490" y="-203222"/>
                      <a:pt x="2928089" y="81729"/>
                    </a:cubicBezTo>
                    <a:lnTo>
                      <a:pt x="3007182" y="159977"/>
                    </a:lnTo>
                    <a:lnTo>
                      <a:pt x="2900340" y="190784"/>
                    </a:lnTo>
                    <a:cubicBezTo>
                      <a:pt x="1650239" y="-166870"/>
                      <a:pt x="718994" y="278392"/>
                      <a:pt x="106603" y="1526575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1D733659-277C-93F3-D5FC-8E4731827AD8}"/>
                  </a:ext>
                </a:extLst>
              </p:cNvPr>
              <p:cNvSpPr/>
              <p:nvPr/>
            </p:nvSpPr>
            <p:spPr>
              <a:xfrm>
                <a:off x="6598946" y="2857660"/>
                <a:ext cx="1470341" cy="2540052"/>
              </a:xfrm>
              <a:custGeom>
                <a:avLst/>
                <a:gdLst>
                  <a:gd name="connsiteX0" fmla="*/ 305654 w 1470341"/>
                  <a:gd name="connsiteY0" fmla="*/ 2494261 h 2540052"/>
                  <a:gd name="connsiteX1" fmla="*/ 186140 w 1470341"/>
                  <a:gd name="connsiteY1" fmla="*/ 2540353 h 2540052"/>
                  <a:gd name="connsiteX2" fmla="*/ 1362303 w 1470341"/>
                  <a:gd name="connsiteY2" fmla="*/ 300 h 2540052"/>
                  <a:gd name="connsiteX3" fmla="*/ 1470744 w 1470341"/>
                  <a:gd name="connsiteY3" fmla="*/ 32902 h 2540052"/>
                  <a:gd name="connsiteX4" fmla="*/ 1393839 w 1470341"/>
                  <a:gd name="connsiteY4" fmla="*/ 116105 h 2540052"/>
                  <a:gd name="connsiteX5" fmla="*/ 305654 w 1470341"/>
                  <a:gd name="connsiteY5" fmla="*/ 2494261 h 2540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0341" h="2540052">
                    <a:moveTo>
                      <a:pt x="305654" y="2494261"/>
                    </a:moveTo>
                    <a:cubicBezTo>
                      <a:pt x="266297" y="2510854"/>
                      <a:pt x="226440" y="2526218"/>
                      <a:pt x="186140" y="2540353"/>
                    </a:cubicBezTo>
                    <a:cubicBezTo>
                      <a:pt x="-272983" y="1227877"/>
                      <a:pt x="119072" y="381193"/>
                      <a:pt x="1362303" y="300"/>
                    </a:cubicBezTo>
                    <a:lnTo>
                      <a:pt x="1470744" y="32902"/>
                    </a:lnTo>
                    <a:lnTo>
                      <a:pt x="1393839" y="116105"/>
                    </a:lnTo>
                    <a:cubicBezTo>
                      <a:pt x="129585" y="419795"/>
                      <a:pt x="-233145" y="1212514"/>
                      <a:pt x="305654" y="2494261"/>
                    </a:cubicBezTo>
                    <a:close/>
                  </a:path>
                </a:pathLst>
              </a:custGeom>
              <a:solidFill>
                <a:srgbClr val="D5C1A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F53CC644-25A6-385B-21C6-468E7DDB7C48}"/>
                  </a:ext>
                </a:extLst>
              </p:cNvPr>
              <p:cNvSpPr/>
              <p:nvPr/>
            </p:nvSpPr>
            <p:spPr>
              <a:xfrm>
                <a:off x="6158781" y="2982100"/>
                <a:ext cx="1942023" cy="2531864"/>
              </a:xfrm>
              <a:custGeom>
                <a:avLst/>
                <a:gdLst>
                  <a:gd name="connsiteX0" fmla="*/ 133560 w 1942023"/>
                  <a:gd name="connsiteY0" fmla="*/ 2523926 h 2531864"/>
                  <a:gd name="connsiteX1" fmla="*/ 2550 w 1942023"/>
                  <a:gd name="connsiteY1" fmla="*/ 2532165 h 2531864"/>
                  <a:gd name="connsiteX2" fmla="*/ 1836060 w 1942023"/>
                  <a:gd name="connsiteY2" fmla="*/ 300 h 2531864"/>
                  <a:gd name="connsiteX3" fmla="*/ 1942427 w 1942023"/>
                  <a:gd name="connsiteY3" fmla="*/ 41536 h 2531864"/>
                  <a:gd name="connsiteX4" fmla="*/ 1860394 w 1942023"/>
                  <a:gd name="connsiteY4" fmla="*/ 120892 h 2531864"/>
                  <a:gd name="connsiteX5" fmla="*/ 133560 w 1942023"/>
                  <a:gd name="connsiteY5" fmla="*/ 2523926 h 2531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2023" h="2531864">
                    <a:moveTo>
                      <a:pt x="133560" y="2523926"/>
                    </a:moveTo>
                    <a:cubicBezTo>
                      <a:pt x="89987" y="2528050"/>
                      <a:pt x="46295" y="2530794"/>
                      <a:pt x="2550" y="2532165"/>
                    </a:cubicBezTo>
                    <a:cubicBezTo>
                      <a:pt x="-40736" y="1142187"/>
                      <a:pt x="570433" y="298233"/>
                      <a:pt x="1836060" y="300"/>
                    </a:cubicBezTo>
                    <a:lnTo>
                      <a:pt x="1942427" y="41536"/>
                    </a:lnTo>
                    <a:lnTo>
                      <a:pt x="1860394" y="120892"/>
                    </a:lnTo>
                    <a:cubicBezTo>
                      <a:pt x="578546" y="338431"/>
                      <a:pt x="2935" y="1139442"/>
                      <a:pt x="133560" y="2523926"/>
                    </a:cubicBezTo>
                    <a:close/>
                  </a:path>
                </a:pathLst>
              </a:custGeom>
              <a:solidFill>
                <a:srgbClr val="5E9C9D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AF2059AB-45BE-A67B-74A9-741B922D7BB4}"/>
                  </a:ext>
                </a:extLst>
              </p:cNvPr>
              <p:cNvSpPr/>
              <p:nvPr/>
            </p:nvSpPr>
            <p:spPr>
              <a:xfrm>
                <a:off x="4623903" y="4258526"/>
                <a:ext cx="1112920" cy="1139728"/>
              </a:xfrm>
              <a:custGeom>
                <a:avLst/>
                <a:gdLst>
                  <a:gd name="connsiteX0" fmla="*/ 97370 w 1112920"/>
                  <a:gd name="connsiteY0" fmla="*/ 737807 h 1139728"/>
                  <a:gd name="connsiteX1" fmla="*/ 403 w 1112920"/>
                  <a:gd name="connsiteY1" fmla="*/ 646862 h 1139728"/>
                  <a:gd name="connsiteX2" fmla="*/ 997405 w 1112920"/>
                  <a:gd name="connsiteY2" fmla="*/ 1064572 h 1139728"/>
                  <a:gd name="connsiteX3" fmla="*/ 911227 w 1112920"/>
                  <a:gd name="connsiteY3" fmla="*/ 1140029 h 1139728"/>
                  <a:gd name="connsiteX4" fmla="*/ 877806 w 1112920"/>
                  <a:gd name="connsiteY4" fmla="*/ 1030396 h 1139728"/>
                  <a:gd name="connsiteX5" fmla="*/ 97370 w 1112920"/>
                  <a:gd name="connsiteY5" fmla="*/ 737807 h 1139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12920" h="1139728">
                    <a:moveTo>
                      <a:pt x="97370" y="737807"/>
                    </a:moveTo>
                    <a:cubicBezTo>
                      <a:pt x="64084" y="708527"/>
                      <a:pt x="31748" y="678200"/>
                      <a:pt x="403" y="646862"/>
                    </a:cubicBezTo>
                    <a:cubicBezTo>
                      <a:pt x="981799" y="-337199"/>
                      <a:pt x="1314134" y="-197961"/>
                      <a:pt x="997405" y="1064572"/>
                    </a:cubicBezTo>
                    <a:lnTo>
                      <a:pt x="911227" y="1140029"/>
                    </a:lnTo>
                    <a:lnTo>
                      <a:pt x="877806" y="1030396"/>
                    </a:lnTo>
                    <a:cubicBezTo>
                      <a:pt x="1274268" y="-209352"/>
                      <a:pt x="1014122" y="-306882"/>
                      <a:pt x="97370" y="737807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027013DC-6DBB-ABAE-A529-959E86AEA780}"/>
                  </a:ext>
                </a:extLst>
              </p:cNvPr>
              <p:cNvSpPr/>
              <p:nvPr/>
            </p:nvSpPr>
            <p:spPr>
              <a:xfrm>
                <a:off x="4994441" y="4332772"/>
                <a:ext cx="1440237" cy="1172038"/>
              </a:xfrm>
              <a:custGeom>
                <a:avLst/>
                <a:gdLst>
                  <a:gd name="connsiteX0" fmla="*/ 1440640 w 1440237"/>
                  <a:gd name="connsiteY0" fmla="*/ 1154756 h 1172038"/>
                  <a:gd name="connsiteX1" fmla="*/ 1307326 w 1440237"/>
                  <a:gd name="connsiteY1" fmla="*/ 1172339 h 1172038"/>
                  <a:gd name="connsiteX2" fmla="*/ 106503 w 1440237"/>
                  <a:gd name="connsiteY2" fmla="*/ 775623 h 1172038"/>
                  <a:gd name="connsiteX3" fmla="*/ 1734 w 1440237"/>
                  <a:gd name="connsiteY3" fmla="*/ 822876 h 1172038"/>
                  <a:gd name="connsiteX4" fmla="*/ 403 w 1440237"/>
                  <a:gd name="connsiteY4" fmla="*/ 707824 h 1172038"/>
                  <a:gd name="connsiteX5" fmla="*/ 1440640 w 1440237"/>
                  <a:gd name="connsiteY5" fmla="*/ 1154756 h 1172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0237" h="1172038">
                    <a:moveTo>
                      <a:pt x="1440640" y="1154756"/>
                    </a:moveTo>
                    <a:cubicBezTo>
                      <a:pt x="1396403" y="1162052"/>
                      <a:pt x="1351941" y="1167919"/>
                      <a:pt x="1307326" y="1172339"/>
                    </a:cubicBezTo>
                    <a:cubicBezTo>
                      <a:pt x="1170416" y="-211534"/>
                      <a:pt x="770142" y="-343775"/>
                      <a:pt x="106503" y="775623"/>
                    </a:cubicBezTo>
                    <a:lnTo>
                      <a:pt x="1734" y="822876"/>
                    </a:lnTo>
                    <a:lnTo>
                      <a:pt x="403" y="707824"/>
                    </a:lnTo>
                    <a:cubicBezTo>
                      <a:pt x="734773" y="-366373"/>
                      <a:pt x="1214854" y="-217397"/>
                      <a:pt x="1440640" y="1154756"/>
                    </a:cubicBezTo>
                    <a:close/>
                  </a:path>
                </a:pathLst>
              </a:custGeom>
              <a:solidFill>
                <a:srgbClr val="5E9C9D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2040A53-A3B1-BB05-D126-E04AE0D28AE1}"/>
                  </a:ext>
                </a:extLst>
              </p:cNvPr>
              <p:cNvSpPr/>
              <p:nvPr/>
            </p:nvSpPr>
            <p:spPr>
              <a:xfrm>
                <a:off x="7035435" y="3111446"/>
                <a:ext cx="1088448" cy="1304220"/>
              </a:xfrm>
              <a:custGeom>
                <a:avLst/>
                <a:gdLst>
                  <a:gd name="connsiteX0" fmla="*/ 956970 w 1088448"/>
                  <a:gd name="connsiteY0" fmla="*/ 1182448 h 1304220"/>
                  <a:gd name="connsiteX1" fmla="*/ 896562 w 1088448"/>
                  <a:gd name="connsiteY1" fmla="*/ 1304520 h 1304220"/>
                  <a:gd name="connsiteX2" fmla="*/ 985205 w 1088448"/>
                  <a:gd name="connsiteY2" fmla="*/ 300 h 1304220"/>
                  <a:gd name="connsiteX3" fmla="*/ 1088851 w 1088448"/>
                  <a:gd name="connsiteY3" fmla="*/ 50970 h 1304220"/>
                  <a:gd name="connsiteX4" fmla="*/ 1001806 w 1088448"/>
                  <a:gd name="connsiteY4" fmla="*/ 126739 h 1304220"/>
                  <a:gd name="connsiteX5" fmla="*/ 956970 w 1088448"/>
                  <a:gd name="connsiteY5" fmla="*/ 1182448 h 1304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88448" h="1304220">
                    <a:moveTo>
                      <a:pt x="956970" y="1182448"/>
                    </a:moveTo>
                    <a:cubicBezTo>
                      <a:pt x="938163" y="1223785"/>
                      <a:pt x="918014" y="1264497"/>
                      <a:pt x="896562" y="1304520"/>
                    </a:cubicBezTo>
                    <a:cubicBezTo>
                      <a:pt x="-327169" y="646742"/>
                      <a:pt x="-297621" y="212003"/>
                      <a:pt x="985205" y="300"/>
                    </a:cubicBezTo>
                    <a:lnTo>
                      <a:pt x="1088851" y="50970"/>
                    </a:lnTo>
                    <a:lnTo>
                      <a:pt x="1001806" y="126739"/>
                    </a:lnTo>
                    <a:cubicBezTo>
                      <a:pt x="-292088" y="254149"/>
                      <a:pt x="-307032" y="606052"/>
                      <a:pt x="956970" y="1182448"/>
                    </a:cubicBezTo>
                    <a:close/>
                  </a:path>
                </a:pathLst>
              </a:custGeom>
              <a:solidFill>
                <a:srgbClr val="F4E1B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D5A01182-601D-FD22-F0B1-6E411753679D}"/>
                  </a:ext>
                </a:extLst>
              </p:cNvPr>
              <p:cNvSpPr/>
              <p:nvPr/>
            </p:nvSpPr>
            <p:spPr>
              <a:xfrm>
                <a:off x="4107976" y="3731039"/>
                <a:ext cx="1101027" cy="963147"/>
              </a:xfrm>
              <a:custGeom>
                <a:avLst/>
                <a:gdLst>
                  <a:gd name="connsiteX0" fmla="*/ 331994 w 1101027"/>
                  <a:gd name="connsiteY0" fmla="*/ 963447 h 963147"/>
                  <a:gd name="connsiteX1" fmla="*/ 253044 w 1101027"/>
                  <a:gd name="connsiteY1" fmla="*/ 852491 h 963147"/>
                  <a:gd name="connsiteX2" fmla="*/ 108853 w 1101027"/>
                  <a:gd name="connsiteY2" fmla="*/ 218971 h 963147"/>
                  <a:gd name="connsiteX3" fmla="*/ 403 w 1101027"/>
                  <a:gd name="connsiteY3" fmla="*/ 179629 h 963147"/>
                  <a:gd name="connsiteX4" fmla="*/ 78915 w 1101027"/>
                  <a:gd name="connsiteY4" fmla="*/ 95019 h 963147"/>
                  <a:gd name="connsiteX5" fmla="*/ 331994 w 1101027"/>
                  <a:gd name="connsiteY5" fmla="*/ 963447 h 963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1027" h="963147">
                    <a:moveTo>
                      <a:pt x="331994" y="963447"/>
                    </a:moveTo>
                    <a:cubicBezTo>
                      <a:pt x="304472" y="927328"/>
                      <a:pt x="278149" y="890324"/>
                      <a:pt x="253044" y="852491"/>
                    </a:cubicBezTo>
                    <a:cubicBezTo>
                      <a:pt x="1409965" y="83003"/>
                      <a:pt x="1361900" y="-128169"/>
                      <a:pt x="108853" y="218971"/>
                    </a:cubicBezTo>
                    <a:lnTo>
                      <a:pt x="403" y="179629"/>
                    </a:lnTo>
                    <a:lnTo>
                      <a:pt x="78915" y="95019"/>
                    </a:lnTo>
                    <a:cubicBezTo>
                      <a:pt x="1351921" y="-169487"/>
                      <a:pt x="1436282" y="119988"/>
                      <a:pt x="331994" y="963447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53E81238-23C8-945F-A963-396B86FCBAF2}"/>
                  </a:ext>
                </a:extLst>
              </p:cNvPr>
              <p:cNvSpPr/>
              <p:nvPr/>
            </p:nvSpPr>
            <p:spPr>
              <a:xfrm>
                <a:off x="4727997" y="1428264"/>
                <a:ext cx="1846746" cy="3661038"/>
              </a:xfrm>
              <a:custGeom>
                <a:avLst/>
                <a:gdLst>
                  <a:gd name="connsiteX0" fmla="*/ 107159 w 1846746"/>
                  <a:gd name="connsiteY0" fmla="*/ 3661339 h 3661038"/>
                  <a:gd name="connsiteX1" fmla="*/ 403 w 1846746"/>
                  <a:gd name="connsiteY1" fmla="*/ 3574309 h 3661038"/>
                  <a:gd name="connsiteX2" fmla="*/ 1721252 w 1846746"/>
                  <a:gd name="connsiteY2" fmla="*/ 80634 h 3661038"/>
                  <a:gd name="connsiteX3" fmla="*/ 1804721 w 1846746"/>
                  <a:gd name="connsiteY3" fmla="*/ 300 h 3661038"/>
                  <a:gd name="connsiteX4" fmla="*/ 1847149 w 1846746"/>
                  <a:gd name="connsiteY4" fmla="*/ 108161 h 3661038"/>
                  <a:gd name="connsiteX5" fmla="*/ 107159 w 1846746"/>
                  <a:gd name="connsiteY5" fmla="*/ 3661339 h 366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6746" h="3661038">
                    <a:moveTo>
                      <a:pt x="107159" y="3661339"/>
                    </a:moveTo>
                    <a:cubicBezTo>
                      <a:pt x="70629" y="3633516"/>
                      <a:pt x="35021" y="3604493"/>
                      <a:pt x="403" y="3574309"/>
                    </a:cubicBezTo>
                    <a:cubicBezTo>
                      <a:pt x="912404" y="2525461"/>
                      <a:pt x="1486021" y="1360902"/>
                      <a:pt x="1721252" y="80634"/>
                    </a:cubicBezTo>
                    <a:lnTo>
                      <a:pt x="1804721" y="300"/>
                    </a:lnTo>
                    <a:lnTo>
                      <a:pt x="1847149" y="108161"/>
                    </a:lnTo>
                    <a:cubicBezTo>
                      <a:pt x="1527987" y="1370077"/>
                      <a:pt x="947990" y="2554469"/>
                      <a:pt x="107159" y="3661339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4B129A3A-9152-D272-320F-C4729C805795}"/>
                  </a:ext>
                </a:extLst>
              </p:cNvPr>
              <p:cNvSpPr/>
              <p:nvPr/>
            </p:nvSpPr>
            <p:spPr>
              <a:xfrm>
                <a:off x="4580428" y="4179944"/>
                <a:ext cx="2462978" cy="1167981"/>
              </a:xfrm>
              <a:custGeom>
                <a:avLst/>
                <a:gdLst>
                  <a:gd name="connsiteX0" fmla="*/ 2463381 w 2462978"/>
                  <a:gd name="connsiteY0" fmla="*/ 1107169 h 1167981"/>
                  <a:gd name="connsiteX1" fmla="*/ 2332892 w 2462978"/>
                  <a:gd name="connsiteY1" fmla="*/ 1168281 h 1167981"/>
                  <a:gd name="connsiteX2" fmla="*/ 117043 w 2462978"/>
                  <a:gd name="connsiteY2" fmla="*/ 609821 h 1167981"/>
                  <a:gd name="connsiteX3" fmla="*/ 403 w 2462978"/>
                  <a:gd name="connsiteY3" fmla="*/ 624537 h 1167981"/>
                  <a:gd name="connsiteX4" fmla="*/ 26488 w 2462978"/>
                  <a:gd name="connsiteY4" fmla="*/ 509770 h 1167981"/>
                  <a:gd name="connsiteX5" fmla="*/ 2463381 w 2462978"/>
                  <a:gd name="connsiteY5" fmla="*/ 1107169 h 1167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62978" h="1167981">
                    <a:moveTo>
                      <a:pt x="2463381" y="1107169"/>
                    </a:moveTo>
                    <a:cubicBezTo>
                      <a:pt x="2420601" y="1129038"/>
                      <a:pt x="2377078" y="1149422"/>
                      <a:pt x="2332892" y="1168281"/>
                    </a:cubicBezTo>
                    <a:cubicBezTo>
                      <a:pt x="1788280" y="-111003"/>
                      <a:pt x="1049662" y="-297157"/>
                      <a:pt x="117043" y="609821"/>
                    </a:cubicBezTo>
                    <a:lnTo>
                      <a:pt x="403" y="624537"/>
                    </a:lnTo>
                    <a:lnTo>
                      <a:pt x="26488" y="509770"/>
                    </a:lnTo>
                    <a:cubicBezTo>
                      <a:pt x="1019478" y="-330506"/>
                      <a:pt x="1831776" y="-131373"/>
                      <a:pt x="2463381" y="1107169"/>
                    </a:cubicBezTo>
                    <a:close/>
                  </a:path>
                </a:pathLst>
              </a:custGeom>
              <a:solidFill>
                <a:srgbClr val="D5C1A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E16F58D2-1BD0-AFB3-6773-ECF70854E9D7}"/>
                  </a:ext>
                </a:extLst>
              </p:cNvPr>
              <p:cNvSpPr/>
              <p:nvPr/>
            </p:nvSpPr>
            <p:spPr>
              <a:xfrm>
                <a:off x="4246602" y="1467669"/>
                <a:ext cx="2483076" cy="1329490"/>
              </a:xfrm>
              <a:custGeom>
                <a:avLst/>
                <a:gdLst>
                  <a:gd name="connsiteX0" fmla="*/ 403 w 2483076"/>
                  <a:gd name="connsiteY0" fmla="*/ 1001168 h 1329490"/>
                  <a:gd name="connsiteX1" fmla="*/ 81179 w 2483076"/>
                  <a:gd name="connsiteY1" fmla="*/ 859141 h 1329490"/>
                  <a:gd name="connsiteX2" fmla="*/ 2337132 w 2483076"/>
                  <a:gd name="connsiteY2" fmla="*/ 70956 h 1329490"/>
                  <a:gd name="connsiteX3" fmla="*/ 2438099 w 2483076"/>
                  <a:gd name="connsiteY3" fmla="*/ 300 h 1329490"/>
                  <a:gd name="connsiteX4" fmla="*/ 2483479 w 2483076"/>
                  <a:gd name="connsiteY4" fmla="*/ 114962 h 1329490"/>
                  <a:gd name="connsiteX5" fmla="*/ 403 w 2483076"/>
                  <a:gd name="connsiteY5" fmla="*/ 1001168 h 1329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83076" h="1329490">
                    <a:moveTo>
                      <a:pt x="403" y="1001168"/>
                    </a:moveTo>
                    <a:cubicBezTo>
                      <a:pt x="25460" y="952781"/>
                      <a:pt x="52411" y="905404"/>
                      <a:pt x="81179" y="859141"/>
                    </a:cubicBezTo>
                    <a:cubicBezTo>
                      <a:pt x="1260261" y="1594133"/>
                      <a:pt x="2012244" y="1331406"/>
                      <a:pt x="2337132" y="70956"/>
                    </a:cubicBezTo>
                    <a:lnTo>
                      <a:pt x="2438099" y="300"/>
                    </a:lnTo>
                    <a:lnTo>
                      <a:pt x="2483479" y="114962"/>
                    </a:lnTo>
                    <a:cubicBezTo>
                      <a:pt x="2061027" y="1346074"/>
                      <a:pt x="1233334" y="1641475"/>
                      <a:pt x="403" y="1001168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6E4542D3-9BC4-63D5-C13B-FF7F417DDA54}"/>
                  </a:ext>
                </a:extLst>
              </p:cNvPr>
              <p:cNvSpPr/>
              <p:nvPr/>
            </p:nvSpPr>
            <p:spPr>
              <a:xfrm>
                <a:off x="4109622" y="1525790"/>
                <a:ext cx="2782957" cy="1438231"/>
              </a:xfrm>
              <a:custGeom>
                <a:avLst/>
                <a:gdLst>
                  <a:gd name="connsiteX0" fmla="*/ 403 w 2782957"/>
                  <a:gd name="connsiteY0" fmla="*/ 1274410 h 1438231"/>
                  <a:gd name="connsiteX1" fmla="*/ 61144 w 2782957"/>
                  <a:gd name="connsiteY1" fmla="*/ 1107286 h 1438231"/>
                  <a:gd name="connsiteX2" fmla="*/ 2628837 w 2782957"/>
                  <a:gd name="connsiteY2" fmla="*/ 59736 h 1438231"/>
                  <a:gd name="connsiteX3" fmla="*/ 2741873 w 2782957"/>
                  <a:gd name="connsiteY3" fmla="*/ 300 h 1438231"/>
                  <a:gd name="connsiteX4" fmla="*/ 2783360 w 2782957"/>
                  <a:gd name="connsiteY4" fmla="*/ 121201 h 1438231"/>
                  <a:gd name="connsiteX5" fmla="*/ 403 w 2782957"/>
                  <a:gd name="connsiteY5" fmla="*/ 1274410 h 143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82957" h="1438231">
                    <a:moveTo>
                      <a:pt x="403" y="1274410"/>
                    </a:moveTo>
                    <a:cubicBezTo>
                      <a:pt x="18268" y="1217863"/>
                      <a:pt x="38531" y="1162103"/>
                      <a:pt x="61144" y="1107286"/>
                    </a:cubicBezTo>
                    <a:cubicBezTo>
                      <a:pt x="1344900" y="1638102"/>
                      <a:pt x="2200799" y="1288920"/>
                      <a:pt x="2628837" y="59736"/>
                    </a:cubicBezTo>
                    <a:lnTo>
                      <a:pt x="2741873" y="300"/>
                    </a:lnTo>
                    <a:lnTo>
                      <a:pt x="2783360" y="121201"/>
                    </a:lnTo>
                    <a:cubicBezTo>
                      <a:pt x="2252307" y="1309406"/>
                      <a:pt x="1324654" y="1693809"/>
                      <a:pt x="403" y="127441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1672F0A8-B3B7-DB19-06A3-9E30C1A91467}"/>
                  </a:ext>
                </a:extLst>
              </p:cNvPr>
              <p:cNvSpPr/>
              <p:nvPr/>
            </p:nvSpPr>
            <p:spPr>
              <a:xfrm>
                <a:off x="6338945" y="1602705"/>
                <a:ext cx="715335" cy="3882961"/>
              </a:xfrm>
              <a:custGeom>
                <a:avLst/>
                <a:gdLst>
                  <a:gd name="connsiteX0" fmla="*/ 285373 w 715335"/>
                  <a:gd name="connsiteY0" fmla="*/ 3844495 h 3882961"/>
                  <a:gd name="connsiteX1" fmla="*/ 105478 w 715335"/>
                  <a:gd name="connsiteY1" fmla="*/ 3883262 h 3882961"/>
                  <a:gd name="connsiteX2" fmla="*/ 562119 w 715335"/>
                  <a:gd name="connsiteY2" fmla="*/ 47925 h 3882961"/>
                  <a:gd name="connsiteX3" fmla="*/ 682828 w 715335"/>
                  <a:gd name="connsiteY3" fmla="*/ 300 h 3882961"/>
                  <a:gd name="connsiteX4" fmla="*/ 715738 w 715335"/>
                  <a:gd name="connsiteY4" fmla="*/ 125954 h 3882961"/>
                  <a:gd name="connsiteX5" fmla="*/ 285373 w 715335"/>
                  <a:gd name="connsiteY5" fmla="*/ 3844495 h 3882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15335" h="3882961">
                    <a:moveTo>
                      <a:pt x="285373" y="3844495"/>
                    </a:moveTo>
                    <a:cubicBezTo>
                      <a:pt x="226008" y="3860059"/>
                      <a:pt x="165983" y="3872994"/>
                      <a:pt x="105478" y="3883262"/>
                    </a:cubicBezTo>
                    <a:cubicBezTo>
                      <a:pt x="-126536" y="2512150"/>
                      <a:pt x="25678" y="1233707"/>
                      <a:pt x="562119" y="47925"/>
                    </a:cubicBezTo>
                    <a:lnTo>
                      <a:pt x="682828" y="300"/>
                    </a:lnTo>
                    <a:lnTo>
                      <a:pt x="715738" y="125954"/>
                    </a:lnTo>
                    <a:cubicBezTo>
                      <a:pt x="76883" y="1259717"/>
                      <a:pt x="-66571" y="2499227"/>
                      <a:pt x="285373" y="3844495"/>
                    </a:cubicBezTo>
                    <a:close/>
                  </a:path>
                </a:pathLst>
              </a:custGeom>
              <a:solidFill>
                <a:srgbClr val="5E9C9D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F329CFD6-346C-B20F-9CC1-583BF5F5535A}"/>
                  </a:ext>
                </a:extLst>
              </p:cNvPr>
              <p:cNvSpPr/>
              <p:nvPr/>
            </p:nvSpPr>
            <p:spPr>
              <a:xfrm>
                <a:off x="4017087" y="1696954"/>
                <a:ext cx="3191848" cy="2053288"/>
              </a:xfrm>
              <a:custGeom>
                <a:avLst/>
                <a:gdLst>
                  <a:gd name="connsiteX0" fmla="*/ 20789 w 3191848"/>
                  <a:gd name="connsiteY0" fmla="*/ 2053589 h 2053288"/>
                  <a:gd name="connsiteX1" fmla="*/ 403 w 3191848"/>
                  <a:gd name="connsiteY1" fmla="*/ 1868869 h 2053288"/>
                  <a:gd name="connsiteX2" fmla="*/ 3045301 w 3191848"/>
                  <a:gd name="connsiteY2" fmla="*/ 36085 h 2053288"/>
                  <a:gd name="connsiteX3" fmla="*/ 3170571 w 3191848"/>
                  <a:gd name="connsiteY3" fmla="*/ 300 h 2053288"/>
                  <a:gd name="connsiteX4" fmla="*/ 3192251 w 3191848"/>
                  <a:gd name="connsiteY4" fmla="*/ 128907 h 2053288"/>
                  <a:gd name="connsiteX5" fmla="*/ 20789 w 3191848"/>
                  <a:gd name="connsiteY5" fmla="*/ 2053589 h 2053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91848" h="2053288">
                    <a:moveTo>
                      <a:pt x="20789" y="2053589"/>
                    </a:moveTo>
                    <a:cubicBezTo>
                      <a:pt x="11248" y="1992350"/>
                      <a:pt x="4446" y="1930715"/>
                      <a:pt x="403" y="1868869"/>
                    </a:cubicBezTo>
                    <a:cubicBezTo>
                      <a:pt x="1386343" y="1777853"/>
                      <a:pt x="2401311" y="1166926"/>
                      <a:pt x="3045301" y="36085"/>
                    </a:cubicBezTo>
                    <a:lnTo>
                      <a:pt x="3170571" y="300"/>
                    </a:lnTo>
                    <a:lnTo>
                      <a:pt x="3192251" y="128907"/>
                    </a:lnTo>
                    <a:cubicBezTo>
                      <a:pt x="2450295" y="1197865"/>
                      <a:pt x="1393138" y="1839426"/>
                      <a:pt x="20789" y="2053589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76E728A-F50C-E5AF-884C-B4C0F89126C6}"/>
                  </a:ext>
                </a:extLst>
              </p:cNvPr>
              <p:cNvSpPr/>
              <p:nvPr/>
            </p:nvSpPr>
            <p:spPr>
              <a:xfrm>
                <a:off x="5185922" y="1808654"/>
                <a:ext cx="2172493" cy="3572694"/>
              </a:xfrm>
              <a:custGeom>
                <a:avLst/>
                <a:gdLst>
                  <a:gd name="connsiteX0" fmla="*/ 176801 w 2172493"/>
                  <a:gd name="connsiteY0" fmla="*/ 3572994 h 3572694"/>
                  <a:gd name="connsiteX1" fmla="*/ 403 w 2172493"/>
                  <a:gd name="connsiteY1" fmla="*/ 3497080 h 3572694"/>
                  <a:gd name="connsiteX2" fmla="*/ 2030684 w 2172493"/>
                  <a:gd name="connsiteY2" fmla="*/ 22284 h 3572694"/>
                  <a:gd name="connsiteX3" fmla="*/ 2161233 w 2172493"/>
                  <a:gd name="connsiteY3" fmla="*/ 300 h 3572694"/>
                  <a:gd name="connsiteX4" fmla="*/ 2172896 w 2172493"/>
                  <a:gd name="connsiteY4" fmla="*/ 132326 h 3572694"/>
                  <a:gd name="connsiteX5" fmla="*/ 176801 w 2172493"/>
                  <a:gd name="connsiteY5" fmla="*/ 3572994 h 3572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72493" h="3572694">
                    <a:moveTo>
                      <a:pt x="176801" y="3572994"/>
                    </a:moveTo>
                    <a:cubicBezTo>
                      <a:pt x="116867" y="3550420"/>
                      <a:pt x="58006" y="3525084"/>
                      <a:pt x="403" y="3497080"/>
                    </a:cubicBezTo>
                    <a:cubicBezTo>
                      <a:pt x="607121" y="2246122"/>
                      <a:pt x="1283882" y="1087859"/>
                      <a:pt x="2030684" y="22284"/>
                    </a:cubicBezTo>
                    <a:lnTo>
                      <a:pt x="2161233" y="300"/>
                    </a:lnTo>
                    <a:lnTo>
                      <a:pt x="2172896" y="132326"/>
                    </a:lnTo>
                    <a:cubicBezTo>
                      <a:pt x="1331285" y="1124541"/>
                      <a:pt x="665920" y="2271429"/>
                      <a:pt x="176801" y="3572994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AE1C4859-0278-4B00-5173-88AF0F037159}"/>
                  </a:ext>
                </a:extLst>
              </p:cNvPr>
              <p:cNvSpPr/>
              <p:nvPr/>
            </p:nvSpPr>
            <p:spPr>
              <a:xfrm>
                <a:off x="6856881" y="1938804"/>
                <a:ext cx="1211216" cy="2346151"/>
              </a:xfrm>
              <a:custGeom>
                <a:avLst/>
                <a:gdLst>
                  <a:gd name="connsiteX0" fmla="*/ 1211619 w 1211216"/>
                  <a:gd name="connsiteY0" fmla="*/ 2163142 h 2346151"/>
                  <a:gd name="connsiteX1" fmla="*/ 1139424 w 1211216"/>
                  <a:gd name="connsiteY1" fmla="*/ 2346451 h 2346151"/>
                  <a:gd name="connsiteX2" fmla="*/ 508682 w 1211216"/>
                  <a:gd name="connsiteY2" fmla="*/ 7939 h 2346151"/>
                  <a:gd name="connsiteX3" fmla="*/ 642456 w 1211216"/>
                  <a:gd name="connsiteY3" fmla="*/ 300 h 2346151"/>
                  <a:gd name="connsiteX4" fmla="*/ 642732 w 1211216"/>
                  <a:gd name="connsiteY4" fmla="*/ 134460 h 2346151"/>
                  <a:gd name="connsiteX5" fmla="*/ 1211619 w 1211216"/>
                  <a:gd name="connsiteY5" fmla="*/ 2163142 h 2346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11216" h="2346151">
                    <a:moveTo>
                      <a:pt x="1211619" y="2163142"/>
                    </a:moveTo>
                    <a:cubicBezTo>
                      <a:pt x="1190452" y="2225350"/>
                      <a:pt x="1166365" y="2286521"/>
                      <a:pt x="1139424" y="2346451"/>
                    </a:cubicBezTo>
                    <a:cubicBezTo>
                      <a:pt x="-127177" y="1775814"/>
                      <a:pt x="-337426" y="996311"/>
                      <a:pt x="508682" y="7939"/>
                    </a:cubicBezTo>
                    <a:lnTo>
                      <a:pt x="642456" y="300"/>
                    </a:lnTo>
                    <a:lnTo>
                      <a:pt x="642732" y="134460"/>
                    </a:lnTo>
                    <a:cubicBezTo>
                      <a:pt x="-292742" y="1038483"/>
                      <a:pt x="-103115" y="1714712"/>
                      <a:pt x="1211619" y="2163142"/>
                    </a:cubicBezTo>
                    <a:close/>
                  </a:path>
                </a:pathLst>
              </a:custGeom>
              <a:solidFill>
                <a:srgbClr val="F4E1B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568EE02E-7C69-1AFD-339C-B2D33E829107}"/>
                  </a:ext>
                </a:extLst>
              </p:cNvPr>
              <p:cNvSpPr/>
              <p:nvPr/>
            </p:nvSpPr>
            <p:spPr>
              <a:xfrm>
                <a:off x="6945545" y="2226687"/>
                <a:ext cx="1050386" cy="702333"/>
              </a:xfrm>
              <a:custGeom>
                <a:avLst/>
                <a:gdLst>
                  <a:gd name="connsiteX0" fmla="*/ 960861 w 1050386"/>
                  <a:gd name="connsiteY0" fmla="*/ 169645 h 702333"/>
                  <a:gd name="connsiteX1" fmla="*/ 1050789 w 1050386"/>
                  <a:gd name="connsiteY1" fmla="*/ 346707 h 702333"/>
                  <a:gd name="connsiteX2" fmla="*/ 687509 w 1050386"/>
                  <a:gd name="connsiteY2" fmla="*/ 300 h 702333"/>
                  <a:gd name="connsiteX3" fmla="*/ 820608 w 1050386"/>
                  <a:gd name="connsiteY3" fmla="*/ 19912 h 702333"/>
                  <a:gd name="connsiteX4" fmla="*/ 794770 w 1050386"/>
                  <a:gd name="connsiteY4" fmla="*/ 152100 h 702333"/>
                  <a:gd name="connsiteX5" fmla="*/ 960861 w 1050386"/>
                  <a:gd name="connsiteY5" fmla="*/ 169645 h 702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0386" h="702333">
                    <a:moveTo>
                      <a:pt x="960861" y="169645"/>
                    </a:moveTo>
                    <a:cubicBezTo>
                      <a:pt x="993624" y="227205"/>
                      <a:pt x="1023638" y="286289"/>
                      <a:pt x="1050789" y="346707"/>
                    </a:cubicBezTo>
                    <a:cubicBezTo>
                      <a:pt x="-215834" y="917311"/>
                      <a:pt x="-336925" y="801841"/>
                      <a:pt x="687509" y="300"/>
                    </a:cubicBezTo>
                    <a:lnTo>
                      <a:pt x="820608" y="19912"/>
                    </a:lnTo>
                    <a:lnTo>
                      <a:pt x="794770" y="152100"/>
                    </a:lnTo>
                    <a:cubicBezTo>
                      <a:pt x="-301173" y="852442"/>
                      <a:pt x="-245809" y="858288"/>
                      <a:pt x="960861" y="169645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4B009BE0-4AAD-9799-B749-AF6AC09F6B9C}"/>
                  </a:ext>
                </a:extLst>
              </p:cNvPr>
              <p:cNvSpPr/>
              <p:nvPr/>
            </p:nvSpPr>
            <p:spPr>
              <a:xfrm>
                <a:off x="6665556" y="2079364"/>
                <a:ext cx="974183" cy="3203124"/>
              </a:xfrm>
              <a:custGeom>
                <a:avLst/>
                <a:gdLst>
                  <a:gd name="connsiteX0" fmla="*/ 558432 w 974183"/>
                  <a:gd name="connsiteY0" fmla="*/ 3103983 h 3203124"/>
                  <a:gd name="connsiteX1" fmla="*/ 386681 w 974183"/>
                  <a:gd name="connsiteY1" fmla="*/ 3203424 h 3203124"/>
                  <a:gd name="connsiteX2" fmla="*/ 840203 w 974183"/>
                  <a:gd name="connsiteY2" fmla="*/ 300 h 3203124"/>
                  <a:gd name="connsiteX3" fmla="*/ 974586 w 974183"/>
                  <a:gd name="connsiteY3" fmla="*/ 6529 h 3203124"/>
                  <a:gd name="connsiteX4" fmla="*/ 962028 w 974183"/>
                  <a:gd name="connsiteY4" fmla="*/ 140641 h 3203124"/>
                  <a:gd name="connsiteX5" fmla="*/ 558432 w 974183"/>
                  <a:gd name="connsiteY5" fmla="*/ 3103983 h 3203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4183" h="3203124">
                    <a:moveTo>
                      <a:pt x="558432" y="3103983"/>
                    </a:moveTo>
                    <a:cubicBezTo>
                      <a:pt x="502790" y="3139845"/>
                      <a:pt x="445473" y="3173020"/>
                      <a:pt x="386681" y="3203424"/>
                    </a:cubicBezTo>
                    <a:cubicBezTo>
                      <a:pt x="-250544" y="1967763"/>
                      <a:pt x="-99369" y="900056"/>
                      <a:pt x="840203" y="300"/>
                    </a:cubicBezTo>
                    <a:lnTo>
                      <a:pt x="974586" y="6529"/>
                    </a:lnTo>
                    <a:lnTo>
                      <a:pt x="962028" y="140641"/>
                    </a:lnTo>
                    <a:cubicBezTo>
                      <a:pt x="-58760" y="946837"/>
                      <a:pt x="-193294" y="1934618"/>
                      <a:pt x="558432" y="3103983"/>
                    </a:cubicBezTo>
                    <a:close/>
                  </a:path>
                </a:pathLst>
              </a:custGeom>
              <a:solidFill>
                <a:srgbClr val="D5C1A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3" name="Graphic 4">
              <a:extLst>
                <a:ext uri="{FF2B5EF4-FFF2-40B4-BE49-F238E27FC236}">
                  <a16:creationId xmlns:a16="http://schemas.microsoft.com/office/drawing/2014/main" id="{FC3121B9-B31E-DF0A-362C-8622B8512823}"/>
                </a:ext>
              </a:extLst>
            </p:cNvPr>
            <p:cNvGrpSpPr/>
            <p:nvPr/>
          </p:nvGrpSpPr>
          <p:grpSpPr>
            <a:xfrm>
              <a:off x="3187535" y="619679"/>
              <a:ext cx="5806223" cy="5707316"/>
              <a:chOff x="3098959" y="530674"/>
              <a:chExt cx="5981740" cy="5882698"/>
            </a:xfrm>
            <a:solidFill>
              <a:srgbClr val="000000"/>
            </a:solidFill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B69E38A1-9652-FCC2-30C2-387E548F47B3}"/>
                  </a:ext>
                </a:extLst>
              </p:cNvPr>
              <p:cNvSpPr txBox="1"/>
              <p:nvPr/>
            </p:nvSpPr>
            <p:spPr>
              <a:xfrm rot="1621063">
                <a:off x="8166186" y="4551068"/>
                <a:ext cx="639512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2024 (379)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E1A0E73-648F-19CA-290C-0918DEA90034}"/>
                  </a:ext>
                </a:extLst>
              </p:cNvPr>
              <p:cNvSpPr txBox="1"/>
              <p:nvPr/>
            </p:nvSpPr>
            <p:spPr>
              <a:xfrm rot="17927479">
                <a:off x="7053498" y="951849"/>
                <a:ext cx="696591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2014 (1309)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D46D8D1-D536-A52C-79D4-7163D057D7FA}"/>
                  </a:ext>
                </a:extLst>
              </p:cNvPr>
              <p:cNvSpPr txBox="1"/>
              <p:nvPr/>
            </p:nvSpPr>
            <p:spPr>
              <a:xfrm rot="20541009">
                <a:off x="8332676" y="2516484"/>
                <a:ext cx="639511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2019 (553)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FF3BF10-8A8E-3A3E-22B2-0DC639217DCC}"/>
                  </a:ext>
                </a:extLst>
              </p:cNvPr>
              <p:cNvSpPr txBox="1"/>
              <p:nvPr/>
            </p:nvSpPr>
            <p:spPr>
              <a:xfrm rot="4965457">
                <a:off x="6114446" y="5995508"/>
                <a:ext cx="639512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2022 (344)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F79FDF0-3139-EB40-B05F-1B19602917B7}"/>
                  </a:ext>
                </a:extLst>
              </p:cNvPr>
              <p:cNvSpPr txBox="1"/>
              <p:nvPr/>
            </p:nvSpPr>
            <p:spPr>
              <a:xfrm rot="17850327">
                <a:off x="4537280" y="5713332"/>
                <a:ext cx="639512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2018 (319)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B108E06-CE64-4989-94DA-2193D8047F82}"/>
                  </a:ext>
                </a:extLst>
              </p:cNvPr>
              <p:cNvSpPr txBox="1"/>
              <p:nvPr/>
            </p:nvSpPr>
            <p:spPr>
              <a:xfrm rot="1263109">
                <a:off x="3272585" y="2366031"/>
                <a:ext cx="639512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2021 (165)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DB1016B-DB18-FD3C-BF30-49C28961682B}"/>
                  </a:ext>
                </a:extLst>
              </p:cNvPr>
              <p:cNvSpPr txBox="1"/>
              <p:nvPr/>
            </p:nvSpPr>
            <p:spPr>
              <a:xfrm rot="3890691">
                <a:off x="6916589" y="5762197"/>
                <a:ext cx="639512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2023 (352)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FFE186E-BE2A-D98D-8EC6-47E54BA27315}"/>
                  </a:ext>
                </a:extLst>
              </p:cNvPr>
              <p:cNvSpPr txBox="1"/>
              <p:nvPr/>
            </p:nvSpPr>
            <p:spPr>
              <a:xfrm rot="21381337">
                <a:off x="3098959" y="3501627"/>
                <a:ext cx="639512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2020 (243)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8B67C59-C139-F513-074E-A25E31D38004}"/>
                  </a:ext>
                </a:extLst>
              </p:cNvPr>
              <p:cNvSpPr txBox="1"/>
              <p:nvPr/>
            </p:nvSpPr>
            <p:spPr>
              <a:xfrm rot="18811600">
                <a:off x="3928680" y="5278419"/>
                <a:ext cx="639512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2016 (291)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32CE4C9-7F16-6444-DA5D-5D6721FF35C4}"/>
                  </a:ext>
                </a:extLst>
              </p:cNvPr>
              <p:cNvSpPr txBox="1"/>
              <p:nvPr/>
            </p:nvSpPr>
            <p:spPr>
              <a:xfrm rot="1787565">
                <a:off x="3448739" y="1993924"/>
                <a:ext cx="629998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2017 (114)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D9E05EC3-4734-BDF7-D0A7-30D21E31AA0A}"/>
                  </a:ext>
                </a:extLst>
              </p:cNvPr>
              <p:cNvSpPr txBox="1"/>
              <p:nvPr/>
            </p:nvSpPr>
            <p:spPr>
              <a:xfrm rot="16824388">
                <a:off x="5291664" y="5972762"/>
                <a:ext cx="639511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2013 (340)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D3A18F6-9087-A47F-A344-25E2A29AA37C}"/>
                  </a:ext>
                </a:extLst>
              </p:cNvPr>
              <p:cNvSpPr txBox="1"/>
              <p:nvPr/>
            </p:nvSpPr>
            <p:spPr>
              <a:xfrm rot="19726685">
                <a:off x="3482074" y="4723212"/>
                <a:ext cx="639511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2015 (284)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A5238F3-57DD-FD0A-6D17-6ADABAF09FB6}"/>
                  </a:ext>
                </a:extLst>
              </p:cNvPr>
              <p:cNvSpPr txBox="1"/>
              <p:nvPr/>
            </p:nvSpPr>
            <p:spPr>
              <a:xfrm rot="20581066">
                <a:off x="3210715" y="4116812"/>
                <a:ext cx="629998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2011 (245)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FCC8278-FA08-C93C-4C88-925C82788B63}"/>
                  </a:ext>
                </a:extLst>
              </p:cNvPr>
              <p:cNvSpPr txBox="1"/>
              <p:nvPr/>
            </p:nvSpPr>
            <p:spPr>
              <a:xfrm rot="395847">
                <a:off x="8441187" y="3639501"/>
                <a:ext cx="639512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2005 (431)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157896C-6B92-CDEF-FB30-11E6D5FD32B4}"/>
                  </a:ext>
                </a:extLst>
              </p:cNvPr>
              <p:cNvSpPr txBox="1"/>
              <p:nvPr/>
            </p:nvSpPr>
            <p:spPr>
              <a:xfrm rot="2773692">
                <a:off x="7632112" y="5270489"/>
                <a:ext cx="639512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2002 (376)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0BF47F4-4412-FEB6-70F7-703A9758B167}"/>
                  </a:ext>
                </a:extLst>
              </p:cNvPr>
              <p:cNvSpPr txBox="1"/>
              <p:nvPr/>
            </p:nvSpPr>
            <p:spPr>
              <a:xfrm rot="573689">
                <a:off x="3130798" y="2884722"/>
                <a:ext cx="639512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1979 (239)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F877242-C919-9BAC-E11C-1CD5EB5FE74A}"/>
                  </a:ext>
                </a:extLst>
              </p:cNvPr>
              <p:cNvSpPr txBox="1"/>
              <p:nvPr/>
            </p:nvSpPr>
            <p:spPr>
              <a:xfrm rot="2476199">
                <a:off x="3802734" y="1571717"/>
                <a:ext cx="582433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2007 (53)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7175BEF-D261-82F2-BB5A-6279C388FEC0}"/>
                  </a:ext>
                </a:extLst>
              </p:cNvPr>
              <p:cNvSpPr txBox="1"/>
              <p:nvPr/>
            </p:nvSpPr>
            <p:spPr>
              <a:xfrm rot="2172132">
                <a:off x="3655357" y="1755665"/>
                <a:ext cx="582433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2006 (59)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4B7ACEDC-70B1-D6B7-A4F2-059BA7B3D8B6}"/>
                  </a:ext>
                </a:extLst>
              </p:cNvPr>
              <p:cNvSpPr txBox="1"/>
              <p:nvPr/>
            </p:nvSpPr>
            <p:spPr>
              <a:xfrm rot="2768389">
                <a:off x="3959114" y="1407899"/>
                <a:ext cx="582433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2012 (50)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ED61A873-6F96-98D4-EC6B-CDC8841A08D1}"/>
                  </a:ext>
                </a:extLst>
              </p:cNvPr>
              <p:cNvSpPr txBox="1"/>
              <p:nvPr/>
            </p:nvSpPr>
            <p:spPr>
              <a:xfrm rot="3210243">
                <a:off x="4220508" y="1186891"/>
                <a:ext cx="582433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2008 (14)</a:t>
                </a: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DC530A8F-3A29-572E-205C-641B079497EE}"/>
                  </a:ext>
                </a:extLst>
              </p:cNvPr>
              <p:cNvSpPr txBox="1"/>
              <p:nvPr/>
            </p:nvSpPr>
            <p:spPr>
              <a:xfrm rot="3399494">
                <a:off x="4345964" y="1110816"/>
                <a:ext cx="582433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1998 (11)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FFAB1120-4BDE-7929-9E41-46FD568AACC0}"/>
                  </a:ext>
                </a:extLst>
              </p:cNvPr>
              <p:cNvSpPr txBox="1"/>
              <p:nvPr/>
            </p:nvSpPr>
            <p:spPr>
              <a:xfrm rot="4110319">
                <a:off x="4864752" y="880395"/>
                <a:ext cx="534867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2010 (6)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961FA36-D6B7-AE4F-6C5C-B39FED0DE283}"/>
                  </a:ext>
                </a:extLst>
              </p:cNvPr>
              <p:cNvSpPr txBox="1"/>
              <p:nvPr/>
            </p:nvSpPr>
            <p:spPr>
              <a:xfrm rot="3582151">
                <a:off x="4501555" y="1056945"/>
                <a:ext cx="534867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1999 (9)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48436309-2C44-D624-200D-8191B673B277}"/>
                  </a:ext>
                </a:extLst>
              </p:cNvPr>
              <p:cNvSpPr txBox="1"/>
              <p:nvPr/>
            </p:nvSpPr>
            <p:spPr>
              <a:xfrm rot="3013069">
                <a:off x="4100364" y="1281345"/>
                <a:ext cx="582433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1990 (17)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644C272-0148-86C9-D2F2-4157980A978D}"/>
                  </a:ext>
                </a:extLst>
              </p:cNvPr>
              <p:cNvSpPr txBox="1"/>
              <p:nvPr/>
            </p:nvSpPr>
            <p:spPr>
              <a:xfrm rot="4278457">
                <a:off x="4985560" y="836150"/>
                <a:ext cx="534867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1992 (3)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4E083C99-0464-E2AD-D651-0D6BEF226E3C}"/>
                  </a:ext>
                </a:extLst>
              </p:cNvPr>
              <p:cNvSpPr txBox="1"/>
              <p:nvPr/>
            </p:nvSpPr>
            <p:spPr>
              <a:xfrm rot="3936903">
                <a:off x="4742572" y="932173"/>
                <a:ext cx="534867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2000 (7)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1073F3F-CD74-D359-1F21-FA4B1827476A}"/>
                  </a:ext>
                </a:extLst>
              </p:cNvPr>
              <p:cNvSpPr txBox="1"/>
              <p:nvPr/>
            </p:nvSpPr>
            <p:spPr>
              <a:xfrm rot="3760845">
                <a:off x="4621353" y="990978"/>
                <a:ext cx="534867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1980 (8)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73D8399-8BC3-3721-98BD-B8B616C7752D}"/>
                  </a:ext>
                </a:extLst>
              </p:cNvPr>
              <p:cNvSpPr txBox="1"/>
              <p:nvPr/>
            </p:nvSpPr>
            <p:spPr>
              <a:xfrm rot="4441317">
                <a:off x="5104501" y="798973"/>
                <a:ext cx="534867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2025 (2)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622D7350-4A5F-A4C1-C4BF-F9F865505C64}"/>
                  </a:ext>
                </a:extLst>
              </p:cNvPr>
              <p:cNvSpPr txBox="1"/>
              <p:nvPr/>
            </p:nvSpPr>
            <p:spPr>
              <a:xfrm rot="4602857">
                <a:off x="5224084" y="767717"/>
                <a:ext cx="534867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1982 (2)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8CDFD477-8FA5-2BA1-F91A-A121D228830D}"/>
                  </a:ext>
                </a:extLst>
              </p:cNvPr>
              <p:cNvSpPr txBox="1"/>
              <p:nvPr/>
            </p:nvSpPr>
            <p:spPr>
              <a:xfrm rot="4764397">
                <a:off x="5345001" y="742117"/>
                <a:ext cx="534867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1978 (2)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9F5E62F-1691-E2CA-11CE-A264B2135B94}"/>
                  </a:ext>
                </a:extLst>
              </p:cNvPr>
              <p:cNvSpPr txBox="1"/>
              <p:nvPr/>
            </p:nvSpPr>
            <p:spPr>
              <a:xfrm rot="4924617">
                <a:off x="5465985" y="722366"/>
                <a:ext cx="534867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1995 (1)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56ED808-3612-223D-BFAA-1A30FE031C0B}"/>
                  </a:ext>
                </a:extLst>
              </p:cNvPr>
              <p:cNvSpPr txBox="1"/>
              <p:nvPr/>
            </p:nvSpPr>
            <p:spPr>
              <a:xfrm rot="5083518">
                <a:off x="5586752" y="708385"/>
                <a:ext cx="534867" cy="196214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1997 (1)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35FD93D-1048-73AC-A3FF-2E975EB44B32}"/>
                  </a:ext>
                </a:extLst>
              </p:cNvPr>
              <p:cNvSpPr txBox="1"/>
              <p:nvPr/>
            </p:nvSpPr>
            <p:spPr>
              <a:xfrm rot="5242419">
                <a:off x="5708035" y="700000"/>
                <a:ext cx="534867" cy="196215"/>
              </a:xfrm>
              <a:prstGeom prst="rect">
                <a:avLst/>
              </a:prstGeom>
              <a:noFill/>
            </p:spPr>
            <p:txBody>
              <a:bodyPr wrap="none" rtlCol="0" anchor="b">
                <a:spAutoFit/>
              </a:bodyPr>
              <a:lstStyle/>
              <a:p>
                <a:pPr algn="l"/>
                <a:r>
                  <a:rPr lang="en-US" sz="1125" b="1" spc="0" baseline="23333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1977 (1)</a:t>
                </a:r>
              </a:p>
            </p:txBody>
          </p:sp>
        </p:grpSp>
      </p:grpSp>
      <p:pic>
        <p:nvPicPr>
          <p:cNvPr id="157" name="Picture 156">
            <a:extLst>
              <a:ext uri="{FF2B5EF4-FFF2-40B4-BE49-F238E27FC236}">
                <a16:creationId xmlns:a16="http://schemas.microsoft.com/office/drawing/2014/main" id="{C817CA40-84CF-C996-D32E-D0F5FF6DD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22300"/>
            <a:ext cx="6667500" cy="622300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21AD215E-FA36-3233-6613-9D656BB27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1150"/>
            <a:ext cx="7772400" cy="5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1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31080EBE-CF14-8C23-1E8B-7E4ABC7876B0}"/>
              </a:ext>
            </a:extLst>
          </p:cNvPr>
          <p:cNvSpPr/>
          <p:nvPr/>
        </p:nvSpPr>
        <p:spPr>
          <a:xfrm>
            <a:off x="8131474" y="4210951"/>
            <a:ext cx="649078" cy="840004"/>
          </a:xfrm>
          <a:custGeom>
            <a:avLst/>
            <a:gdLst>
              <a:gd name="connsiteX0" fmla="*/ 649481 w 649078"/>
              <a:gd name="connsiteY0" fmla="*/ 109103 h 840004"/>
              <a:gd name="connsiteX1" fmla="*/ 277101 w 649078"/>
              <a:gd name="connsiteY1" fmla="*/ 840305 h 840004"/>
              <a:gd name="connsiteX2" fmla="*/ 403 w 649078"/>
              <a:gd name="connsiteY2" fmla="*/ 643755 h 840004"/>
              <a:gd name="connsiteX3" fmla="*/ 328103 w 649078"/>
              <a:gd name="connsiteY3" fmla="*/ 300 h 84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078" h="840004">
                <a:moveTo>
                  <a:pt x="649481" y="109103"/>
                </a:moveTo>
                <a:cubicBezTo>
                  <a:pt x="561489" y="369656"/>
                  <a:pt x="436043" y="615981"/>
                  <a:pt x="277101" y="840305"/>
                </a:cubicBezTo>
                <a:lnTo>
                  <a:pt x="403" y="643755"/>
                </a:lnTo>
                <a:cubicBezTo>
                  <a:pt x="140278" y="446345"/>
                  <a:pt x="250673" y="229587"/>
                  <a:pt x="328103" y="300"/>
                </a:cubicBezTo>
                <a:close/>
              </a:path>
            </a:pathLst>
          </a:custGeom>
          <a:solidFill>
            <a:srgbClr val="C98C32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E7A441A-D8B0-351E-A09D-8F2EC8721C6F}"/>
              </a:ext>
            </a:extLst>
          </p:cNvPr>
          <p:cNvSpPr/>
          <p:nvPr/>
        </p:nvSpPr>
        <p:spPr>
          <a:xfrm>
            <a:off x="6102363" y="582403"/>
            <a:ext cx="2386575" cy="1495291"/>
          </a:xfrm>
          <a:custGeom>
            <a:avLst/>
            <a:gdLst>
              <a:gd name="connsiteX0" fmla="*/ 403 w 2386575"/>
              <a:gd name="connsiteY0" fmla="*/ 300 h 1495291"/>
              <a:gd name="connsiteX1" fmla="*/ 2386978 w 2386575"/>
              <a:gd name="connsiteY1" fmla="*/ 1313490 h 1495291"/>
              <a:gd name="connsiteX2" fmla="*/ 2100588 w 2386575"/>
              <a:gd name="connsiteY2" fmla="*/ 1495592 h 1495291"/>
              <a:gd name="connsiteX3" fmla="*/ 403 w 2386575"/>
              <a:gd name="connsiteY3" fmla="*/ 339980 h 149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6575" h="1495291">
                <a:moveTo>
                  <a:pt x="403" y="300"/>
                </a:moveTo>
                <a:cubicBezTo>
                  <a:pt x="967948" y="300"/>
                  <a:pt x="1868298" y="495711"/>
                  <a:pt x="2386978" y="1313490"/>
                </a:cubicBezTo>
                <a:lnTo>
                  <a:pt x="2100588" y="1495592"/>
                </a:lnTo>
                <a:cubicBezTo>
                  <a:pt x="1644151" y="775936"/>
                  <a:pt x="851843" y="339980"/>
                  <a:pt x="403" y="339980"/>
                </a:cubicBezTo>
                <a:close/>
              </a:path>
            </a:pathLst>
          </a:custGeom>
          <a:solidFill>
            <a:srgbClr val="BC4D36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F964E89-E73E-A332-1093-7AF3AD67CFF6}"/>
              </a:ext>
            </a:extLst>
          </p:cNvPr>
          <p:cNvSpPr/>
          <p:nvPr/>
        </p:nvSpPr>
        <p:spPr>
          <a:xfrm>
            <a:off x="8260991" y="2005740"/>
            <a:ext cx="655569" cy="1169153"/>
          </a:xfrm>
          <a:custGeom>
            <a:avLst/>
            <a:gdLst>
              <a:gd name="connsiteX0" fmla="*/ 294754 w 655569"/>
              <a:gd name="connsiteY0" fmla="*/ 300 h 1169153"/>
              <a:gd name="connsiteX1" fmla="*/ 655972 w 655569"/>
              <a:gd name="connsiteY1" fmla="*/ 1136974 h 1169153"/>
              <a:gd name="connsiteX2" fmla="*/ 318264 w 655569"/>
              <a:gd name="connsiteY2" fmla="*/ 1169453 h 1169153"/>
              <a:gd name="connsiteX3" fmla="*/ 403 w 655569"/>
              <a:gd name="connsiteY3" fmla="*/ 169177 h 116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5569" h="1169153">
                <a:moveTo>
                  <a:pt x="294754" y="300"/>
                </a:moveTo>
                <a:cubicBezTo>
                  <a:pt x="494429" y="349203"/>
                  <a:pt x="617569" y="736696"/>
                  <a:pt x="655972" y="1136974"/>
                </a:cubicBezTo>
                <a:lnTo>
                  <a:pt x="318264" y="1169453"/>
                </a:lnTo>
                <a:cubicBezTo>
                  <a:pt x="284474" y="817208"/>
                  <a:pt x="176115" y="476214"/>
                  <a:pt x="403" y="169177"/>
                </a:cubicBezTo>
                <a:close/>
              </a:path>
            </a:pathLst>
          </a:custGeom>
          <a:solidFill>
            <a:srgbClr val="BD6233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B72CABB-1A92-84A4-80D4-C2D395868968}"/>
              </a:ext>
            </a:extLst>
          </p:cNvPr>
          <p:cNvSpPr/>
          <p:nvPr/>
        </p:nvSpPr>
        <p:spPr>
          <a:xfrm>
            <a:off x="6086383" y="5821315"/>
            <a:ext cx="738573" cy="422414"/>
          </a:xfrm>
          <a:custGeom>
            <a:avLst/>
            <a:gdLst>
              <a:gd name="connsiteX0" fmla="*/ 738976 w 738573"/>
              <a:gd name="connsiteY0" fmla="*/ 328691 h 422414"/>
              <a:gd name="connsiteX1" fmla="*/ 403 w 738573"/>
              <a:gd name="connsiteY1" fmla="*/ 422669 h 422414"/>
              <a:gd name="connsiteX2" fmla="*/ 2320 w 738573"/>
              <a:gd name="connsiteY2" fmla="*/ 82989 h 422414"/>
              <a:gd name="connsiteX3" fmla="*/ 652265 w 738573"/>
              <a:gd name="connsiteY3" fmla="*/ 300 h 42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73" h="422414">
                <a:moveTo>
                  <a:pt x="738976" y="328691"/>
                </a:moveTo>
                <a:cubicBezTo>
                  <a:pt x="497999" y="392483"/>
                  <a:pt x="249655" y="424084"/>
                  <a:pt x="403" y="422669"/>
                </a:cubicBezTo>
                <a:lnTo>
                  <a:pt x="2320" y="82989"/>
                </a:lnTo>
                <a:cubicBezTo>
                  <a:pt x="221663" y="84235"/>
                  <a:pt x="440206" y="56426"/>
                  <a:pt x="652265" y="300"/>
                </a:cubicBezTo>
                <a:close/>
              </a:path>
            </a:pathLst>
          </a:custGeom>
          <a:solidFill>
            <a:srgbClr val="E8A97E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13DECE9-556F-5CA1-4B11-3FD8CE819CC0}"/>
              </a:ext>
            </a:extLst>
          </p:cNvPr>
          <p:cNvSpPr/>
          <p:nvPr/>
        </p:nvSpPr>
        <p:spPr>
          <a:xfrm>
            <a:off x="4500163" y="5465410"/>
            <a:ext cx="731366" cy="599251"/>
          </a:xfrm>
          <a:custGeom>
            <a:avLst/>
            <a:gdLst>
              <a:gd name="connsiteX0" fmla="*/ 613019 w 731366"/>
              <a:gd name="connsiteY0" fmla="*/ 599551 h 599251"/>
              <a:gd name="connsiteX1" fmla="*/ 403 w 731366"/>
              <a:gd name="connsiteY1" fmla="*/ 280173 h 599251"/>
              <a:gd name="connsiteX2" fmla="*/ 192671 w 731366"/>
              <a:gd name="connsiteY2" fmla="*/ 300 h 599251"/>
              <a:gd name="connsiteX3" fmla="*/ 731769 w 731366"/>
              <a:gd name="connsiteY3" fmla="*/ 281362 h 599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366" h="599251">
                <a:moveTo>
                  <a:pt x="613019" y="599551"/>
                </a:moveTo>
                <a:cubicBezTo>
                  <a:pt x="396542" y="518560"/>
                  <a:pt x="190805" y="411301"/>
                  <a:pt x="403" y="280173"/>
                </a:cubicBezTo>
                <a:lnTo>
                  <a:pt x="192671" y="300"/>
                </a:lnTo>
                <a:cubicBezTo>
                  <a:pt x="360219" y="115700"/>
                  <a:pt x="541271" y="210086"/>
                  <a:pt x="731769" y="281362"/>
                </a:cubicBezTo>
                <a:close/>
              </a:path>
            </a:pathLst>
          </a:custGeom>
          <a:solidFill>
            <a:srgbClr val="E6A8A0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5A96AE8-3883-25A9-AEEB-FEAECC57152D}"/>
              </a:ext>
            </a:extLst>
          </p:cNvPr>
          <p:cNvSpPr/>
          <p:nvPr/>
        </p:nvSpPr>
        <p:spPr>
          <a:xfrm>
            <a:off x="3404915" y="2231083"/>
            <a:ext cx="436839" cy="436138"/>
          </a:xfrm>
          <a:custGeom>
            <a:avLst/>
            <a:gdLst>
              <a:gd name="connsiteX0" fmla="*/ 403 w 436839"/>
              <a:gd name="connsiteY0" fmla="*/ 334732 h 436138"/>
              <a:gd name="connsiteX1" fmla="*/ 128970 w 436839"/>
              <a:gd name="connsiteY1" fmla="*/ 300 h 436138"/>
              <a:gd name="connsiteX2" fmla="*/ 437242 w 436839"/>
              <a:gd name="connsiteY2" fmla="*/ 142135 h 436138"/>
              <a:gd name="connsiteX3" fmla="*/ 324100 w 436839"/>
              <a:gd name="connsiteY3" fmla="*/ 436438 h 43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839" h="436138">
                <a:moveTo>
                  <a:pt x="403" y="334732"/>
                </a:moveTo>
                <a:cubicBezTo>
                  <a:pt x="36160" y="220647"/>
                  <a:pt x="79110" y="108944"/>
                  <a:pt x="128970" y="300"/>
                </a:cubicBezTo>
                <a:lnTo>
                  <a:pt x="437242" y="142135"/>
                </a:lnTo>
                <a:cubicBezTo>
                  <a:pt x="393353" y="237745"/>
                  <a:pt x="355571" y="336043"/>
                  <a:pt x="324100" y="436438"/>
                </a:cubicBezTo>
                <a:close/>
              </a:path>
            </a:pathLst>
          </a:custGeom>
          <a:solidFill>
            <a:srgbClr val="ABA979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E3FBD63-41D5-9094-58BE-00FE9AD45720}"/>
              </a:ext>
            </a:extLst>
          </p:cNvPr>
          <p:cNvSpPr/>
          <p:nvPr/>
        </p:nvSpPr>
        <p:spPr>
          <a:xfrm>
            <a:off x="6846881" y="5504609"/>
            <a:ext cx="791007" cy="609396"/>
          </a:xfrm>
          <a:custGeom>
            <a:avLst/>
            <a:gdLst>
              <a:gd name="connsiteX0" fmla="*/ 791410 w 791007"/>
              <a:gd name="connsiteY0" fmla="*/ 285506 h 609396"/>
              <a:gd name="connsiteX1" fmla="*/ 101928 w 791007"/>
              <a:gd name="connsiteY1" fmla="*/ 609696 h 609396"/>
              <a:gd name="connsiteX2" fmla="*/ 403 w 791007"/>
              <a:gd name="connsiteY2" fmla="*/ 285586 h 609396"/>
              <a:gd name="connsiteX3" fmla="*/ 607148 w 791007"/>
              <a:gd name="connsiteY3" fmla="*/ 300 h 6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007" h="609396">
                <a:moveTo>
                  <a:pt x="791410" y="285506"/>
                </a:moveTo>
                <a:cubicBezTo>
                  <a:pt x="577236" y="424220"/>
                  <a:pt x="345310" y="533269"/>
                  <a:pt x="101928" y="609696"/>
                </a:cubicBezTo>
                <a:lnTo>
                  <a:pt x="403" y="285586"/>
                </a:lnTo>
                <a:cubicBezTo>
                  <a:pt x="214578" y="218329"/>
                  <a:pt x="418679" y="122358"/>
                  <a:pt x="607148" y="300"/>
                </a:cubicBezTo>
                <a:close/>
              </a:path>
            </a:pathLst>
          </a:custGeom>
          <a:solidFill>
            <a:srgbClr val="DDA469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D2155AF-82D0-0790-C0BB-8A5E315090CA}"/>
              </a:ext>
            </a:extLst>
          </p:cNvPr>
          <p:cNvSpPr/>
          <p:nvPr/>
        </p:nvSpPr>
        <p:spPr>
          <a:xfrm>
            <a:off x="3275215" y="3329072"/>
            <a:ext cx="369815" cy="526277"/>
          </a:xfrm>
          <a:custGeom>
            <a:avLst/>
            <a:gdLst>
              <a:gd name="connsiteX0" fmla="*/ 35122 w 369815"/>
              <a:gd name="connsiteY0" fmla="*/ 526577 h 526277"/>
              <a:gd name="connsiteX1" fmla="*/ 1648 w 369815"/>
              <a:gd name="connsiteY1" fmla="*/ 300 h 526277"/>
              <a:gd name="connsiteX2" fmla="*/ 340759 w 369815"/>
              <a:gd name="connsiteY2" fmla="*/ 10379 h 526277"/>
              <a:gd name="connsiteX3" fmla="*/ 370218 w 369815"/>
              <a:gd name="connsiteY3" fmla="*/ 473503 h 52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815" h="526277">
                <a:moveTo>
                  <a:pt x="35122" y="526577"/>
                </a:moveTo>
                <a:cubicBezTo>
                  <a:pt x="7642" y="352576"/>
                  <a:pt x="-3576" y="176387"/>
                  <a:pt x="1648" y="300"/>
                </a:cubicBezTo>
                <a:lnTo>
                  <a:pt x="340759" y="10379"/>
                </a:lnTo>
                <a:cubicBezTo>
                  <a:pt x="336168" y="165335"/>
                  <a:pt x="346029" y="320383"/>
                  <a:pt x="370218" y="473503"/>
                </a:cubicBezTo>
                <a:close/>
              </a:path>
            </a:pathLst>
          </a:custGeom>
          <a:solidFill>
            <a:srgbClr val="9FBE99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6536146-D1AD-4074-A1DF-73DEB3A83275}"/>
              </a:ext>
            </a:extLst>
          </p:cNvPr>
          <p:cNvSpPr/>
          <p:nvPr/>
        </p:nvSpPr>
        <p:spPr>
          <a:xfrm>
            <a:off x="3938951" y="5016659"/>
            <a:ext cx="661789" cy="653316"/>
          </a:xfrm>
          <a:custGeom>
            <a:avLst/>
            <a:gdLst>
              <a:gd name="connsiteX0" fmla="*/ 457428 w 661789"/>
              <a:gd name="connsiteY0" fmla="*/ 653617 h 653316"/>
              <a:gd name="connsiteX1" fmla="*/ 403 w 661789"/>
              <a:gd name="connsiteY1" fmla="*/ 218974 h 653316"/>
              <a:gd name="connsiteX2" fmla="*/ 260014 w 661789"/>
              <a:gd name="connsiteY2" fmla="*/ 300 h 653316"/>
              <a:gd name="connsiteX3" fmla="*/ 662192 w 661789"/>
              <a:gd name="connsiteY3" fmla="*/ 382791 h 65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1789" h="653316">
                <a:moveTo>
                  <a:pt x="457428" y="653617"/>
                </a:moveTo>
                <a:cubicBezTo>
                  <a:pt x="289382" y="526249"/>
                  <a:pt x="136083" y="380458"/>
                  <a:pt x="403" y="218974"/>
                </a:cubicBezTo>
                <a:lnTo>
                  <a:pt x="260014" y="300"/>
                </a:lnTo>
                <a:cubicBezTo>
                  <a:pt x="379410" y="142411"/>
                  <a:pt x="514310" y="270696"/>
                  <a:pt x="662192" y="382791"/>
                </a:cubicBezTo>
                <a:close/>
              </a:path>
            </a:pathLst>
          </a:custGeom>
          <a:solidFill>
            <a:srgbClr val="2B6765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97B6E3C-B14A-FD7D-766B-908E80C5CCF4}"/>
              </a:ext>
            </a:extLst>
          </p:cNvPr>
          <p:cNvSpPr/>
          <p:nvPr/>
        </p:nvSpPr>
        <p:spPr>
          <a:xfrm>
            <a:off x="3589776" y="1900484"/>
            <a:ext cx="409676" cy="370658"/>
          </a:xfrm>
          <a:custGeom>
            <a:avLst/>
            <a:gdLst>
              <a:gd name="connsiteX0" fmla="*/ 403 w 409676"/>
              <a:gd name="connsiteY0" fmla="*/ 215249 h 370658"/>
              <a:gd name="connsiteX1" fmla="*/ 123316 w 409676"/>
              <a:gd name="connsiteY1" fmla="*/ 300 h 370658"/>
              <a:gd name="connsiteX2" fmla="*/ 410079 w 409676"/>
              <a:gd name="connsiteY2" fmla="*/ 181814 h 370658"/>
              <a:gd name="connsiteX3" fmla="*/ 301912 w 409676"/>
              <a:gd name="connsiteY3" fmla="*/ 370958 h 370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676" h="370658">
                <a:moveTo>
                  <a:pt x="403" y="215249"/>
                </a:moveTo>
                <a:cubicBezTo>
                  <a:pt x="38219" y="141833"/>
                  <a:pt x="79235" y="70116"/>
                  <a:pt x="123316" y="300"/>
                </a:cubicBezTo>
                <a:lnTo>
                  <a:pt x="410079" y="181814"/>
                </a:lnTo>
                <a:cubicBezTo>
                  <a:pt x="371279" y="243250"/>
                  <a:pt x="335193" y="306363"/>
                  <a:pt x="301912" y="370958"/>
                </a:cubicBezTo>
                <a:close/>
              </a:path>
            </a:pathLst>
          </a:custGeom>
          <a:solidFill>
            <a:srgbClr val="DACA7E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5253080-8601-7817-C6A2-DCF028636E62}"/>
              </a:ext>
            </a:extLst>
          </p:cNvPr>
          <p:cNvSpPr/>
          <p:nvPr/>
        </p:nvSpPr>
        <p:spPr>
          <a:xfrm>
            <a:off x="5234137" y="5783678"/>
            <a:ext cx="741133" cy="456359"/>
          </a:xfrm>
          <a:custGeom>
            <a:avLst/>
            <a:gdLst>
              <a:gd name="connsiteX0" fmla="*/ 724204 w 741133"/>
              <a:gd name="connsiteY0" fmla="*/ 456659 h 456359"/>
              <a:gd name="connsiteX1" fmla="*/ 403 w 741133"/>
              <a:gd name="connsiteY1" fmla="*/ 323562 h 456359"/>
              <a:gd name="connsiteX2" fmla="*/ 104590 w 741133"/>
              <a:gd name="connsiteY2" fmla="*/ 300 h 456359"/>
              <a:gd name="connsiteX3" fmla="*/ 741536 w 741133"/>
              <a:gd name="connsiteY3" fmla="*/ 117421 h 45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133" h="456359">
                <a:moveTo>
                  <a:pt x="724204" y="456659"/>
                </a:moveTo>
                <a:cubicBezTo>
                  <a:pt x="478176" y="444057"/>
                  <a:pt x="234848" y="399310"/>
                  <a:pt x="403" y="323562"/>
                </a:cubicBezTo>
                <a:lnTo>
                  <a:pt x="104590" y="300"/>
                </a:lnTo>
                <a:cubicBezTo>
                  <a:pt x="310901" y="66956"/>
                  <a:pt x="525030" y="106325"/>
                  <a:pt x="741536" y="117421"/>
                </a:cubicBezTo>
                <a:close/>
              </a:path>
            </a:pathLst>
          </a:custGeom>
          <a:solidFill>
            <a:srgbClr val="EEC498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718F16F-3B46-0576-1F61-1AE3C40AC00A}"/>
              </a:ext>
            </a:extLst>
          </p:cNvPr>
          <p:cNvSpPr/>
          <p:nvPr/>
        </p:nvSpPr>
        <p:spPr>
          <a:xfrm>
            <a:off x="3539589" y="4464829"/>
            <a:ext cx="588170" cy="670196"/>
          </a:xfrm>
          <a:custGeom>
            <a:avLst/>
            <a:gdLst>
              <a:gd name="connsiteX0" fmla="*/ 319305 w 588170"/>
              <a:gd name="connsiteY0" fmla="*/ 670497 h 670196"/>
              <a:gd name="connsiteX1" fmla="*/ 403 w 588170"/>
              <a:gd name="connsiteY1" fmla="*/ 143722 h 670196"/>
              <a:gd name="connsiteX2" fmla="*/ 307928 w 588170"/>
              <a:gd name="connsiteY2" fmla="*/ 300 h 670196"/>
              <a:gd name="connsiteX3" fmla="*/ 588573 w 588170"/>
              <a:gd name="connsiteY3" fmla="*/ 463858 h 67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170" h="670196">
                <a:moveTo>
                  <a:pt x="319305" y="670497"/>
                </a:moveTo>
                <a:cubicBezTo>
                  <a:pt x="194175" y="507043"/>
                  <a:pt x="87241" y="330410"/>
                  <a:pt x="403" y="143722"/>
                </a:cubicBezTo>
                <a:lnTo>
                  <a:pt x="307928" y="300"/>
                </a:lnTo>
                <a:cubicBezTo>
                  <a:pt x="384352" y="164578"/>
                  <a:pt x="478461" y="320027"/>
                  <a:pt x="588573" y="463858"/>
                </a:cubicBezTo>
                <a:close/>
              </a:path>
            </a:pathLst>
          </a:custGeom>
          <a:solidFill>
            <a:srgbClr val="588C89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149E58D-CA0B-55C2-8920-906124D57E68}"/>
              </a:ext>
            </a:extLst>
          </p:cNvPr>
          <p:cNvSpPr/>
          <p:nvPr/>
        </p:nvSpPr>
        <p:spPr>
          <a:xfrm>
            <a:off x="3332891" y="3913671"/>
            <a:ext cx="468820" cy="576750"/>
          </a:xfrm>
          <a:custGeom>
            <a:avLst/>
            <a:gdLst>
              <a:gd name="connsiteX0" fmla="*/ 155500 w 468820"/>
              <a:gd name="connsiteY0" fmla="*/ 577051 h 576750"/>
              <a:gd name="connsiteX1" fmla="*/ 403 w 468820"/>
              <a:gd name="connsiteY1" fmla="*/ 68563 h 576750"/>
              <a:gd name="connsiteX2" fmla="*/ 332739 w 468820"/>
              <a:gd name="connsiteY2" fmla="*/ 300 h 576750"/>
              <a:gd name="connsiteX3" fmla="*/ 469223 w 468820"/>
              <a:gd name="connsiteY3" fmla="*/ 447769 h 57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820" h="576750">
                <a:moveTo>
                  <a:pt x="155500" y="577051"/>
                </a:moveTo>
                <a:cubicBezTo>
                  <a:pt x="87987" y="412802"/>
                  <a:pt x="36058" y="242556"/>
                  <a:pt x="403" y="68563"/>
                </a:cubicBezTo>
                <a:lnTo>
                  <a:pt x="332739" y="300"/>
                </a:lnTo>
                <a:cubicBezTo>
                  <a:pt x="364120" y="153413"/>
                  <a:pt x="409807" y="303230"/>
                  <a:pt x="469223" y="447769"/>
                </a:cubicBezTo>
                <a:close/>
              </a:path>
            </a:pathLst>
          </a:custGeom>
          <a:solidFill>
            <a:srgbClr val="8FA38B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541EF55-13FF-3FE8-83BE-79036E720D32}"/>
              </a:ext>
            </a:extLst>
          </p:cNvPr>
          <p:cNvSpPr/>
          <p:nvPr/>
        </p:nvSpPr>
        <p:spPr>
          <a:xfrm>
            <a:off x="8492953" y="3270727"/>
            <a:ext cx="436560" cy="926244"/>
          </a:xfrm>
          <a:custGeom>
            <a:avLst/>
            <a:gdLst>
              <a:gd name="connsiteX0" fmla="*/ 433386 w 436560"/>
              <a:gd name="connsiteY0" fmla="*/ 300 h 926244"/>
              <a:gd name="connsiteX1" fmla="*/ 326384 w 436560"/>
              <a:gd name="connsiteY1" fmla="*/ 926545 h 926244"/>
              <a:gd name="connsiteX2" fmla="*/ 403 w 436560"/>
              <a:gd name="connsiteY2" fmla="*/ 832476 h 926244"/>
              <a:gd name="connsiteX3" fmla="*/ 94558 w 436560"/>
              <a:gd name="connsiteY3" fmla="*/ 17380 h 926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560" h="926244">
                <a:moveTo>
                  <a:pt x="433386" y="300"/>
                </a:moveTo>
                <a:cubicBezTo>
                  <a:pt x="449105" y="312847"/>
                  <a:pt x="412940" y="625841"/>
                  <a:pt x="326384" y="926545"/>
                </a:cubicBezTo>
                <a:lnTo>
                  <a:pt x="403" y="832476"/>
                </a:lnTo>
                <a:cubicBezTo>
                  <a:pt x="76566" y="567857"/>
                  <a:pt x="108388" y="292422"/>
                  <a:pt x="94558" y="17380"/>
                </a:cubicBezTo>
                <a:close/>
              </a:path>
            </a:pathLst>
          </a:custGeom>
          <a:solidFill>
            <a:srgbClr val="BE7830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88950D6B-2938-F42B-4778-BB586F5A8B98}"/>
              </a:ext>
            </a:extLst>
          </p:cNvPr>
          <p:cNvSpPr/>
          <p:nvPr/>
        </p:nvSpPr>
        <p:spPr>
          <a:xfrm>
            <a:off x="7547148" y="4945236"/>
            <a:ext cx="784306" cy="772261"/>
          </a:xfrm>
          <a:custGeom>
            <a:avLst/>
            <a:gdLst>
              <a:gd name="connsiteX0" fmla="*/ 784709 w 784306"/>
              <a:gd name="connsiteY0" fmla="*/ 209226 h 772261"/>
              <a:gd name="connsiteX1" fmla="*/ 197421 w 784306"/>
              <a:gd name="connsiteY1" fmla="*/ 772562 h 772261"/>
              <a:gd name="connsiteX2" fmla="*/ 403 w 784306"/>
              <a:gd name="connsiteY2" fmla="*/ 496040 h 772261"/>
              <a:gd name="connsiteX3" fmla="*/ 517216 w 784306"/>
              <a:gd name="connsiteY3" fmla="*/ 300 h 772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306" h="772261">
                <a:moveTo>
                  <a:pt x="784709" y="209226"/>
                </a:moveTo>
                <a:cubicBezTo>
                  <a:pt x="617094" y="424367"/>
                  <a:pt x="419273" y="614112"/>
                  <a:pt x="197421" y="772562"/>
                </a:cubicBezTo>
                <a:lnTo>
                  <a:pt x="403" y="496040"/>
                </a:lnTo>
                <a:cubicBezTo>
                  <a:pt x="195634" y="356590"/>
                  <a:pt x="369707" y="189615"/>
                  <a:pt x="517216" y="300"/>
                </a:cubicBezTo>
                <a:close/>
              </a:path>
            </a:pathLst>
          </a:custGeom>
          <a:solidFill>
            <a:srgbClr val="D4A134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7267CF03-F0DB-1829-459D-491746B64833}"/>
              </a:ext>
            </a:extLst>
          </p:cNvPr>
          <p:cNvSpPr/>
          <p:nvPr/>
        </p:nvSpPr>
        <p:spPr>
          <a:xfrm>
            <a:off x="3283189" y="2689112"/>
            <a:ext cx="414029" cy="536977"/>
          </a:xfrm>
          <a:custGeom>
            <a:avLst/>
            <a:gdLst>
              <a:gd name="connsiteX0" fmla="*/ 403 w 414029"/>
              <a:gd name="connsiteY0" fmla="*/ 511782 h 536977"/>
              <a:gd name="connsiteX1" fmla="*/ 86461 w 414029"/>
              <a:gd name="connsiteY1" fmla="*/ 300 h 536977"/>
              <a:gd name="connsiteX2" fmla="*/ 414432 w 414029"/>
              <a:gd name="connsiteY2" fmla="*/ 87174 h 536977"/>
              <a:gd name="connsiteX3" fmla="*/ 338710 w 414029"/>
              <a:gd name="connsiteY3" fmla="*/ 537278 h 53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029" h="536977">
                <a:moveTo>
                  <a:pt x="403" y="511782"/>
                </a:moveTo>
                <a:cubicBezTo>
                  <a:pt x="13396" y="339010"/>
                  <a:pt x="42199" y="167798"/>
                  <a:pt x="86461" y="300"/>
                </a:cubicBezTo>
                <a:lnTo>
                  <a:pt x="414432" y="87174"/>
                </a:lnTo>
                <a:cubicBezTo>
                  <a:pt x="375486" y="234572"/>
                  <a:pt x="350132" y="385240"/>
                  <a:pt x="338710" y="537278"/>
                </a:cubicBezTo>
                <a:close/>
              </a:path>
            </a:pathLst>
          </a:custGeom>
          <a:solidFill>
            <a:srgbClr val="CCCCCC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BA863BE-7773-004A-C5D8-29130A07139C}"/>
              </a:ext>
            </a:extLst>
          </p:cNvPr>
          <p:cNvSpPr/>
          <p:nvPr/>
        </p:nvSpPr>
        <p:spPr>
          <a:xfrm>
            <a:off x="3939958" y="1503037"/>
            <a:ext cx="326252" cy="305383"/>
          </a:xfrm>
          <a:custGeom>
            <a:avLst/>
            <a:gdLst>
              <a:gd name="connsiteX0" fmla="*/ 403 w 326252"/>
              <a:gd name="connsiteY0" fmla="*/ 86873 h 305383"/>
              <a:gd name="connsiteX1" fmla="*/ 76272 w 326252"/>
              <a:gd name="connsiteY1" fmla="*/ 300 h 305383"/>
              <a:gd name="connsiteX2" fmla="*/ 326655 w 326252"/>
              <a:gd name="connsiteY2" fmla="*/ 229504 h 305383"/>
              <a:gd name="connsiteX3" fmla="*/ 259889 w 326252"/>
              <a:gd name="connsiteY3" fmla="*/ 305683 h 30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252" h="305383">
                <a:moveTo>
                  <a:pt x="403" y="86873"/>
                </a:moveTo>
                <a:cubicBezTo>
                  <a:pt x="25101" y="57502"/>
                  <a:pt x="50398" y="28640"/>
                  <a:pt x="76272" y="300"/>
                </a:cubicBezTo>
                <a:lnTo>
                  <a:pt x="326655" y="229504"/>
                </a:lnTo>
                <a:cubicBezTo>
                  <a:pt x="303891" y="254448"/>
                  <a:pt x="281624" y="279845"/>
                  <a:pt x="259889" y="305683"/>
                </a:cubicBezTo>
                <a:close/>
              </a:path>
            </a:pathLst>
          </a:custGeom>
          <a:solidFill>
            <a:srgbClr val="EA9689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18B38A2-1FCA-BEF8-9A3D-1C5908E23CBE}"/>
              </a:ext>
            </a:extLst>
          </p:cNvPr>
          <p:cNvSpPr/>
          <p:nvPr/>
        </p:nvSpPr>
        <p:spPr>
          <a:xfrm>
            <a:off x="3783798" y="1689872"/>
            <a:ext cx="344787" cy="297831"/>
          </a:xfrm>
          <a:custGeom>
            <a:avLst/>
            <a:gdLst>
              <a:gd name="connsiteX0" fmla="*/ 403 w 344787"/>
              <a:gd name="connsiteY0" fmla="*/ 103755 h 297831"/>
              <a:gd name="connsiteX1" fmla="*/ 76034 w 344787"/>
              <a:gd name="connsiteY1" fmla="*/ 300 h 297831"/>
              <a:gd name="connsiteX2" fmla="*/ 345190 w 344787"/>
              <a:gd name="connsiteY2" fmla="*/ 207086 h 297831"/>
              <a:gd name="connsiteX3" fmla="*/ 278628 w 344787"/>
              <a:gd name="connsiteY3" fmla="*/ 298131 h 29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787" h="297831">
                <a:moveTo>
                  <a:pt x="403" y="103755"/>
                </a:moveTo>
                <a:cubicBezTo>
                  <a:pt x="24829" y="68712"/>
                  <a:pt x="50047" y="34211"/>
                  <a:pt x="76034" y="300"/>
                </a:cubicBezTo>
                <a:lnTo>
                  <a:pt x="345190" y="207086"/>
                </a:lnTo>
                <a:cubicBezTo>
                  <a:pt x="322324" y="236921"/>
                  <a:pt x="300125" y="267277"/>
                  <a:pt x="278628" y="298131"/>
                </a:cubicBezTo>
                <a:close/>
              </a:path>
            </a:pathLst>
          </a:custGeom>
          <a:solidFill>
            <a:srgbClr val="E5ABA2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A6D4646-8BCF-0467-E794-A4B0C20E7F3D}"/>
              </a:ext>
            </a:extLst>
          </p:cNvPr>
          <p:cNvSpPr/>
          <p:nvPr/>
        </p:nvSpPr>
        <p:spPr>
          <a:xfrm>
            <a:off x="4104668" y="1334793"/>
            <a:ext cx="308577" cy="315652"/>
          </a:xfrm>
          <a:custGeom>
            <a:avLst/>
            <a:gdLst>
              <a:gd name="connsiteX0" fmla="*/ 403 w 308577"/>
              <a:gd name="connsiteY0" fmla="*/ 75596 h 315652"/>
              <a:gd name="connsiteX1" fmla="*/ 78647 w 308577"/>
              <a:gd name="connsiteY1" fmla="*/ 300 h 315652"/>
              <a:gd name="connsiteX2" fmla="*/ 308980 w 308577"/>
              <a:gd name="connsiteY2" fmla="*/ 249693 h 315652"/>
              <a:gd name="connsiteX3" fmla="*/ 240122 w 308577"/>
              <a:gd name="connsiteY3" fmla="*/ 315953 h 31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577" h="315652">
                <a:moveTo>
                  <a:pt x="403" y="75596"/>
                </a:moveTo>
                <a:cubicBezTo>
                  <a:pt x="26005" y="49995"/>
                  <a:pt x="52094" y="24893"/>
                  <a:pt x="78647" y="300"/>
                </a:cubicBezTo>
                <a:lnTo>
                  <a:pt x="308980" y="249693"/>
                </a:lnTo>
                <a:cubicBezTo>
                  <a:pt x="285605" y="271342"/>
                  <a:pt x="262649" y="293421"/>
                  <a:pt x="240122" y="315953"/>
                </a:cubicBezTo>
                <a:close/>
              </a:path>
            </a:pathLst>
          </a:custGeom>
          <a:solidFill>
            <a:srgbClr val="F9BE75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97882C60-0E26-1111-4AFD-37312F2D780F}"/>
              </a:ext>
            </a:extLst>
          </p:cNvPr>
          <p:cNvSpPr/>
          <p:nvPr/>
        </p:nvSpPr>
        <p:spPr>
          <a:xfrm>
            <a:off x="4408676" y="1128483"/>
            <a:ext cx="224746" cy="290075"/>
          </a:xfrm>
          <a:custGeom>
            <a:avLst/>
            <a:gdLst>
              <a:gd name="connsiteX0" fmla="*/ 403 w 224746"/>
              <a:gd name="connsiteY0" fmla="*/ 18394 h 290075"/>
              <a:gd name="connsiteX1" fmla="*/ 24840 w 224746"/>
              <a:gd name="connsiteY1" fmla="*/ 300 h 290075"/>
              <a:gd name="connsiteX2" fmla="*/ 225149 w 224746"/>
              <a:gd name="connsiteY2" fmla="*/ 274455 h 290075"/>
              <a:gd name="connsiteX3" fmla="*/ 203652 w 224746"/>
              <a:gd name="connsiteY3" fmla="*/ 290375 h 29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746" h="290075">
                <a:moveTo>
                  <a:pt x="403" y="18394"/>
                </a:moveTo>
                <a:cubicBezTo>
                  <a:pt x="8522" y="12325"/>
                  <a:pt x="16664" y="6290"/>
                  <a:pt x="24840" y="300"/>
                </a:cubicBezTo>
                <a:lnTo>
                  <a:pt x="225149" y="274455"/>
                </a:lnTo>
                <a:cubicBezTo>
                  <a:pt x="217957" y="279720"/>
                  <a:pt x="210787" y="285031"/>
                  <a:pt x="203652" y="290375"/>
                </a:cubicBezTo>
                <a:close/>
              </a:path>
            </a:pathLst>
          </a:custGeom>
          <a:solidFill>
            <a:srgbClr val="7AA244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7AF01FFE-6103-201F-83F6-1D633B81469D}"/>
              </a:ext>
            </a:extLst>
          </p:cNvPr>
          <p:cNvSpPr/>
          <p:nvPr/>
        </p:nvSpPr>
        <p:spPr>
          <a:xfrm>
            <a:off x="4538510" y="1041763"/>
            <a:ext cx="205216" cy="296121"/>
          </a:xfrm>
          <a:custGeom>
            <a:avLst/>
            <a:gdLst>
              <a:gd name="connsiteX0" fmla="*/ 403 w 205216"/>
              <a:gd name="connsiteY0" fmla="*/ 13434 h 296121"/>
              <a:gd name="connsiteX1" fmla="*/ 20351 w 205216"/>
              <a:gd name="connsiteY1" fmla="*/ 300 h 296121"/>
              <a:gd name="connsiteX2" fmla="*/ 205619 w 205216"/>
              <a:gd name="connsiteY2" fmla="*/ 284850 h 296121"/>
              <a:gd name="connsiteX3" fmla="*/ 188068 w 205216"/>
              <a:gd name="connsiteY3" fmla="*/ 296421 h 296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216" h="296121">
                <a:moveTo>
                  <a:pt x="403" y="13434"/>
                </a:moveTo>
                <a:cubicBezTo>
                  <a:pt x="7041" y="9030"/>
                  <a:pt x="13690" y="4648"/>
                  <a:pt x="20351" y="300"/>
                </a:cubicBezTo>
                <a:lnTo>
                  <a:pt x="205619" y="284850"/>
                </a:lnTo>
                <a:cubicBezTo>
                  <a:pt x="199750" y="288688"/>
                  <a:pt x="193904" y="292538"/>
                  <a:pt x="188068" y="296421"/>
                </a:cubicBezTo>
                <a:close/>
              </a:path>
            </a:pathLst>
          </a:custGeom>
          <a:solidFill>
            <a:srgbClr val="4CA96F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AA306FC9-F604-BC49-EEDD-42852427B5B5}"/>
              </a:ext>
            </a:extLst>
          </p:cNvPr>
          <p:cNvSpPr/>
          <p:nvPr/>
        </p:nvSpPr>
        <p:spPr>
          <a:xfrm>
            <a:off x="5060399" y="776892"/>
            <a:ext cx="135699" cy="320544"/>
          </a:xfrm>
          <a:custGeom>
            <a:avLst/>
            <a:gdLst>
              <a:gd name="connsiteX0" fmla="*/ 403 w 135699"/>
              <a:gd name="connsiteY0" fmla="*/ 5078 h 320544"/>
              <a:gd name="connsiteX1" fmla="*/ 12520 w 135699"/>
              <a:gd name="connsiteY1" fmla="*/ 300 h 320544"/>
              <a:gd name="connsiteX2" fmla="*/ 136102 w 135699"/>
              <a:gd name="connsiteY2" fmla="*/ 316644 h 320544"/>
              <a:gd name="connsiteX3" fmla="*/ 125438 w 135699"/>
              <a:gd name="connsiteY3" fmla="*/ 320844 h 32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699" h="320544">
                <a:moveTo>
                  <a:pt x="403" y="5078"/>
                </a:moveTo>
                <a:cubicBezTo>
                  <a:pt x="4437" y="3470"/>
                  <a:pt x="8477" y="1885"/>
                  <a:pt x="12520" y="300"/>
                </a:cubicBezTo>
                <a:lnTo>
                  <a:pt x="136102" y="316644"/>
                </a:lnTo>
                <a:cubicBezTo>
                  <a:pt x="132543" y="318036"/>
                  <a:pt x="128989" y="319429"/>
                  <a:pt x="125438" y="320844"/>
                </a:cubicBezTo>
                <a:close/>
              </a:path>
            </a:pathLst>
          </a:custGeom>
          <a:solidFill>
            <a:srgbClr val="000000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E56FF600-6574-FA19-8DB3-34A6C68C6734}"/>
              </a:ext>
            </a:extLst>
          </p:cNvPr>
          <p:cNvSpPr/>
          <p:nvPr/>
        </p:nvSpPr>
        <p:spPr>
          <a:xfrm>
            <a:off x="4667665" y="964101"/>
            <a:ext cx="187010" cy="302563"/>
          </a:xfrm>
          <a:custGeom>
            <a:avLst/>
            <a:gdLst>
              <a:gd name="connsiteX0" fmla="*/ 403 w 187010"/>
              <a:gd name="connsiteY0" fmla="*/ 10173 h 302563"/>
              <a:gd name="connsiteX1" fmla="*/ 17275 w 187010"/>
              <a:gd name="connsiteY1" fmla="*/ 300 h 302563"/>
              <a:gd name="connsiteX2" fmla="*/ 187413 w 187010"/>
              <a:gd name="connsiteY2" fmla="*/ 294179 h 302563"/>
              <a:gd name="connsiteX3" fmla="*/ 172576 w 187010"/>
              <a:gd name="connsiteY3" fmla="*/ 302864 h 30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010" h="302563">
                <a:moveTo>
                  <a:pt x="403" y="10173"/>
                </a:moveTo>
                <a:cubicBezTo>
                  <a:pt x="6023" y="6856"/>
                  <a:pt x="11643" y="3572"/>
                  <a:pt x="17275" y="300"/>
                </a:cubicBezTo>
                <a:lnTo>
                  <a:pt x="187413" y="294179"/>
                </a:lnTo>
                <a:cubicBezTo>
                  <a:pt x="182459" y="297055"/>
                  <a:pt x="177506" y="299954"/>
                  <a:pt x="172576" y="302864"/>
                </a:cubicBezTo>
                <a:close/>
              </a:path>
            </a:pathLst>
          </a:custGeom>
          <a:solidFill>
            <a:srgbClr val="4F8E91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155FD01-F32D-85ED-A6A8-3636BB2459D9}"/>
              </a:ext>
            </a:extLst>
          </p:cNvPr>
          <p:cNvSpPr/>
          <p:nvPr/>
        </p:nvSpPr>
        <p:spPr>
          <a:xfrm>
            <a:off x="4279216" y="1225971"/>
            <a:ext cx="243734" cy="283258"/>
          </a:xfrm>
          <a:custGeom>
            <a:avLst/>
            <a:gdLst>
              <a:gd name="connsiteX0" fmla="*/ 403 w 243734"/>
              <a:gd name="connsiteY0" fmla="*/ 23942 h 283258"/>
              <a:gd name="connsiteX1" fmla="*/ 28764 w 243734"/>
              <a:gd name="connsiteY1" fmla="*/ 300 h 283258"/>
              <a:gd name="connsiteX2" fmla="*/ 244137 w 243734"/>
              <a:gd name="connsiteY2" fmla="*/ 262759 h 283258"/>
              <a:gd name="connsiteX3" fmla="*/ 219178 w 243734"/>
              <a:gd name="connsiteY3" fmla="*/ 283559 h 283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34" h="283258">
                <a:moveTo>
                  <a:pt x="403" y="23942"/>
                </a:moveTo>
                <a:cubicBezTo>
                  <a:pt x="9800" y="16004"/>
                  <a:pt x="19254" y="8124"/>
                  <a:pt x="28764" y="300"/>
                </a:cubicBezTo>
                <a:lnTo>
                  <a:pt x="244137" y="262759"/>
                </a:lnTo>
                <a:cubicBezTo>
                  <a:pt x="235768" y="269632"/>
                  <a:pt x="227456" y="276573"/>
                  <a:pt x="219178" y="283559"/>
                </a:cubicBezTo>
                <a:close/>
              </a:path>
            </a:pathLst>
          </a:custGeom>
          <a:solidFill>
            <a:srgbClr val="94BC5F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4483898A-AFF1-3DB0-7D4C-6AB1E518AAA8}"/>
              </a:ext>
            </a:extLst>
          </p:cNvPr>
          <p:cNvSpPr/>
          <p:nvPr/>
        </p:nvSpPr>
        <p:spPr>
          <a:xfrm>
            <a:off x="5193216" y="730673"/>
            <a:ext cx="114525" cy="323725"/>
          </a:xfrm>
          <a:custGeom>
            <a:avLst/>
            <a:gdLst>
              <a:gd name="connsiteX0" fmla="*/ 403 w 114525"/>
              <a:gd name="connsiteY0" fmla="*/ 2383 h 323725"/>
              <a:gd name="connsiteX1" fmla="*/ 6571 w 114525"/>
              <a:gd name="connsiteY1" fmla="*/ 300 h 323725"/>
              <a:gd name="connsiteX2" fmla="*/ 114928 w 114525"/>
              <a:gd name="connsiteY2" fmla="*/ 322180 h 323725"/>
              <a:gd name="connsiteX3" fmla="*/ 109501 w 114525"/>
              <a:gd name="connsiteY3" fmla="*/ 324026 h 32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525" h="323725">
                <a:moveTo>
                  <a:pt x="403" y="2383"/>
                </a:moveTo>
                <a:cubicBezTo>
                  <a:pt x="2458" y="1681"/>
                  <a:pt x="4514" y="991"/>
                  <a:pt x="6571" y="300"/>
                </a:cubicBezTo>
                <a:lnTo>
                  <a:pt x="114928" y="322180"/>
                </a:lnTo>
                <a:cubicBezTo>
                  <a:pt x="113119" y="322792"/>
                  <a:pt x="111309" y="323403"/>
                  <a:pt x="109501" y="324026"/>
                </a:cubicBezTo>
                <a:close/>
              </a:path>
            </a:pathLst>
          </a:custGeom>
          <a:solidFill>
            <a:srgbClr val="000000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758766AE-7A3D-14C3-DF4A-9B33038854F2}"/>
              </a:ext>
            </a:extLst>
          </p:cNvPr>
          <p:cNvSpPr/>
          <p:nvPr/>
        </p:nvSpPr>
        <p:spPr>
          <a:xfrm>
            <a:off x="4928215" y="831784"/>
            <a:ext cx="153077" cy="315290"/>
          </a:xfrm>
          <a:custGeom>
            <a:avLst/>
            <a:gdLst>
              <a:gd name="connsiteX0" fmla="*/ 403 w 153077"/>
              <a:gd name="connsiteY0" fmla="*/ 6584 h 315290"/>
              <a:gd name="connsiteX1" fmla="*/ 14244 w 153077"/>
              <a:gd name="connsiteY1" fmla="*/ 300 h 315290"/>
              <a:gd name="connsiteX2" fmla="*/ 153480 w 153077"/>
              <a:gd name="connsiteY2" fmla="*/ 310054 h 315290"/>
              <a:gd name="connsiteX3" fmla="*/ 141302 w 153077"/>
              <a:gd name="connsiteY3" fmla="*/ 315591 h 315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077" h="315290">
                <a:moveTo>
                  <a:pt x="403" y="6584"/>
                </a:moveTo>
                <a:cubicBezTo>
                  <a:pt x="5016" y="4478"/>
                  <a:pt x="9619" y="2383"/>
                  <a:pt x="14244" y="300"/>
                </a:cubicBezTo>
                <a:lnTo>
                  <a:pt x="153480" y="310054"/>
                </a:lnTo>
                <a:cubicBezTo>
                  <a:pt x="149416" y="311888"/>
                  <a:pt x="145356" y="313734"/>
                  <a:pt x="141302" y="315591"/>
                </a:cubicBezTo>
                <a:close/>
              </a:path>
            </a:pathLst>
          </a:custGeom>
          <a:solidFill>
            <a:srgbClr val="4A4A4A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91BB18A6-EE95-C5E5-89D2-B9C389598491}"/>
              </a:ext>
            </a:extLst>
          </p:cNvPr>
          <p:cNvSpPr/>
          <p:nvPr/>
        </p:nvSpPr>
        <p:spPr>
          <a:xfrm>
            <a:off x="4797137" y="894150"/>
            <a:ext cx="170205" cy="309289"/>
          </a:xfrm>
          <a:custGeom>
            <a:avLst/>
            <a:gdLst>
              <a:gd name="connsiteX0" fmla="*/ 403 w 170205"/>
              <a:gd name="connsiteY0" fmla="*/ 8282 h 309289"/>
              <a:gd name="connsiteX1" fmla="*/ 15839 w 170205"/>
              <a:gd name="connsiteY1" fmla="*/ 300 h 309289"/>
              <a:gd name="connsiteX2" fmla="*/ 170608 w 170205"/>
              <a:gd name="connsiteY2" fmla="*/ 302570 h 309289"/>
              <a:gd name="connsiteX3" fmla="*/ 157038 w 170205"/>
              <a:gd name="connsiteY3" fmla="*/ 309590 h 309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5" h="309289">
                <a:moveTo>
                  <a:pt x="403" y="8282"/>
                </a:moveTo>
                <a:cubicBezTo>
                  <a:pt x="5537" y="5599"/>
                  <a:pt x="10682" y="2938"/>
                  <a:pt x="15839" y="300"/>
                </a:cubicBezTo>
                <a:lnTo>
                  <a:pt x="170608" y="302570"/>
                </a:lnTo>
                <a:cubicBezTo>
                  <a:pt x="166073" y="304891"/>
                  <a:pt x="161550" y="307234"/>
                  <a:pt x="157038" y="309590"/>
                </a:cubicBezTo>
                <a:close/>
              </a:path>
            </a:pathLst>
          </a:custGeom>
          <a:solidFill>
            <a:srgbClr val="5695C1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7C562885-3D97-AC63-06DB-233CF0169126}"/>
              </a:ext>
            </a:extLst>
          </p:cNvPr>
          <p:cNvSpPr/>
          <p:nvPr/>
        </p:nvSpPr>
        <p:spPr>
          <a:xfrm>
            <a:off x="5322051" y="691157"/>
            <a:ext cx="97309" cy="327688"/>
          </a:xfrm>
          <a:custGeom>
            <a:avLst/>
            <a:gdLst>
              <a:gd name="connsiteX0" fmla="*/ 403 w 97309"/>
              <a:gd name="connsiteY0" fmla="*/ 1500 h 327688"/>
              <a:gd name="connsiteX1" fmla="*/ 4575 w 97309"/>
              <a:gd name="connsiteY1" fmla="*/ 300 h 327688"/>
              <a:gd name="connsiteX2" fmla="*/ 97712 w 97309"/>
              <a:gd name="connsiteY2" fmla="*/ 326936 h 327688"/>
              <a:gd name="connsiteX3" fmla="*/ 94040 w 97309"/>
              <a:gd name="connsiteY3" fmla="*/ 327989 h 32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09" h="327688">
                <a:moveTo>
                  <a:pt x="403" y="1500"/>
                </a:moveTo>
                <a:cubicBezTo>
                  <a:pt x="1793" y="1104"/>
                  <a:pt x="3184" y="708"/>
                  <a:pt x="4575" y="300"/>
                </a:cubicBezTo>
                <a:lnTo>
                  <a:pt x="97712" y="326936"/>
                </a:lnTo>
                <a:cubicBezTo>
                  <a:pt x="96488" y="327287"/>
                  <a:pt x="95263" y="327638"/>
                  <a:pt x="94040" y="327989"/>
                </a:cubicBezTo>
                <a:close/>
              </a:path>
            </a:pathLst>
          </a:custGeom>
          <a:solidFill>
            <a:srgbClr val="000000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82332A8A-14FE-B573-426E-17B264C17EEF}"/>
              </a:ext>
            </a:extLst>
          </p:cNvPr>
          <p:cNvSpPr/>
          <p:nvPr/>
        </p:nvSpPr>
        <p:spPr>
          <a:xfrm>
            <a:off x="5450553" y="657665"/>
            <a:ext cx="81935" cy="331527"/>
          </a:xfrm>
          <a:custGeom>
            <a:avLst/>
            <a:gdLst>
              <a:gd name="connsiteX0" fmla="*/ 403 w 81935"/>
              <a:gd name="connsiteY0" fmla="*/ 1296 h 331527"/>
              <a:gd name="connsiteX1" fmla="*/ 4627 w 81935"/>
              <a:gd name="connsiteY1" fmla="*/ 300 h 331527"/>
              <a:gd name="connsiteX2" fmla="*/ 82338 w 81935"/>
              <a:gd name="connsiteY2" fmla="*/ 330944 h 331527"/>
              <a:gd name="connsiteX3" fmla="*/ 78619 w 81935"/>
              <a:gd name="connsiteY3" fmla="*/ 331827 h 33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35" h="331527">
                <a:moveTo>
                  <a:pt x="403" y="1296"/>
                </a:moveTo>
                <a:cubicBezTo>
                  <a:pt x="1810" y="968"/>
                  <a:pt x="3218" y="628"/>
                  <a:pt x="4627" y="300"/>
                </a:cubicBezTo>
                <a:lnTo>
                  <a:pt x="82338" y="330944"/>
                </a:lnTo>
                <a:cubicBezTo>
                  <a:pt x="81098" y="331238"/>
                  <a:pt x="79859" y="331533"/>
                  <a:pt x="78619" y="331827"/>
                </a:cubicBezTo>
                <a:close/>
              </a:path>
            </a:pathLst>
          </a:custGeom>
          <a:solidFill>
            <a:srgbClr val="000000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2C7C742-F237-31FC-CAF7-70AC64096BB6}"/>
              </a:ext>
            </a:extLst>
          </p:cNvPr>
          <p:cNvSpPr/>
          <p:nvPr/>
        </p:nvSpPr>
        <p:spPr>
          <a:xfrm>
            <a:off x="5580493" y="630253"/>
            <a:ext cx="66380" cy="334641"/>
          </a:xfrm>
          <a:custGeom>
            <a:avLst/>
            <a:gdLst>
              <a:gd name="connsiteX0" fmla="*/ 403 w 66380"/>
              <a:gd name="connsiteY0" fmla="*/ 1093 h 334641"/>
              <a:gd name="connsiteX1" fmla="*/ 4670 w 66380"/>
              <a:gd name="connsiteY1" fmla="*/ 300 h 334641"/>
              <a:gd name="connsiteX2" fmla="*/ 66783 w 66380"/>
              <a:gd name="connsiteY2" fmla="*/ 334239 h 334641"/>
              <a:gd name="connsiteX3" fmla="*/ 63027 w 66380"/>
              <a:gd name="connsiteY3" fmla="*/ 334941 h 334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80" h="334641">
                <a:moveTo>
                  <a:pt x="403" y="1093"/>
                </a:moveTo>
                <a:cubicBezTo>
                  <a:pt x="1825" y="832"/>
                  <a:pt x="3248" y="560"/>
                  <a:pt x="4670" y="300"/>
                </a:cubicBezTo>
                <a:lnTo>
                  <a:pt x="66783" y="334239"/>
                </a:lnTo>
                <a:cubicBezTo>
                  <a:pt x="65531" y="334465"/>
                  <a:pt x="64279" y="334703"/>
                  <a:pt x="63027" y="334941"/>
                </a:cubicBezTo>
                <a:close/>
              </a:path>
            </a:pathLst>
          </a:custGeom>
          <a:solidFill>
            <a:srgbClr val="CCCCCC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44083CD0-0E6E-CD53-D921-8E280A7BD8C1}"/>
              </a:ext>
            </a:extLst>
          </p:cNvPr>
          <p:cNvSpPr/>
          <p:nvPr/>
        </p:nvSpPr>
        <p:spPr>
          <a:xfrm>
            <a:off x="5711587" y="609272"/>
            <a:ext cx="48784" cy="336724"/>
          </a:xfrm>
          <a:custGeom>
            <a:avLst/>
            <a:gdLst>
              <a:gd name="connsiteX0" fmla="*/ 403 w 48784"/>
              <a:gd name="connsiteY0" fmla="*/ 606 h 336724"/>
              <a:gd name="connsiteX1" fmla="*/ 2552 w 48784"/>
              <a:gd name="connsiteY1" fmla="*/ 300 h 336724"/>
              <a:gd name="connsiteX2" fmla="*/ 49187 w 48784"/>
              <a:gd name="connsiteY2" fmla="*/ 336753 h 336724"/>
              <a:gd name="connsiteX3" fmla="*/ 47295 w 48784"/>
              <a:gd name="connsiteY3" fmla="*/ 337024 h 336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4" h="336724">
                <a:moveTo>
                  <a:pt x="403" y="606"/>
                </a:moveTo>
                <a:cubicBezTo>
                  <a:pt x="1118" y="504"/>
                  <a:pt x="1835" y="402"/>
                  <a:pt x="2552" y="300"/>
                </a:cubicBezTo>
                <a:lnTo>
                  <a:pt x="49187" y="336753"/>
                </a:lnTo>
                <a:cubicBezTo>
                  <a:pt x="48557" y="336843"/>
                  <a:pt x="47926" y="336934"/>
                  <a:pt x="47295" y="337024"/>
                </a:cubicBezTo>
                <a:close/>
              </a:path>
            </a:pathLst>
          </a:custGeom>
          <a:solidFill>
            <a:srgbClr val="000000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7DD06124-7E8D-397F-3F3C-793E58B731C7}"/>
              </a:ext>
            </a:extLst>
          </p:cNvPr>
          <p:cNvSpPr/>
          <p:nvPr/>
        </p:nvSpPr>
        <p:spPr>
          <a:xfrm>
            <a:off x="5841380" y="594292"/>
            <a:ext cx="33220" cy="338422"/>
          </a:xfrm>
          <a:custGeom>
            <a:avLst/>
            <a:gdLst>
              <a:gd name="connsiteX0" fmla="*/ 403 w 33220"/>
              <a:gd name="connsiteY0" fmla="*/ 492 h 338422"/>
              <a:gd name="connsiteX1" fmla="*/ 2565 w 33220"/>
              <a:gd name="connsiteY1" fmla="*/ 300 h 338422"/>
              <a:gd name="connsiteX2" fmla="*/ 33623 w 33220"/>
              <a:gd name="connsiteY2" fmla="*/ 338553 h 338422"/>
              <a:gd name="connsiteX3" fmla="*/ 31720 w 33220"/>
              <a:gd name="connsiteY3" fmla="*/ 338723 h 33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20" h="338422">
                <a:moveTo>
                  <a:pt x="403" y="492"/>
                </a:moveTo>
                <a:cubicBezTo>
                  <a:pt x="1124" y="436"/>
                  <a:pt x="1844" y="368"/>
                  <a:pt x="2565" y="300"/>
                </a:cubicBezTo>
                <a:lnTo>
                  <a:pt x="33623" y="338553"/>
                </a:lnTo>
                <a:cubicBezTo>
                  <a:pt x="32989" y="338609"/>
                  <a:pt x="32355" y="338666"/>
                  <a:pt x="31720" y="338723"/>
                </a:cubicBezTo>
                <a:close/>
              </a:path>
            </a:pathLst>
          </a:custGeom>
          <a:solidFill>
            <a:srgbClr val="000000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AA70CCE2-32AD-2344-17B7-AA2D5DBB1D7B}"/>
              </a:ext>
            </a:extLst>
          </p:cNvPr>
          <p:cNvSpPr/>
          <p:nvPr/>
        </p:nvSpPr>
        <p:spPr>
          <a:xfrm>
            <a:off x="5971732" y="585324"/>
            <a:ext cx="17584" cy="339419"/>
          </a:xfrm>
          <a:custGeom>
            <a:avLst/>
            <a:gdLst>
              <a:gd name="connsiteX0" fmla="*/ 403 w 17584"/>
              <a:gd name="connsiteY0" fmla="*/ 402 h 339419"/>
              <a:gd name="connsiteX1" fmla="*/ 2571 w 17584"/>
              <a:gd name="connsiteY1" fmla="*/ 300 h 339419"/>
              <a:gd name="connsiteX2" fmla="*/ 17987 w 17584"/>
              <a:gd name="connsiteY2" fmla="*/ 339629 h 339419"/>
              <a:gd name="connsiteX3" fmla="*/ 16078 w 17584"/>
              <a:gd name="connsiteY3" fmla="*/ 339719 h 33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84" h="339419">
                <a:moveTo>
                  <a:pt x="403" y="402"/>
                </a:moveTo>
                <a:cubicBezTo>
                  <a:pt x="1125" y="368"/>
                  <a:pt x="1849" y="334"/>
                  <a:pt x="2571" y="300"/>
                </a:cubicBezTo>
                <a:lnTo>
                  <a:pt x="17987" y="339629"/>
                </a:lnTo>
                <a:cubicBezTo>
                  <a:pt x="17351" y="339663"/>
                  <a:pt x="16715" y="339685"/>
                  <a:pt x="16078" y="339719"/>
                </a:cubicBezTo>
                <a:close/>
              </a:path>
            </a:pathLst>
          </a:custGeom>
          <a:solidFill>
            <a:srgbClr val="CCCCCC"/>
          </a:solidFill>
          <a:ln w="113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3" name="Content Placeholder 4">
            <a:extLst>
              <a:ext uri="{FF2B5EF4-FFF2-40B4-BE49-F238E27FC236}">
                <a16:creationId xmlns:a16="http://schemas.microsoft.com/office/drawing/2014/main" id="{C99B8457-CE54-37AD-FE2F-115CEFC9254F}"/>
              </a:ext>
            </a:extLst>
          </p:cNvPr>
          <p:cNvGrpSpPr/>
          <p:nvPr/>
        </p:nvGrpSpPr>
        <p:grpSpPr>
          <a:xfrm>
            <a:off x="3625783" y="933417"/>
            <a:ext cx="4951871" cy="4958789"/>
            <a:chOff x="3461433" y="949350"/>
            <a:chExt cx="4951871" cy="4958789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D71402E-DBA7-7D18-2F6E-AAF4ACAA4240}"/>
                </a:ext>
              </a:extLst>
            </p:cNvPr>
            <p:cNvSpPr/>
            <p:nvPr/>
          </p:nvSpPr>
          <p:spPr>
            <a:xfrm>
              <a:off x="3514029" y="1428264"/>
              <a:ext cx="1528069" cy="1835216"/>
            </a:xfrm>
            <a:custGeom>
              <a:avLst/>
              <a:gdLst>
                <a:gd name="connsiteX0" fmla="*/ 961350 w 1528069"/>
                <a:gd name="connsiteY0" fmla="*/ 300 h 1835216"/>
                <a:gd name="connsiteX1" fmla="*/ 113138 w 1528069"/>
                <a:gd name="connsiteY1" fmla="*/ 1820588 h 1835216"/>
                <a:gd name="connsiteX2" fmla="*/ 403 w 1528069"/>
                <a:gd name="connsiteY2" fmla="*/ 1811786 h 1835216"/>
                <a:gd name="connsiteX3" fmla="*/ 113138 w 1528069"/>
                <a:gd name="connsiteY3" fmla="*/ 1820588 h 1835216"/>
                <a:gd name="connsiteX4" fmla="*/ 961350 w 1528069"/>
                <a:gd name="connsiteY4" fmla="*/ 300 h 1835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8069" h="1835216">
                  <a:moveTo>
                    <a:pt x="961350" y="300"/>
                  </a:moveTo>
                  <a:cubicBezTo>
                    <a:pt x="1936709" y="1334125"/>
                    <a:pt x="1653972" y="1940886"/>
                    <a:pt x="113138" y="1820588"/>
                  </a:cubicBezTo>
                  <a:lnTo>
                    <a:pt x="403" y="1811786"/>
                  </a:lnTo>
                  <a:lnTo>
                    <a:pt x="113138" y="1820588"/>
                  </a:lnTo>
                  <a:cubicBezTo>
                    <a:pt x="1653972" y="1940886"/>
                    <a:pt x="1936709" y="1334125"/>
                    <a:pt x="961350" y="300"/>
                  </a:cubicBezTo>
                  <a:close/>
                </a:path>
              </a:pathLst>
            </a:custGeom>
            <a:solidFill>
              <a:srgbClr val="7AA244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1A5D88F-0266-7BDD-6E7D-9DA58B876E4D}"/>
                </a:ext>
              </a:extLst>
            </p:cNvPr>
            <p:cNvSpPr/>
            <p:nvPr/>
          </p:nvSpPr>
          <p:spPr>
            <a:xfrm>
              <a:off x="4682048" y="1264867"/>
              <a:ext cx="680652" cy="1114304"/>
            </a:xfrm>
            <a:custGeom>
              <a:avLst/>
              <a:gdLst>
                <a:gd name="connsiteX0" fmla="*/ 403 w 680652"/>
                <a:gd name="connsiteY0" fmla="*/ 27304 h 1114304"/>
                <a:gd name="connsiteX1" fmla="*/ 194780 w 680652"/>
                <a:gd name="connsiteY1" fmla="*/ 100958 h 1114304"/>
                <a:gd name="connsiteX2" fmla="*/ 142995 w 680652"/>
                <a:gd name="connsiteY2" fmla="*/ 300 h 1114304"/>
                <a:gd name="connsiteX3" fmla="*/ 194780 w 680652"/>
                <a:gd name="connsiteY3" fmla="*/ 100958 h 1114304"/>
                <a:gd name="connsiteX4" fmla="*/ 403 w 680652"/>
                <a:gd name="connsiteY4" fmla="*/ 27304 h 111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652" h="1114304">
                  <a:moveTo>
                    <a:pt x="403" y="27304"/>
                  </a:moveTo>
                  <a:cubicBezTo>
                    <a:pt x="837711" y="1452055"/>
                    <a:pt x="902505" y="1476607"/>
                    <a:pt x="194780" y="100958"/>
                  </a:cubicBezTo>
                  <a:lnTo>
                    <a:pt x="142995" y="300"/>
                  </a:lnTo>
                  <a:lnTo>
                    <a:pt x="194780" y="100958"/>
                  </a:lnTo>
                  <a:cubicBezTo>
                    <a:pt x="902505" y="1476607"/>
                    <a:pt x="837711" y="1452055"/>
                    <a:pt x="403" y="27304"/>
                  </a:cubicBezTo>
                  <a:close/>
                </a:path>
              </a:pathLst>
            </a:custGeom>
            <a:solidFill>
              <a:srgbClr val="4F8E91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127A794-04C9-AF3B-28A9-3F29D4AC23F7}"/>
                </a:ext>
              </a:extLst>
            </p:cNvPr>
            <p:cNvSpPr/>
            <p:nvPr/>
          </p:nvSpPr>
          <p:spPr>
            <a:xfrm>
              <a:off x="4341659" y="1265727"/>
              <a:ext cx="958196" cy="1175416"/>
            </a:xfrm>
            <a:custGeom>
              <a:avLst/>
              <a:gdLst>
                <a:gd name="connsiteX0" fmla="*/ 403 w 958196"/>
                <a:gd name="connsiteY0" fmla="*/ 267775 h 1175416"/>
                <a:gd name="connsiteX1" fmla="*/ 533586 w 958196"/>
                <a:gd name="connsiteY1" fmla="*/ 100913 h 1175416"/>
                <a:gd name="connsiteX2" fmla="*/ 481724 w 958196"/>
                <a:gd name="connsiteY2" fmla="*/ 300 h 1175416"/>
                <a:gd name="connsiteX3" fmla="*/ 533586 w 958196"/>
                <a:gd name="connsiteY3" fmla="*/ 100913 h 1175416"/>
                <a:gd name="connsiteX4" fmla="*/ 403 w 958196"/>
                <a:gd name="connsiteY4" fmla="*/ 267775 h 117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8196" h="1175416">
                  <a:moveTo>
                    <a:pt x="403" y="267775"/>
                  </a:moveTo>
                  <a:cubicBezTo>
                    <a:pt x="1064640" y="1531640"/>
                    <a:pt x="1242367" y="1476019"/>
                    <a:pt x="533586" y="100913"/>
                  </a:cubicBezTo>
                  <a:lnTo>
                    <a:pt x="481724" y="300"/>
                  </a:lnTo>
                  <a:lnTo>
                    <a:pt x="533586" y="100913"/>
                  </a:lnTo>
                  <a:cubicBezTo>
                    <a:pt x="1242367" y="1476019"/>
                    <a:pt x="1064640" y="1531640"/>
                    <a:pt x="403" y="267775"/>
                  </a:cubicBezTo>
                  <a:close/>
                </a:path>
              </a:pathLst>
            </a:custGeom>
            <a:solidFill>
              <a:srgbClr val="94BC5F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DD151CA-748A-F3FA-5783-2AB024A4461C}"/>
                </a:ext>
              </a:extLst>
            </p:cNvPr>
            <p:cNvSpPr/>
            <p:nvPr/>
          </p:nvSpPr>
          <p:spPr>
            <a:xfrm>
              <a:off x="4821323" y="1079526"/>
              <a:ext cx="662548" cy="1251332"/>
            </a:xfrm>
            <a:custGeom>
              <a:avLst/>
              <a:gdLst>
                <a:gd name="connsiteX0" fmla="*/ 325183 w 662548"/>
                <a:gd name="connsiteY0" fmla="*/ 300 h 1251332"/>
                <a:gd name="connsiteX1" fmla="*/ 52342 w 662548"/>
                <a:gd name="connsiteY1" fmla="*/ 287929 h 1251332"/>
                <a:gd name="connsiteX2" fmla="*/ 403 w 662548"/>
                <a:gd name="connsiteY2" fmla="*/ 187350 h 1251332"/>
                <a:gd name="connsiteX3" fmla="*/ 52342 w 662548"/>
                <a:gd name="connsiteY3" fmla="*/ 287929 h 1251332"/>
                <a:gd name="connsiteX4" fmla="*/ 325183 w 662548"/>
                <a:gd name="connsiteY4" fmla="*/ 300 h 1251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548" h="1251332">
                  <a:moveTo>
                    <a:pt x="325183" y="300"/>
                  </a:moveTo>
                  <a:cubicBezTo>
                    <a:pt x="853123" y="1566615"/>
                    <a:pt x="762176" y="1662492"/>
                    <a:pt x="52342" y="287929"/>
                  </a:cubicBezTo>
                  <a:lnTo>
                    <a:pt x="403" y="187350"/>
                  </a:lnTo>
                  <a:lnTo>
                    <a:pt x="52342" y="287929"/>
                  </a:lnTo>
                  <a:cubicBezTo>
                    <a:pt x="762176" y="1662492"/>
                    <a:pt x="853123" y="1566615"/>
                    <a:pt x="325183" y="30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E5CED00-2AE2-B123-A68C-321639984EED}"/>
                </a:ext>
              </a:extLst>
            </p:cNvPr>
            <p:cNvSpPr/>
            <p:nvPr/>
          </p:nvSpPr>
          <p:spPr>
            <a:xfrm>
              <a:off x="4819665" y="1172904"/>
              <a:ext cx="595021" cy="1179020"/>
            </a:xfrm>
            <a:custGeom>
              <a:avLst/>
              <a:gdLst>
                <a:gd name="connsiteX0" fmla="*/ 91063 w 595021"/>
                <a:gd name="connsiteY0" fmla="*/ 300 h 1179020"/>
                <a:gd name="connsiteX1" fmla="*/ 52419 w 595021"/>
                <a:gd name="connsiteY1" fmla="*/ 195378 h 1179020"/>
                <a:gd name="connsiteX2" fmla="*/ 403 w 595021"/>
                <a:gd name="connsiteY2" fmla="*/ 94833 h 1179020"/>
                <a:gd name="connsiteX3" fmla="*/ 52419 w 595021"/>
                <a:gd name="connsiteY3" fmla="*/ 195378 h 1179020"/>
                <a:gd name="connsiteX4" fmla="*/ 91063 w 595021"/>
                <a:gd name="connsiteY4" fmla="*/ 300 h 1179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021" h="1179020">
                  <a:moveTo>
                    <a:pt x="91063" y="300"/>
                  </a:moveTo>
                  <a:cubicBezTo>
                    <a:pt x="776188" y="1504365"/>
                    <a:pt x="763307" y="1569388"/>
                    <a:pt x="52419" y="195378"/>
                  </a:cubicBezTo>
                  <a:lnTo>
                    <a:pt x="403" y="94833"/>
                  </a:lnTo>
                  <a:lnTo>
                    <a:pt x="52419" y="195378"/>
                  </a:lnTo>
                  <a:cubicBezTo>
                    <a:pt x="763307" y="1569388"/>
                    <a:pt x="776188" y="1504365"/>
                    <a:pt x="91063" y="300"/>
                  </a:cubicBezTo>
                  <a:close/>
                </a:path>
              </a:pathLst>
            </a:custGeom>
            <a:solidFill>
              <a:srgbClr val="4A4A4A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5656FDB-BEF7-ED01-7540-F4E869A570BE}"/>
                </a:ext>
              </a:extLst>
            </p:cNvPr>
            <p:cNvSpPr/>
            <p:nvPr/>
          </p:nvSpPr>
          <p:spPr>
            <a:xfrm>
              <a:off x="3513882" y="1228974"/>
              <a:ext cx="1659541" cy="2034775"/>
            </a:xfrm>
            <a:custGeom>
              <a:avLst/>
              <a:gdLst>
                <a:gd name="connsiteX0" fmla="*/ 1282005 w 1659541"/>
                <a:gd name="connsiteY0" fmla="*/ 300 h 2034775"/>
                <a:gd name="connsiteX1" fmla="*/ 113149 w 1659541"/>
                <a:gd name="connsiteY1" fmla="*/ 2021655 h 2034775"/>
                <a:gd name="connsiteX2" fmla="*/ 403 w 1659541"/>
                <a:gd name="connsiteY2" fmla="*/ 2012940 h 2034775"/>
                <a:gd name="connsiteX3" fmla="*/ 113149 w 1659541"/>
                <a:gd name="connsiteY3" fmla="*/ 2021655 h 2034775"/>
                <a:gd name="connsiteX4" fmla="*/ 1282005 w 1659541"/>
                <a:gd name="connsiteY4" fmla="*/ 300 h 203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541" h="2034775">
                  <a:moveTo>
                    <a:pt x="1282005" y="300"/>
                  </a:moveTo>
                  <a:cubicBezTo>
                    <a:pt x="2043690" y="1466985"/>
                    <a:pt x="1654073" y="2140769"/>
                    <a:pt x="113149" y="2021655"/>
                  </a:cubicBezTo>
                  <a:lnTo>
                    <a:pt x="403" y="2012940"/>
                  </a:lnTo>
                  <a:lnTo>
                    <a:pt x="113149" y="2021655"/>
                  </a:lnTo>
                  <a:cubicBezTo>
                    <a:pt x="1654073" y="2140769"/>
                    <a:pt x="2043690" y="1466985"/>
                    <a:pt x="1282005" y="300"/>
                  </a:cubicBezTo>
                  <a:close/>
                </a:path>
              </a:pathLst>
            </a:custGeom>
            <a:solidFill>
              <a:srgbClr val="5695C1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43839AD-CC44-59C1-11D2-466362AAB499}"/>
                </a:ext>
              </a:extLst>
            </p:cNvPr>
            <p:cNvSpPr/>
            <p:nvPr/>
          </p:nvSpPr>
          <p:spPr>
            <a:xfrm>
              <a:off x="4797169" y="997188"/>
              <a:ext cx="1043664" cy="1302677"/>
            </a:xfrm>
            <a:custGeom>
              <a:avLst/>
              <a:gdLst>
                <a:gd name="connsiteX0" fmla="*/ 403 w 1043664"/>
                <a:gd name="connsiteY0" fmla="*/ 231214 h 1302677"/>
                <a:gd name="connsiteX1" fmla="*/ 1035018 w 1043664"/>
                <a:gd name="connsiteY1" fmla="*/ 113402 h 1302677"/>
                <a:gd name="connsiteX2" fmla="*/ 1029837 w 1043664"/>
                <a:gd name="connsiteY2" fmla="*/ 300 h 1302677"/>
                <a:gd name="connsiteX3" fmla="*/ 1035018 w 1043664"/>
                <a:gd name="connsiteY3" fmla="*/ 113402 h 1302677"/>
                <a:gd name="connsiteX4" fmla="*/ 403 w 1043664"/>
                <a:gd name="connsiteY4" fmla="*/ 231214 h 130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3664" h="1302677">
                  <a:moveTo>
                    <a:pt x="403" y="231214"/>
                  </a:moveTo>
                  <a:cubicBezTo>
                    <a:pt x="760966" y="1698478"/>
                    <a:pt x="1105837" y="1659209"/>
                    <a:pt x="1035018" y="113402"/>
                  </a:cubicBezTo>
                  <a:lnTo>
                    <a:pt x="1029837" y="300"/>
                  </a:lnTo>
                  <a:lnTo>
                    <a:pt x="1035018" y="113402"/>
                  </a:lnTo>
                  <a:cubicBezTo>
                    <a:pt x="1105837" y="1659209"/>
                    <a:pt x="760966" y="1698478"/>
                    <a:pt x="403" y="231214"/>
                  </a:cubicBezTo>
                  <a:close/>
                </a:path>
              </a:pathLst>
            </a:custGeom>
            <a:solidFill>
              <a:srgbClr val="5695C1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013A1AA-DE3A-12D3-9916-3D77462DA2B8}"/>
                </a:ext>
              </a:extLst>
            </p:cNvPr>
            <p:cNvSpPr/>
            <p:nvPr/>
          </p:nvSpPr>
          <p:spPr>
            <a:xfrm>
              <a:off x="3513735" y="973014"/>
              <a:ext cx="2126828" cy="2290977"/>
            </a:xfrm>
            <a:custGeom>
              <a:avLst/>
              <a:gdLst>
                <a:gd name="connsiteX0" fmla="*/ 2083301 w 2126828"/>
                <a:gd name="connsiteY0" fmla="*/ 300 h 2290977"/>
                <a:gd name="connsiteX1" fmla="*/ 113160 w 2126828"/>
                <a:gd name="connsiteY1" fmla="*/ 2279392 h 2290977"/>
                <a:gd name="connsiteX2" fmla="*/ 403 w 2126828"/>
                <a:gd name="connsiteY2" fmla="*/ 2270763 h 2290977"/>
                <a:gd name="connsiteX3" fmla="*/ 113160 w 2126828"/>
                <a:gd name="connsiteY3" fmla="*/ 2279392 h 2290977"/>
                <a:gd name="connsiteX4" fmla="*/ 2083301 w 2126828"/>
                <a:gd name="connsiteY4" fmla="*/ 300 h 229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6828" h="2290977">
                  <a:moveTo>
                    <a:pt x="2083301" y="300"/>
                  </a:moveTo>
                  <a:cubicBezTo>
                    <a:pt x="2310888" y="1637621"/>
                    <a:pt x="1654175" y="2397321"/>
                    <a:pt x="113160" y="2279392"/>
                  </a:cubicBezTo>
                  <a:lnTo>
                    <a:pt x="403" y="2270763"/>
                  </a:lnTo>
                  <a:lnTo>
                    <a:pt x="113160" y="2279392"/>
                  </a:lnTo>
                  <a:cubicBezTo>
                    <a:pt x="1654175" y="2397321"/>
                    <a:pt x="2310888" y="1637621"/>
                    <a:pt x="2083301" y="30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8AC0942-1FF9-EBEB-7B2F-754869BF5D6A}"/>
                </a:ext>
              </a:extLst>
            </p:cNvPr>
            <p:cNvSpPr/>
            <p:nvPr/>
          </p:nvSpPr>
          <p:spPr>
            <a:xfrm>
              <a:off x="3513599" y="959834"/>
              <a:ext cx="2217153" cy="2305645"/>
            </a:xfrm>
            <a:custGeom>
              <a:avLst/>
              <a:gdLst>
                <a:gd name="connsiteX0" fmla="*/ 2197143 w 2217153"/>
                <a:gd name="connsiteY0" fmla="*/ 300 h 2305645"/>
                <a:gd name="connsiteX1" fmla="*/ 113160 w 2217153"/>
                <a:gd name="connsiteY1" fmla="*/ 2294349 h 2305645"/>
                <a:gd name="connsiteX2" fmla="*/ 403 w 2217153"/>
                <a:gd name="connsiteY2" fmla="*/ 2285807 h 2305645"/>
                <a:gd name="connsiteX3" fmla="*/ 113160 w 2217153"/>
                <a:gd name="connsiteY3" fmla="*/ 2294349 h 2305645"/>
                <a:gd name="connsiteX4" fmla="*/ 2197143 w 2217153"/>
                <a:gd name="connsiteY4" fmla="*/ 300 h 230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7153" h="2305645">
                  <a:moveTo>
                    <a:pt x="2197143" y="300"/>
                  </a:moveTo>
                  <a:cubicBezTo>
                    <a:pt x="2348925" y="1646411"/>
                    <a:pt x="1654265" y="2411093"/>
                    <a:pt x="113160" y="2294349"/>
                  </a:cubicBezTo>
                  <a:lnTo>
                    <a:pt x="403" y="2285807"/>
                  </a:lnTo>
                  <a:lnTo>
                    <a:pt x="113160" y="2294349"/>
                  </a:lnTo>
                  <a:cubicBezTo>
                    <a:pt x="1654265" y="2411093"/>
                    <a:pt x="2348925" y="1646411"/>
                    <a:pt x="2197143" y="30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5529135-EFA4-DAA2-DD9F-AB7CA272C188}"/>
                </a:ext>
              </a:extLst>
            </p:cNvPr>
            <p:cNvSpPr/>
            <p:nvPr/>
          </p:nvSpPr>
          <p:spPr>
            <a:xfrm>
              <a:off x="4583957" y="1263587"/>
              <a:ext cx="759744" cy="1130189"/>
            </a:xfrm>
            <a:custGeom>
              <a:avLst/>
              <a:gdLst>
                <a:gd name="connsiteX0" fmla="*/ 403 w 759744"/>
                <a:gd name="connsiteY0" fmla="*/ 89489 h 1130189"/>
                <a:gd name="connsiteX1" fmla="*/ 295245 w 759744"/>
                <a:gd name="connsiteY1" fmla="*/ 101015 h 1130189"/>
                <a:gd name="connsiteX2" fmla="*/ 243576 w 759744"/>
                <a:gd name="connsiteY2" fmla="*/ 300 h 1130189"/>
                <a:gd name="connsiteX3" fmla="*/ 295245 w 759744"/>
                <a:gd name="connsiteY3" fmla="*/ 101015 h 1130189"/>
                <a:gd name="connsiteX4" fmla="*/ 403 w 759744"/>
                <a:gd name="connsiteY4" fmla="*/ 89489 h 1130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744" h="1130189">
                  <a:moveTo>
                    <a:pt x="403" y="89489"/>
                  </a:moveTo>
                  <a:cubicBezTo>
                    <a:pt x="903108" y="1473637"/>
                    <a:pt x="1001388" y="1477479"/>
                    <a:pt x="295245" y="101015"/>
                  </a:cubicBezTo>
                  <a:lnTo>
                    <a:pt x="243576" y="300"/>
                  </a:lnTo>
                  <a:lnTo>
                    <a:pt x="295245" y="101015"/>
                  </a:lnTo>
                  <a:cubicBezTo>
                    <a:pt x="1001388" y="1477479"/>
                    <a:pt x="903108" y="1473637"/>
                    <a:pt x="403" y="89489"/>
                  </a:cubicBezTo>
                  <a:close/>
                </a:path>
              </a:pathLst>
            </a:custGeom>
            <a:solidFill>
              <a:srgbClr val="4CA96F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96979C4-5107-2133-2E2D-E3BC003DDF68}"/>
                </a:ext>
              </a:extLst>
            </p:cNvPr>
            <p:cNvSpPr/>
            <p:nvPr/>
          </p:nvSpPr>
          <p:spPr>
            <a:xfrm>
              <a:off x="3514244" y="1080443"/>
              <a:ext cx="1832466" cy="2178687"/>
            </a:xfrm>
            <a:custGeom>
              <a:avLst/>
              <a:gdLst>
                <a:gd name="connsiteX0" fmla="*/ 1629560 w 1832466"/>
                <a:gd name="connsiteY0" fmla="*/ 300 h 2178687"/>
                <a:gd name="connsiteX1" fmla="*/ 113138 w 1832466"/>
                <a:gd name="connsiteY1" fmla="*/ 2165744 h 2178687"/>
                <a:gd name="connsiteX2" fmla="*/ 403 w 1832466"/>
                <a:gd name="connsiteY2" fmla="*/ 2156812 h 2178687"/>
                <a:gd name="connsiteX3" fmla="*/ 113138 w 1832466"/>
                <a:gd name="connsiteY3" fmla="*/ 2165744 h 2178687"/>
                <a:gd name="connsiteX4" fmla="*/ 1629560 w 1832466"/>
                <a:gd name="connsiteY4" fmla="*/ 300 h 217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2466" h="2178687">
                  <a:moveTo>
                    <a:pt x="1629560" y="300"/>
                  </a:moveTo>
                  <a:cubicBezTo>
                    <a:pt x="2159301" y="1566002"/>
                    <a:pt x="1653826" y="2287819"/>
                    <a:pt x="113138" y="2165744"/>
                  </a:cubicBezTo>
                  <a:lnTo>
                    <a:pt x="403" y="2156812"/>
                  </a:lnTo>
                  <a:lnTo>
                    <a:pt x="113138" y="2165744"/>
                  </a:lnTo>
                  <a:cubicBezTo>
                    <a:pt x="1653826" y="2287819"/>
                    <a:pt x="2159301" y="1566002"/>
                    <a:pt x="1629560" y="30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6560BD1F-EC99-231D-CB47-03513B989803}"/>
                </a:ext>
              </a:extLst>
            </p:cNvPr>
            <p:cNvSpPr/>
            <p:nvPr/>
          </p:nvSpPr>
          <p:spPr>
            <a:xfrm>
              <a:off x="5256287" y="1045139"/>
              <a:ext cx="2673325" cy="3780225"/>
            </a:xfrm>
            <a:custGeom>
              <a:avLst/>
              <a:gdLst>
                <a:gd name="connsiteX0" fmla="*/ 403 w 2673325"/>
                <a:gd name="connsiteY0" fmla="*/ 300 h 3780225"/>
                <a:gd name="connsiteX1" fmla="*/ 2581088 w 2673325"/>
                <a:gd name="connsiteY1" fmla="*/ 3715579 h 3780225"/>
                <a:gd name="connsiteX2" fmla="*/ 2673728 w 2673325"/>
                <a:gd name="connsiteY2" fmla="*/ 3780526 h 3780225"/>
                <a:gd name="connsiteX3" fmla="*/ 2581088 w 2673325"/>
                <a:gd name="connsiteY3" fmla="*/ 3715579 h 3780225"/>
                <a:gd name="connsiteX4" fmla="*/ 403 w 2673325"/>
                <a:gd name="connsiteY4" fmla="*/ 300 h 378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3325" h="3780225">
                  <a:moveTo>
                    <a:pt x="403" y="300"/>
                  </a:moveTo>
                  <a:cubicBezTo>
                    <a:pt x="454887" y="1589538"/>
                    <a:pt x="1315116" y="2827965"/>
                    <a:pt x="2581088" y="3715579"/>
                  </a:cubicBezTo>
                  <a:lnTo>
                    <a:pt x="2673728" y="3780526"/>
                  </a:lnTo>
                  <a:lnTo>
                    <a:pt x="2581088" y="3715579"/>
                  </a:lnTo>
                  <a:cubicBezTo>
                    <a:pt x="1315116" y="2827965"/>
                    <a:pt x="454887" y="1589538"/>
                    <a:pt x="403" y="30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B9BC0AA-8F0A-FFD8-A9FC-D8CFE3C3317B}"/>
                </a:ext>
              </a:extLst>
            </p:cNvPr>
            <p:cNvSpPr/>
            <p:nvPr/>
          </p:nvSpPr>
          <p:spPr>
            <a:xfrm>
              <a:off x="5368878" y="1015700"/>
              <a:ext cx="325438" cy="1240502"/>
            </a:xfrm>
            <a:custGeom>
              <a:avLst/>
              <a:gdLst>
                <a:gd name="connsiteX0" fmla="*/ 403 w 325438"/>
                <a:gd name="connsiteY0" fmla="*/ 300 h 1240502"/>
                <a:gd name="connsiteX1" fmla="*/ 143354 w 325438"/>
                <a:gd name="connsiteY1" fmla="*/ 132017 h 1240502"/>
                <a:gd name="connsiteX2" fmla="*/ 122565 w 325438"/>
                <a:gd name="connsiteY2" fmla="*/ 20715 h 1240502"/>
                <a:gd name="connsiteX3" fmla="*/ 143354 w 325438"/>
                <a:gd name="connsiteY3" fmla="*/ 132017 h 1240502"/>
                <a:gd name="connsiteX4" fmla="*/ 403 w 325438"/>
                <a:gd name="connsiteY4" fmla="*/ 300 h 124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38" h="1240502">
                  <a:moveTo>
                    <a:pt x="403" y="300"/>
                  </a:moveTo>
                  <a:cubicBezTo>
                    <a:pt x="379826" y="1609167"/>
                    <a:pt x="427477" y="1653071"/>
                    <a:pt x="143354" y="132017"/>
                  </a:cubicBezTo>
                  <a:lnTo>
                    <a:pt x="122565" y="20715"/>
                  </a:lnTo>
                  <a:lnTo>
                    <a:pt x="143354" y="132017"/>
                  </a:lnTo>
                  <a:cubicBezTo>
                    <a:pt x="427477" y="1653071"/>
                    <a:pt x="379826" y="1609167"/>
                    <a:pt x="403" y="30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AE4F488-B037-673D-62CB-122C0544E003}"/>
                </a:ext>
              </a:extLst>
            </p:cNvPr>
            <p:cNvSpPr/>
            <p:nvPr/>
          </p:nvSpPr>
          <p:spPr>
            <a:xfrm>
              <a:off x="3515544" y="3221122"/>
              <a:ext cx="4897759" cy="150887"/>
            </a:xfrm>
            <a:custGeom>
              <a:avLst/>
              <a:gdLst>
                <a:gd name="connsiteX0" fmla="*/ 4898162 w 4897759"/>
                <a:gd name="connsiteY0" fmla="*/ 128188 h 150887"/>
                <a:gd name="connsiteX1" fmla="*/ 113081 w 4897759"/>
                <a:gd name="connsiteY1" fmla="*/ 9968 h 150887"/>
                <a:gd name="connsiteX2" fmla="*/ 403 w 4897759"/>
                <a:gd name="connsiteY2" fmla="*/ 300 h 150887"/>
                <a:gd name="connsiteX3" fmla="*/ 113081 w 4897759"/>
                <a:gd name="connsiteY3" fmla="*/ 9968 h 150887"/>
                <a:gd name="connsiteX4" fmla="*/ 4898162 w 4897759"/>
                <a:gd name="connsiteY4" fmla="*/ 128188 h 15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7759" h="150887">
                  <a:moveTo>
                    <a:pt x="4898162" y="128188"/>
                  </a:moveTo>
                  <a:cubicBezTo>
                    <a:pt x="3247968" y="181514"/>
                    <a:pt x="1652941" y="142108"/>
                    <a:pt x="113081" y="9968"/>
                  </a:cubicBezTo>
                  <a:lnTo>
                    <a:pt x="403" y="300"/>
                  </a:lnTo>
                  <a:lnTo>
                    <a:pt x="113081" y="9968"/>
                  </a:lnTo>
                  <a:cubicBezTo>
                    <a:pt x="1652941" y="142108"/>
                    <a:pt x="3247968" y="181514"/>
                    <a:pt x="4898162" y="128188"/>
                  </a:cubicBezTo>
                  <a:close/>
                </a:path>
              </a:pathLst>
            </a:custGeom>
            <a:solidFill>
              <a:srgbClr val="BE783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6EB91922-8E5D-0B25-A2D6-A6537FCB6804}"/>
                </a:ext>
              </a:extLst>
            </p:cNvPr>
            <p:cNvSpPr/>
            <p:nvPr/>
          </p:nvSpPr>
          <p:spPr>
            <a:xfrm>
              <a:off x="3515081" y="3226710"/>
              <a:ext cx="4373866" cy="1729737"/>
            </a:xfrm>
            <a:custGeom>
              <a:avLst/>
              <a:gdLst>
                <a:gd name="connsiteX0" fmla="*/ 4374269 w 4373866"/>
                <a:gd name="connsiteY0" fmla="*/ 1730038 h 1729737"/>
                <a:gd name="connsiteX1" fmla="*/ 113093 w 4373866"/>
                <a:gd name="connsiteY1" fmla="*/ 9708 h 1729737"/>
                <a:gd name="connsiteX2" fmla="*/ 403 w 4373866"/>
                <a:gd name="connsiteY2" fmla="*/ 300 h 1729737"/>
                <a:gd name="connsiteX3" fmla="*/ 113093 w 4373866"/>
                <a:gd name="connsiteY3" fmla="*/ 9708 h 1729737"/>
                <a:gd name="connsiteX4" fmla="*/ 4374269 w 4373866"/>
                <a:gd name="connsiteY4" fmla="*/ 1730038 h 172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3866" h="1729737">
                  <a:moveTo>
                    <a:pt x="4374269" y="1730038"/>
                  </a:moveTo>
                  <a:cubicBezTo>
                    <a:pt x="3073645" y="711741"/>
                    <a:pt x="1653254" y="138296"/>
                    <a:pt x="113093" y="9708"/>
                  </a:cubicBezTo>
                  <a:lnTo>
                    <a:pt x="403" y="300"/>
                  </a:lnTo>
                  <a:lnTo>
                    <a:pt x="113093" y="9708"/>
                  </a:lnTo>
                  <a:cubicBezTo>
                    <a:pt x="1653254" y="138296"/>
                    <a:pt x="3073645" y="711741"/>
                    <a:pt x="4374269" y="1730038"/>
                  </a:cubicBezTo>
                  <a:close/>
                </a:path>
              </a:pathLst>
            </a:custGeom>
            <a:solidFill>
              <a:srgbClr val="D4A134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571CC31-1105-A043-3AD7-79B5B1DC1D3E}"/>
                </a:ext>
              </a:extLst>
            </p:cNvPr>
            <p:cNvSpPr/>
            <p:nvPr/>
          </p:nvSpPr>
          <p:spPr>
            <a:xfrm>
              <a:off x="3514617" y="1355380"/>
              <a:ext cx="1568063" cy="1901622"/>
            </a:xfrm>
            <a:custGeom>
              <a:avLst/>
              <a:gdLst>
                <a:gd name="connsiteX0" fmla="*/ 1065773 w 1568063"/>
                <a:gd name="connsiteY0" fmla="*/ 300 h 1901622"/>
                <a:gd name="connsiteX1" fmla="*/ 113115 w 1568063"/>
                <a:gd name="connsiteY1" fmla="*/ 1886366 h 1901622"/>
                <a:gd name="connsiteX2" fmla="*/ 403 w 1568063"/>
                <a:gd name="connsiteY2" fmla="*/ 1877218 h 1901622"/>
                <a:gd name="connsiteX3" fmla="*/ 113115 w 1568063"/>
                <a:gd name="connsiteY3" fmla="*/ 1886366 h 1901622"/>
                <a:gd name="connsiteX4" fmla="*/ 1065773 w 1568063"/>
                <a:gd name="connsiteY4" fmla="*/ 300 h 190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8063" h="1901622">
                  <a:moveTo>
                    <a:pt x="1065773" y="300"/>
                  </a:moveTo>
                  <a:cubicBezTo>
                    <a:pt x="1971123" y="1382714"/>
                    <a:pt x="1653572" y="2011402"/>
                    <a:pt x="113115" y="1886366"/>
                  </a:cubicBezTo>
                  <a:lnTo>
                    <a:pt x="403" y="1877218"/>
                  </a:lnTo>
                  <a:lnTo>
                    <a:pt x="113115" y="1886366"/>
                  </a:lnTo>
                  <a:cubicBezTo>
                    <a:pt x="1653572" y="2011402"/>
                    <a:pt x="1971123" y="1382714"/>
                    <a:pt x="1065773" y="300"/>
                  </a:cubicBezTo>
                  <a:close/>
                </a:path>
              </a:pathLst>
            </a:custGeom>
            <a:solidFill>
              <a:srgbClr val="4CA96F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FF499CF-C2D1-8AC4-D4F7-491A366795F4}"/>
                </a:ext>
              </a:extLst>
            </p:cNvPr>
            <p:cNvSpPr/>
            <p:nvPr/>
          </p:nvSpPr>
          <p:spPr>
            <a:xfrm>
              <a:off x="3518372" y="2108744"/>
              <a:ext cx="1321295" cy="1126254"/>
            </a:xfrm>
            <a:custGeom>
              <a:avLst/>
              <a:gdLst>
                <a:gd name="connsiteX0" fmla="*/ 323602 w 1321295"/>
                <a:gd name="connsiteY0" fmla="*/ 436 h 1126254"/>
                <a:gd name="connsiteX1" fmla="*/ 323681 w 1321295"/>
                <a:gd name="connsiteY1" fmla="*/ 300 h 1126254"/>
                <a:gd name="connsiteX2" fmla="*/ 112934 w 1321295"/>
                <a:gd name="connsiteY2" fmla="*/ 1093137 h 1126254"/>
                <a:gd name="connsiteX3" fmla="*/ 403 w 1321295"/>
                <a:gd name="connsiteY3" fmla="*/ 1081969 h 1126254"/>
                <a:gd name="connsiteX4" fmla="*/ 112957 w 1321295"/>
                <a:gd name="connsiteY4" fmla="*/ 1092996 h 1126254"/>
                <a:gd name="connsiteX5" fmla="*/ 323602 w 1321295"/>
                <a:gd name="connsiteY5" fmla="*/ 436 h 112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1295" h="1126254">
                  <a:moveTo>
                    <a:pt x="323602" y="436"/>
                  </a:moveTo>
                  <a:cubicBezTo>
                    <a:pt x="323636" y="391"/>
                    <a:pt x="323658" y="345"/>
                    <a:pt x="323681" y="300"/>
                  </a:cubicBezTo>
                  <a:cubicBezTo>
                    <a:pt x="1721258" y="880472"/>
                    <a:pt x="1651008" y="1244749"/>
                    <a:pt x="112934" y="1093137"/>
                  </a:cubicBezTo>
                  <a:lnTo>
                    <a:pt x="403" y="1081969"/>
                  </a:lnTo>
                  <a:lnTo>
                    <a:pt x="112957" y="1092996"/>
                  </a:lnTo>
                  <a:cubicBezTo>
                    <a:pt x="1651013" y="1244702"/>
                    <a:pt x="1721231" y="880514"/>
                    <a:pt x="323602" y="436"/>
                  </a:cubicBezTo>
                  <a:close/>
                </a:path>
              </a:pathLst>
            </a:custGeom>
            <a:solidFill>
              <a:srgbClr val="DACA7E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4F31F83-2578-F59A-6115-6D6EB09508D7}"/>
                </a:ext>
              </a:extLst>
            </p:cNvPr>
            <p:cNvSpPr/>
            <p:nvPr/>
          </p:nvSpPr>
          <p:spPr>
            <a:xfrm>
              <a:off x="3517297" y="1759984"/>
              <a:ext cx="1399498" cy="1477159"/>
            </a:xfrm>
            <a:custGeom>
              <a:avLst/>
              <a:gdLst>
                <a:gd name="connsiteX0" fmla="*/ 589421 w 1399498"/>
                <a:gd name="connsiteY0" fmla="*/ 413 h 1477159"/>
                <a:gd name="connsiteX1" fmla="*/ 589523 w 1399498"/>
                <a:gd name="connsiteY1" fmla="*/ 300 h 1477159"/>
                <a:gd name="connsiteX2" fmla="*/ 112991 w 1399498"/>
                <a:gd name="connsiteY2" fmla="*/ 1452541 h 1477159"/>
                <a:gd name="connsiteX3" fmla="*/ 403 w 1399498"/>
                <a:gd name="connsiteY3" fmla="*/ 1441892 h 1477159"/>
                <a:gd name="connsiteX4" fmla="*/ 113002 w 1399498"/>
                <a:gd name="connsiteY4" fmla="*/ 1452400 h 1477159"/>
                <a:gd name="connsiteX5" fmla="*/ 589421 w 1399498"/>
                <a:gd name="connsiteY5" fmla="*/ 413 h 1477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9498" h="1477159">
                  <a:moveTo>
                    <a:pt x="589421" y="413"/>
                  </a:moveTo>
                  <a:cubicBezTo>
                    <a:pt x="589455" y="368"/>
                    <a:pt x="589489" y="334"/>
                    <a:pt x="589523" y="300"/>
                  </a:cubicBezTo>
                  <a:cubicBezTo>
                    <a:pt x="1810586" y="1112976"/>
                    <a:pt x="1651742" y="1597057"/>
                    <a:pt x="112991" y="1452541"/>
                  </a:cubicBezTo>
                  <a:lnTo>
                    <a:pt x="403" y="1441892"/>
                  </a:lnTo>
                  <a:lnTo>
                    <a:pt x="113002" y="1452400"/>
                  </a:lnTo>
                  <a:cubicBezTo>
                    <a:pt x="1651747" y="1597010"/>
                    <a:pt x="1810552" y="1113013"/>
                    <a:pt x="589421" y="413"/>
                  </a:cubicBezTo>
                  <a:close/>
                </a:path>
              </a:pathLst>
            </a:custGeom>
            <a:solidFill>
              <a:srgbClr val="EA968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4C14B54-51FF-C3FB-6418-F3899B470403}"/>
                </a:ext>
              </a:extLst>
            </p:cNvPr>
            <p:cNvSpPr/>
            <p:nvPr/>
          </p:nvSpPr>
          <p:spPr>
            <a:xfrm>
              <a:off x="3969697" y="1211412"/>
              <a:ext cx="1324730" cy="1338400"/>
            </a:xfrm>
            <a:custGeom>
              <a:avLst/>
              <a:gdLst>
                <a:gd name="connsiteX0" fmla="*/ 403 w 1324730"/>
                <a:gd name="connsiteY0" fmla="*/ 712959 h 1338400"/>
                <a:gd name="connsiteX1" fmla="*/ 493 w 1324730"/>
                <a:gd name="connsiteY1" fmla="*/ 712846 h 1338400"/>
                <a:gd name="connsiteX2" fmla="*/ 1012335 w 1324730"/>
                <a:gd name="connsiteY2" fmla="*/ 103472 h 1338400"/>
                <a:gd name="connsiteX3" fmla="*/ 965750 w 1324730"/>
                <a:gd name="connsiteY3" fmla="*/ 300 h 1338400"/>
                <a:gd name="connsiteX4" fmla="*/ 1012464 w 1324730"/>
                <a:gd name="connsiteY4" fmla="*/ 103416 h 1338400"/>
                <a:gd name="connsiteX5" fmla="*/ 403 w 1324730"/>
                <a:gd name="connsiteY5" fmla="*/ 712959 h 13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4730" h="1338400">
                  <a:moveTo>
                    <a:pt x="403" y="712959"/>
                  </a:moveTo>
                  <a:cubicBezTo>
                    <a:pt x="425" y="712925"/>
                    <a:pt x="459" y="712880"/>
                    <a:pt x="493" y="712846"/>
                  </a:cubicBezTo>
                  <a:cubicBezTo>
                    <a:pt x="1312643" y="1716206"/>
                    <a:pt x="1649924" y="1513081"/>
                    <a:pt x="1012335" y="103472"/>
                  </a:cubicBezTo>
                  <a:lnTo>
                    <a:pt x="965750" y="300"/>
                  </a:lnTo>
                  <a:lnTo>
                    <a:pt x="1012464" y="103416"/>
                  </a:lnTo>
                  <a:cubicBezTo>
                    <a:pt x="1649967" y="1513062"/>
                    <a:pt x="1312612" y="1716246"/>
                    <a:pt x="403" y="712959"/>
                  </a:cubicBezTo>
                  <a:close/>
                </a:path>
              </a:pathLst>
            </a:custGeom>
            <a:solidFill>
              <a:srgbClr val="E5ABA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AA43E05-9EFE-2190-E5C7-D8020B2ED5EB}"/>
                </a:ext>
              </a:extLst>
            </p:cNvPr>
            <p:cNvSpPr/>
            <p:nvPr/>
          </p:nvSpPr>
          <p:spPr>
            <a:xfrm>
              <a:off x="4375822" y="1360056"/>
              <a:ext cx="849871" cy="1112541"/>
            </a:xfrm>
            <a:custGeom>
              <a:avLst/>
              <a:gdLst>
                <a:gd name="connsiteX0" fmla="*/ 197353 w 849871"/>
                <a:gd name="connsiteY0" fmla="*/ 379 h 1112541"/>
                <a:gd name="connsiteX1" fmla="*/ 197477 w 849871"/>
                <a:gd name="connsiteY1" fmla="*/ 300 h 1112541"/>
                <a:gd name="connsiteX2" fmla="*/ 73004 w 849871"/>
                <a:gd name="connsiteY2" fmla="*/ 290669 h 1112541"/>
                <a:gd name="connsiteX3" fmla="*/ 403 w 849871"/>
                <a:gd name="connsiteY3" fmla="*/ 203870 h 1112541"/>
                <a:gd name="connsiteX4" fmla="*/ 73117 w 849871"/>
                <a:gd name="connsiteY4" fmla="*/ 290579 h 1112541"/>
                <a:gd name="connsiteX5" fmla="*/ 197353 w 849871"/>
                <a:gd name="connsiteY5" fmla="*/ 379 h 111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9871" h="1112541">
                  <a:moveTo>
                    <a:pt x="197353" y="379"/>
                  </a:moveTo>
                  <a:cubicBezTo>
                    <a:pt x="197398" y="345"/>
                    <a:pt x="197443" y="323"/>
                    <a:pt x="197477" y="300"/>
                  </a:cubicBezTo>
                  <a:cubicBezTo>
                    <a:pt x="1107556" y="1379594"/>
                    <a:pt x="1066064" y="1476385"/>
                    <a:pt x="73004" y="290669"/>
                  </a:cubicBezTo>
                  <a:lnTo>
                    <a:pt x="403" y="203870"/>
                  </a:lnTo>
                  <a:lnTo>
                    <a:pt x="73117" y="290579"/>
                  </a:lnTo>
                  <a:cubicBezTo>
                    <a:pt x="1066100" y="1476356"/>
                    <a:pt x="1107513" y="1379621"/>
                    <a:pt x="197353" y="379"/>
                  </a:cubicBezTo>
                  <a:close/>
                </a:path>
              </a:pathLst>
            </a:custGeom>
            <a:solidFill>
              <a:srgbClr val="4CA96F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F95781E-4634-AAA1-9359-4113C2C97FA1}"/>
                </a:ext>
              </a:extLst>
            </p:cNvPr>
            <p:cNvSpPr/>
            <p:nvPr/>
          </p:nvSpPr>
          <p:spPr>
            <a:xfrm>
              <a:off x="3516280" y="1121771"/>
              <a:ext cx="1770325" cy="2118006"/>
            </a:xfrm>
            <a:custGeom>
              <a:avLst/>
              <a:gdLst>
                <a:gd name="connsiteX0" fmla="*/ 1514610 w 1770325"/>
                <a:gd name="connsiteY0" fmla="*/ 356 h 2118006"/>
                <a:gd name="connsiteX1" fmla="*/ 1514751 w 1770325"/>
                <a:gd name="connsiteY1" fmla="*/ 300 h 2118006"/>
                <a:gd name="connsiteX2" fmla="*/ 113036 w 1770325"/>
                <a:gd name="connsiteY2" fmla="*/ 2101402 h 2118006"/>
                <a:gd name="connsiteX3" fmla="*/ 403 w 1770325"/>
                <a:gd name="connsiteY3" fmla="*/ 2091272 h 2118006"/>
                <a:gd name="connsiteX4" fmla="*/ 113047 w 1770325"/>
                <a:gd name="connsiteY4" fmla="*/ 2101260 h 2118006"/>
                <a:gd name="connsiteX5" fmla="*/ 1514610 w 1770325"/>
                <a:gd name="connsiteY5" fmla="*/ 356 h 211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0325" h="2118006">
                  <a:moveTo>
                    <a:pt x="1514610" y="356"/>
                  </a:moveTo>
                  <a:cubicBezTo>
                    <a:pt x="1514657" y="334"/>
                    <a:pt x="1514703" y="311"/>
                    <a:pt x="1514751" y="300"/>
                  </a:cubicBezTo>
                  <a:cubicBezTo>
                    <a:pt x="2119674" y="1538451"/>
                    <a:pt x="1652435" y="2238819"/>
                    <a:pt x="113036" y="2101402"/>
                  </a:cubicBezTo>
                  <a:lnTo>
                    <a:pt x="403" y="2091272"/>
                  </a:lnTo>
                  <a:lnTo>
                    <a:pt x="113047" y="2101260"/>
                  </a:lnTo>
                  <a:cubicBezTo>
                    <a:pt x="1652440" y="2238772"/>
                    <a:pt x="2119627" y="1538470"/>
                    <a:pt x="1514610" y="356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D606755-F93A-289E-37D4-4C570B2B457D}"/>
                </a:ext>
              </a:extLst>
            </p:cNvPr>
            <p:cNvSpPr/>
            <p:nvPr/>
          </p:nvSpPr>
          <p:spPr>
            <a:xfrm>
              <a:off x="6918744" y="4116770"/>
              <a:ext cx="1053400" cy="728386"/>
            </a:xfrm>
            <a:custGeom>
              <a:avLst/>
              <a:gdLst>
                <a:gd name="connsiteX0" fmla="*/ 1053804 w 1053400"/>
                <a:gd name="connsiteY0" fmla="*/ 727000 h 728386"/>
                <a:gd name="connsiteX1" fmla="*/ 1052627 w 1053400"/>
                <a:gd name="connsiteY1" fmla="*/ 728687 h 728386"/>
                <a:gd name="connsiteX2" fmla="*/ 914583 w 1053400"/>
                <a:gd name="connsiteY2" fmla="*/ 649723 h 728386"/>
                <a:gd name="connsiteX3" fmla="*/ 1006443 w 1053400"/>
                <a:gd name="connsiteY3" fmla="*/ 715768 h 728386"/>
                <a:gd name="connsiteX4" fmla="*/ 913475 w 1053400"/>
                <a:gd name="connsiteY4" fmla="*/ 651285 h 728386"/>
                <a:gd name="connsiteX5" fmla="*/ 1053804 w 1053400"/>
                <a:gd name="connsiteY5" fmla="*/ 727000 h 728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53400" h="728386">
                  <a:moveTo>
                    <a:pt x="1053804" y="727000"/>
                  </a:moveTo>
                  <a:cubicBezTo>
                    <a:pt x="1053408" y="727566"/>
                    <a:pt x="1053023" y="728121"/>
                    <a:pt x="1052627" y="728687"/>
                  </a:cubicBezTo>
                  <a:cubicBezTo>
                    <a:pt x="-302675" y="-215419"/>
                    <a:pt x="-348691" y="-241741"/>
                    <a:pt x="914583" y="649723"/>
                  </a:cubicBezTo>
                  <a:lnTo>
                    <a:pt x="1006443" y="715768"/>
                  </a:lnTo>
                  <a:lnTo>
                    <a:pt x="913475" y="651285"/>
                  </a:lnTo>
                  <a:cubicBezTo>
                    <a:pt x="-349059" y="-241217"/>
                    <a:pt x="-302285" y="-215981"/>
                    <a:pt x="1053804" y="727000"/>
                  </a:cubicBezTo>
                  <a:close/>
                </a:path>
              </a:pathLst>
            </a:custGeom>
            <a:solidFill>
              <a:srgbClr val="C98C3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1F1AA18-05BE-A57B-944D-02888DD380EE}"/>
                </a:ext>
              </a:extLst>
            </p:cNvPr>
            <p:cNvSpPr/>
            <p:nvPr/>
          </p:nvSpPr>
          <p:spPr>
            <a:xfrm>
              <a:off x="3519593" y="1933050"/>
              <a:ext cx="1354522" cy="1290574"/>
            </a:xfrm>
            <a:custGeom>
              <a:avLst/>
              <a:gdLst>
                <a:gd name="connsiteX0" fmla="*/ 442455 w 1354522"/>
                <a:gd name="connsiteY0" fmla="*/ 1942 h 1290574"/>
                <a:gd name="connsiteX1" fmla="*/ 443688 w 1354522"/>
                <a:gd name="connsiteY1" fmla="*/ 300 h 1290574"/>
                <a:gd name="connsiteX2" fmla="*/ 112787 w 1354522"/>
                <a:gd name="connsiteY2" fmla="*/ 1258192 h 1290574"/>
                <a:gd name="connsiteX3" fmla="*/ 403 w 1354522"/>
                <a:gd name="connsiteY3" fmla="*/ 1245575 h 1290574"/>
                <a:gd name="connsiteX4" fmla="*/ 112991 w 1354522"/>
                <a:gd name="connsiteY4" fmla="*/ 1256278 h 1290574"/>
                <a:gd name="connsiteX5" fmla="*/ 442455 w 1354522"/>
                <a:gd name="connsiteY5" fmla="*/ 1942 h 1290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4522" h="1290574">
                  <a:moveTo>
                    <a:pt x="442455" y="1942"/>
                  </a:moveTo>
                  <a:cubicBezTo>
                    <a:pt x="442862" y="1387"/>
                    <a:pt x="443281" y="843"/>
                    <a:pt x="443688" y="300"/>
                  </a:cubicBezTo>
                  <a:cubicBezTo>
                    <a:pt x="1760446" y="997599"/>
                    <a:pt x="1650144" y="1416896"/>
                    <a:pt x="112787" y="1258192"/>
                  </a:cubicBezTo>
                  <a:lnTo>
                    <a:pt x="403" y="1245575"/>
                  </a:lnTo>
                  <a:lnTo>
                    <a:pt x="112991" y="1256278"/>
                  </a:lnTo>
                  <a:cubicBezTo>
                    <a:pt x="1650210" y="1416259"/>
                    <a:pt x="1760033" y="998146"/>
                    <a:pt x="442455" y="1942"/>
                  </a:cubicBezTo>
                  <a:close/>
                </a:path>
              </a:pathLst>
            </a:custGeom>
            <a:solidFill>
              <a:srgbClr val="E5ABA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9A94255-9629-4997-2EDD-6F74FFFD1431}"/>
                </a:ext>
              </a:extLst>
            </p:cNvPr>
            <p:cNvSpPr/>
            <p:nvPr/>
          </p:nvSpPr>
          <p:spPr>
            <a:xfrm>
              <a:off x="3521074" y="3164387"/>
              <a:ext cx="1280846" cy="1320283"/>
            </a:xfrm>
            <a:custGeom>
              <a:avLst/>
              <a:gdLst>
                <a:gd name="connsiteX0" fmla="*/ 176409 w 1280846"/>
                <a:gd name="connsiteY0" fmla="*/ 1320583 h 1320283"/>
                <a:gd name="connsiteX1" fmla="*/ 174724 w 1280846"/>
                <a:gd name="connsiteY1" fmla="*/ 1317000 h 1320283"/>
                <a:gd name="connsiteX2" fmla="*/ 112618 w 1280846"/>
                <a:gd name="connsiteY2" fmla="*/ 14449 h 1320283"/>
                <a:gd name="connsiteX3" fmla="*/ 403 w 1280846"/>
                <a:gd name="connsiteY3" fmla="*/ 300 h 1320283"/>
                <a:gd name="connsiteX4" fmla="*/ 113025 w 1280846"/>
                <a:gd name="connsiteY4" fmla="*/ 10766 h 1320283"/>
                <a:gd name="connsiteX5" fmla="*/ 176409 w 1280846"/>
                <a:gd name="connsiteY5" fmla="*/ 1320583 h 1320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0846" h="1320283">
                  <a:moveTo>
                    <a:pt x="176409" y="1320583"/>
                  </a:moveTo>
                  <a:cubicBezTo>
                    <a:pt x="175844" y="1319390"/>
                    <a:pt x="175290" y="1318194"/>
                    <a:pt x="174724" y="1317000"/>
                  </a:cubicBezTo>
                  <a:cubicBezTo>
                    <a:pt x="1669804" y="615608"/>
                    <a:pt x="1649100" y="181424"/>
                    <a:pt x="112618" y="14449"/>
                  </a:cubicBezTo>
                  <a:lnTo>
                    <a:pt x="403" y="300"/>
                  </a:lnTo>
                  <a:lnTo>
                    <a:pt x="113025" y="10766"/>
                  </a:lnTo>
                  <a:cubicBezTo>
                    <a:pt x="1649234" y="180196"/>
                    <a:pt x="1670364" y="616803"/>
                    <a:pt x="176409" y="1320583"/>
                  </a:cubicBezTo>
                  <a:close/>
                </a:path>
              </a:pathLst>
            </a:custGeom>
            <a:solidFill>
              <a:srgbClr val="588C8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A97A36BE-EC26-E478-459C-0486F4DC6FE5}"/>
                </a:ext>
              </a:extLst>
            </p:cNvPr>
            <p:cNvSpPr/>
            <p:nvPr/>
          </p:nvSpPr>
          <p:spPr>
            <a:xfrm>
              <a:off x="3952519" y="1326654"/>
              <a:ext cx="1250429" cy="1250073"/>
            </a:xfrm>
            <a:custGeom>
              <a:avLst/>
              <a:gdLst>
                <a:gd name="connsiteX0" fmla="*/ 403 w 1250429"/>
                <a:gd name="connsiteY0" fmla="*/ 620521 h 1250073"/>
                <a:gd name="connsiteX1" fmla="*/ 2766 w 1250429"/>
                <a:gd name="connsiteY1" fmla="*/ 617351 h 1250073"/>
                <a:gd name="connsiteX2" fmla="*/ 815525 w 1250429"/>
                <a:gd name="connsiteY2" fmla="*/ 99011 h 1250073"/>
                <a:gd name="connsiteX3" fmla="*/ 760113 w 1250429"/>
                <a:gd name="connsiteY3" fmla="*/ 300 h 1250073"/>
                <a:gd name="connsiteX4" fmla="*/ 818726 w 1250429"/>
                <a:gd name="connsiteY4" fmla="*/ 97143 h 1250073"/>
                <a:gd name="connsiteX5" fmla="*/ 403 w 1250429"/>
                <a:gd name="connsiteY5" fmla="*/ 620521 h 125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0429" h="1250073">
                  <a:moveTo>
                    <a:pt x="403" y="620521"/>
                  </a:moveTo>
                  <a:cubicBezTo>
                    <a:pt x="1183" y="619457"/>
                    <a:pt x="1974" y="618404"/>
                    <a:pt x="2766" y="617351"/>
                  </a:cubicBezTo>
                  <a:cubicBezTo>
                    <a:pt x="1324852" y="1607545"/>
                    <a:pt x="1595774" y="1434768"/>
                    <a:pt x="815525" y="99011"/>
                  </a:cubicBezTo>
                  <a:lnTo>
                    <a:pt x="760113" y="300"/>
                  </a:lnTo>
                  <a:lnTo>
                    <a:pt x="818726" y="97143"/>
                  </a:lnTo>
                  <a:cubicBezTo>
                    <a:pt x="1596839" y="1434145"/>
                    <a:pt x="1324063" y="1608602"/>
                    <a:pt x="403" y="620521"/>
                  </a:cubicBezTo>
                  <a:close/>
                </a:path>
              </a:pathLst>
            </a:custGeom>
            <a:solidFill>
              <a:srgbClr val="E5ABA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D8240FF-C998-0F23-0345-84D628E30BF4}"/>
                </a:ext>
              </a:extLst>
            </p:cNvPr>
            <p:cNvSpPr/>
            <p:nvPr/>
          </p:nvSpPr>
          <p:spPr>
            <a:xfrm>
              <a:off x="4387289" y="986884"/>
              <a:ext cx="1987730" cy="1410975"/>
            </a:xfrm>
            <a:custGeom>
              <a:avLst/>
              <a:gdLst>
                <a:gd name="connsiteX0" fmla="*/ 1980496 w 1987730"/>
                <a:gd name="connsiteY0" fmla="*/ 300 h 1410975"/>
                <a:gd name="connsiteX1" fmla="*/ 1988133 w 1987730"/>
                <a:gd name="connsiteY1" fmla="*/ 1659 h 1410975"/>
                <a:gd name="connsiteX2" fmla="*/ 69736 w 1987730"/>
                <a:gd name="connsiteY2" fmla="*/ 656991 h 1410975"/>
                <a:gd name="connsiteX3" fmla="*/ 403 w 1987730"/>
                <a:gd name="connsiteY3" fmla="*/ 567463 h 1410975"/>
                <a:gd name="connsiteX4" fmla="*/ 75333 w 1987730"/>
                <a:gd name="connsiteY4" fmla="*/ 652360 h 1410975"/>
                <a:gd name="connsiteX5" fmla="*/ 1980496 w 1987730"/>
                <a:gd name="connsiteY5" fmla="*/ 300 h 141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87730" h="1410975">
                  <a:moveTo>
                    <a:pt x="1980496" y="300"/>
                  </a:moveTo>
                  <a:cubicBezTo>
                    <a:pt x="1983042" y="753"/>
                    <a:pt x="1985589" y="1206"/>
                    <a:pt x="1988133" y="1659"/>
                  </a:cubicBezTo>
                  <a:cubicBezTo>
                    <a:pt x="1696796" y="1628831"/>
                    <a:pt x="1057330" y="1847274"/>
                    <a:pt x="69736" y="656991"/>
                  </a:cubicBezTo>
                  <a:lnTo>
                    <a:pt x="403" y="567463"/>
                  </a:lnTo>
                  <a:lnTo>
                    <a:pt x="75333" y="652360"/>
                  </a:lnTo>
                  <a:cubicBezTo>
                    <a:pt x="1059194" y="1845728"/>
                    <a:pt x="1694250" y="1628379"/>
                    <a:pt x="1980496" y="300"/>
                  </a:cubicBezTo>
                  <a:close/>
                </a:path>
              </a:pathLst>
            </a:custGeom>
            <a:solidFill>
              <a:srgbClr val="BC4D36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BD87477-8479-65E1-72CB-BE44A96386A3}"/>
                </a:ext>
              </a:extLst>
            </p:cNvPr>
            <p:cNvSpPr/>
            <p:nvPr/>
          </p:nvSpPr>
          <p:spPr>
            <a:xfrm>
              <a:off x="3525530" y="3126333"/>
              <a:ext cx="1252798" cy="1116568"/>
            </a:xfrm>
            <a:custGeom>
              <a:avLst/>
              <a:gdLst>
                <a:gd name="connsiteX0" fmla="*/ 73512 w 1252798"/>
                <a:gd name="connsiteY0" fmla="*/ 1116869 h 1116568"/>
                <a:gd name="connsiteX1" fmla="*/ 70357 w 1252798"/>
                <a:gd name="connsiteY1" fmla="*/ 1107728 h 1116568"/>
                <a:gd name="connsiteX2" fmla="*/ 112052 w 1252798"/>
                <a:gd name="connsiteY2" fmla="*/ 18869 h 1116568"/>
                <a:gd name="connsiteX3" fmla="*/ 403 w 1252798"/>
                <a:gd name="connsiteY3" fmla="*/ 300 h 1116568"/>
                <a:gd name="connsiteX4" fmla="*/ 113183 w 1252798"/>
                <a:gd name="connsiteY4" fmla="*/ 9887 h 1116568"/>
                <a:gd name="connsiteX5" fmla="*/ 73512 w 1252798"/>
                <a:gd name="connsiteY5" fmla="*/ 1116869 h 111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2798" h="1116568">
                  <a:moveTo>
                    <a:pt x="73512" y="1116869"/>
                  </a:moveTo>
                  <a:cubicBezTo>
                    <a:pt x="72461" y="1113824"/>
                    <a:pt x="71409" y="1110777"/>
                    <a:pt x="70357" y="1107728"/>
                  </a:cubicBezTo>
                  <a:cubicBezTo>
                    <a:pt x="1632045" y="571220"/>
                    <a:pt x="1645942" y="208267"/>
                    <a:pt x="112052" y="18869"/>
                  </a:cubicBezTo>
                  <a:lnTo>
                    <a:pt x="403" y="300"/>
                  </a:lnTo>
                  <a:lnTo>
                    <a:pt x="113183" y="9887"/>
                  </a:lnTo>
                  <a:cubicBezTo>
                    <a:pt x="1646317" y="205273"/>
                    <a:pt x="1633095" y="574267"/>
                    <a:pt x="73512" y="1116869"/>
                  </a:cubicBezTo>
                  <a:close/>
                </a:path>
              </a:pathLst>
            </a:custGeom>
            <a:solidFill>
              <a:srgbClr val="8FA38B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65ADC75-6698-0930-446F-15F626948CD9}"/>
                </a:ext>
              </a:extLst>
            </p:cNvPr>
            <p:cNvSpPr/>
            <p:nvPr/>
          </p:nvSpPr>
          <p:spPr>
            <a:xfrm>
              <a:off x="3523065" y="1612268"/>
              <a:ext cx="1441676" cy="1585746"/>
            </a:xfrm>
            <a:custGeom>
              <a:avLst/>
              <a:gdLst>
                <a:gd name="connsiteX0" fmla="*/ 722727 w 1441676"/>
                <a:gd name="connsiteY0" fmla="*/ 6890 h 1585746"/>
                <a:gd name="connsiteX1" fmla="*/ 729784 w 1441676"/>
                <a:gd name="connsiteY1" fmla="*/ 300 h 1585746"/>
                <a:gd name="connsiteX2" fmla="*/ 112211 w 1441676"/>
                <a:gd name="connsiteY2" fmla="*/ 1552400 h 1585746"/>
                <a:gd name="connsiteX3" fmla="*/ 403 w 1441676"/>
                <a:gd name="connsiteY3" fmla="*/ 1534775 h 1585746"/>
                <a:gd name="connsiteX4" fmla="*/ 113251 w 1441676"/>
                <a:gd name="connsiteY4" fmla="*/ 1543409 h 1585746"/>
                <a:gd name="connsiteX5" fmla="*/ 722727 w 1441676"/>
                <a:gd name="connsiteY5" fmla="*/ 6890 h 158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1676" h="1585746">
                  <a:moveTo>
                    <a:pt x="722727" y="6890"/>
                  </a:moveTo>
                  <a:cubicBezTo>
                    <a:pt x="725068" y="4693"/>
                    <a:pt x="727432" y="2497"/>
                    <a:pt x="729784" y="300"/>
                  </a:cubicBezTo>
                  <a:cubicBezTo>
                    <a:pt x="1853496" y="1211454"/>
                    <a:pt x="1647636" y="1728821"/>
                    <a:pt x="112211" y="1552400"/>
                  </a:cubicBezTo>
                  <a:lnTo>
                    <a:pt x="403" y="1534775"/>
                  </a:lnTo>
                  <a:lnTo>
                    <a:pt x="113251" y="1543409"/>
                  </a:lnTo>
                  <a:cubicBezTo>
                    <a:pt x="1647985" y="1725823"/>
                    <a:pt x="1851142" y="1213651"/>
                    <a:pt x="722727" y="6890"/>
                  </a:cubicBezTo>
                  <a:close/>
                </a:path>
              </a:pathLst>
            </a:custGeom>
            <a:solidFill>
              <a:srgbClr val="F9BE75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F88B7986-EF68-F4BB-E950-76F266A137ED}"/>
                </a:ext>
              </a:extLst>
            </p:cNvPr>
            <p:cNvSpPr/>
            <p:nvPr/>
          </p:nvSpPr>
          <p:spPr>
            <a:xfrm>
              <a:off x="3461433" y="3104092"/>
              <a:ext cx="1284978" cy="342775"/>
            </a:xfrm>
            <a:custGeom>
              <a:avLst/>
              <a:gdLst>
                <a:gd name="connsiteX0" fmla="*/ 470 w 1284978"/>
                <a:gd name="connsiteY0" fmla="*/ 343075 h 342775"/>
                <a:gd name="connsiteX1" fmla="*/ 403 w 1284978"/>
                <a:gd name="connsiteY1" fmla="*/ 329597 h 342775"/>
                <a:gd name="connsiteX2" fmla="*/ 178626 w 1284978"/>
                <a:gd name="connsiteY2" fmla="*/ 21665 h 342775"/>
                <a:gd name="connsiteX3" fmla="*/ 67395 w 1284978"/>
                <a:gd name="connsiteY3" fmla="*/ 300 h 342775"/>
                <a:gd name="connsiteX4" fmla="*/ 180311 w 1284978"/>
                <a:gd name="connsiteY4" fmla="*/ 9161 h 342775"/>
                <a:gd name="connsiteX5" fmla="*/ 470 w 1284978"/>
                <a:gd name="connsiteY5" fmla="*/ 343075 h 34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4978" h="342775">
                  <a:moveTo>
                    <a:pt x="470" y="343075"/>
                  </a:moveTo>
                  <a:cubicBezTo>
                    <a:pt x="436" y="338583"/>
                    <a:pt x="414" y="334090"/>
                    <a:pt x="403" y="329597"/>
                  </a:cubicBezTo>
                  <a:cubicBezTo>
                    <a:pt x="1651457" y="326670"/>
                    <a:pt x="1710866" y="224026"/>
                    <a:pt x="178626" y="21665"/>
                  </a:cubicBezTo>
                  <a:lnTo>
                    <a:pt x="67395" y="300"/>
                  </a:lnTo>
                  <a:lnTo>
                    <a:pt x="180311" y="9161"/>
                  </a:lnTo>
                  <a:cubicBezTo>
                    <a:pt x="1711427" y="219858"/>
                    <a:pt x="1651477" y="331163"/>
                    <a:pt x="470" y="343075"/>
                  </a:cubicBezTo>
                  <a:close/>
                </a:path>
              </a:pathLst>
            </a:custGeom>
            <a:solidFill>
              <a:srgbClr val="9FBE9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935A3EF-2A2C-3875-8ACA-6213F47B9A03}"/>
                </a:ext>
              </a:extLst>
            </p:cNvPr>
            <p:cNvSpPr/>
            <p:nvPr/>
          </p:nvSpPr>
          <p:spPr>
            <a:xfrm>
              <a:off x="4458861" y="1432170"/>
              <a:ext cx="3385213" cy="3508131"/>
            </a:xfrm>
            <a:custGeom>
              <a:avLst/>
              <a:gdLst>
                <a:gd name="connsiteX0" fmla="*/ 403 w 3385213"/>
                <a:gd name="connsiteY0" fmla="*/ 8316 h 3508131"/>
                <a:gd name="connsiteX1" fmla="*/ 11213 w 3385213"/>
                <a:gd name="connsiteY1" fmla="*/ 300 h 3508131"/>
                <a:gd name="connsiteX2" fmla="*/ 3300870 w 3385213"/>
                <a:gd name="connsiteY2" fmla="*/ 3433192 h 3508131"/>
                <a:gd name="connsiteX3" fmla="*/ 3385616 w 3385213"/>
                <a:gd name="connsiteY3" fmla="*/ 3508431 h 3508131"/>
                <a:gd name="connsiteX4" fmla="*/ 3293044 w 3385213"/>
                <a:gd name="connsiteY4" fmla="*/ 3443077 h 3508131"/>
                <a:gd name="connsiteX5" fmla="*/ 403 w 3385213"/>
                <a:gd name="connsiteY5" fmla="*/ 8316 h 350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5213" h="3508131">
                  <a:moveTo>
                    <a:pt x="403" y="8316"/>
                  </a:moveTo>
                  <a:cubicBezTo>
                    <a:pt x="3999" y="5633"/>
                    <a:pt x="7606" y="2961"/>
                    <a:pt x="11213" y="300"/>
                  </a:cubicBezTo>
                  <a:cubicBezTo>
                    <a:pt x="990108" y="1331518"/>
                    <a:pt x="2086658" y="2475816"/>
                    <a:pt x="3300870" y="3433192"/>
                  </a:cubicBezTo>
                  <a:lnTo>
                    <a:pt x="3385616" y="3508431"/>
                  </a:lnTo>
                  <a:lnTo>
                    <a:pt x="3293044" y="3443077"/>
                  </a:lnTo>
                  <a:cubicBezTo>
                    <a:pt x="2084051" y="2479113"/>
                    <a:pt x="986502" y="1334192"/>
                    <a:pt x="403" y="8316"/>
                  </a:cubicBezTo>
                  <a:close/>
                </a:path>
              </a:pathLst>
            </a:custGeom>
            <a:solidFill>
              <a:srgbClr val="7AA244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8643502C-99A5-6D82-9D28-050D8F21A28B}"/>
                </a:ext>
              </a:extLst>
            </p:cNvPr>
            <p:cNvSpPr/>
            <p:nvPr/>
          </p:nvSpPr>
          <p:spPr>
            <a:xfrm>
              <a:off x="3539982" y="3027399"/>
              <a:ext cx="2463960" cy="2880739"/>
            </a:xfrm>
            <a:custGeom>
              <a:avLst/>
              <a:gdLst>
                <a:gd name="connsiteX0" fmla="*/ 2464363 w 2463960"/>
                <a:gd name="connsiteY0" fmla="*/ 2880677 h 2880739"/>
                <a:gd name="connsiteX1" fmla="*/ 2449004 w 2463960"/>
                <a:gd name="connsiteY1" fmla="*/ 2881040 h 2880739"/>
                <a:gd name="connsiteX2" fmla="*/ 110763 w 2463960"/>
                <a:gd name="connsiteY2" fmla="*/ 26082 h 2880739"/>
                <a:gd name="connsiteX3" fmla="*/ 403 w 2463960"/>
                <a:gd name="connsiteY3" fmla="*/ 300 h 2880739"/>
                <a:gd name="connsiteX4" fmla="*/ 113138 w 2463960"/>
                <a:gd name="connsiteY4" fmla="*/ 11881 h 2880739"/>
                <a:gd name="connsiteX5" fmla="*/ 2464363 w 2463960"/>
                <a:gd name="connsiteY5" fmla="*/ 2880677 h 2880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63960" h="2880739">
                  <a:moveTo>
                    <a:pt x="2464363" y="2880677"/>
                  </a:moveTo>
                  <a:cubicBezTo>
                    <a:pt x="2459244" y="2880813"/>
                    <a:pt x="2454124" y="2880938"/>
                    <a:pt x="2449004" y="2881040"/>
                  </a:cubicBezTo>
                  <a:cubicBezTo>
                    <a:pt x="2415290" y="1228281"/>
                    <a:pt x="1635876" y="276627"/>
                    <a:pt x="110763" y="26082"/>
                  </a:cubicBezTo>
                  <a:lnTo>
                    <a:pt x="403" y="300"/>
                  </a:lnTo>
                  <a:lnTo>
                    <a:pt x="113138" y="11881"/>
                  </a:lnTo>
                  <a:cubicBezTo>
                    <a:pt x="1636667" y="271893"/>
                    <a:pt x="2420410" y="1228160"/>
                    <a:pt x="2464363" y="2880677"/>
                  </a:cubicBezTo>
                  <a:close/>
                </a:path>
              </a:pathLst>
            </a:custGeom>
            <a:solidFill>
              <a:srgbClr val="E8A97E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4E623651-9459-7126-3C78-39822FD4CD23}"/>
                </a:ext>
              </a:extLst>
            </p:cNvPr>
            <p:cNvSpPr/>
            <p:nvPr/>
          </p:nvSpPr>
          <p:spPr>
            <a:xfrm>
              <a:off x="3535809" y="3053230"/>
              <a:ext cx="1407844" cy="2122458"/>
            </a:xfrm>
            <a:custGeom>
              <a:avLst/>
              <a:gdLst>
                <a:gd name="connsiteX0" fmla="*/ 644732 w 1407844"/>
                <a:gd name="connsiteY0" fmla="*/ 2122758 h 2122458"/>
                <a:gd name="connsiteX1" fmla="*/ 633944 w 1407844"/>
                <a:gd name="connsiteY1" fmla="*/ 2111798 h 2122458"/>
                <a:gd name="connsiteX2" fmla="*/ 111034 w 1407844"/>
                <a:gd name="connsiteY2" fmla="*/ 24893 h 2122458"/>
                <a:gd name="connsiteX3" fmla="*/ 403 w 1407844"/>
                <a:gd name="connsiteY3" fmla="*/ 300 h 2122458"/>
                <a:gd name="connsiteX4" fmla="*/ 113251 w 1407844"/>
                <a:gd name="connsiteY4" fmla="*/ 10667 h 2122458"/>
                <a:gd name="connsiteX5" fmla="*/ 644732 w 1407844"/>
                <a:gd name="connsiteY5" fmla="*/ 2122758 h 2122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07844" h="2122458">
                  <a:moveTo>
                    <a:pt x="644732" y="2122758"/>
                  </a:moveTo>
                  <a:cubicBezTo>
                    <a:pt x="641124" y="2119112"/>
                    <a:pt x="637528" y="2115467"/>
                    <a:pt x="633944" y="2111798"/>
                  </a:cubicBezTo>
                  <a:cubicBezTo>
                    <a:pt x="1813052" y="954647"/>
                    <a:pt x="1638749" y="259010"/>
                    <a:pt x="111034" y="24893"/>
                  </a:cubicBezTo>
                  <a:lnTo>
                    <a:pt x="403" y="300"/>
                  </a:lnTo>
                  <a:lnTo>
                    <a:pt x="113251" y="10667"/>
                  </a:lnTo>
                  <a:cubicBezTo>
                    <a:pt x="1639488" y="254268"/>
                    <a:pt x="1816648" y="958297"/>
                    <a:pt x="644732" y="2122758"/>
                  </a:cubicBezTo>
                  <a:close/>
                </a:path>
              </a:pathLst>
            </a:custGeom>
            <a:solidFill>
              <a:srgbClr val="2B6765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52EF33E-DDBA-BF7C-6816-360C3C45192D}"/>
                </a:ext>
              </a:extLst>
            </p:cNvPr>
            <p:cNvSpPr/>
            <p:nvPr/>
          </p:nvSpPr>
          <p:spPr>
            <a:xfrm>
              <a:off x="3531908" y="3079104"/>
              <a:ext cx="2141754" cy="2811439"/>
            </a:xfrm>
            <a:custGeom>
              <a:avLst/>
              <a:gdLst>
                <a:gd name="connsiteX0" fmla="*/ 2107712 w 2141754"/>
                <a:gd name="connsiteY0" fmla="*/ 2811739 h 2811439"/>
                <a:gd name="connsiteX1" fmla="*/ 2092467 w 2141754"/>
                <a:gd name="connsiteY1" fmla="*/ 2809837 h 2811439"/>
                <a:gd name="connsiteX2" fmla="*/ 111294 w 2141754"/>
                <a:gd name="connsiteY2" fmla="*/ 23701 h 2811439"/>
                <a:gd name="connsiteX3" fmla="*/ 403 w 2141754"/>
                <a:gd name="connsiteY3" fmla="*/ 300 h 2811439"/>
                <a:gd name="connsiteX4" fmla="*/ 113364 w 2141754"/>
                <a:gd name="connsiteY4" fmla="*/ 9451 h 2811439"/>
                <a:gd name="connsiteX5" fmla="*/ 2107712 w 2141754"/>
                <a:gd name="connsiteY5" fmla="*/ 2811739 h 281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1754" h="2811439">
                  <a:moveTo>
                    <a:pt x="2107712" y="2811739"/>
                  </a:moveTo>
                  <a:cubicBezTo>
                    <a:pt x="2102628" y="2811128"/>
                    <a:pt x="2097547" y="2810494"/>
                    <a:pt x="2092467" y="2809837"/>
                  </a:cubicBezTo>
                  <a:cubicBezTo>
                    <a:pt x="2301828" y="1170076"/>
                    <a:pt x="1641438" y="241363"/>
                    <a:pt x="111294" y="23701"/>
                  </a:cubicBezTo>
                  <a:lnTo>
                    <a:pt x="403" y="300"/>
                  </a:lnTo>
                  <a:lnTo>
                    <a:pt x="113364" y="9451"/>
                  </a:lnTo>
                  <a:cubicBezTo>
                    <a:pt x="1642126" y="236614"/>
                    <a:pt x="2306909" y="1170711"/>
                    <a:pt x="2107712" y="2811739"/>
                  </a:cubicBezTo>
                  <a:close/>
                </a:path>
              </a:pathLst>
            </a:custGeom>
            <a:solidFill>
              <a:srgbClr val="EEC498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CA53B10-7A1B-A2F5-D62E-156FC780C579}"/>
                </a:ext>
              </a:extLst>
            </p:cNvPr>
            <p:cNvSpPr/>
            <p:nvPr/>
          </p:nvSpPr>
          <p:spPr>
            <a:xfrm>
              <a:off x="3544754" y="981789"/>
              <a:ext cx="2811537" cy="2103160"/>
            </a:xfrm>
            <a:custGeom>
              <a:avLst/>
              <a:gdLst>
                <a:gd name="connsiteX0" fmla="*/ 2793036 w 2811537"/>
                <a:gd name="connsiteY0" fmla="*/ 300 h 2103160"/>
                <a:gd name="connsiteX1" fmla="*/ 2811940 w 2811537"/>
                <a:gd name="connsiteY1" fmla="*/ 3470 h 2103160"/>
                <a:gd name="connsiteX2" fmla="*/ 110152 w 2811537"/>
                <a:gd name="connsiteY2" fmla="*/ 2047094 h 2103160"/>
                <a:gd name="connsiteX3" fmla="*/ 403 w 2811537"/>
                <a:gd name="connsiteY3" fmla="*/ 2018286 h 2103160"/>
                <a:gd name="connsiteX4" fmla="*/ 113319 w 2811537"/>
                <a:gd name="connsiteY4" fmla="*/ 2029412 h 2103160"/>
                <a:gd name="connsiteX5" fmla="*/ 2793036 w 2811537"/>
                <a:gd name="connsiteY5" fmla="*/ 300 h 210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537" h="2103160">
                  <a:moveTo>
                    <a:pt x="2793036" y="300"/>
                  </a:moveTo>
                  <a:cubicBezTo>
                    <a:pt x="2799342" y="1330"/>
                    <a:pt x="2805643" y="2395"/>
                    <a:pt x="2811940" y="3470"/>
                  </a:cubicBezTo>
                  <a:cubicBezTo>
                    <a:pt x="2533087" y="1632831"/>
                    <a:pt x="1632493" y="2314038"/>
                    <a:pt x="110152" y="2047094"/>
                  </a:cubicBezTo>
                  <a:lnTo>
                    <a:pt x="403" y="2018286"/>
                  </a:lnTo>
                  <a:lnTo>
                    <a:pt x="113319" y="2029412"/>
                  </a:lnTo>
                  <a:cubicBezTo>
                    <a:pt x="1633548" y="2308144"/>
                    <a:pt x="2526786" y="1631774"/>
                    <a:pt x="2793036" y="300"/>
                  </a:cubicBezTo>
                  <a:close/>
                </a:path>
              </a:pathLst>
            </a:custGeom>
            <a:solidFill>
              <a:srgbClr val="BC4D36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2FBB841-09A4-75CF-655E-CD4717D4E09E}"/>
                </a:ext>
              </a:extLst>
            </p:cNvPr>
            <p:cNvSpPr/>
            <p:nvPr/>
          </p:nvSpPr>
          <p:spPr>
            <a:xfrm>
              <a:off x="3550386" y="2452672"/>
              <a:ext cx="1248888" cy="678542"/>
            </a:xfrm>
            <a:custGeom>
              <a:avLst/>
              <a:gdLst>
                <a:gd name="connsiteX0" fmla="*/ 103288 w 1248888"/>
                <a:gd name="connsiteY0" fmla="*/ 19724 h 678542"/>
                <a:gd name="connsiteX1" fmla="*/ 111498 w 1248888"/>
                <a:gd name="connsiteY1" fmla="*/ 300 h 678542"/>
                <a:gd name="connsiteX2" fmla="*/ 109609 w 1248888"/>
                <a:gd name="connsiteY2" fmla="*/ 548157 h 678542"/>
                <a:gd name="connsiteX3" fmla="*/ 403 w 1248888"/>
                <a:gd name="connsiteY3" fmla="*/ 517083 h 678542"/>
                <a:gd name="connsiteX4" fmla="*/ 113330 w 1248888"/>
                <a:gd name="connsiteY4" fmla="*/ 528767 h 678542"/>
                <a:gd name="connsiteX5" fmla="*/ 103288 w 1248888"/>
                <a:gd name="connsiteY5" fmla="*/ 19724 h 678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8888" h="678542">
                  <a:moveTo>
                    <a:pt x="103288" y="19724"/>
                  </a:moveTo>
                  <a:cubicBezTo>
                    <a:pt x="105991" y="13238"/>
                    <a:pt x="108728" y="6763"/>
                    <a:pt x="111498" y="300"/>
                  </a:cubicBezTo>
                  <a:cubicBezTo>
                    <a:pt x="1629185" y="651185"/>
                    <a:pt x="1628556" y="833803"/>
                    <a:pt x="109609" y="548157"/>
                  </a:cubicBezTo>
                  <a:lnTo>
                    <a:pt x="403" y="517083"/>
                  </a:lnTo>
                  <a:lnTo>
                    <a:pt x="113330" y="528767"/>
                  </a:lnTo>
                  <a:cubicBezTo>
                    <a:pt x="1629797" y="827340"/>
                    <a:pt x="1626448" y="657659"/>
                    <a:pt x="103288" y="19724"/>
                  </a:cubicBezTo>
                  <a:close/>
                </a:path>
              </a:pathLst>
            </a:custGeom>
            <a:solidFill>
              <a:srgbClr val="ABA97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F9CF0253-908C-3193-4B65-E14486B4C6C3}"/>
                </a:ext>
              </a:extLst>
            </p:cNvPr>
            <p:cNvSpPr/>
            <p:nvPr/>
          </p:nvSpPr>
          <p:spPr>
            <a:xfrm>
              <a:off x="3933363" y="1955922"/>
              <a:ext cx="3893206" cy="3006254"/>
            </a:xfrm>
            <a:custGeom>
              <a:avLst/>
              <a:gdLst>
                <a:gd name="connsiteX0" fmla="*/ 403 w 3893206"/>
                <a:gd name="connsiteY0" fmla="*/ 17318 h 3006254"/>
                <a:gd name="connsiteX1" fmla="*/ 12842 w 3893206"/>
                <a:gd name="connsiteY1" fmla="*/ 300 h 3006254"/>
                <a:gd name="connsiteX2" fmla="*/ 3811961 w 3893206"/>
                <a:gd name="connsiteY2" fmla="*/ 2927568 h 3006254"/>
                <a:gd name="connsiteX3" fmla="*/ 3893609 w 3893206"/>
                <a:gd name="connsiteY3" fmla="*/ 3006555 h 3006254"/>
                <a:gd name="connsiteX4" fmla="*/ 3799545 w 3893206"/>
                <a:gd name="connsiteY4" fmla="*/ 2942899 h 3006254"/>
                <a:gd name="connsiteX5" fmla="*/ 403 w 3893206"/>
                <a:gd name="connsiteY5" fmla="*/ 17318 h 300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3206" h="3006254">
                  <a:moveTo>
                    <a:pt x="403" y="17318"/>
                  </a:moveTo>
                  <a:cubicBezTo>
                    <a:pt x="4530" y="11634"/>
                    <a:pt x="8680" y="5961"/>
                    <a:pt x="12842" y="300"/>
                  </a:cubicBezTo>
                  <a:cubicBezTo>
                    <a:pt x="1340984" y="982352"/>
                    <a:pt x="2607355" y="1958107"/>
                    <a:pt x="3811961" y="2927568"/>
                  </a:cubicBezTo>
                  <a:lnTo>
                    <a:pt x="3893609" y="3006555"/>
                  </a:lnTo>
                  <a:lnTo>
                    <a:pt x="3799545" y="2942899"/>
                  </a:lnTo>
                  <a:cubicBezTo>
                    <a:pt x="2603215" y="1963219"/>
                    <a:pt x="1336837" y="988026"/>
                    <a:pt x="403" y="17318"/>
                  </a:cubicBezTo>
                  <a:close/>
                </a:path>
              </a:pathLst>
            </a:custGeom>
            <a:solidFill>
              <a:srgbClr val="E5ABA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AE9CB6C-CFED-4568-5A5C-81A14466E0C0}"/>
                </a:ext>
              </a:extLst>
            </p:cNvPr>
            <p:cNvSpPr/>
            <p:nvPr/>
          </p:nvSpPr>
          <p:spPr>
            <a:xfrm>
              <a:off x="3556764" y="2670749"/>
              <a:ext cx="4746122" cy="475804"/>
            </a:xfrm>
            <a:custGeom>
              <a:avLst/>
              <a:gdLst>
                <a:gd name="connsiteX0" fmla="*/ 4739605 w 4746122"/>
                <a:gd name="connsiteY0" fmla="*/ 300 h 475804"/>
                <a:gd name="connsiteX1" fmla="*/ 4746525 w 4746122"/>
                <a:gd name="connsiteY1" fmla="*/ 22227 h 475804"/>
                <a:gd name="connsiteX2" fmla="*/ 109010 w 4746122"/>
                <a:gd name="connsiteY2" fmla="*/ 300341 h 475804"/>
                <a:gd name="connsiteX3" fmla="*/ 403 w 4746122"/>
                <a:gd name="connsiteY3" fmla="*/ 266928 h 475804"/>
                <a:gd name="connsiteX4" fmla="*/ 113353 w 4746122"/>
                <a:gd name="connsiteY4" fmla="*/ 279257 h 475804"/>
                <a:gd name="connsiteX5" fmla="*/ 4739605 w 4746122"/>
                <a:gd name="connsiteY5" fmla="*/ 300 h 47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46122" h="475804">
                  <a:moveTo>
                    <a:pt x="4739605" y="300"/>
                  </a:moveTo>
                  <a:cubicBezTo>
                    <a:pt x="4741945" y="7599"/>
                    <a:pt x="4744253" y="14907"/>
                    <a:pt x="4746525" y="22227"/>
                  </a:cubicBezTo>
                  <a:cubicBezTo>
                    <a:pt x="3169942" y="513109"/>
                    <a:pt x="1624105" y="605814"/>
                    <a:pt x="109010" y="300341"/>
                  </a:cubicBezTo>
                  <a:lnTo>
                    <a:pt x="403" y="266928"/>
                  </a:lnTo>
                  <a:lnTo>
                    <a:pt x="113353" y="279257"/>
                  </a:lnTo>
                  <a:cubicBezTo>
                    <a:pt x="1625551" y="598786"/>
                    <a:pt x="3167635" y="505800"/>
                    <a:pt x="4739605" y="300"/>
                  </a:cubicBezTo>
                  <a:close/>
                </a:path>
              </a:pathLst>
            </a:custGeom>
            <a:solidFill>
              <a:srgbClr val="BD6233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030CA41C-9829-B26B-63A7-A18C9FBB3854}"/>
                </a:ext>
              </a:extLst>
            </p:cNvPr>
            <p:cNvSpPr/>
            <p:nvPr/>
          </p:nvSpPr>
          <p:spPr>
            <a:xfrm>
              <a:off x="3563979" y="2903563"/>
              <a:ext cx="3182060" cy="2877410"/>
            </a:xfrm>
            <a:custGeom>
              <a:avLst/>
              <a:gdLst>
                <a:gd name="connsiteX0" fmla="*/ 3182463 w 3182060"/>
                <a:gd name="connsiteY0" fmla="*/ 2869706 h 2877410"/>
                <a:gd name="connsiteX1" fmla="*/ 3158913 w 3182060"/>
                <a:gd name="connsiteY1" fmla="*/ 2877711 h 2877410"/>
                <a:gd name="connsiteX2" fmla="*/ 108332 w 3182060"/>
                <a:gd name="connsiteY2" fmla="*/ 36125 h 2877410"/>
                <a:gd name="connsiteX3" fmla="*/ 403 w 3182060"/>
                <a:gd name="connsiteY3" fmla="*/ 300 h 2877410"/>
                <a:gd name="connsiteX4" fmla="*/ 113364 w 3182060"/>
                <a:gd name="connsiteY4" fmla="*/ 13365 h 2877410"/>
                <a:gd name="connsiteX5" fmla="*/ 3182463 w 3182060"/>
                <a:gd name="connsiteY5" fmla="*/ 2869706 h 287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2060" h="2877410">
                  <a:moveTo>
                    <a:pt x="3182463" y="2869706"/>
                  </a:moveTo>
                  <a:cubicBezTo>
                    <a:pt x="3174626" y="2872412"/>
                    <a:pt x="3166777" y="2875084"/>
                    <a:pt x="3158913" y="2877711"/>
                  </a:cubicBezTo>
                  <a:cubicBezTo>
                    <a:pt x="2635928" y="1309727"/>
                    <a:pt x="1619071" y="362532"/>
                    <a:pt x="108332" y="36125"/>
                  </a:cubicBezTo>
                  <a:lnTo>
                    <a:pt x="403" y="300"/>
                  </a:lnTo>
                  <a:lnTo>
                    <a:pt x="113364" y="13365"/>
                  </a:lnTo>
                  <a:cubicBezTo>
                    <a:pt x="1620745" y="354946"/>
                    <a:pt x="2643779" y="1307059"/>
                    <a:pt x="3182463" y="2869706"/>
                  </a:cubicBezTo>
                  <a:close/>
                </a:path>
              </a:pathLst>
            </a:custGeom>
            <a:solidFill>
              <a:srgbClr val="DDA46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02942D6-1F95-7B06-B2E2-3258F03BE370}"/>
                </a:ext>
              </a:extLst>
            </p:cNvPr>
            <p:cNvSpPr/>
            <p:nvPr/>
          </p:nvSpPr>
          <p:spPr>
            <a:xfrm>
              <a:off x="6459582" y="4279546"/>
              <a:ext cx="1535077" cy="1466316"/>
            </a:xfrm>
            <a:custGeom>
              <a:avLst/>
              <a:gdLst>
                <a:gd name="connsiteX0" fmla="*/ 1535481 w 1535077"/>
                <a:gd name="connsiteY0" fmla="*/ 531207 h 1466316"/>
                <a:gd name="connsiteX1" fmla="*/ 1519366 w 1535077"/>
                <a:gd name="connsiteY1" fmla="*/ 554950 h 1466316"/>
                <a:gd name="connsiteX2" fmla="*/ 203158 w 1535077"/>
                <a:gd name="connsiteY2" fmla="*/ 1354692 h 1466316"/>
                <a:gd name="connsiteX3" fmla="*/ 225108 w 1535077"/>
                <a:gd name="connsiteY3" fmla="*/ 1466616 h 1466316"/>
                <a:gd name="connsiteX4" fmla="*/ 177615 w 1535077"/>
                <a:gd name="connsiteY4" fmla="*/ 1362935 h 1466316"/>
                <a:gd name="connsiteX5" fmla="*/ 1535481 w 1535077"/>
                <a:gd name="connsiteY5" fmla="*/ 531207 h 1466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077" h="1466316">
                  <a:moveTo>
                    <a:pt x="1535481" y="531207"/>
                  </a:moveTo>
                  <a:cubicBezTo>
                    <a:pt x="1530154" y="539155"/>
                    <a:pt x="1524783" y="547070"/>
                    <a:pt x="1519366" y="554950"/>
                  </a:cubicBezTo>
                  <a:cubicBezTo>
                    <a:pt x="159011" y="-381848"/>
                    <a:pt x="-279725" y="-115268"/>
                    <a:pt x="203158" y="1354692"/>
                  </a:cubicBezTo>
                  <a:lnTo>
                    <a:pt x="225108" y="1466616"/>
                  </a:lnTo>
                  <a:lnTo>
                    <a:pt x="177615" y="1362935"/>
                  </a:lnTo>
                  <a:cubicBezTo>
                    <a:pt x="-288239" y="-112519"/>
                    <a:pt x="164381" y="-389764"/>
                    <a:pt x="1535481" y="531207"/>
                  </a:cubicBezTo>
                  <a:close/>
                </a:path>
              </a:pathLst>
            </a:custGeom>
            <a:solidFill>
              <a:srgbClr val="C98C3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BA37B2E9-A331-E60B-29C9-01433A49A82A}"/>
                </a:ext>
              </a:extLst>
            </p:cNvPr>
            <p:cNvSpPr/>
            <p:nvPr/>
          </p:nvSpPr>
          <p:spPr>
            <a:xfrm>
              <a:off x="3910180" y="1982077"/>
              <a:ext cx="4458533" cy="1407953"/>
            </a:xfrm>
            <a:custGeom>
              <a:avLst/>
              <a:gdLst>
                <a:gd name="connsiteX0" fmla="*/ 403 w 4458533"/>
                <a:gd name="connsiteY0" fmla="*/ 23715 h 1407953"/>
                <a:gd name="connsiteX1" fmla="*/ 16992 w 4458533"/>
                <a:gd name="connsiteY1" fmla="*/ 300 h 1407953"/>
                <a:gd name="connsiteX2" fmla="*/ 4345534 w 4458533"/>
                <a:gd name="connsiteY2" fmla="*/ 1380291 h 1407953"/>
                <a:gd name="connsiteX3" fmla="*/ 4458937 w 4458533"/>
                <a:gd name="connsiteY3" fmla="*/ 1391114 h 1407953"/>
                <a:gd name="connsiteX4" fmla="*/ 4346145 w 4458533"/>
                <a:gd name="connsiteY4" fmla="*/ 1407157 h 1407953"/>
                <a:gd name="connsiteX5" fmla="*/ 403 w 4458533"/>
                <a:gd name="connsiteY5" fmla="*/ 23715 h 1407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58533" h="1407953">
                  <a:moveTo>
                    <a:pt x="403" y="23715"/>
                  </a:moveTo>
                  <a:cubicBezTo>
                    <a:pt x="5887" y="15880"/>
                    <a:pt x="11417" y="8079"/>
                    <a:pt x="16992" y="300"/>
                  </a:cubicBezTo>
                  <a:cubicBezTo>
                    <a:pt x="1357823" y="964916"/>
                    <a:pt x="2800667" y="1424912"/>
                    <a:pt x="4345534" y="1380291"/>
                  </a:cubicBezTo>
                  <a:lnTo>
                    <a:pt x="4458937" y="1391114"/>
                  </a:lnTo>
                  <a:lnTo>
                    <a:pt x="4346145" y="1407157"/>
                  </a:lnTo>
                  <a:cubicBezTo>
                    <a:pt x="2800874" y="1433867"/>
                    <a:pt x="1352291" y="972720"/>
                    <a:pt x="403" y="23715"/>
                  </a:cubicBezTo>
                  <a:close/>
                </a:path>
              </a:pathLst>
            </a:custGeom>
            <a:solidFill>
              <a:srgbClr val="E5ABA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9769DBC-A7D5-407E-346B-5129DCAD48F7}"/>
                </a:ext>
              </a:extLst>
            </p:cNvPr>
            <p:cNvSpPr/>
            <p:nvPr/>
          </p:nvSpPr>
          <p:spPr>
            <a:xfrm>
              <a:off x="3582367" y="2826295"/>
              <a:ext cx="4435294" cy="1974782"/>
            </a:xfrm>
            <a:custGeom>
              <a:avLst/>
              <a:gdLst>
                <a:gd name="connsiteX0" fmla="*/ 4435698 w 4435294"/>
                <a:gd name="connsiteY0" fmla="*/ 1949482 h 1974782"/>
                <a:gd name="connsiteX1" fmla="*/ 4418938 w 4435294"/>
                <a:gd name="connsiteY1" fmla="*/ 1975083 h 1974782"/>
                <a:gd name="connsiteX2" fmla="*/ 106466 w 4435294"/>
                <a:gd name="connsiteY2" fmla="*/ 42226 h 1974782"/>
                <a:gd name="connsiteX3" fmla="*/ 403 w 4435294"/>
                <a:gd name="connsiteY3" fmla="*/ 300 h 1974782"/>
                <a:gd name="connsiteX4" fmla="*/ 113545 w 4435294"/>
                <a:gd name="connsiteY4" fmla="*/ 14462 h 1974782"/>
                <a:gd name="connsiteX5" fmla="*/ 4435698 w 4435294"/>
                <a:gd name="connsiteY5" fmla="*/ 1949482 h 1974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5294" h="1974782">
                  <a:moveTo>
                    <a:pt x="4435698" y="1949482"/>
                  </a:moveTo>
                  <a:cubicBezTo>
                    <a:pt x="4430168" y="1958042"/>
                    <a:pt x="4424581" y="1966579"/>
                    <a:pt x="4418938" y="1975083"/>
                  </a:cubicBezTo>
                  <a:cubicBezTo>
                    <a:pt x="3043680" y="1060362"/>
                    <a:pt x="1606187" y="416078"/>
                    <a:pt x="106466" y="42226"/>
                  </a:cubicBezTo>
                  <a:lnTo>
                    <a:pt x="403" y="300"/>
                  </a:lnTo>
                  <a:lnTo>
                    <a:pt x="113545" y="14462"/>
                  </a:lnTo>
                  <a:cubicBezTo>
                    <a:pt x="1608549" y="406823"/>
                    <a:pt x="3049267" y="1051828"/>
                    <a:pt x="4435698" y="1949482"/>
                  </a:cubicBezTo>
                  <a:close/>
                </a:path>
              </a:pathLst>
            </a:custGeom>
            <a:solidFill>
              <a:srgbClr val="C98C3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7A0FF54-356A-FD63-96B3-C393E349AFED}"/>
                </a:ext>
              </a:extLst>
            </p:cNvPr>
            <p:cNvSpPr/>
            <p:nvPr/>
          </p:nvSpPr>
          <p:spPr>
            <a:xfrm>
              <a:off x="3572528" y="2866218"/>
              <a:ext cx="1570804" cy="2716156"/>
            </a:xfrm>
            <a:custGeom>
              <a:avLst/>
              <a:gdLst>
                <a:gd name="connsiteX0" fmla="*/ 1137899 w 1570804"/>
                <a:gd name="connsiteY0" fmla="*/ 2716457 h 2716156"/>
                <a:gd name="connsiteX1" fmla="*/ 1111437 w 1570804"/>
                <a:gd name="connsiteY1" fmla="*/ 2701115 h 2716156"/>
                <a:gd name="connsiteX2" fmla="*/ 107167 w 1570804"/>
                <a:gd name="connsiteY2" fmla="*/ 40426 h 2716156"/>
                <a:gd name="connsiteX3" fmla="*/ 403 w 1570804"/>
                <a:gd name="connsiteY3" fmla="*/ 300 h 2716156"/>
                <a:gd name="connsiteX4" fmla="*/ 113782 w 1570804"/>
                <a:gd name="connsiteY4" fmla="*/ 12547 h 2716156"/>
                <a:gd name="connsiteX5" fmla="*/ 1137899 w 1570804"/>
                <a:gd name="connsiteY5" fmla="*/ 2716457 h 2716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0804" h="2716156">
                  <a:moveTo>
                    <a:pt x="1137899" y="2716457"/>
                  </a:moveTo>
                  <a:cubicBezTo>
                    <a:pt x="1129045" y="2711396"/>
                    <a:pt x="1120224" y="2706278"/>
                    <a:pt x="1111437" y="2701115"/>
                  </a:cubicBezTo>
                  <a:cubicBezTo>
                    <a:pt x="1947739" y="1275757"/>
                    <a:pt x="1612978" y="388863"/>
                    <a:pt x="107167" y="40426"/>
                  </a:cubicBezTo>
                  <a:lnTo>
                    <a:pt x="403" y="300"/>
                  </a:lnTo>
                  <a:lnTo>
                    <a:pt x="113782" y="12547"/>
                  </a:lnTo>
                  <a:cubicBezTo>
                    <a:pt x="1615184" y="379569"/>
                    <a:pt x="1956557" y="1280872"/>
                    <a:pt x="1137899" y="2716457"/>
                  </a:cubicBezTo>
                  <a:close/>
                </a:path>
              </a:pathLst>
            </a:custGeom>
            <a:solidFill>
              <a:srgbClr val="E6A8A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7DF74CB-A899-BD44-29E0-837668A9DD7D}"/>
                </a:ext>
              </a:extLst>
            </p:cNvPr>
            <p:cNvSpPr/>
            <p:nvPr/>
          </p:nvSpPr>
          <p:spPr>
            <a:xfrm>
              <a:off x="6969580" y="3309939"/>
              <a:ext cx="1443441" cy="1680374"/>
            </a:xfrm>
            <a:custGeom>
              <a:avLst/>
              <a:gdLst>
                <a:gd name="connsiteX0" fmla="*/ 1442555 w 1443441"/>
                <a:gd name="connsiteY0" fmla="*/ 300 h 1680374"/>
                <a:gd name="connsiteX1" fmla="*/ 1443844 w 1443441"/>
                <a:gd name="connsiteY1" fmla="*/ 30885 h 1680374"/>
                <a:gd name="connsiteX2" fmla="*/ 756632 w 1443441"/>
                <a:gd name="connsiteY2" fmla="*/ 1597034 h 1680374"/>
                <a:gd name="connsiteX3" fmla="*/ 834254 w 1443441"/>
                <a:gd name="connsiteY3" fmla="*/ 1680674 h 1680374"/>
                <a:gd name="connsiteX4" fmla="*/ 738278 w 1443441"/>
                <a:gd name="connsiteY4" fmla="*/ 1619023 h 1680374"/>
                <a:gd name="connsiteX5" fmla="*/ 1442555 w 1443441"/>
                <a:gd name="connsiteY5" fmla="*/ 300 h 1680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3441" h="1680374">
                  <a:moveTo>
                    <a:pt x="1442555" y="300"/>
                  </a:moveTo>
                  <a:cubicBezTo>
                    <a:pt x="1443052" y="10492"/>
                    <a:pt x="1443471" y="20687"/>
                    <a:pt x="1443844" y="30885"/>
                  </a:cubicBezTo>
                  <a:cubicBezTo>
                    <a:pt x="-206164" y="89868"/>
                    <a:pt x="-435233" y="611919"/>
                    <a:pt x="756632" y="1597034"/>
                  </a:cubicBezTo>
                  <a:lnTo>
                    <a:pt x="834254" y="1680674"/>
                  </a:lnTo>
                  <a:lnTo>
                    <a:pt x="738278" y="1619023"/>
                  </a:lnTo>
                  <a:cubicBezTo>
                    <a:pt x="-441351" y="619248"/>
                    <a:pt x="-206590" y="79673"/>
                    <a:pt x="1442555" y="300"/>
                  </a:cubicBezTo>
                  <a:close/>
                </a:path>
              </a:pathLst>
            </a:custGeom>
            <a:solidFill>
              <a:srgbClr val="BE783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49A95F59-FDA3-53E4-B84A-B6D277530F80}"/>
                </a:ext>
              </a:extLst>
            </p:cNvPr>
            <p:cNvSpPr/>
            <p:nvPr/>
          </p:nvSpPr>
          <p:spPr>
            <a:xfrm>
              <a:off x="4077174" y="1768441"/>
              <a:ext cx="3699038" cy="3253903"/>
            </a:xfrm>
            <a:custGeom>
              <a:avLst/>
              <a:gdLst>
                <a:gd name="connsiteX0" fmla="*/ 403 w 3699038"/>
                <a:gd name="connsiteY0" fmla="*/ 24599 h 3253903"/>
                <a:gd name="connsiteX1" fmla="*/ 21991 w 3699038"/>
                <a:gd name="connsiteY1" fmla="*/ 300 h 3253903"/>
                <a:gd name="connsiteX2" fmla="*/ 3623854 w 3699038"/>
                <a:gd name="connsiteY2" fmla="*/ 3168559 h 3253903"/>
                <a:gd name="connsiteX3" fmla="*/ 3699441 w 3699038"/>
                <a:gd name="connsiteY3" fmla="*/ 3254204 h 3253903"/>
                <a:gd name="connsiteX4" fmla="*/ 3603962 w 3699038"/>
                <a:gd name="connsiteY4" fmla="*/ 3191567 h 3253903"/>
                <a:gd name="connsiteX5" fmla="*/ 403 w 3699038"/>
                <a:gd name="connsiteY5" fmla="*/ 24599 h 325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99038" h="3253903">
                  <a:moveTo>
                    <a:pt x="403" y="24599"/>
                  </a:moveTo>
                  <a:cubicBezTo>
                    <a:pt x="7538" y="16446"/>
                    <a:pt x="14742" y="8350"/>
                    <a:pt x="21991" y="300"/>
                  </a:cubicBezTo>
                  <a:cubicBezTo>
                    <a:pt x="1248157" y="1107340"/>
                    <a:pt x="2448780" y="2163425"/>
                    <a:pt x="3623854" y="3168559"/>
                  </a:cubicBezTo>
                  <a:lnTo>
                    <a:pt x="3699441" y="3254204"/>
                  </a:lnTo>
                  <a:lnTo>
                    <a:pt x="3603962" y="3191567"/>
                  </a:lnTo>
                  <a:cubicBezTo>
                    <a:pt x="2442148" y="2171095"/>
                    <a:pt x="1240960" y="1115436"/>
                    <a:pt x="403" y="24599"/>
                  </a:cubicBezTo>
                  <a:close/>
                </a:path>
              </a:pathLst>
            </a:custGeom>
            <a:solidFill>
              <a:srgbClr val="EA968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9649EC07-39C2-B06C-B9EF-79C561A28978}"/>
                </a:ext>
              </a:extLst>
            </p:cNvPr>
            <p:cNvSpPr/>
            <p:nvPr/>
          </p:nvSpPr>
          <p:spPr>
            <a:xfrm>
              <a:off x="4047376" y="1801221"/>
              <a:ext cx="4321937" cy="1630482"/>
            </a:xfrm>
            <a:custGeom>
              <a:avLst/>
              <a:gdLst>
                <a:gd name="connsiteX0" fmla="*/ 403 w 4321937"/>
                <a:gd name="connsiteY0" fmla="*/ 26421 h 1630482"/>
                <a:gd name="connsiteX1" fmla="*/ 22782 w 4321937"/>
                <a:gd name="connsiteY1" fmla="*/ 300 h 1630482"/>
                <a:gd name="connsiteX2" fmla="*/ 4209108 w 4321937"/>
                <a:gd name="connsiteY2" fmla="*/ 1598564 h 1630482"/>
                <a:gd name="connsiteX3" fmla="*/ 4322340 w 4321937"/>
                <a:gd name="connsiteY3" fmla="*/ 1614019 h 1630482"/>
                <a:gd name="connsiteX4" fmla="*/ 4209300 w 4321937"/>
                <a:gd name="connsiteY4" fmla="*/ 1630782 h 1630482"/>
                <a:gd name="connsiteX5" fmla="*/ 403 w 4321937"/>
                <a:gd name="connsiteY5" fmla="*/ 26421 h 163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1937" h="1630482">
                  <a:moveTo>
                    <a:pt x="403" y="26421"/>
                  </a:moveTo>
                  <a:cubicBezTo>
                    <a:pt x="7798" y="17669"/>
                    <a:pt x="15262" y="8962"/>
                    <a:pt x="22782" y="300"/>
                  </a:cubicBezTo>
                  <a:cubicBezTo>
                    <a:pt x="1268288" y="1085487"/>
                    <a:pt x="2663730" y="1618240"/>
                    <a:pt x="4209108" y="1598564"/>
                  </a:cubicBezTo>
                  <a:lnTo>
                    <a:pt x="4322340" y="1614019"/>
                  </a:lnTo>
                  <a:lnTo>
                    <a:pt x="4209300" y="1630782"/>
                  </a:lnTo>
                  <a:cubicBezTo>
                    <a:pt x="2663793" y="1628980"/>
                    <a:pt x="1260826" y="1094194"/>
                    <a:pt x="403" y="26421"/>
                  </a:cubicBezTo>
                  <a:close/>
                </a:path>
              </a:pathLst>
            </a:custGeom>
            <a:solidFill>
              <a:srgbClr val="EA968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3C100EC-EC83-C4B4-4D4C-5A12C16B2259}"/>
                </a:ext>
              </a:extLst>
            </p:cNvPr>
            <p:cNvSpPr/>
            <p:nvPr/>
          </p:nvSpPr>
          <p:spPr>
            <a:xfrm>
              <a:off x="5930178" y="4239714"/>
              <a:ext cx="2149126" cy="1623610"/>
            </a:xfrm>
            <a:custGeom>
              <a:avLst/>
              <a:gdLst>
                <a:gd name="connsiteX0" fmla="*/ 2149529 w 2149126"/>
                <a:gd name="connsiteY0" fmla="*/ 435450 h 1623610"/>
                <a:gd name="connsiteX1" fmla="*/ 2125171 w 2149126"/>
                <a:gd name="connsiteY1" fmla="*/ 476506 h 1623610"/>
                <a:gd name="connsiteX2" fmla="*/ 45040 w 2149126"/>
                <a:gd name="connsiteY2" fmla="*/ 1510434 h 1623610"/>
                <a:gd name="connsiteX3" fmla="*/ 23428 w 2149126"/>
                <a:gd name="connsiteY3" fmla="*/ 1623910 h 1623610"/>
                <a:gd name="connsiteX4" fmla="*/ 403 w 2149126"/>
                <a:gd name="connsiteY4" fmla="*/ 1510717 h 1623610"/>
                <a:gd name="connsiteX5" fmla="*/ 2149529 w 2149126"/>
                <a:gd name="connsiteY5" fmla="*/ 435450 h 162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9126" h="1623610">
                  <a:moveTo>
                    <a:pt x="2149529" y="435450"/>
                  </a:moveTo>
                  <a:cubicBezTo>
                    <a:pt x="2141534" y="449219"/>
                    <a:pt x="2133426" y="462897"/>
                    <a:pt x="2125171" y="476506"/>
                  </a:cubicBezTo>
                  <a:cubicBezTo>
                    <a:pt x="713882" y="-381443"/>
                    <a:pt x="20505" y="-36798"/>
                    <a:pt x="45040" y="1510434"/>
                  </a:cubicBezTo>
                  <a:lnTo>
                    <a:pt x="23428" y="1623910"/>
                  </a:lnTo>
                  <a:lnTo>
                    <a:pt x="403" y="1510717"/>
                  </a:lnTo>
                  <a:cubicBezTo>
                    <a:pt x="5626" y="-36705"/>
                    <a:pt x="722000" y="-395126"/>
                    <a:pt x="2149529" y="435450"/>
                  </a:cubicBezTo>
                  <a:close/>
                </a:path>
              </a:pathLst>
            </a:custGeom>
            <a:solidFill>
              <a:srgbClr val="C98C3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C75990C-D0BF-6671-1290-AEC766C052A8}"/>
                </a:ext>
              </a:extLst>
            </p:cNvPr>
            <p:cNvSpPr/>
            <p:nvPr/>
          </p:nvSpPr>
          <p:spPr>
            <a:xfrm>
              <a:off x="3716849" y="2438885"/>
              <a:ext cx="4332228" cy="2327103"/>
            </a:xfrm>
            <a:custGeom>
              <a:avLst/>
              <a:gdLst>
                <a:gd name="connsiteX0" fmla="*/ 4332631 w 4332228"/>
                <a:gd name="connsiteY0" fmla="*/ 2286948 h 2327103"/>
                <a:gd name="connsiteX1" fmla="*/ 4307311 w 4332228"/>
                <a:gd name="connsiteY1" fmla="*/ 2327404 h 2327103"/>
                <a:gd name="connsiteX2" fmla="*/ 94739 w 4332228"/>
                <a:gd name="connsiteY2" fmla="*/ 66812 h 2327103"/>
                <a:gd name="connsiteX3" fmla="*/ 403 w 4332228"/>
                <a:gd name="connsiteY3" fmla="*/ 300 h 2327103"/>
                <a:gd name="connsiteX4" fmla="*/ 112889 w 4332228"/>
                <a:gd name="connsiteY4" fmla="*/ 25981 h 2327103"/>
                <a:gd name="connsiteX5" fmla="*/ 4332631 w 4332228"/>
                <a:gd name="connsiteY5" fmla="*/ 2286948 h 2327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32228" h="2327103">
                  <a:moveTo>
                    <a:pt x="4332631" y="2286948"/>
                  </a:moveTo>
                  <a:cubicBezTo>
                    <a:pt x="4324319" y="2300513"/>
                    <a:pt x="4315883" y="2314009"/>
                    <a:pt x="4307311" y="2327404"/>
                  </a:cubicBezTo>
                  <a:cubicBezTo>
                    <a:pt x="2916815" y="1436079"/>
                    <a:pt x="1512624" y="682546"/>
                    <a:pt x="94739" y="66812"/>
                  </a:cubicBezTo>
                  <a:lnTo>
                    <a:pt x="403" y="300"/>
                  </a:lnTo>
                  <a:lnTo>
                    <a:pt x="112889" y="25981"/>
                  </a:lnTo>
                  <a:cubicBezTo>
                    <a:pt x="1518675" y="668937"/>
                    <a:pt x="2925257" y="1422593"/>
                    <a:pt x="4332631" y="2286948"/>
                  </a:cubicBezTo>
                  <a:close/>
                </a:path>
              </a:pathLst>
            </a:custGeom>
            <a:solidFill>
              <a:srgbClr val="C98C3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C2211C31-19E0-A510-9CD7-BFF2FB4DCF22}"/>
                </a:ext>
              </a:extLst>
            </p:cNvPr>
            <p:cNvSpPr/>
            <p:nvPr/>
          </p:nvSpPr>
          <p:spPr>
            <a:xfrm>
              <a:off x="3602361" y="3965847"/>
              <a:ext cx="4140468" cy="1094304"/>
            </a:xfrm>
            <a:custGeom>
              <a:avLst/>
              <a:gdLst>
                <a:gd name="connsiteX0" fmla="*/ 16687 w 4140468"/>
                <a:gd name="connsiteY0" fmla="*/ 332868 h 1094304"/>
                <a:gd name="connsiteX1" fmla="*/ 403 w 4140468"/>
                <a:gd name="connsiteY1" fmla="*/ 287994 h 1094304"/>
                <a:gd name="connsiteX2" fmla="*/ 4071810 w 4140468"/>
                <a:gd name="connsiteY2" fmla="*/ 1002076 h 1094304"/>
                <a:gd name="connsiteX3" fmla="*/ 4140871 w 4140468"/>
                <a:gd name="connsiteY3" fmla="*/ 1094605 h 1094304"/>
                <a:gd name="connsiteX4" fmla="*/ 4041899 w 4140468"/>
                <a:gd name="connsiteY4" fmla="*/ 1035263 h 1094304"/>
                <a:gd name="connsiteX5" fmla="*/ 16687 w 4140468"/>
                <a:gd name="connsiteY5" fmla="*/ 332868 h 109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0468" h="1094304">
                  <a:moveTo>
                    <a:pt x="16687" y="332868"/>
                  </a:moveTo>
                  <a:cubicBezTo>
                    <a:pt x="11123" y="317962"/>
                    <a:pt x="5684" y="303004"/>
                    <a:pt x="403" y="287994"/>
                  </a:cubicBezTo>
                  <a:cubicBezTo>
                    <a:pt x="1557504" y="-261701"/>
                    <a:pt x="2914639" y="-23671"/>
                    <a:pt x="4071810" y="1002076"/>
                  </a:cubicBezTo>
                  <a:lnTo>
                    <a:pt x="4140871" y="1094605"/>
                  </a:lnTo>
                  <a:lnTo>
                    <a:pt x="4041899" y="1035263"/>
                  </a:lnTo>
                  <a:cubicBezTo>
                    <a:pt x="2904669" y="-12613"/>
                    <a:pt x="1562935" y="-246742"/>
                    <a:pt x="16687" y="332868"/>
                  </a:cubicBezTo>
                  <a:close/>
                </a:path>
              </a:pathLst>
            </a:custGeom>
            <a:solidFill>
              <a:srgbClr val="8FA38B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4346380E-0BAA-D5C0-6ECB-548DADE66C0A}"/>
                </a:ext>
              </a:extLst>
            </p:cNvPr>
            <p:cNvSpPr/>
            <p:nvPr/>
          </p:nvSpPr>
          <p:spPr>
            <a:xfrm>
              <a:off x="5650395" y="4391353"/>
              <a:ext cx="2051870" cy="1505983"/>
            </a:xfrm>
            <a:custGeom>
              <a:avLst/>
              <a:gdLst>
                <a:gd name="connsiteX0" fmla="*/ 51603 w 2051870"/>
                <a:gd name="connsiteY0" fmla="*/ 1506284 h 1505983"/>
                <a:gd name="connsiteX1" fmla="*/ 403 w 2051870"/>
                <a:gd name="connsiteY1" fmla="*/ 1500826 h 1505983"/>
                <a:gd name="connsiteX2" fmla="*/ 1986706 w 2051870"/>
                <a:gd name="connsiteY2" fmla="*/ 617501 h 1505983"/>
                <a:gd name="connsiteX3" fmla="*/ 2052273 w 2051870"/>
                <a:gd name="connsiteY3" fmla="*/ 713008 h 1505983"/>
                <a:gd name="connsiteX4" fmla="*/ 1953549 w 2051870"/>
                <a:gd name="connsiteY4" fmla="*/ 652511 h 1505983"/>
                <a:gd name="connsiteX5" fmla="*/ 51603 w 2051870"/>
                <a:gd name="connsiteY5" fmla="*/ 1506284 h 150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51870" h="1505983">
                  <a:moveTo>
                    <a:pt x="51603" y="1506284"/>
                  </a:moveTo>
                  <a:cubicBezTo>
                    <a:pt x="34518" y="1504642"/>
                    <a:pt x="17450" y="1502819"/>
                    <a:pt x="403" y="1500826"/>
                  </a:cubicBezTo>
                  <a:cubicBezTo>
                    <a:pt x="192148" y="-141094"/>
                    <a:pt x="854249" y="-435536"/>
                    <a:pt x="1986706" y="617501"/>
                  </a:cubicBezTo>
                  <a:lnTo>
                    <a:pt x="2052273" y="713008"/>
                  </a:lnTo>
                  <a:lnTo>
                    <a:pt x="1953549" y="652511"/>
                  </a:lnTo>
                  <a:cubicBezTo>
                    <a:pt x="843195" y="-423865"/>
                    <a:pt x="209215" y="-139276"/>
                    <a:pt x="51603" y="1506284"/>
                  </a:cubicBezTo>
                  <a:close/>
                </a:path>
              </a:pathLst>
            </a:custGeom>
            <a:solidFill>
              <a:srgbClr val="EEC498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0D23404A-89E2-011C-E633-21E5BD483B42}"/>
                </a:ext>
              </a:extLst>
            </p:cNvPr>
            <p:cNvSpPr/>
            <p:nvPr/>
          </p:nvSpPr>
          <p:spPr>
            <a:xfrm>
              <a:off x="3506939" y="3365397"/>
              <a:ext cx="4607750" cy="1299707"/>
            </a:xfrm>
            <a:custGeom>
              <a:avLst/>
              <a:gdLst>
                <a:gd name="connsiteX0" fmla="*/ 4608154 w 4607750"/>
                <a:gd name="connsiteY0" fmla="*/ 1246700 h 1299707"/>
                <a:gd name="connsiteX1" fmla="*/ 4578401 w 4607750"/>
                <a:gd name="connsiteY1" fmla="*/ 1300007 h 1299707"/>
                <a:gd name="connsiteX2" fmla="*/ 113228 w 4607750"/>
                <a:gd name="connsiteY2" fmla="*/ 57461 h 1299707"/>
                <a:gd name="connsiteX3" fmla="*/ 403 w 4607750"/>
                <a:gd name="connsiteY3" fmla="*/ 27169 h 1299707"/>
                <a:gd name="connsiteX4" fmla="*/ 114088 w 4607750"/>
                <a:gd name="connsiteY4" fmla="*/ 300 h 1299707"/>
                <a:gd name="connsiteX5" fmla="*/ 4608154 w 4607750"/>
                <a:gd name="connsiteY5" fmla="*/ 1246700 h 1299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7750" h="1299707">
                  <a:moveTo>
                    <a:pt x="4608154" y="1246700"/>
                  </a:moveTo>
                  <a:cubicBezTo>
                    <a:pt x="4598451" y="1264590"/>
                    <a:pt x="4588533" y="1282367"/>
                    <a:pt x="4578401" y="1300007"/>
                  </a:cubicBezTo>
                  <a:cubicBezTo>
                    <a:pt x="3147118" y="475939"/>
                    <a:pt x="1658726" y="61755"/>
                    <a:pt x="113228" y="57461"/>
                  </a:cubicBezTo>
                  <a:lnTo>
                    <a:pt x="403" y="27169"/>
                  </a:lnTo>
                  <a:lnTo>
                    <a:pt x="114088" y="300"/>
                  </a:lnTo>
                  <a:cubicBezTo>
                    <a:pt x="1659013" y="42701"/>
                    <a:pt x="3157036" y="458167"/>
                    <a:pt x="4608154" y="1246700"/>
                  </a:cubicBezTo>
                  <a:close/>
                </a:path>
              </a:pathLst>
            </a:custGeom>
            <a:solidFill>
              <a:srgbClr val="C98C3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610CFE2-D3A5-EEA1-4C45-222BFE7B5837}"/>
                </a:ext>
              </a:extLst>
            </p:cNvPr>
            <p:cNvSpPr/>
            <p:nvPr/>
          </p:nvSpPr>
          <p:spPr>
            <a:xfrm>
              <a:off x="3622625" y="3442057"/>
              <a:ext cx="4746326" cy="925492"/>
            </a:xfrm>
            <a:custGeom>
              <a:avLst/>
              <a:gdLst>
                <a:gd name="connsiteX0" fmla="*/ 23461 w 4746326"/>
                <a:gd name="connsiteY0" fmla="*/ 925793 h 925492"/>
                <a:gd name="connsiteX1" fmla="*/ 403 w 4746326"/>
                <a:gd name="connsiteY1" fmla="*/ 867205 h 925492"/>
                <a:gd name="connsiteX2" fmla="*/ 4634016 w 4746326"/>
                <a:gd name="connsiteY2" fmla="*/ 497 h 925492"/>
                <a:gd name="connsiteX3" fmla="*/ 4746729 w 4746326"/>
                <a:gd name="connsiteY3" fmla="*/ 32054 h 925492"/>
                <a:gd name="connsiteX4" fmla="*/ 4632931 w 4746326"/>
                <a:gd name="connsiteY4" fmla="*/ 59436 h 925492"/>
                <a:gd name="connsiteX5" fmla="*/ 23461 w 4746326"/>
                <a:gd name="connsiteY5" fmla="*/ 925793 h 925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46326" h="925492">
                  <a:moveTo>
                    <a:pt x="23461" y="925793"/>
                  </a:moveTo>
                  <a:cubicBezTo>
                    <a:pt x="15533" y="906362"/>
                    <a:pt x="7844" y="886830"/>
                    <a:pt x="403" y="867205"/>
                  </a:cubicBezTo>
                  <a:cubicBezTo>
                    <a:pt x="1543993" y="280563"/>
                    <a:pt x="3088531" y="-8340"/>
                    <a:pt x="4634016" y="497"/>
                  </a:cubicBezTo>
                  <a:lnTo>
                    <a:pt x="4746729" y="32054"/>
                  </a:lnTo>
                  <a:lnTo>
                    <a:pt x="4632931" y="59436"/>
                  </a:lnTo>
                  <a:cubicBezTo>
                    <a:pt x="3088170" y="11307"/>
                    <a:pt x="1551681" y="300093"/>
                    <a:pt x="23461" y="925793"/>
                  </a:cubicBezTo>
                  <a:close/>
                </a:path>
              </a:pathLst>
            </a:custGeom>
            <a:solidFill>
              <a:srgbClr val="8FA38B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C4F4816-6563-62DD-52AF-140523E85C6C}"/>
                </a:ext>
              </a:extLst>
            </p:cNvPr>
            <p:cNvSpPr/>
            <p:nvPr/>
          </p:nvSpPr>
          <p:spPr>
            <a:xfrm>
              <a:off x="4192024" y="1626580"/>
              <a:ext cx="3463333" cy="3525658"/>
            </a:xfrm>
            <a:custGeom>
              <a:avLst/>
              <a:gdLst>
                <a:gd name="connsiteX0" fmla="*/ 403 w 3463333"/>
                <a:gd name="connsiteY0" fmla="*/ 44130 h 3525658"/>
                <a:gd name="connsiteX1" fmla="*/ 45569 w 3463333"/>
                <a:gd name="connsiteY1" fmla="*/ 300 h 3525658"/>
                <a:gd name="connsiteX2" fmla="*/ 3404570 w 3463333"/>
                <a:gd name="connsiteY2" fmla="*/ 3424847 h 3525658"/>
                <a:gd name="connsiteX3" fmla="*/ 3463736 w 3463333"/>
                <a:gd name="connsiteY3" fmla="*/ 3525959 h 3525658"/>
                <a:gd name="connsiteX4" fmla="*/ 3362886 w 3463333"/>
                <a:gd name="connsiteY4" fmla="*/ 3466492 h 3525658"/>
                <a:gd name="connsiteX5" fmla="*/ 403 w 3463333"/>
                <a:gd name="connsiteY5" fmla="*/ 44130 h 3525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63333" h="3525658">
                  <a:moveTo>
                    <a:pt x="403" y="44130"/>
                  </a:moveTo>
                  <a:cubicBezTo>
                    <a:pt x="15262" y="29331"/>
                    <a:pt x="30325" y="14725"/>
                    <a:pt x="45569" y="300"/>
                  </a:cubicBezTo>
                  <a:cubicBezTo>
                    <a:pt x="1179449" y="1201914"/>
                    <a:pt x="2299117" y="2343430"/>
                    <a:pt x="3404570" y="3424847"/>
                  </a:cubicBezTo>
                  <a:lnTo>
                    <a:pt x="3463736" y="3525959"/>
                  </a:lnTo>
                  <a:lnTo>
                    <a:pt x="3362886" y="3466492"/>
                  </a:lnTo>
                  <a:cubicBezTo>
                    <a:pt x="2285224" y="2357309"/>
                    <a:pt x="1164393" y="1216523"/>
                    <a:pt x="403" y="44130"/>
                  </a:cubicBezTo>
                  <a:close/>
                </a:path>
              </a:pathLst>
            </a:custGeom>
            <a:solidFill>
              <a:srgbClr val="F9BE75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F6ACC46-7D42-B22D-2C62-C3BBCA34A9D9}"/>
                </a:ext>
              </a:extLst>
            </p:cNvPr>
            <p:cNvSpPr/>
            <p:nvPr/>
          </p:nvSpPr>
          <p:spPr>
            <a:xfrm>
              <a:off x="3701899" y="4079781"/>
              <a:ext cx="3895027" cy="1128912"/>
            </a:xfrm>
            <a:custGeom>
              <a:avLst/>
              <a:gdLst>
                <a:gd name="connsiteX0" fmla="*/ 35957 w 3895027"/>
                <a:gd name="connsiteY0" fmla="*/ 487139 h 1128912"/>
                <a:gd name="connsiteX1" fmla="*/ 403 w 3895027"/>
                <a:gd name="connsiteY1" fmla="*/ 415378 h 1128912"/>
                <a:gd name="connsiteX2" fmla="*/ 3845446 w 3895027"/>
                <a:gd name="connsiteY2" fmla="*/ 1020629 h 1128912"/>
                <a:gd name="connsiteX3" fmla="*/ 3895430 w 3895027"/>
                <a:gd name="connsiteY3" fmla="*/ 1129213 h 1128912"/>
                <a:gd name="connsiteX4" fmla="*/ 3790690 w 3895027"/>
                <a:gd name="connsiteY4" fmla="*/ 1071796 h 1128912"/>
                <a:gd name="connsiteX5" fmla="*/ 35957 w 3895027"/>
                <a:gd name="connsiteY5" fmla="*/ 487139 h 112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5027" h="1128912">
                  <a:moveTo>
                    <a:pt x="35957" y="487139"/>
                  </a:moveTo>
                  <a:cubicBezTo>
                    <a:pt x="23721" y="463414"/>
                    <a:pt x="11869" y="439490"/>
                    <a:pt x="403" y="415378"/>
                  </a:cubicBezTo>
                  <a:cubicBezTo>
                    <a:pt x="1491145" y="-295195"/>
                    <a:pt x="2772827" y="-93445"/>
                    <a:pt x="3845446" y="1020629"/>
                  </a:cubicBezTo>
                  <a:lnTo>
                    <a:pt x="3895430" y="1129213"/>
                  </a:lnTo>
                  <a:lnTo>
                    <a:pt x="3790690" y="1071796"/>
                  </a:lnTo>
                  <a:cubicBezTo>
                    <a:pt x="2754576" y="-76390"/>
                    <a:pt x="1502996" y="-271274"/>
                    <a:pt x="35957" y="487139"/>
                  </a:cubicBezTo>
                  <a:close/>
                </a:path>
              </a:pathLst>
            </a:custGeom>
            <a:solidFill>
              <a:srgbClr val="588C8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3DB09E7-FE86-8F37-11D5-BE343D01CB24}"/>
                </a:ext>
              </a:extLst>
            </p:cNvPr>
            <p:cNvSpPr/>
            <p:nvPr/>
          </p:nvSpPr>
          <p:spPr>
            <a:xfrm>
              <a:off x="5712804" y="3509055"/>
              <a:ext cx="2652947" cy="2396071"/>
            </a:xfrm>
            <a:custGeom>
              <a:avLst/>
              <a:gdLst>
                <a:gd name="connsiteX0" fmla="*/ 93476 w 2652947"/>
                <a:gd name="connsiteY0" fmla="*/ 2396372 h 2396071"/>
                <a:gd name="connsiteX1" fmla="*/ 403 w 2652947"/>
                <a:gd name="connsiteY1" fmla="*/ 2389635 h 2396071"/>
                <a:gd name="connsiteX2" fmla="*/ 2542402 w 2652947"/>
                <a:gd name="connsiteY2" fmla="*/ 2982 h 2396071"/>
                <a:gd name="connsiteX3" fmla="*/ 2653350 w 2652947"/>
                <a:gd name="connsiteY3" fmla="*/ 52836 h 2396071"/>
                <a:gd name="connsiteX4" fmla="*/ 2537641 w 2652947"/>
                <a:gd name="connsiteY4" fmla="*/ 90312 h 2396071"/>
                <a:gd name="connsiteX5" fmla="*/ 93476 w 2652947"/>
                <a:gd name="connsiteY5" fmla="*/ 2396372 h 239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2947" h="2396071">
                  <a:moveTo>
                    <a:pt x="93476" y="2396372"/>
                  </a:moveTo>
                  <a:cubicBezTo>
                    <a:pt x="62412" y="2394707"/>
                    <a:pt x="31382" y="2392465"/>
                    <a:pt x="403" y="2389635"/>
                  </a:cubicBezTo>
                  <a:cubicBezTo>
                    <a:pt x="150542" y="743372"/>
                    <a:pt x="997874" y="-52177"/>
                    <a:pt x="2542402" y="2982"/>
                  </a:cubicBezTo>
                  <a:lnTo>
                    <a:pt x="2653350" y="52836"/>
                  </a:lnTo>
                  <a:lnTo>
                    <a:pt x="2537641" y="90312"/>
                  </a:lnTo>
                  <a:cubicBezTo>
                    <a:pt x="996289" y="-23067"/>
                    <a:pt x="181566" y="745620"/>
                    <a:pt x="93476" y="2396372"/>
                  </a:cubicBezTo>
                  <a:close/>
                </a:path>
              </a:pathLst>
            </a:custGeom>
            <a:solidFill>
              <a:srgbClr val="EEC498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E2DB5A20-8497-C378-9472-5E61592582AD}"/>
                </a:ext>
              </a:extLst>
            </p:cNvPr>
            <p:cNvSpPr/>
            <p:nvPr/>
          </p:nvSpPr>
          <p:spPr>
            <a:xfrm>
              <a:off x="6195708" y="966413"/>
              <a:ext cx="2162014" cy="2735535"/>
            </a:xfrm>
            <a:custGeom>
              <a:avLst/>
              <a:gdLst>
                <a:gd name="connsiteX0" fmla="*/ 32884 w 2162014"/>
                <a:gd name="connsiteY0" fmla="*/ 300 h 2735535"/>
                <a:gd name="connsiteX1" fmla="*/ 130970 w 2162014"/>
                <a:gd name="connsiteY1" fmla="*/ 13887 h 2735535"/>
                <a:gd name="connsiteX2" fmla="*/ 2053945 w 2162014"/>
                <a:gd name="connsiteY2" fmla="*/ 2643476 h 2735535"/>
                <a:gd name="connsiteX3" fmla="*/ 2162417 w 2162014"/>
                <a:gd name="connsiteY3" fmla="*/ 2700765 h 2735535"/>
                <a:gd name="connsiteX4" fmla="*/ 2044887 w 2162014"/>
                <a:gd name="connsiteY4" fmla="*/ 2735836 h 2735535"/>
                <a:gd name="connsiteX5" fmla="*/ 32884 w 2162014"/>
                <a:gd name="connsiteY5" fmla="*/ 300 h 2735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2014" h="2735535">
                  <a:moveTo>
                    <a:pt x="32884" y="300"/>
                  </a:moveTo>
                  <a:cubicBezTo>
                    <a:pt x="65666" y="4172"/>
                    <a:pt x="98367" y="8701"/>
                    <a:pt x="130970" y="13887"/>
                  </a:cubicBezTo>
                  <a:cubicBezTo>
                    <a:pt x="-127871" y="1646554"/>
                    <a:pt x="513118" y="2523083"/>
                    <a:pt x="2053945" y="2643476"/>
                  </a:cubicBezTo>
                  <a:lnTo>
                    <a:pt x="2162417" y="2700765"/>
                  </a:lnTo>
                  <a:lnTo>
                    <a:pt x="2044887" y="2735836"/>
                  </a:lnTo>
                  <a:cubicBezTo>
                    <a:pt x="510099" y="2553869"/>
                    <a:pt x="-160567" y="1642026"/>
                    <a:pt x="32884" y="300"/>
                  </a:cubicBezTo>
                  <a:close/>
                </a:path>
              </a:pathLst>
            </a:custGeom>
            <a:solidFill>
              <a:srgbClr val="BC4D36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AF2E576-3F34-E0FE-6559-4207891CE222}"/>
                </a:ext>
              </a:extLst>
            </p:cNvPr>
            <p:cNvSpPr/>
            <p:nvPr/>
          </p:nvSpPr>
          <p:spPr>
            <a:xfrm>
              <a:off x="7089176" y="2557487"/>
              <a:ext cx="1254908" cy="1255592"/>
            </a:xfrm>
            <a:custGeom>
              <a:avLst/>
              <a:gdLst>
                <a:gd name="connsiteX0" fmla="*/ 1167816 w 1254908"/>
                <a:gd name="connsiteY0" fmla="*/ 300 h 1255592"/>
                <a:gd name="connsiteX1" fmla="*/ 1203721 w 1254908"/>
                <a:gd name="connsiteY1" fmla="*/ 102839 h 1255592"/>
                <a:gd name="connsiteX2" fmla="*/ 1150152 w 1254908"/>
                <a:gd name="connsiteY2" fmla="*/ 1155237 h 1255592"/>
                <a:gd name="connsiteX3" fmla="*/ 1255311 w 1254908"/>
                <a:gd name="connsiteY3" fmla="*/ 1221929 h 1255592"/>
                <a:gd name="connsiteX4" fmla="*/ 1135541 w 1254908"/>
                <a:gd name="connsiteY4" fmla="*/ 1255893 h 1255592"/>
                <a:gd name="connsiteX5" fmla="*/ 1167816 w 1254908"/>
                <a:gd name="connsiteY5" fmla="*/ 300 h 125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908" h="1255592">
                  <a:moveTo>
                    <a:pt x="1167816" y="300"/>
                  </a:moveTo>
                  <a:cubicBezTo>
                    <a:pt x="1180527" y="34212"/>
                    <a:pt x="1192503" y="68401"/>
                    <a:pt x="1203721" y="102839"/>
                  </a:cubicBezTo>
                  <a:cubicBezTo>
                    <a:pt x="-365932" y="615488"/>
                    <a:pt x="-383790" y="966287"/>
                    <a:pt x="1150152" y="1155237"/>
                  </a:cubicBezTo>
                  <a:lnTo>
                    <a:pt x="1255311" y="1221929"/>
                  </a:lnTo>
                  <a:lnTo>
                    <a:pt x="1135541" y="1255893"/>
                  </a:lnTo>
                  <a:cubicBezTo>
                    <a:pt x="-388660" y="999839"/>
                    <a:pt x="-377901" y="581308"/>
                    <a:pt x="1167816" y="300"/>
                  </a:cubicBezTo>
                  <a:close/>
                </a:path>
              </a:pathLst>
            </a:custGeom>
            <a:solidFill>
              <a:srgbClr val="BD6233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B71EAD3D-38FD-38A2-32C4-BD6930FC48E9}"/>
                </a:ext>
              </a:extLst>
            </p:cNvPr>
            <p:cNvSpPr/>
            <p:nvPr/>
          </p:nvSpPr>
          <p:spPr>
            <a:xfrm>
              <a:off x="3742643" y="3722569"/>
              <a:ext cx="4581356" cy="952544"/>
            </a:xfrm>
            <a:custGeom>
              <a:avLst/>
              <a:gdLst>
                <a:gd name="connsiteX0" fmla="*/ 54627 w 4581356"/>
                <a:gd name="connsiteY0" fmla="*/ 952844 h 952544"/>
                <a:gd name="connsiteX1" fmla="*/ 403 w 4581356"/>
                <a:gd name="connsiteY1" fmla="*/ 854360 h 952544"/>
                <a:gd name="connsiteX2" fmla="*/ 4480310 w 4581356"/>
                <a:gd name="connsiteY2" fmla="*/ 101211 h 952544"/>
                <a:gd name="connsiteX3" fmla="*/ 4581759 w 4581356"/>
                <a:gd name="connsiteY3" fmla="*/ 174750 h 952544"/>
                <a:gd name="connsiteX4" fmla="*/ 4460090 w 4581356"/>
                <a:gd name="connsiteY4" fmla="*/ 204523 h 952544"/>
                <a:gd name="connsiteX5" fmla="*/ 54627 w 4581356"/>
                <a:gd name="connsiteY5" fmla="*/ 952844 h 9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81356" h="952544">
                  <a:moveTo>
                    <a:pt x="54627" y="952844"/>
                  </a:moveTo>
                  <a:cubicBezTo>
                    <a:pt x="35810" y="920427"/>
                    <a:pt x="17727" y="887592"/>
                    <a:pt x="403" y="854360"/>
                  </a:cubicBezTo>
                  <a:cubicBezTo>
                    <a:pt x="1463980" y="89272"/>
                    <a:pt x="2957284" y="-161777"/>
                    <a:pt x="4480310" y="101211"/>
                  </a:cubicBezTo>
                  <a:lnTo>
                    <a:pt x="4581759" y="174750"/>
                  </a:lnTo>
                  <a:lnTo>
                    <a:pt x="4460090" y="204523"/>
                  </a:lnTo>
                  <a:cubicBezTo>
                    <a:pt x="2950546" y="-127339"/>
                    <a:pt x="1482058" y="122102"/>
                    <a:pt x="54627" y="952844"/>
                  </a:cubicBezTo>
                  <a:close/>
                </a:path>
              </a:pathLst>
            </a:custGeom>
            <a:solidFill>
              <a:srgbClr val="588C8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89FA624-4A8E-5C29-C60B-D22CAD86CD1E}"/>
                </a:ext>
              </a:extLst>
            </p:cNvPr>
            <p:cNvSpPr/>
            <p:nvPr/>
          </p:nvSpPr>
          <p:spPr>
            <a:xfrm>
              <a:off x="3461602" y="3457655"/>
              <a:ext cx="4053132" cy="1824420"/>
            </a:xfrm>
            <a:custGeom>
              <a:avLst/>
              <a:gdLst>
                <a:gd name="connsiteX0" fmla="*/ 4835 w 4053132"/>
                <a:gd name="connsiteY0" fmla="*/ 122684 h 1824420"/>
                <a:gd name="connsiteX1" fmla="*/ 403 w 4053132"/>
                <a:gd name="connsiteY1" fmla="*/ 783 h 1824420"/>
                <a:gd name="connsiteX2" fmla="*/ 4023160 w 4053132"/>
                <a:gd name="connsiteY2" fmla="*/ 1700975 h 1824420"/>
                <a:gd name="connsiteX3" fmla="*/ 4053535 w 4053132"/>
                <a:gd name="connsiteY3" fmla="*/ 1824720 h 1824420"/>
                <a:gd name="connsiteX4" fmla="*/ 3936344 w 4053132"/>
                <a:gd name="connsiteY4" fmla="*/ 1775025 h 1824420"/>
                <a:gd name="connsiteX5" fmla="*/ 4835 w 4053132"/>
                <a:gd name="connsiteY5" fmla="*/ 122684 h 1824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53132" h="1824420">
                  <a:moveTo>
                    <a:pt x="4835" y="122684"/>
                  </a:moveTo>
                  <a:cubicBezTo>
                    <a:pt x="2359" y="82093"/>
                    <a:pt x="878" y="41447"/>
                    <a:pt x="403" y="783"/>
                  </a:cubicBezTo>
                  <a:cubicBezTo>
                    <a:pt x="1651343" y="-18643"/>
                    <a:pt x="2992261" y="548087"/>
                    <a:pt x="4023160" y="1700975"/>
                  </a:cubicBezTo>
                  <a:lnTo>
                    <a:pt x="4053535" y="1824720"/>
                  </a:lnTo>
                  <a:lnTo>
                    <a:pt x="3936344" y="1775025"/>
                  </a:lnTo>
                  <a:cubicBezTo>
                    <a:pt x="2963323" y="572770"/>
                    <a:pt x="1652820" y="21991"/>
                    <a:pt x="4835" y="122684"/>
                  </a:cubicBezTo>
                  <a:close/>
                </a:path>
              </a:pathLst>
            </a:custGeom>
            <a:solidFill>
              <a:srgbClr val="9FBE9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03D6F625-8CCC-3F63-9C30-F4F4CAABDE57}"/>
                </a:ext>
              </a:extLst>
            </p:cNvPr>
            <p:cNvSpPr/>
            <p:nvPr/>
          </p:nvSpPr>
          <p:spPr>
            <a:xfrm>
              <a:off x="3802545" y="4241440"/>
              <a:ext cx="1869034" cy="1591969"/>
            </a:xfrm>
            <a:custGeom>
              <a:avLst/>
              <a:gdLst>
                <a:gd name="connsiteX0" fmla="*/ 66761 w 1869034"/>
                <a:gd name="connsiteY0" fmla="*/ 550517 h 1591969"/>
                <a:gd name="connsiteX1" fmla="*/ 403 w 1869034"/>
                <a:gd name="connsiteY1" fmla="*/ 443711 h 1591969"/>
                <a:gd name="connsiteX2" fmla="*/ 1831456 w 1869034"/>
                <a:gd name="connsiteY2" fmla="*/ 1488905 h 1591969"/>
                <a:gd name="connsiteX3" fmla="*/ 1755574 w 1869034"/>
                <a:gd name="connsiteY3" fmla="*/ 1592269 h 1591969"/>
                <a:gd name="connsiteX4" fmla="*/ 1715302 w 1869034"/>
                <a:gd name="connsiteY4" fmla="*/ 1470483 h 1591969"/>
                <a:gd name="connsiteX5" fmla="*/ 66761 w 1869034"/>
                <a:gd name="connsiteY5" fmla="*/ 550517 h 1591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9034" h="1591969">
                  <a:moveTo>
                    <a:pt x="66761" y="550517"/>
                  </a:moveTo>
                  <a:cubicBezTo>
                    <a:pt x="43748" y="515485"/>
                    <a:pt x="21617" y="479864"/>
                    <a:pt x="403" y="443711"/>
                  </a:cubicBezTo>
                  <a:cubicBezTo>
                    <a:pt x="1424049" y="-393525"/>
                    <a:pt x="2034399" y="-45127"/>
                    <a:pt x="1831456" y="1488905"/>
                  </a:cubicBezTo>
                  <a:lnTo>
                    <a:pt x="1755574" y="1592269"/>
                  </a:lnTo>
                  <a:lnTo>
                    <a:pt x="1715302" y="1470483"/>
                  </a:lnTo>
                  <a:cubicBezTo>
                    <a:pt x="1995681" y="-51266"/>
                    <a:pt x="1446168" y="-357921"/>
                    <a:pt x="66761" y="550517"/>
                  </a:cubicBezTo>
                  <a:close/>
                </a:path>
              </a:pathLst>
            </a:custGeom>
            <a:solidFill>
              <a:srgbClr val="588C8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C819DB6-6132-623F-D4E0-0AE3B6E46082}"/>
                </a:ext>
              </a:extLst>
            </p:cNvPr>
            <p:cNvSpPr/>
            <p:nvPr/>
          </p:nvSpPr>
          <p:spPr>
            <a:xfrm>
              <a:off x="3615433" y="954014"/>
              <a:ext cx="2601572" cy="3218313"/>
            </a:xfrm>
            <a:custGeom>
              <a:avLst/>
              <a:gdLst>
                <a:gd name="connsiteX0" fmla="*/ 2474926 w 2601572"/>
                <a:gd name="connsiteY0" fmla="*/ 300 h 3218313"/>
                <a:gd name="connsiteX1" fmla="*/ 2601975 w 2601572"/>
                <a:gd name="connsiteY1" fmla="*/ 11408 h 3218313"/>
                <a:gd name="connsiteX2" fmla="*/ 126810 w 2601572"/>
                <a:gd name="connsiteY2" fmla="*/ 3218613 h 3218313"/>
                <a:gd name="connsiteX3" fmla="*/ 403 w 2601572"/>
                <a:gd name="connsiteY3" fmla="*/ 3195237 h 3218313"/>
                <a:gd name="connsiteX4" fmla="*/ 91504 w 2601572"/>
                <a:gd name="connsiteY4" fmla="*/ 3104431 h 3218313"/>
                <a:gd name="connsiteX5" fmla="*/ 2474926 w 2601572"/>
                <a:gd name="connsiteY5" fmla="*/ 300 h 321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1572" h="3218313">
                  <a:moveTo>
                    <a:pt x="2474926" y="300"/>
                  </a:moveTo>
                  <a:cubicBezTo>
                    <a:pt x="2517365" y="2904"/>
                    <a:pt x="2559728" y="6618"/>
                    <a:pt x="2601975" y="11408"/>
                  </a:cubicBezTo>
                  <a:cubicBezTo>
                    <a:pt x="2415980" y="1653993"/>
                    <a:pt x="1590926" y="2723060"/>
                    <a:pt x="126810" y="3218613"/>
                  </a:cubicBezTo>
                  <a:lnTo>
                    <a:pt x="403" y="3195237"/>
                  </a:lnTo>
                  <a:lnTo>
                    <a:pt x="91504" y="3104431"/>
                  </a:lnTo>
                  <a:cubicBezTo>
                    <a:pt x="1579157" y="2685001"/>
                    <a:pt x="2373630" y="1650288"/>
                    <a:pt x="2474926" y="300"/>
                  </a:cubicBezTo>
                  <a:close/>
                </a:path>
              </a:pathLst>
            </a:custGeom>
            <a:solidFill>
              <a:srgbClr val="BC4D36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3DB40BD0-CFE7-09B9-04FE-109078B3C199}"/>
                </a:ext>
              </a:extLst>
            </p:cNvPr>
            <p:cNvSpPr/>
            <p:nvPr/>
          </p:nvSpPr>
          <p:spPr>
            <a:xfrm>
              <a:off x="5383481" y="949350"/>
              <a:ext cx="695238" cy="4858357"/>
            </a:xfrm>
            <a:custGeom>
              <a:avLst/>
              <a:gdLst>
                <a:gd name="connsiteX0" fmla="*/ 560563 w 695238"/>
                <a:gd name="connsiteY0" fmla="*/ 300 h 4858357"/>
                <a:gd name="connsiteX1" fmla="*/ 695641 w 695238"/>
                <a:gd name="connsiteY1" fmla="*/ 4297 h 4858357"/>
                <a:gd name="connsiteX2" fmla="*/ 124009 w 695238"/>
                <a:gd name="connsiteY2" fmla="*/ 4760637 h 4858357"/>
                <a:gd name="connsiteX3" fmla="*/ 37978 w 695238"/>
                <a:gd name="connsiteY3" fmla="*/ 4858658 h 4858357"/>
                <a:gd name="connsiteX4" fmla="*/ 403 w 695238"/>
                <a:gd name="connsiteY4" fmla="*/ 4733712 h 4858357"/>
                <a:gd name="connsiteX5" fmla="*/ 560563 w 695238"/>
                <a:gd name="connsiteY5" fmla="*/ 300 h 485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5238" h="4858357">
                  <a:moveTo>
                    <a:pt x="560563" y="300"/>
                  </a:moveTo>
                  <a:cubicBezTo>
                    <a:pt x="605617" y="402"/>
                    <a:pt x="650660" y="1727"/>
                    <a:pt x="695641" y="4297"/>
                  </a:cubicBezTo>
                  <a:cubicBezTo>
                    <a:pt x="601837" y="1654731"/>
                    <a:pt x="411293" y="3240179"/>
                    <a:pt x="124009" y="4760637"/>
                  </a:cubicBezTo>
                  <a:lnTo>
                    <a:pt x="37978" y="4858658"/>
                  </a:lnTo>
                  <a:lnTo>
                    <a:pt x="403" y="4733712"/>
                  </a:lnTo>
                  <a:cubicBezTo>
                    <a:pt x="370091" y="3231203"/>
                    <a:pt x="556811" y="1653398"/>
                    <a:pt x="560563" y="300"/>
                  </a:cubicBezTo>
                  <a:close/>
                </a:path>
              </a:pathLst>
            </a:custGeom>
            <a:solidFill>
              <a:srgbClr val="BC4D36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7084643-B1DF-12BD-681F-2647C8362677}"/>
                </a:ext>
              </a:extLst>
            </p:cNvPr>
            <p:cNvSpPr/>
            <p:nvPr/>
          </p:nvSpPr>
          <p:spPr>
            <a:xfrm>
              <a:off x="6783819" y="2421848"/>
              <a:ext cx="1468790" cy="2946313"/>
            </a:xfrm>
            <a:custGeom>
              <a:avLst/>
              <a:gdLst>
                <a:gd name="connsiteX0" fmla="*/ 1417693 w 1468790"/>
                <a:gd name="connsiteY0" fmla="*/ 300 h 2946313"/>
                <a:gd name="connsiteX1" fmla="*/ 1469193 w 1468790"/>
                <a:gd name="connsiteY1" fmla="*/ 125395 h 2946313"/>
                <a:gd name="connsiteX2" fmla="*/ 605929 w 1468790"/>
                <a:gd name="connsiteY2" fmla="*/ 2817456 h 2946313"/>
                <a:gd name="connsiteX3" fmla="*/ 624430 w 1468790"/>
                <a:gd name="connsiteY3" fmla="*/ 2946614 h 2946313"/>
                <a:gd name="connsiteX4" fmla="*/ 505158 w 1468790"/>
                <a:gd name="connsiteY4" fmla="*/ 2894020 h 2946313"/>
                <a:gd name="connsiteX5" fmla="*/ 1417693 w 1468790"/>
                <a:gd name="connsiteY5" fmla="*/ 300 h 2946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68790" h="2946313">
                  <a:moveTo>
                    <a:pt x="1417693" y="300"/>
                  </a:moveTo>
                  <a:cubicBezTo>
                    <a:pt x="1435991" y="41521"/>
                    <a:pt x="1453168" y="83235"/>
                    <a:pt x="1469193" y="125395"/>
                  </a:cubicBezTo>
                  <a:cubicBezTo>
                    <a:pt x="-73871" y="713432"/>
                    <a:pt x="-361627" y="1610785"/>
                    <a:pt x="605929" y="2817456"/>
                  </a:cubicBezTo>
                  <a:lnTo>
                    <a:pt x="624430" y="2946614"/>
                  </a:lnTo>
                  <a:lnTo>
                    <a:pt x="505158" y="2894020"/>
                  </a:lnTo>
                  <a:cubicBezTo>
                    <a:pt x="-395215" y="1636308"/>
                    <a:pt x="-91037" y="671734"/>
                    <a:pt x="1417693" y="300"/>
                  </a:cubicBezTo>
                  <a:close/>
                </a:path>
              </a:pathLst>
            </a:custGeom>
            <a:solidFill>
              <a:srgbClr val="BD6233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5F24DF70-C8E6-BE2A-DE2B-0AE69654E756}"/>
                </a:ext>
              </a:extLst>
            </p:cNvPr>
            <p:cNvSpPr/>
            <p:nvPr/>
          </p:nvSpPr>
          <p:spPr>
            <a:xfrm>
              <a:off x="4719818" y="3840296"/>
              <a:ext cx="3574247" cy="1814328"/>
            </a:xfrm>
            <a:custGeom>
              <a:avLst/>
              <a:gdLst>
                <a:gd name="connsiteX0" fmla="*/ 126646 w 3574247"/>
                <a:gd name="connsiteY0" fmla="*/ 1814629 h 1814328"/>
                <a:gd name="connsiteX1" fmla="*/ 403 w 3574247"/>
                <a:gd name="connsiteY1" fmla="*/ 1747938 h 1814328"/>
                <a:gd name="connsiteX2" fmla="*/ 3480631 w 3574247"/>
                <a:gd name="connsiteY2" fmla="*/ 97097 h 1814328"/>
                <a:gd name="connsiteX3" fmla="*/ 3574651 w 3574247"/>
                <a:gd name="connsiteY3" fmla="*/ 190112 h 1814328"/>
                <a:gd name="connsiteX4" fmla="*/ 3447644 w 3574247"/>
                <a:gd name="connsiteY4" fmla="*/ 226734 h 1814328"/>
                <a:gd name="connsiteX5" fmla="*/ 126646 w 3574247"/>
                <a:gd name="connsiteY5" fmla="*/ 1814629 h 181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4247" h="1814328">
                  <a:moveTo>
                    <a:pt x="126646" y="1814629"/>
                  </a:moveTo>
                  <a:cubicBezTo>
                    <a:pt x="83928" y="1793614"/>
                    <a:pt x="41826" y="1771376"/>
                    <a:pt x="403" y="1747938"/>
                  </a:cubicBezTo>
                  <a:cubicBezTo>
                    <a:pt x="812531" y="308649"/>
                    <a:pt x="1972610" y="-241633"/>
                    <a:pt x="3480631" y="97097"/>
                  </a:cubicBezTo>
                  <a:lnTo>
                    <a:pt x="3574651" y="190112"/>
                  </a:lnTo>
                  <a:lnTo>
                    <a:pt x="3447644" y="226734"/>
                  </a:lnTo>
                  <a:cubicBezTo>
                    <a:pt x="1961612" y="-198420"/>
                    <a:pt x="854613" y="330877"/>
                    <a:pt x="126646" y="1814629"/>
                  </a:cubicBezTo>
                  <a:close/>
                </a:path>
              </a:pathLst>
            </a:custGeom>
            <a:solidFill>
              <a:srgbClr val="E6A8A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D13FBAD4-5707-A30E-4F2D-5EFD96682FC5}"/>
                </a:ext>
              </a:extLst>
            </p:cNvPr>
            <p:cNvSpPr/>
            <p:nvPr/>
          </p:nvSpPr>
          <p:spPr>
            <a:xfrm>
              <a:off x="6535881" y="2749830"/>
              <a:ext cx="1747838" cy="3019436"/>
            </a:xfrm>
            <a:custGeom>
              <a:avLst/>
              <a:gdLst>
                <a:gd name="connsiteX0" fmla="*/ 363263 w 1747838"/>
                <a:gd name="connsiteY0" fmla="*/ 2964946 h 3019436"/>
                <a:gd name="connsiteX1" fmla="*/ 221194 w 1747838"/>
                <a:gd name="connsiteY1" fmla="*/ 3019737 h 3019436"/>
                <a:gd name="connsiteX2" fmla="*/ 1619334 w 1747838"/>
                <a:gd name="connsiteY2" fmla="*/ 300 h 3019436"/>
                <a:gd name="connsiteX3" fmla="*/ 1748241 w 1747838"/>
                <a:gd name="connsiteY3" fmla="*/ 39055 h 3019436"/>
                <a:gd name="connsiteX4" fmla="*/ 1656822 w 1747838"/>
                <a:gd name="connsiteY4" fmla="*/ 137961 h 3019436"/>
                <a:gd name="connsiteX5" fmla="*/ 363263 w 1747838"/>
                <a:gd name="connsiteY5" fmla="*/ 2964946 h 301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7838" h="3019436">
                  <a:moveTo>
                    <a:pt x="363263" y="2964946"/>
                  </a:moveTo>
                  <a:cubicBezTo>
                    <a:pt x="316479" y="2984670"/>
                    <a:pt x="269100" y="3002934"/>
                    <a:pt x="221194" y="3019737"/>
                  </a:cubicBezTo>
                  <a:cubicBezTo>
                    <a:pt x="-324579" y="1459558"/>
                    <a:pt x="141468" y="453079"/>
                    <a:pt x="1619334" y="300"/>
                  </a:cubicBezTo>
                  <a:lnTo>
                    <a:pt x="1748241" y="39055"/>
                  </a:lnTo>
                  <a:lnTo>
                    <a:pt x="1656822" y="137961"/>
                  </a:lnTo>
                  <a:cubicBezTo>
                    <a:pt x="153965" y="498967"/>
                    <a:pt x="-277222" y="1441295"/>
                    <a:pt x="363263" y="2964946"/>
                  </a:cubicBezTo>
                  <a:close/>
                </a:path>
              </a:pathLst>
            </a:custGeom>
            <a:solidFill>
              <a:srgbClr val="DDA46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D2F712B-48E1-CAC8-0CBB-2EB818226B41}"/>
                </a:ext>
              </a:extLst>
            </p:cNvPr>
            <p:cNvSpPr/>
            <p:nvPr/>
          </p:nvSpPr>
          <p:spPr>
            <a:xfrm>
              <a:off x="6012643" y="2897756"/>
              <a:ext cx="2308541" cy="3009703"/>
            </a:xfrm>
            <a:custGeom>
              <a:avLst/>
              <a:gdLst>
                <a:gd name="connsiteX0" fmla="*/ 158691 w 2308541"/>
                <a:gd name="connsiteY0" fmla="*/ 3000210 h 3009703"/>
                <a:gd name="connsiteX1" fmla="*/ 2955 w 2308541"/>
                <a:gd name="connsiteY1" fmla="*/ 3010004 h 3009703"/>
                <a:gd name="connsiteX2" fmla="*/ 2182503 w 2308541"/>
                <a:gd name="connsiteY2" fmla="*/ 300 h 3009703"/>
                <a:gd name="connsiteX3" fmla="*/ 2308944 w 2308541"/>
                <a:gd name="connsiteY3" fmla="*/ 49318 h 3009703"/>
                <a:gd name="connsiteX4" fmla="*/ 2211430 w 2308541"/>
                <a:gd name="connsiteY4" fmla="*/ 143652 h 3009703"/>
                <a:gd name="connsiteX5" fmla="*/ 158691 w 2308541"/>
                <a:gd name="connsiteY5" fmla="*/ 3000210 h 300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8541" h="3009703">
                  <a:moveTo>
                    <a:pt x="158691" y="3000210"/>
                  </a:moveTo>
                  <a:cubicBezTo>
                    <a:pt x="106894" y="3005112"/>
                    <a:pt x="54956" y="3008373"/>
                    <a:pt x="2955" y="3010004"/>
                  </a:cubicBezTo>
                  <a:cubicBezTo>
                    <a:pt x="-48500" y="1357695"/>
                    <a:pt x="678014" y="354462"/>
                    <a:pt x="2182503" y="300"/>
                  </a:cubicBezTo>
                  <a:lnTo>
                    <a:pt x="2308944" y="49318"/>
                  </a:lnTo>
                  <a:lnTo>
                    <a:pt x="2211430" y="143652"/>
                  </a:lnTo>
                  <a:cubicBezTo>
                    <a:pt x="687659" y="402246"/>
                    <a:pt x="3412" y="1354433"/>
                    <a:pt x="158691" y="3000210"/>
                  </a:cubicBezTo>
                  <a:close/>
                </a:path>
              </a:pathLst>
            </a:custGeom>
            <a:solidFill>
              <a:srgbClr val="E8A97E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6467F5EE-0A39-79DA-D0FB-51345F08E4F1}"/>
                </a:ext>
              </a:extLst>
            </p:cNvPr>
            <p:cNvSpPr/>
            <p:nvPr/>
          </p:nvSpPr>
          <p:spPr>
            <a:xfrm>
              <a:off x="4188089" y="4415082"/>
              <a:ext cx="1322961" cy="1354829"/>
            </a:xfrm>
            <a:custGeom>
              <a:avLst/>
              <a:gdLst>
                <a:gd name="connsiteX0" fmla="*/ 115671 w 1322961"/>
                <a:gd name="connsiteY0" fmla="*/ 876997 h 1354829"/>
                <a:gd name="connsiteX1" fmla="*/ 403 w 1322961"/>
                <a:gd name="connsiteY1" fmla="*/ 768888 h 1354829"/>
                <a:gd name="connsiteX2" fmla="*/ 1185569 w 1322961"/>
                <a:gd name="connsiteY2" fmla="*/ 1265432 h 1354829"/>
                <a:gd name="connsiteX3" fmla="*/ 1083127 w 1322961"/>
                <a:gd name="connsiteY3" fmla="*/ 1355130 h 1354829"/>
                <a:gd name="connsiteX4" fmla="*/ 1043398 w 1322961"/>
                <a:gd name="connsiteY4" fmla="*/ 1224806 h 1354829"/>
                <a:gd name="connsiteX5" fmla="*/ 115671 w 1322961"/>
                <a:gd name="connsiteY5" fmla="*/ 876997 h 135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2961" h="1354829">
                  <a:moveTo>
                    <a:pt x="115671" y="876997"/>
                  </a:moveTo>
                  <a:cubicBezTo>
                    <a:pt x="76102" y="842191"/>
                    <a:pt x="37664" y="806139"/>
                    <a:pt x="403" y="768888"/>
                  </a:cubicBezTo>
                  <a:cubicBezTo>
                    <a:pt x="1167018" y="-400895"/>
                    <a:pt x="1562074" y="-235379"/>
                    <a:pt x="1185569" y="1265432"/>
                  </a:cubicBezTo>
                  <a:lnTo>
                    <a:pt x="1083127" y="1355130"/>
                  </a:lnTo>
                  <a:lnTo>
                    <a:pt x="1043398" y="1224806"/>
                  </a:lnTo>
                  <a:cubicBezTo>
                    <a:pt x="1514684" y="-248920"/>
                    <a:pt x="1205441" y="-364856"/>
                    <a:pt x="115671" y="876997"/>
                  </a:cubicBezTo>
                  <a:close/>
                </a:path>
              </a:pathLst>
            </a:custGeom>
            <a:solidFill>
              <a:srgbClr val="2B6765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B5487DC-9293-B996-7328-7FE9C95A0100}"/>
                </a:ext>
              </a:extLst>
            </p:cNvPr>
            <p:cNvSpPr/>
            <p:nvPr/>
          </p:nvSpPr>
          <p:spPr>
            <a:xfrm>
              <a:off x="4628558" y="4503341"/>
              <a:ext cx="1712053" cy="1393237"/>
            </a:xfrm>
            <a:custGeom>
              <a:avLst/>
              <a:gdLst>
                <a:gd name="connsiteX0" fmla="*/ 1712456 w 1712053"/>
                <a:gd name="connsiteY0" fmla="*/ 1372636 h 1393237"/>
                <a:gd name="connsiteX1" fmla="*/ 1553982 w 1712053"/>
                <a:gd name="connsiteY1" fmla="*/ 1393538 h 1393237"/>
                <a:gd name="connsiteX2" fmla="*/ 126527 w 1712053"/>
                <a:gd name="connsiteY2" fmla="*/ 921949 h 1393237"/>
                <a:gd name="connsiteX3" fmla="*/ 1986 w 1712053"/>
                <a:gd name="connsiteY3" fmla="*/ 978121 h 1393237"/>
                <a:gd name="connsiteX4" fmla="*/ 403 w 1712053"/>
                <a:gd name="connsiteY4" fmla="*/ 841354 h 1393237"/>
                <a:gd name="connsiteX5" fmla="*/ 1712456 w 1712053"/>
                <a:gd name="connsiteY5" fmla="*/ 1372636 h 139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2053" h="1393237">
                  <a:moveTo>
                    <a:pt x="1712456" y="1372636"/>
                  </a:moveTo>
                  <a:cubicBezTo>
                    <a:pt x="1659870" y="1381309"/>
                    <a:pt x="1607017" y="1388284"/>
                    <a:pt x="1553982" y="1393538"/>
                  </a:cubicBezTo>
                  <a:cubicBezTo>
                    <a:pt x="1391232" y="-251514"/>
                    <a:pt x="915415" y="-408713"/>
                    <a:pt x="126527" y="921949"/>
                  </a:cubicBezTo>
                  <a:lnTo>
                    <a:pt x="1986" y="978121"/>
                  </a:lnTo>
                  <a:lnTo>
                    <a:pt x="403" y="841354"/>
                  </a:lnTo>
                  <a:cubicBezTo>
                    <a:pt x="873371" y="-435576"/>
                    <a:pt x="1444057" y="-258483"/>
                    <a:pt x="1712456" y="1372636"/>
                  </a:cubicBezTo>
                  <a:close/>
                </a:path>
              </a:pathLst>
            </a:custGeom>
            <a:solidFill>
              <a:srgbClr val="E8A97E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E9180250-78AF-A635-B767-695FED7E0069}"/>
                </a:ext>
              </a:extLst>
            </p:cNvPr>
            <p:cNvSpPr/>
            <p:nvPr/>
          </p:nvSpPr>
          <p:spPr>
            <a:xfrm>
              <a:off x="7054747" y="3051513"/>
              <a:ext cx="1293871" cy="1550365"/>
            </a:xfrm>
            <a:custGeom>
              <a:avLst/>
              <a:gdLst>
                <a:gd name="connsiteX0" fmla="*/ 1137503 w 1293871"/>
                <a:gd name="connsiteY0" fmla="*/ 1405554 h 1550365"/>
                <a:gd name="connsiteX1" fmla="*/ 1065694 w 1293871"/>
                <a:gd name="connsiteY1" fmla="*/ 1550665 h 1550365"/>
                <a:gd name="connsiteX2" fmla="*/ 1171067 w 1293871"/>
                <a:gd name="connsiteY2" fmla="*/ 300 h 1550365"/>
                <a:gd name="connsiteX3" fmla="*/ 1294274 w 1293871"/>
                <a:gd name="connsiteY3" fmla="*/ 60533 h 1550365"/>
                <a:gd name="connsiteX4" fmla="*/ 1190801 w 1293871"/>
                <a:gd name="connsiteY4" fmla="*/ 150601 h 1550365"/>
                <a:gd name="connsiteX5" fmla="*/ 1137503 w 1293871"/>
                <a:gd name="connsiteY5" fmla="*/ 1405554 h 155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3871" h="1550365">
                  <a:moveTo>
                    <a:pt x="1137503" y="1405554"/>
                  </a:moveTo>
                  <a:cubicBezTo>
                    <a:pt x="1115146" y="1454694"/>
                    <a:pt x="1091194" y="1503089"/>
                    <a:pt x="1065694" y="1550665"/>
                  </a:cubicBezTo>
                  <a:cubicBezTo>
                    <a:pt x="-388991" y="768745"/>
                    <a:pt x="-353866" y="251957"/>
                    <a:pt x="1171067" y="300"/>
                  </a:cubicBezTo>
                  <a:lnTo>
                    <a:pt x="1294274" y="60533"/>
                  </a:lnTo>
                  <a:lnTo>
                    <a:pt x="1190801" y="150601"/>
                  </a:lnTo>
                  <a:cubicBezTo>
                    <a:pt x="-347289" y="302058"/>
                    <a:pt x="-365054" y="720375"/>
                    <a:pt x="1137503" y="1405554"/>
                  </a:cubicBezTo>
                  <a:close/>
                </a:path>
              </a:pathLst>
            </a:custGeom>
            <a:solidFill>
              <a:srgbClr val="C98C3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8F1E59E-D05C-D6F1-1839-0F0D4D4750F4}"/>
                </a:ext>
              </a:extLst>
            </p:cNvPr>
            <p:cNvSpPr/>
            <p:nvPr/>
          </p:nvSpPr>
          <p:spPr>
            <a:xfrm>
              <a:off x="3574790" y="3788042"/>
              <a:ext cx="1308824" cy="1144921"/>
            </a:xfrm>
            <a:custGeom>
              <a:avLst/>
              <a:gdLst>
                <a:gd name="connsiteX0" fmla="*/ 394575 w 1308824"/>
                <a:gd name="connsiteY0" fmla="*/ 1145222 h 1144921"/>
                <a:gd name="connsiteX1" fmla="*/ 300725 w 1308824"/>
                <a:gd name="connsiteY1" fmla="*/ 1013324 h 1144921"/>
                <a:gd name="connsiteX2" fmla="*/ 129320 w 1308824"/>
                <a:gd name="connsiteY2" fmla="*/ 260241 h 1144921"/>
                <a:gd name="connsiteX3" fmla="*/ 403 w 1308824"/>
                <a:gd name="connsiteY3" fmla="*/ 213474 h 1144921"/>
                <a:gd name="connsiteX4" fmla="*/ 93732 w 1308824"/>
                <a:gd name="connsiteY4" fmla="*/ 112895 h 1144921"/>
                <a:gd name="connsiteX5" fmla="*/ 394575 w 1308824"/>
                <a:gd name="connsiteY5" fmla="*/ 1145222 h 1144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8824" h="1144921">
                  <a:moveTo>
                    <a:pt x="394575" y="1145222"/>
                  </a:moveTo>
                  <a:cubicBezTo>
                    <a:pt x="361859" y="1102286"/>
                    <a:pt x="330568" y="1058298"/>
                    <a:pt x="300725" y="1013324"/>
                  </a:cubicBezTo>
                  <a:cubicBezTo>
                    <a:pt x="1675991" y="98611"/>
                    <a:pt x="1618856" y="-152415"/>
                    <a:pt x="129320" y="260241"/>
                  </a:cubicBezTo>
                  <a:lnTo>
                    <a:pt x="403" y="213474"/>
                  </a:lnTo>
                  <a:lnTo>
                    <a:pt x="93732" y="112895"/>
                  </a:lnTo>
                  <a:cubicBezTo>
                    <a:pt x="1606993" y="-201531"/>
                    <a:pt x="1707275" y="142577"/>
                    <a:pt x="394575" y="1145222"/>
                  </a:cubicBezTo>
                  <a:close/>
                </a:path>
              </a:pathLst>
            </a:custGeom>
            <a:solidFill>
              <a:srgbClr val="588C8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85F46DD0-9265-752C-768B-D50275DAC8CC}"/>
                </a:ext>
              </a:extLst>
            </p:cNvPr>
            <p:cNvSpPr/>
            <p:nvPr/>
          </p:nvSpPr>
          <p:spPr>
            <a:xfrm>
              <a:off x="4311827" y="1050665"/>
              <a:ext cx="2195282" cy="4351985"/>
            </a:xfrm>
            <a:custGeom>
              <a:avLst/>
              <a:gdLst>
                <a:gd name="connsiteX0" fmla="*/ 127307 w 2195282"/>
                <a:gd name="connsiteY0" fmla="*/ 4352286 h 4351985"/>
                <a:gd name="connsiteX1" fmla="*/ 403 w 2195282"/>
                <a:gd name="connsiteY1" fmla="*/ 4248831 h 4351985"/>
                <a:gd name="connsiteX2" fmla="*/ 2046027 w 2195282"/>
                <a:gd name="connsiteY2" fmla="*/ 95795 h 4351985"/>
                <a:gd name="connsiteX3" fmla="*/ 2145250 w 2195282"/>
                <a:gd name="connsiteY3" fmla="*/ 300 h 4351985"/>
                <a:gd name="connsiteX4" fmla="*/ 2195685 w 2195282"/>
                <a:gd name="connsiteY4" fmla="*/ 128518 h 4351985"/>
                <a:gd name="connsiteX5" fmla="*/ 127307 w 2195282"/>
                <a:gd name="connsiteY5" fmla="*/ 4352286 h 435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95282" h="4351985">
                  <a:moveTo>
                    <a:pt x="127307" y="4352286"/>
                  </a:moveTo>
                  <a:cubicBezTo>
                    <a:pt x="83882" y="4319213"/>
                    <a:pt x="41554" y="4284712"/>
                    <a:pt x="403" y="4248831"/>
                  </a:cubicBezTo>
                  <a:cubicBezTo>
                    <a:pt x="1084526" y="3002035"/>
                    <a:pt x="1766401" y="1617689"/>
                    <a:pt x="2046027" y="95795"/>
                  </a:cubicBezTo>
                  <a:lnTo>
                    <a:pt x="2145250" y="300"/>
                  </a:lnTo>
                  <a:lnTo>
                    <a:pt x="2195685" y="128518"/>
                  </a:lnTo>
                  <a:cubicBezTo>
                    <a:pt x="1816288" y="1628595"/>
                    <a:pt x="1126828" y="3036517"/>
                    <a:pt x="127307" y="4352286"/>
                  </a:cubicBezTo>
                  <a:close/>
                </a:path>
              </a:pathLst>
            </a:custGeom>
            <a:solidFill>
              <a:srgbClr val="2B6765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54F32A59-1083-CCDF-7824-9A0ECB00D7D6}"/>
                </a:ext>
              </a:extLst>
            </p:cNvPr>
            <p:cNvSpPr/>
            <p:nvPr/>
          </p:nvSpPr>
          <p:spPr>
            <a:xfrm>
              <a:off x="4136408" y="4321669"/>
              <a:ext cx="2927815" cy="1388414"/>
            </a:xfrm>
            <a:custGeom>
              <a:avLst/>
              <a:gdLst>
                <a:gd name="connsiteX0" fmla="*/ 2928218 w 2927815"/>
                <a:gd name="connsiteY0" fmla="*/ 1316068 h 1388414"/>
                <a:gd name="connsiteX1" fmla="*/ 2773101 w 2927815"/>
                <a:gd name="connsiteY1" fmla="*/ 1388714 h 1388414"/>
                <a:gd name="connsiteX2" fmla="*/ 139057 w 2927815"/>
                <a:gd name="connsiteY2" fmla="*/ 724856 h 1388414"/>
                <a:gd name="connsiteX3" fmla="*/ 403 w 2927815"/>
                <a:gd name="connsiteY3" fmla="*/ 742349 h 1388414"/>
                <a:gd name="connsiteX4" fmla="*/ 31411 w 2927815"/>
                <a:gd name="connsiteY4" fmla="*/ 605923 h 1388414"/>
                <a:gd name="connsiteX5" fmla="*/ 2928218 w 2927815"/>
                <a:gd name="connsiteY5" fmla="*/ 1316068 h 1388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27815" h="1388414">
                  <a:moveTo>
                    <a:pt x="2928218" y="1316068"/>
                  </a:moveTo>
                  <a:cubicBezTo>
                    <a:pt x="2877364" y="1342065"/>
                    <a:pt x="2825628" y="1366295"/>
                    <a:pt x="2773101" y="1388714"/>
                  </a:cubicBezTo>
                  <a:cubicBezTo>
                    <a:pt x="2125705" y="-132009"/>
                    <a:pt x="1247689" y="-353296"/>
                    <a:pt x="139057" y="724856"/>
                  </a:cubicBezTo>
                  <a:lnTo>
                    <a:pt x="403" y="742349"/>
                  </a:lnTo>
                  <a:lnTo>
                    <a:pt x="31411" y="605923"/>
                  </a:lnTo>
                  <a:cubicBezTo>
                    <a:pt x="1211808" y="-392939"/>
                    <a:pt x="2177410" y="-156223"/>
                    <a:pt x="2928218" y="1316068"/>
                  </a:cubicBezTo>
                  <a:close/>
                </a:path>
              </a:pathLst>
            </a:custGeom>
            <a:solidFill>
              <a:srgbClr val="DDA46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73113E81-94C5-15BD-645D-FB83FD7F1E20}"/>
                </a:ext>
              </a:extLst>
            </p:cNvPr>
            <p:cNvSpPr/>
            <p:nvPr/>
          </p:nvSpPr>
          <p:spPr>
            <a:xfrm>
              <a:off x="3739579" y="1097506"/>
              <a:ext cx="2951707" cy="1580404"/>
            </a:xfrm>
            <a:custGeom>
              <a:avLst/>
              <a:gdLst>
                <a:gd name="connsiteX0" fmla="*/ 403 w 2951707"/>
                <a:gd name="connsiteY0" fmla="*/ 1190062 h 1580404"/>
                <a:gd name="connsiteX1" fmla="*/ 96424 w 2951707"/>
                <a:gd name="connsiteY1" fmla="*/ 1021230 h 1580404"/>
                <a:gd name="connsiteX2" fmla="*/ 2778142 w 2951707"/>
                <a:gd name="connsiteY2" fmla="*/ 84291 h 1580404"/>
                <a:gd name="connsiteX3" fmla="*/ 2898164 w 2951707"/>
                <a:gd name="connsiteY3" fmla="*/ 300 h 1580404"/>
                <a:gd name="connsiteX4" fmla="*/ 2952110 w 2951707"/>
                <a:gd name="connsiteY4" fmla="*/ 136602 h 1580404"/>
                <a:gd name="connsiteX5" fmla="*/ 403 w 2951707"/>
                <a:gd name="connsiteY5" fmla="*/ 1190062 h 158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1707" h="1580404">
                  <a:moveTo>
                    <a:pt x="403" y="1190062"/>
                  </a:moveTo>
                  <a:cubicBezTo>
                    <a:pt x="30189" y="1132543"/>
                    <a:pt x="62227" y="1076224"/>
                    <a:pt x="96424" y="1021230"/>
                  </a:cubicBezTo>
                  <a:cubicBezTo>
                    <a:pt x="1498034" y="1894936"/>
                    <a:pt x="2391939" y="1582625"/>
                    <a:pt x="2778142" y="84291"/>
                  </a:cubicBezTo>
                  <a:lnTo>
                    <a:pt x="2898164" y="300"/>
                  </a:lnTo>
                  <a:lnTo>
                    <a:pt x="2952110" y="136602"/>
                  </a:lnTo>
                  <a:cubicBezTo>
                    <a:pt x="2449928" y="1600062"/>
                    <a:pt x="1466025" y="1951213"/>
                    <a:pt x="403" y="1190062"/>
                  </a:cubicBezTo>
                  <a:close/>
                </a:path>
              </a:pathLst>
            </a:custGeom>
            <a:solidFill>
              <a:srgbClr val="DACA7E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93BA1FD7-1B97-3405-07A4-FB73BFE3B63C}"/>
                </a:ext>
              </a:extLst>
            </p:cNvPr>
            <p:cNvSpPr/>
            <p:nvPr/>
          </p:nvSpPr>
          <p:spPr>
            <a:xfrm>
              <a:off x="3576747" y="1166597"/>
              <a:ext cx="3308183" cy="1709669"/>
            </a:xfrm>
            <a:custGeom>
              <a:avLst/>
              <a:gdLst>
                <a:gd name="connsiteX0" fmla="*/ 403 w 3308183"/>
                <a:gd name="connsiteY0" fmla="*/ 1514872 h 1709669"/>
                <a:gd name="connsiteX1" fmla="*/ 72608 w 3308183"/>
                <a:gd name="connsiteY1" fmla="*/ 1316207 h 1709669"/>
                <a:gd name="connsiteX2" fmla="*/ 3124900 w 3308183"/>
                <a:gd name="connsiteY2" fmla="*/ 70953 h 1709669"/>
                <a:gd name="connsiteX3" fmla="*/ 3259270 w 3308183"/>
                <a:gd name="connsiteY3" fmla="*/ 300 h 1709669"/>
                <a:gd name="connsiteX4" fmla="*/ 3308587 w 3308183"/>
                <a:gd name="connsiteY4" fmla="*/ 144018 h 1709669"/>
                <a:gd name="connsiteX5" fmla="*/ 403 w 3308183"/>
                <a:gd name="connsiteY5" fmla="*/ 1514872 h 170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08183" h="1709669">
                  <a:moveTo>
                    <a:pt x="403" y="1514872"/>
                  </a:moveTo>
                  <a:cubicBezTo>
                    <a:pt x="21640" y="1447653"/>
                    <a:pt x="45727" y="1381370"/>
                    <a:pt x="72608" y="1316207"/>
                  </a:cubicBezTo>
                  <a:cubicBezTo>
                    <a:pt x="1598647" y="1947204"/>
                    <a:pt x="2616079" y="1532121"/>
                    <a:pt x="3124900" y="70953"/>
                  </a:cubicBezTo>
                  <a:lnTo>
                    <a:pt x="3259270" y="300"/>
                  </a:lnTo>
                  <a:lnTo>
                    <a:pt x="3308587" y="144018"/>
                  </a:lnTo>
                  <a:cubicBezTo>
                    <a:pt x="2677309" y="1556474"/>
                    <a:pt x="1574579" y="2013424"/>
                    <a:pt x="403" y="1514872"/>
                  </a:cubicBezTo>
                  <a:close/>
                </a:path>
              </a:pathLst>
            </a:custGeom>
            <a:solidFill>
              <a:srgbClr val="ABA97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ACE71E45-7705-32F8-D9FA-63B47B0CDA31}"/>
                </a:ext>
              </a:extLst>
            </p:cNvPr>
            <p:cNvSpPr/>
            <p:nvPr/>
          </p:nvSpPr>
          <p:spPr>
            <a:xfrm>
              <a:off x="6226809" y="1258028"/>
              <a:ext cx="850340" cy="4615792"/>
            </a:xfrm>
            <a:custGeom>
              <a:avLst/>
              <a:gdLst>
                <a:gd name="connsiteX0" fmla="*/ 339156 w 850340"/>
                <a:gd name="connsiteY0" fmla="*/ 4570009 h 4615792"/>
                <a:gd name="connsiteX1" fmla="*/ 125308 w 850340"/>
                <a:gd name="connsiteY1" fmla="*/ 4616092 h 4615792"/>
                <a:gd name="connsiteX2" fmla="*/ 668132 w 850340"/>
                <a:gd name="connsiteY2" fmla="*/ 56913 h 4615792"/>
                <a:gd name="connsiteX3" fmla="*/ 811622 w 850340"/>
                <a:gd name="connsiteY3" fmla="*/ 300 h 4615792"/>
                <a:gd name="connsiteX4" fmla="*/ 850743 w 850340"/>
                <a:gd name="connsiteY4" fmla="*/ 149668 h 4615792"/>
                <a:gd name="connsiteX5" fmla="*/ 339156 w 850340"/>
                <a:gd name="connsiteY5" fmla="*/ 4570009 h 461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0340" h="4615792">
                  <a:moveTo>
                    <a:pt x="339156" y="4570009"/>
                  </a:moveTo>
                  <a:cubicBezTo>
                    <a:pt x="268586" y="4588510"/>
                    <a:pt x="197233" y="4603887"/>
                    <a:pt x="125308" y="4616092"/>
                  </a:cubicBezTo>
                  <a:cubicBezTo>
                    <a:pt x="-150493" y="2986211"/>
                    <a:pt x="30449" y="1466487"/>
                    <a:pt x="668132" y="56913"/>
                  </a:cubicBezTo>
                  <a:lnTo>
                    <a:pt x="811622" y="300"/>
                  </a:lnTo>
                  <a:lnTo>
                    <a:pt x="850743" y="149668"/>
                  </a:lnTo>
                  <a:cubicBezTo>
                    <a:pt x="91317" y="1497406"/>
                    <a:pt x="-79211" y="2970849"/>
                    <a:pt x="339156" y="4570009"/>
                  </a:cubicBezTo>
                  <a:close/>
                </a:path>
              </a:pathLst>
            </a:custGeom>
            <a:solidFill>
              <a:srgbClr val="E8A97E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24993F8C-A193-D8B6-5B16-667F5D5E987B}"/>
                </a:ext>
              </a:extLst>
            </p:cNvPr>
            <p:cNvSpPr/>
            <p:nvPr/>
          </p:nvSpPr>
          <p:spPr>
            <a:xfrm>
              <a:off x="3466748" y="1370065"/>
              <a:ext cx="3794245" cy="2440805"/>
            </a:xfrm>
            <a:custGeom>
              <a:avLst/>
              <a:gdLst>
                <a:gd name="connsiteX0" fmla="*/ 24637 w 3794245"/>
                <a:gd name="connsiteY0" fmla="*/ 2441106 h 2440805"/>
                <a:gd name="connsiteX1" fmla="*/ 403 w 3794245"/>
                <a:gd name="connsiteY1" fmla="*/ 2221524 h 2440805"/>
                <a:gd name="connsiteX2" fmla="*/ 3619964 w 3794245"/>
                <a:gd name="connsiteY2" fmla="*/ 42839 h 2440805"/>
                <a:gd name="connsiteX3" fmla="*/ 3768875 w 3794245"/>
                <a:gd name="connsiteY3" fmla="*/ 300 h 2440805"/>
                <a:gd name="connsiteX4" fmla="*/ 3794648 w 3794245"/>
                <a:gd name="connsiteY4" fmla="*/ 153178 h 2440805"/>
                <a:gd name="connsiteX5" fmla="*/ 24637 w 3794245"/>
                <a:gd name="connsiteY5" fmla="*/ 2441106 h 2440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94245" h="2440805">
                  <a:moveTo>
                    <a:pt x="24637" y="2441106"/>
                  </a:moveTo>
                  <a:cubicBezTo>
                    <a:pt x="13294" y="2368309"/>
                    <a:pt x="5209" y="2295042"/>
                    <a:pt x="403" y="2221524"/>
                  </a:cubicBezTo>
                  <a:cubicBezTo>
                    <a:pt x="1647911" y="2113330"/>
                    <a:pt x="2854434" y="1387103"/>
                    <a:pt x="3619964" y="42839"/>
                  </a:cubicBezTo>
                  <a:lnTo>
                    <a:pt x="3768875" y="300"/>
                  </a:lnTo>
                  <a:lnTo>
                    <a:pt x="3794648" y="153178"/>
                  </a:lnTo>
                  <a:cubicBezTo>
                    <a:pt x="2912663" y="1423881"/>
                    <a:pt x="1655988" y="2186524"/>
                    <a:pt x="24637" y="2441106"/>
                  </a:cubicBezTo>
                  <a:close/>
                </a:path>
              </a:pathLst>
            </a:custGeom>
            <a:solidFill>
              <a:srgbClr val="9FBE9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CBAE2E7-4C2A-2056-E8C8-5CA83CAEF092}"/>
                </a:ext>
              </a:extLst>
            </p:cNvPr>
            <p:cNvSpPr/>
            <p:nvPr/>
          </p:nvSpPr>
          <p:spPr>
            <a:xfrm>
              <a:off x="4856177" y="1502846"/>
              <a:ext cx="2582507" cy="4246968"/>
            </a:xfrm>
            <a:custGeom>
              <a:avLst/>
              <a:gdLst>
                <a:gd name="connsiteX0" fmla="*/ 210093 w 2582507"/>
                <a:gd name="connsiteY0" fmla="*/ 4247268 h 4246968"/>
                <a:gd name="connsiteX1" fmla="*/ 403 w 2582507"/>
                <a:gd name="connsiteY1" fmla="*/ 4157027 h 4246968"/>
                <a:gd name="connsiteX2" fmla="*/ 2413858 w 2582507"/>
                <a:gd name="connsiteY2" fmla="*/ 26433 h 4246968"/>
                <a:gd name="connsiteX3" fmla="*/ 2569046 w 2582507"/>
                <a:gd name="connsiteY3" fmla="*/ 300 h 4246968"/>
                <a:gd name="connsiteX4" fmla="*/ 2582910 w 2582507"/>
                <a:gd name="connsiteY4" fmla="*/ 157243 h 4246968"/>
                <a:gd name="connsiteX5" fmla="*/ 210093 w 2582507"/>
                <a:gd name="connsiteY5" fmla="*/ 4247268 h 4246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2507" h="4246968">
                  <a:moveTo>
                    <a:pt x="210093" y="4247268"/>
                  </a:moveTo>
                  <a:cubicBezTo>
                    <a:pt x="138848" y="4220434"/>
                    <a:pt x="68877" y="4190315"/>
                    <a:pt x="403" y="4157027"/>
                  </a:cubicBezTo>
                  <a:cubicBezTo>
                    <a:pt x="721627" y="2669975"/>
                    <a:pt x="1526113" y="1293114"/>
                    <a:pt x="2413858" y="26433"/>
                  </a:cubicBezTo>
                  <a:lnTo>
                    <a:pt x="2569046" y="300"/>
                  </a:lnTo>
                  <a:lnTo>
                    <a:pt x="2582910" y="157243"/>
                  </a:lnTo>
                  <a:cubicBezTo>
                    <a:pt x="1582462" y="1336718"/>
                    <a:pt x="791523" y="2700059"/>
                    <a:pt x="210093" y="4247268"/>
                  </a:cubicBezTo>
                  <a:close/>
                </a:path>
              </a:pathLst>
            </a:custGeom>
            <a:solidFill>
              <a:srgbClr val="E6A8A0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C6F1AC05-9A51-C671-4B5A-16A85D9A31B0}"/>
                </a:ext>
              </a:extLst>
            </p:cNvPr>
            <p:cNvSpPr/>
            <p:nvPr/>
          </p:nvSpPr>
          <p:spPr>
            <a:xfrm>
              <a:off x="6842496" y="1657559"/>
              <a:ext cx="1439809" cy="2788940"/>
            </a:xfrm>
            <a:custGeom>
              <a:avLst/>
              <a:gdLst>
                <a:gd name="connsiteX0" fmla="*/ 1440212 w 1439809"/>
                <a:gd name="connsiteY0" fmla="*/ 2571335 h 2788940"/>
                <a:gd name="connsiteX1" fmla="*/ 1354391 w 1439809"/>
                <a:gd name="connsiteY1" fmla="*/ 2789240 h 2788940"/>
                <a:gd name="connsiteX2" fmla="*/ 604609 w 1439809"/>
                <a:gd name="connsiteY2" fmla="*/ 9381 h 2788940"/>
                <a:gd name="connsiteX3" fmla="*/ 763631 w 1439809"/>
                <a:gd name="connsiteY3" fmla="*/ 300 h 2788940"/>
                <a:gd name="connsiteX4" fmla="*/ 763958 w 1439809"/>
                <a:gd name="connsiteY4" fmla="*/ 159780 h 2788940"/>
                <a:gd name="connsiteX5" fmla="*/ 1440212 w 1439809"/>
                <a:gd name="connsiteY5" fmla="*/ 2571335 h 2788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39809" h="2788940">
                  <a:moveTo>
                    <a:pt x="1440212" y="2571335"/>
                  </a:moveTo>
                  <a:cubicBezTo>
                    <a:pt x="1415050" y="2645283"/>
                    <a:pt x="1386417" y="2717999"/>
                    <a:pt x="1354391" y="2789240"/>
                  </a:cubicBezTo>
                  <a:cubicBezTo>
                    <a:pt x="-151256" y="2110907"/>
                    <a:pt x="-401184" y="1184288"/>
                    <a:pt x="604609" y="9381"/>
                  </a:cubicBezTo>
                  <a:lnTo>
                    <a:pt x="763631" y="300"/>
                  </a:lnTo>
                  <a:lnTo>
                    <a:pt x="763958" y="159780"/>
                  </a:lnTo>
                  <a:cubicBezTo>
                    <a:pt x="-348067" y="1234419"/>
                    <a:pt x="-122652" y="2038272"/>
                    <a:pt x="1440212" y="2571335"/>
                  </a:cubicBezTo>
                  <a:close/>
                </a:path>
              </a:pathLst>
            </a:custGeom>
            <a:solidFill>
              <a:srgbClr val="C98C32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89431FED-EC18-8CB6-7471-51590CD47316}"/>
                </a:ext>
              </a:extLst>
            </p:cNvPr>
            <p:cNvSpPr/>
            <p:nvPr/>
          </p:nvSpPr>
          <p:spPr>
            <a:xfrm>
              <a:off x="6947893" y="1999775"/>
              <a:ext cx="1248625" cy="834884"/>
            </a:xfrm>
            <a:custGeom>
              <a:avLst/>
              <a:gdLst>
                <a:gd name="connsiteX0" fmla="*/ 1142128 w 1248625"/>
                <a:gd name="connsiteY0" fmla="*/ 201605 h 834884"/>
                <a:gd name="connsiteX1" fmla="*/ 1249028 w 1248625"/>
                <a:gd name="connsiteY1" fmla="*/ 412084 h 834884"/>
                <a:gd name="connsiteX2" fmla="*/ 817187 w 1248625"/>
                <a:gd name="connsiteY2" fmla="*/ 300 h 834884"/>
                <a:gd name="connsiteX3" fmla="*/ 975405 w 1248625"/>
                <a:gd name="connsiteY3" fmla="*/ 23613 h 834884"/>
                <a:gd name="connsiteX4" fmla="*/ 944691 w 1248625"/>
                <a:gd name="connsiteY4" fmla="*/ 180749 h 834884"/>
                <a:gd name="connsiteX5" fmla="*/ 1142128 w 1248625"/>
                <a:gd name="connsiteY5" fmla="*/ 201605 h 834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8625" h="834884">
                  <a:moveTo>
                    <a:pt x="1142128" y="201605"/>
                  </a:moveTo>
                  <a:cubicBezTo>
                    <a:pt x="1181075" y="270028"/>
                    <a:pt x="1216753" y="340264"/>
                    <a:pt x="1249028" y="412084"/>
                  </a:cubicBezTo>
                  <a:cubicBezTo>
                    <a:pt x="-256644" y="1090378"/>
                    <a:pt x="-400588" y="953116"/>
                    <a:pt x="817187" y="300"/>
                  </a:cubicBezTo>
                  <a:lnTo>
                    <a:pt x="975405" y="23613"/>
                  </a:lnTo>
                  <a:lnTo>
                    <a:pt x="944691" y="180749"/>
                  </a:lnTo>
                  <a:cubicBezTo>
                    <a:pt x="-358090" y="1013266"/>
                    <a:pt x="-292276" y="1020216"/>
                    <a:pt x="1142128" y="201605"/>
                  </a:cubicBezTo>
                  <a:close/>
                </a:path>
              </a:pathLst>
            </a:custGeom>
            <a:solidFill>
              <a:srgbClr val="BD6233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D515FCAF-BF32-4654-5CFD-E7F69136E145}"/>
                </a:ext>
              </a:extLst>
            </p:cNvPr>
            <p:cNvSpPr/>
            <p:nvPr/>
          </p:nvSpPr>
          <p:spPr>
            <a:xfrm>
              <a:off x="6615062" y="1824647"/>
              <a:ext cx="1158040" cy="3807649"/>
            </a:xfrm>
            <a:custGeom>
              <a:avLst/>
              <a:gdLst>
                <a:gd name="connsiteX0" fmla="*/ 663749 w 1158040"/>
                <a:gd name="connsiteY0" fmla="*/ 3689741 h 3807649"/>
                <a:gd name="connsiteX1" fmla="*/ 459584 w 1158040"/>
                <a:gd name="connsiteY1" fmla="*/ 3807949 h 3807649"/>
                <a:gd name="connsiteX2" fmla="*/ 998698 w 1158040"/>
                <a:gd name="connsiteY2" fmla="*/ 300 h 3807649"/>
                <a:gd name="connsiteX3" fmla="*/ 1158443 w 1158040"/>
                <a:gd name="connsiteY3" fmla="*/ 7705 h 3807649"/>
                <a:gd name="connsiteX4" fmla="*/ 1143515 w 1158040"/>
                <a:gd name="connsiteY4" fmla="*/ 167128 h 3807649"/>
                <a:gd name="connsiteX5" fmla="*/ 663749 w 1158040"/>
                <a:gd name="connsiteY5" fmla="*/ 3689741 h 380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8040" h="3807649">
                  <a:moveTo>
                    <a:pt x="663749" y="3689741"/>
                  </a:moveTo>
                  <a:cubicBezTo>
                    <a:pt x="597605" y="3732371"/>
                    <a:pt x="529471" y="3771807"/>
                    <a:pt x="459584" y="3807949"/>
                  </a:cubicBezTo>
                  <a:cubicBezTo>
                    <a:pt x="-297905" y="2339082"/>
                    <a:pt x="-118199" y="1069867"/>
                    <a:pt x="998698" y="300"/>
                  </a:cubicBezTo>
                  <a:lnTo>
                    <a:pt x="1158443" y="7705"/>
                  </a:lnTo>
                  <a:lnTo>
                    <a:pt x="1143515" y="167128"/>
                  </a:lnTo>
                  <a:cubicBezTo>
                    <a:pt x="-69926" y="1125477"/>
                    <a:pt x="-229850" y="2299682"/>
                    <a:pt x="663749" y="3689741"/>
                  </a:cubicBezTo>
                  <a:close/>
                </a:path>
              </a:pathLst>
            </a:custGeom>
            <a:solidFill>
              <a:srgbClr val="DDA469">
                <a:alpha val="80000"/>
              </a:srgbClr>
            </a:solidFill>
            <a:ln w="11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3" name="Content Placeholder 4">
            <a:extLst>
              <a:ext uri="{FF2B5EF4-FFF2-40B4-BE49-F238E27FC236}">
                <a16:creationId xmlns:a16="http://schemas.microsoft.com/office/drawing/2014/main" id="{5EC759BD-8D27-730F-51C5-7A88BD0459C2}"/>
              </a:ext>
            </a:extLst>
          </p:cNvPr>
          <p:cNvGrpSpPr/>
          <p:nvPr/>
        </p:nvGrpSpPr>
        <p:grpSpPr>
          <a:xfrm>
            <a:off x="2564571" y="-10269"/>
            <a:ext cx="7060916" cy="6946069"/>
            <a:chOff x="2400221" y="5664"/>
            <a:chExt cx="7060916" cy="6946069"/>
          </a:xfrm>
          <a:solidFill>
            <a:srgbClr val="000000"/>
          </a:solidFill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40F785E-2497-1ABA-97C7-EACC50EDD06A}"/>
                </a:ext>
              </a:extLst>
            </p:cNvPr>
            <p:cNvSpPr txBox="1"/>
            <p:nvPr/>
          </p:nvSpPr>
          <p:spPr>
            <a:xfrm rot="1621063">
              <a:off x="8423784" y="4761479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2024 (379)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3F1E73F-D89B-6D0E-1C44-25BE5A29E9A1}"/>
                </a:ext>
              </a:extLst>
            </p:cNvPr>
            <p:cNvSpPr txBox="1"/>
            <p:nvPr/>
          </p:nvSpPr>
          <p:spPr>
            <a:xfrm rot="17927479">
              <a:off x="7105367" y="482979"/>
              <a:ext cx="769763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 dirty="0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2014 (1309)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62694F0-EA4D-F3DA-03DD-A4AEFD9B2E5C}"/>
                </a:ext>
              </a:extLst>
            </p:cNvPr>
            <p:cNvSpPr txBox="1"/>
            <p:nvPr/>
          </p:nvSpPr>
          <p:spPr>
            <a:xfrm rot="20541009">
              <a:off x="8621694" y="2342907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2019 (553)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894DE6F-1E50-9E04-41D0-C6D8357B3001}"/>
                </a:ext>
              </a:extLst>
            </p:cNvPr>
            <p:cNvSpPr txBox="1"/>
            <p:nvPr/>
          </p:nvSpPr>
          <p:spPr>
            <a:xfrm rot="4965457">
              <a:off x="5984819" y="6478527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2022 (344)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96832CF-1220-289E-6F8A-CF1F60A13CD5}"/>
                </a:ext>
              </a:extLst>
            </p:cNvPr>
            <p:cNvSpPr txBox="1"/>
            <p:nvPr/>
          </p:nvSpPr>
          <p:spPr>
            <a:xfrm rot="17850327">
              <a:off x="4109996" y="6143096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2018 (319)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28074BA-DF72-A65A-6AA2-349542F670F8}"/>
                </a:ext>
              </a:extLst>
            </p:cNvPr>
            <p:cNvSpPr txBox="1"/>
            <p:nvPr/>
          </p:nvSpPr>
          <p:spPr>
            <a:xfrm rot="1263109">
              <a:off x="2606615" y="2164059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2021 (165)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2BAFB7A-D032-F9EB-D4DA-70CF4DAA7C24}"/>
                </a:ext>
              </a:extLst>
            </p:cNvPr>
            <p:cNvSpPr txBox="1"/>
            <p:nvPr/>
          </p:nvSpPr>
          <p:spPr>
            <a:xfrm rot="3890691">
              <a:off x="6938351" y="6201183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2023 (352)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2CA96BC-E6CE-1AE6-4735-4F51CB3B319F}"/>
                </a:ext>
              </a:extLst>
            </p:cNvPr>
            <p:cNvSpPr txBox="1"/>
            <p:nvPr/>
          </p:nvSpPr>
          <p:spPr>
            <a:xfrm rot="21381337">
              <a:off x="2400221" y="3513976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2020 (243)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DFA375D-66A6-0F7F-4971-6EBD5E5A4DDC}"/>
                </a:ext>
              </a:extLst>
            </p:cNvPr>
            <p:cNvSpPr txBox="1"/>
            <p:nvPr/>
          </p:nvSpPr>
          <p:spPr>
            <a:xfrm rot="18811600">
              <a:off x="3386535" y="5626101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2016 (291)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6BBB0D7-6DF6-EDA7-295C-EF5A5A5D1385}"/>
                </a:ext>
              </a:extLst>
            </p:cNvPr>
            <p:cNvSpPr txBox="1"/>
            <p:nvPr/>
          </p:nvSpPr>
          <p:spPr>
            <a:xfrm rot="1787565">
              <a:off x="2813661" y="1721725"/>
              <a:ext cx="703847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2017 (114)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699C510-089D-6B53-3FF7-EFC7A6642D60}"/>
                </a:ext>
              </a:extLst>
            </p:cNvPr>
            <p:cNvSpPr txBox="1"/>
            <p:nvPr/>
          </p:nvSpPr>
          <p:spPr>
            <a:xfrm rot="16824388">
              <a:off x="5006754" y="6451488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 dirty="0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2013 (340)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F39DD74D-FB30-7F0A-978B-DB38267E04F9}"/>
                </a:ext>
              </a:extLst>
            </p:cNvPr>
            <p:cNvSpPr txBox="1"/>
            <p:nvPr/>
          </p:nvSpPr>
          <p:spPr>
            <a:xfrm rot="19726685">
              <a:off x="2855640" y="4966111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2015 (284)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9DBEC51-0024-7046-00B7-D14E28466468}"/>
                </a:ext>
              </a:extLst>
            </p:cNvPr>
            <p:cNvSpPr txBox="1"/>
            <p:nvPr/>
          </p:nvSpPr>
          <p:spPr>
            <a:xfrm rot="20581066">
              <a:off x="2530715" y="4245264"/>
              <a:ext cx="703847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2011 (245)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E11A99B-4160-9D73-3557-0D1BD76ED099}"/>
                </a:ext>
              </a:extLst>
            </p:cNvPr>
            <p:cNvSpPr txBox="1"/>
            <p:nvPr/>
          </p:nvSpPr>
          <p:spPr>
            <a:xfrm rot="395847">
              <a:off x="8750686" y="3677871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2005 (431)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002E08F-E4D0-4F4C-C6FB-EC5738712F08}"/>
                </a:ext>
              </a:extLst>
            </p:cNvPr>
            <p:cNvSpPr txBox="1"/>
            <p:nvPr/>
          </p:nvSpPr>
          <p:spPr>
            <a:xfrm rot="2773692">
              <a:off x="7788914" y="5616675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2002 (376)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5404505-CAB5-F9F5-EC0F-C305980AA9A7}"/>
                </a:ext>
              </a:extLst>
            </p:cNvPr>
            <p:cNvSpPr txBox="1"/>
            <p:nvPr/>
          </p:nvSpPr>
          <p:spPr>
            <a:xfrm rot="573689">
              <a:off x="2438069" y="2780643"/>
              <a:ext cx="710451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 dirty="0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1979 (239)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B1244F6-132A-82FA-81C9-24AD253CE3D4}"/>
                </a:ext>
              </a:extLst>
            </p:cNvPr>
            <p:cNvSpPr txBox="1"/>
            <p:nvPr/>
          </p:nvSpPr>
          <p:spPr>
            <a:xfrm rot="2476199">
              <a:off x="3232549" y="1219835"/>
              <a:ext cx="651140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2007 (53)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A41B405-D9B4-C00A-83F1-B907E15FE233}"/>
                </a:ext>
              </a:extLst>
            </p:cNvPr>
            <p:cNvSpPr txBox="1"/>
            <p:nvPr/>
          </p:nvSpPr>
          <p:spPr>
            <a:xfrm rot="2172132">
              <a:off x="3057358" y="1438500"/>
              <a:ext cx="651140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2006 (59)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54B9EE2-ACB5-E356-0984-0A3F9A521AE0}"/>
                </a:ext>
              </a:extLst>
            </p:cNvPr>
            <p:cNvSpPr txBox="1"/>
            <p:nvPr/>
          </p:nvSpPr>
          <p:spPr>
            <a:xfrm rot="2768389">
              <a:off x="3418442" y="1025100"/>
              <a:ext cx="651140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2012 (50)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2EA2177-2225-D912-A00A-93398F991F63}"/>
                </a:ext>
              </a:extLst>
            </p:cNvPr>
            <p:cNvSpPr txBox="1"/>
            <p:nvPr/>
          </p:nvSpPr>
          <p:spPr>
            <a:xfrm rot="3210243">
              <a:off x="3729169" y="762380"/>
              <a:ext cx="651140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2008 (14)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C98A296-EA09-4148-A91B-8D81BF5E90DA}"/>
                </a:ext>
              </a:extLst>
            </p:cNvPr>
            <p:cNvSpPr txBox="1"/>
            <p:nvPr/>
          </p:nvSpPr>
          <p:spPr>
            <a:xfrm rot="3399494">
              <a:off x="3881604" y="671948"/>
              <a:ext cx="644535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1998 (11)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B98EF7E-9ED8-537F-796B-4110E5E02486}"/>
                </a:ext>
              </a:extLst>
            </p:cNvPr>
            <p:cNvSpPr txBox="1"/>
            <p:nvPr/>
          </p:nvSpPr>
          <p:spPr>
            <a:xfrm rot="4110319">
              <a:off x="4496384" y="398040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2010 (6)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9146236-AA18-A63A-F4B0-DA5393BFE4EC}"/>
                </a:ext>
              </a:extLst>
            </p:cNvPr>
            <p:cNvSpPr txBox="1"/>
            <p:nvPr/>
          </p:nvSpPr>
          <p:spPr>
            <a:xfrm rot="3582151">
              <a:off x="4064641" y="607910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1999 (9)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58E9040-EA85-8E08-2750-6E321B948037}"/>
                </a:ext>
              </a:extLst>
            </p:cNvPr>
            <p:cNvSpPr txBox="1"/>
            <p:nvPr/>
          </p:nvSpPr>
          <p:spPr>
            <a:xfrm rot="3013069">
              <a:off x="3586351" y="874661"/>
              <a:ext cx="651140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1990 (17)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7514EAC-53FC-D830-4A7C-27BE82724355}"/>
                </a:ext>
              </a:extLst>
            </p:cNvPr>
            <p:cNvSpPr txBox="1"/>
            <p:nvPr/>
          </p:nvSpPr>
          <p:spPr>
            <a:xfrm rot="4278457">
              <a:off x="4639992" y="345444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1992 (3)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9C9921C-8429-9C52-F013-4D64EB5AD323}"/>
                </a:ext>
              </a:extLst>
            </p:cNvPr>
            <p:cNvSpPr txBox="1"/>
            <p:nvPr/>
          </p:nvSpPr>
          <p:spPr>
            <a:xfrm rot="3936903">
              <a:off x="4351145" y="459590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2000 (7)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51AAD85-4D4F-0E7C-D91E-E42BEEAA47A5}"/>
                </a:ext>
              </a:extLst>
            </p:cNvPr>
            <p:cNvSpPr txBox="1"/>
            <p:nvPr/>
          </p:nvSpPr>
          <p:spPr>
            <a:xfrm rot="3760845">
              <a:off x="4207049" y="529493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1980 (8)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28C2C66-44EB-70A5-40FD-FDBA31680AD9}"/>
                </a:ext>
              </a:extLst>
            </p:cNvPr>
            <p:cNvSpPr txBox="1"/>
            <p:nvPr/>
          </p:nvSpPr>
          <p:spPr>
            <a:xfrm rot="4441317">
              <a:off x="4781381" y="301251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2025 (2)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0E7C55E-A352-7C50-EB3B-6E5B1008582E}"/>
                </a:ext>
              </a:extLst>
            </p:cNvPr>
            <p:cNvSpPr txBox="1"/>
            <p:nvPr/>
          </p:nvSpPr>
          <p:spPr>
            <a:xfrm rot="4602857">
              <a:off x="4923533" y="264096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1982 (2)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83A6B03-58A9-6D2E-27A0-03FB7DDE9E73}"/>
                </a:ext>
              </a:extLst>
            </p:cNvPr>
            <p:cNvSpPr txBox="1"/>
            <p:nvPr/>
          </p:nvSpPr>
          <p:spPr>
            <a:xfrm rot="4764397">
              <a:off x="5067270" y="233665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1978 (2)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2594DC7-5DA4-E162-DE06-A85937E29F95}"/>
                </a:ext>
              </a:extLst>
            </p:cNvPr>
            <p:cNvSpPr txBox="1"/>
            <p:nvPr/>
          </p:nvSpPr>
          <p:spPr>
            <a:xfrm rot="4924617">
              <a:off x="5211088" y="210185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1995 (1)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E5AB9B9-9B53-CC01-1C2B-EB5027E0B5D1}"/>
                </a:ext>
              </a:extLst>
            </p:cNvPr>
            <p:cNvSpPr txBox="1"/>
            <p:nvPr/>
          </p:nvSpPr>
          <p:spPr>
            <a:xfrm rot="5083518">
              <a:off x="5354647" y="193567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1997 (1)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4BFBECB-B280-494D-3246-45EBA901EC36}"/>
                </a:ext>
              </a:extLst>
            </p:cNvPr>
            <p:cNvSpPr txBox="1"/>
            <p:nvPr/>
          </p:nvSpPr>
          <p:spPr>
            <a:xfrm rot="5242419">
              <a:off x="5498820" y="183598"/>
              <a:ext cx="591829" cy="235962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algn="l"/>
              <a:r>
                <a:rPr lang="en-US" sz="1400" b="1" spc="0" baseline="23333">
                  <a:ln/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1977 (1)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151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roup 939">
            <a:extLst>
              <a:ext uri="{FF2B5EF4-FFF2-40B4-BE49-F238E27FC236}">
                <a16:creationId xmlns:a16="http://schemas.microsoft.com/office/drawing/2014/main" id="{09EB6D48-95AF-A63A-51E5-9189E6125936}"/>
              </a:ext>
            </a:extLst>
          </p:cNvPr>
          <p:cNvGrpSpPr/>
          <p:nvPr/>
        </p:nvGrpSpPr>
        <p:grpSpPr>
          <a:xfrm>
            <a:off x="387248" y="294703"/>
            <a:ext cx="11417504" cy="6563297"/>
            <a:chOff x="400500" y="78197"/>
            <a:chExt cx="11417504" cy="6563297"/>
          </a:xfrm>
        </p:grpSpPr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8D054280-5852-8F57-DC6F-EF05D157051F}"/>
                </a:ext>
              </a:extLst>
            </p:cNvPr>
            <p:cNvGrpSpPr/>
            <p:nvPr/>
          </p:nvGrpSpPr>
          <p:grpSpPr>
            <a:xfrm>
              <a:off x="3209049" y="632143"/>
              <a:ext cx="5588376" cy="5593718"/>
              <a:chOff x="3300662" y="628008"/>
              <a:chExt cx="5588376" cy="5593718"/>
            </a:xfrm>
          </p:grpSpPr>
          <p:grpSp>
            <p:nvGrpSpPr>
              <p:cNvPr id="9" name="Graphic 4">
                <a:extLst>
                  <a:ext uri="{FF2B5EF4-FFF2-40B4-BE49-F238E27FC236}">
                    <a16:creationId xmlns:a16="http://schemas.microsoft.com/office/drawing/2014/main" id="{AB380476-6F2F-ECF9-6A86-85739B4D273D}"/>
                  </a:ext>
                </a:extLst>
              </p:cNvPr>
              <p:cNvGrpSpPr/>
              <p:nvPr/>
            </p:nvGrpSpPr>
            <p:grpSpPr>
              <a:xfrm>
                <a:off x="3717706" y="1047750"/>
                <a:ext cx="4756588" cy="4762500"/>
                <a:chOff x="3717706" y="1047750"/>
                <a:chExt cx="4756588" cy="4762500"/>
              </a:xfrm>
            </p:grpSpPr>
            <p:sp>
              <p:nvSpPr>
                <p:cNvPr id="10" name="Freeform 9">
                  <a:extLst>
                    <a:ext uri="{FF2B5EF4-FFF2-40B4-BE49-F238E27FC236}">
                      <a16:creationId xmlns:a16="http://schemas.microsoft.com/office/drawing/2014/main" id="{F30DD07E-832B-E064-C02F-8F9F58C81F3F}"/>
                    </a:ext>
                  </a:extLst>
                </p:cNvPr>
                <p:cNvSpPr/>
                <p:nvPr/>
              </p:nvSpPr>
              <p:spPr>
                <a:xfrm>
                  <a:off x="7802957" y="4100207"/>
                  <a:ext cx="546027" cy="706640"/>
                </a:xfrm>
                <a:custGeom>
                  <a:avLst/>
                  <a:gdLst>
                    <a:gd name="connsiteX0" fmla="*/ 546430 w 546027"/>
                    <a:gd name="connsiteY0" fmla="*/ 91829 h 706640"/>
                    <a:gd name="connsiteX1" fmla="*/ 233171 w 546027"/>
                    <a:gd name="connsiteY1" fmla="*/ 706941 h 706640"/>
                    <a:gd name="connsiteX2" fmla="*/ 403 w 546027"/>
                    <a:gd name="connsiteY2" fmla="*/ 541596 h 706640"/>
                    <a:gd name="connsiteX3" fmla="*/ 276075 w 546027"/>
                    <a:gd name="connsiteY3" fmla="*/ 300 h 706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6027" h="706640">
                      <a:moveTo>
                        <a:pt x="546430" y="91829"/>
                      </a:moveTo>
                      <a:cubicBezTo>
                        <a:pt x="472408" y="311015"/>
                        <a:pt x="366878" y="518231"/>
                        <a:pt x="233171" y="706941"/>
                      </a:cubicBezTo>
                      <a:lnTo>
                        <a:pt x="403" y="541596"/>
                      </a:lnTo>
                      <a:cubicBezTo>
                        <a:pt x="118071" y="375528"/>
                        <a:pt x="210938" y="193184"/>
                        <a:pt x="276075" y="300"/>
                      </a:cubicBezTo>
                      <a:close/>
                    </a:path>
                  </a:pathLst>
                </a:custGeom>
                <a:solidFill>
                  <a:srgbClr val="C98C32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" name="Freeform 10">
                  <a:extLst>
                    <a:ext uri="{FF2B5EF4-FFF2-40B4-BE49-F238E27FC236}">
                      <a16:creationId xmlns:a16="http://schemas.microsoft.com/office/drawing/2014/main" id="{20BE406D-6EAB-940E-D2B3-48A35638968D}"/>
                    </a:ext>
                  </a:extLst>
                </p:cNvPr>
                <p:cNvSpPr/>
                <p:nvPr/>
              </p:nvSpPr>
              <p:spPr>
                <a:xfrm>
                  <a:off x="6096000" y="1047750"/>
                  <a:ext cx="2007668" cy="1257890"/>
                </a:xfrm>
                <a:custGeom>
                  <a:avLst/>
                  <a:gdLst>
                    <a:gd name="connsiteX0" fmla="*/ 403 w 2007668"/>
                    <a:gd name="connsiteY0" fmla="*/ 300 h 1257890"/>
                    <a:gd name="connsiteX1" fmla="*/ 2008071 w 2007668"/>
                    <a:gd name="connsiteY1" fmla="*/ 1105000 h 1257890"/>
                    <a:gd name="connsiteX2" fmla="*/ 1767150 w 2007668"/>
                    <a:gd name="connsiteY2" fmla="*/ 1258191 h 1257890"/>
                    <a:gd name="connsiteX3" fmla="*/ 403 w 2007668"/>
                    <a:gd name="connsiteY3" fmla="*/ 286050 h 1257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7668" h="1257890">
                      <a:moveTo>
                        <a:pt x="403" y="300"/>
                      </a:moveTo>
                      <a:cubicBezTo>
                        <a:pt x="814335" y="300"/>
                        <a:pt x="1571740" y="417057"/>
                        <a:pt x="2008071" y="1105000"/>
                      </a:cubicBezTo>
                      <a:lnTo>
                        <a:pt x="1767150" y="1258191"/>
                      </a:lnTo>
                      <a:cubicBezTo>
                        <a:pt x="1383180" y="652791"/>
                        <a:pt x="716663" y="286050"/>
                        <a:pt x="403" y="286050"/>
                      </a:cubicBezTo>
                      <a:close/>
                    </a:path>
                  </a:pathLst>
                </a:custGeom>
                <a:solidFill>
                  <a:srgbClr val="BC4D36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32529DE5-0919-B515-A4BB-6F3569792205}"/>
                    </a:ext>
                  </a:extLst>
                </p:cNvPr>
                <p:cNvSpPr/>
                <p:nvPr/>
              </p:nvSpPr>
              <p:spPr>
                <a:xfrm>
                  <a:off x="7911911" y="2245109"/>
                  <a:ext cx="551487" cy="983531"/>
                </a:xfrm>
                <a:custGeom>
                  <a:avLst/>
                  <a:gdLst>
                    <a:gd name="connsiteX0" fmla="*/ 248021 w 551487"/>
                    <a:gd name="connsiteY0" fmla="*/ 300 h 983531"/>
                    <a:gd name="connsiteX1" fmla="*/ 551890 w 551487"/>
                    <a:gd name="connsiteY1" fmla="*/ 956509 h 983531"/>
                    <a:gd name="connsiteX2" fmla="*/ 267799 w 551487"/>
                    <a:gd name="connsiteY2" fmla="*/ 983832 h 983531"/>
                    <a:gd name="connsiteX3" fmla="*/ 403 w 551487"/>
                    <a:gd name="connsiteY3" fmla="*/ 142365 h 983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1487" h="983531">
                      <a:moveTo>
                        <a:pt x="248021" y="300"/>
                      </a:moveTo>
                      <a:cubicBezTo>
                        <a:pt x="415995" y="293809"/>
                        <a:pt x="519584" y="619781"/>
                        <a:pt x="551890" y="956509"/>
                      </a:cubicBezTo>
                      <a:lnTo>
                        <a:pt x="267799" y="983832"/>
                      </a:lnTo>
                      <a:cubicBezTo>
                        <a:pt x="239373" y="687511"/>
                        <a:pt x="148218" y="400655"/>
                        <a:pt x="403" y="142365"/>
                      </a:cubicBezTo>
                      <a:close/>
                    </a:path>
                  </a:pathLst>
                </a:custGeom>
                <a:solidFill>
                  <a:srgbClr val="BD6233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381036B1-7AFB-E202-0D57-D71BA15AB066}"/>
                    </a:ext>
                  </a:extLst>
                </p:cNvPr>
                <p:cNvSpPr/>
                <p:nvPr/>
              </p:nvSpPr>
              <p:spPr>
                <a:xfrm>
                  <a:off x="6082557" y="5454900"/>
                  <a:ext cx="621313" cy="355349"/>
                </a:xfrm>
                <a:custGeom>
                  <a:avLst/>
                  <a:gdLst>
                    <a:gd name="connsiteX0" fmla="*/ 621716 w 621313"/>
                    <a:gd name="connsiteY0" fmla="*/ 276554 h 355349"/>
                    <a:gd name="connsiteX1" fmla="*/ 403 w 621313"/>
                    <a:gd name="connsiteY1" fmla="*/ 355611 h 355349"/>
                    <a:gd name="connsiteX2" fmla="*/ 2016 w 621313"/>
                    <a:gd name="connsiteY2" fmla="*/ 69861 h 355349"/>
                    <a:gd name="connsiteX3" fmla="*/ 548772 w 621313"/>
                    <a:gd name="connsiteY3" fmla="*/ 300 h 35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1313" h="355349">
                      <a:moveTo>
                        <a:pt x="621716" y="276554"/>
                      </a:moveTo>
                      <a:cubicBezTo>
                        <a:pt x="418998" y="330218"/>
                        <a:pt x="210082" y="356802"/>
                        <a:pt x="403" y="355611"/>
                      </a:cubicBezTo>
                      <a:lnTo>
                        <a:pt x="2016" y="69861"/>
                      </a:lnTo>
                      <a:cubicBezTo>
                        <a:pt x="186534" y="70909"/>
                        <a:pt x="370380" y="47515"/>
                        <a:pt x="548772" y="300"/>
                      </a:cubicBezTo>
                      <a:close/>
                    </a:path>
                  </a:pathLst>
                </a:custGeom>
                <a:solidFill>
                  <a:srgbClr val="E8A97E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00416CAC-50D8-5C60-13F0-90C01A8B1B86}"/>
                    </a:ext>
                  </a:extLst>
                </p:cNvPr>
                <p:cNvSpPr/>
                <p:nvPr/>
              </p:nvSpPr>
              <p:spPr>
                <a:xfrm>
                  <a:off x="4748174" y="5155501"/>
                  <a:ext cx="615250" cy="504110"/>
                </a:xfrm>
                <a:custGeom>
                  <a:avLst/>
                  <a:gdLst>
                    <a:gd name="connsiteX0" fmla="*/ 515756 w 615250"/>
                    <a:gd name="connsiteY0" fmla="*/ 504411 h 504110"/>
                    <a:gd name="connsiteX1" fmla="*/ 403 w 615250"/>
                    <a:gd name="connsiteY1" fmla="*/ 235739 h 504110"/>
                    <a:gd name="connsiteX2" fmla="*/ 162145 w 615250"/>
                    <a:gd name="connsiteY2" fmla="*/ 300 h 504110"/>
                    <a:gd name="connsiteX3" fmla="*/ 615653 w 615250"/>
                    <a:gd name="connsiteY3" fmla="*/ 236739 h 504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5250" h="504110">
                      <a:moveTo>
                        <a:pt x="515756" y="504411"/>
                      </a:moveTo>
                      <a:cubicBezTo>
                        <a:pt x="333649" y="436278"/>
                        <a:pt x="160576" y="346048"/>
                        <a:pt x="403" y="235739"/>
                      </a:cubicBezTo>
                      <a:lnTo>
                        <a:pt x="162145" y="300"/>
                      </a:lnTo>
                      <a:cubicBezTo>
                        <a:pt x="303092" y="97379"/>
                        <a:pt x="455399" y="176779"/>
                        <a:pt x="615653" y="236739"/>
                      </a:cubicBezTo>
                      <a:close/>
                    </a:path>
                  </a:pathLst>
                </a:custGeom>
                <a:solidFill>
                  <a:srgbClr val="E6A8A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26E68873-E137-00E5-D7F1-DA922E7011F1}"/>
                    </a:ext>
                  </a:extLst>
                </p:cNvPr>
                <p:cNvSpPr/>
                <p:nvPr/>
              </p:nvSpPr>
              <p:spPr>
                <a:xfrm>
                  <a:off x="3826814" y="2434675"/>
                  <a:ext cx="367484" cy="366894"/>
                </a:xfrm>
                <a:custGeom>
                  <a:avLst/>
                  <a:gdLst>
                    <a:gd name="connsiteX0" fmla="*/ 403 w 367484"/>
                    <a:gd name="connsiteY0" fmla="*/ 281635 h 366894"/>
                    <a:gd name="connsiteX1" fmla="*/ 108558 w 367484"/>
                    <a:gd name="connsiteY1" fmla="*/ 300 h 366894"/>
                    <a:gd name="connsiteX2" fmla="*/ 367887 w 367484"/>
                    <a:gd name="connsiteY2" fmla="*/ 119617 h 366894"/>
                    <a:gd name="connsiteX3" fmla="*/ 272708 w 367484"/>
                    <a:gd name="connsiteY3" fmla="*/ 367194 h 36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7484" h="366894">
                      <a:moveTo>
                        <a:pt x="403" y="281635"/>
                      </a:moveTo>
                      <a:cubicBezTo>
                        <a:pt x="30483" y="185663"/>
                        <a:pt x="66614" y="91695"/>
                        <a:pt x="108558" y="300"/>
                      </a:cubicBezTo>
                      <a:lnTo>
                        <a:pt x="367887" y="119617"/>
                      </a:lnTo>
                      <a:cubicBezTo>
                        <a:pt x="330966" y="200047"/>
                        <a:pt x="299183" y="282738"/>
                        <a:pt x="272708" y="367194"/>
                      </a:cubicBezTo>
                      <a:close/>
                    </a:path>
                  </a:pathLst>
                </a:custGeom>
                <a:solidFill>
                  <a:srgbClr val="ABA97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934CF73C-229A-2FF5-9FA1-99EE128EDD5D}"/>
                    </a:ext>
                  </a:extLst>
                </p:cNvPr>
                <p:cNvSpPr/>
                <p:nvPr/>
              </p:nvSpPr>
              <p:spPr>
                <a:xfrm>
                  <a:off x="6722313" y="5188477"/>
                  <a:ext cx="665422" cy="512645"/>
                </a:xfrm>
                <a:custGeom>
                  <a:avLst/>
                  <a:gdLst>
                    <a:gd name="connsiteX0" fmla="*/ 665825 w 665422"/>
                    <a:gd name="connsiteY0" fmla="*/ 240225 h 512645"/>
                    <a:gd name="connsiteX1" fmla="*/ 85809 w 665422"/>
                    <a:gd name="connsiteY1" fmla="*/ 512945 h 512645"/>
                    <a:gd name="connsiteX2" fmla="*/ 403 w 665422"/>
                    <a:gd name="connsiteY2" fmla="*/ 240292 h 512645"/>
                    <a:gd name="connsiteX3" fmla="*/ 510817 w 665422"/>
                    <a:gd name="connsiteY3" fmla="*/ 300 h 512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5422" h="512645">
                      <a:moveTo>
                        <a:pt x="665825" y="240225"/>
                      </a:moveTo>
                      <a:cubicBezTo>
                        <a:pt x="485655" y="356916"/>
                        <a:pt x="290550" y="448651"/>
                        <a:pt x="85809" y="512945"/>
                      </a:cubicBezTo>
                      <a:lnTo>
                        <a:pt x="403" y="240292"/>
                      </a:lnTo>
                      <a:cubicBezTo>
                        <a:pt x="180574" y="183713"/>
                        <a:pt x="352271" y="102979"/>
                        <a:pt x="510817" y="300"/>
                      </a:cubicBezTo>
                      <a:close/>
                    </a:path>
                  </a:pathLst>
                </a:custGeom>
                <a:solidFill>
                  <a:srgbClr val="DDA46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44AC65E7-B282-379B-EB0E-546C0747D575}"/>
                    </a:ext>
                  </a:extLst>
                </p:cNvPr>
                <p:cNvSpPr/>
                <p:nvPr/>
              </p:nvSpPr>
              <p:spPr>
                <a:xfrm>
                  <a:off x="3717706" y="3358341"/>
                  <a:ext cx="311101" cy="442722"/>
                </a:xfrm>
                <a:custGeom>
                  <a:avLst/>
                  <a:gdLst>
                    <a:gd name="connsiteX0" fmla="*/ 29610 w 311101"/>
                    <a:gd name="connsiteY0" fmla="*/ 443022 h 442722"/>
                    <a:gd name="connsiteX1" fmla="*/ 1451 w 311101"/>
                    <a:gd name="connsiteY1" fmla="*/ 300 h 442722"/>
                    <a:gd name="connsiteX2" fmla="*/ 286722 w 311101"/>
                    <a:gd name="connsiteY2" fmla="*/ 8779 h 442722"/>
                    <a:gd name="connsiteX3" fmla="*/ 311504 w 311101"/>
                    <a:gd name="connsiteY3" fmla="*/ 398375 h 442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1101" h="442722">
                      <a:moveTo>
                        <a:pt x="29610" y="443022"/>
                      </a:moveTo>
                      <a:cubicBezTo>
                        <a:pt x="6492" y="296647"/>
                        <a:pt x="-2945" y="148430"/>
                        <a:pt x="1451" y="300"/>
                      </a:cubicBezTo>
                      <a:lnTo>
                        <a:pt x="286722" y="8779"/>
                      </a:lnTo>
                      <a:cubicBezTo>
                        <a:pt x="282859" y="139133"/>
                        <a:pt x="291155" y="269564"/>
                        <a:pt x="311504" y="398375"/>
                      </a:cubicBezTo>
                      <a:close/>
                    </a:path>
                  </a:pathLst>
                </a:custGeom>
                <a:solidFill>
                  <a:srgbClr val="9FBE9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DE159B3-8BDE-36B8-EFD5-A15D277AEDDD}"/>
                    </a:ext>
                  </a:extLst>
                </p:cNvPr>
                <p:cNvSpPr/>
                <p:nvPr/>
              </p:nvSpPr>
              <p:spPr>
                <a:xfrm>
                  <a:off x="4276064" y="4777997"/>
                  <a:ext cx="556720" cy="549592"/>
                </a:xfrm>
                <a:custGeom>
                  <a:avLst/>
                  <a:gdLst>
                    <a:gd name="connsiteX0" fmla="*/ 384868 w 556720"/>
                    <a:gd name="connsiteY0" fmla="*/ 549893 h 549592"/>
                    <a:gd name="connsiteX1" fmla="*/ 403 w 556720"/>
                    <a:gd name="connsiteY1" fmla="*/ 184256 h 549592"/>
                    <a:gd name="connsiteX2" fmla="*/ 218796 w 556720"/>
                    <a:gd name="connsiteY2" fmla="*/ 300 h 549592"/>
                    <a:gd name="connsiteX3" fmla="*/ 557123 w 556720"/>
                    <a:gd name="connsiteY3" fmla="*/ 322064 h 549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720" h="549592">
                      <a:moveTo>
                        <a:pt x="384868" y="549893"/>
                      </a:moveTo>
                      <a:cubicBezTo>
                        <a:pt x="243502" y="442746"/>
                        <a:pt x="114542" y="320102"/>
                        <a:pt x="403" y="184256"/>
                      </a:cubicBezTo>
                      <a:lnTo>
                        <a:pt x="218796" y="300"/>
                      </a:lnTo>
                      <a:cubicBezTo>
                        <a:pt x="319236" y="119848"/>
                        <a:pt x="432719" y="227767"/>
                        <a:pt x="557123" y="322064"/>
                      </a:cubicBezTo>
                      <a:close/>
                    </a:path>
                  </a:pathLst>
                </a:custGeom>
                <a:solidFill>
                  <a:srgbClr val="2B6765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00050621-A360-5FFC-B300-5A0DA862C340}"/>
                    </a:ext>
                  </a:extLst>
                </p:cNvPr>
                <p:cNvSpPr/>
                <p:nvPr/>
              </p:nvSpPr>
              <p:spPr>
                <a:xfrm>
                  <a:off x="3982326" y="2156564"/>
                  <a:ext cx="344633" cy="311810"/>
                </a:xfrm>
                <a:custGeom>
                  <a:avLst/>
                  <a:gdLst>
                    <a:gd name="connsiteX0" fmla="*/ 403 w 344633"/>
                    <a:gd name="connsiteY0" fmla="*/ 181123 h 311810"/>
                    <a:gd name="connsiteX1" fmla="*/ 103801 w 344633"/>
                    <a:gd name="connsiteY1" fmla="*/ 300 h 311810"/>
                    <a:gd name="connsiteX2" fmla="*/ 345036 w 344633"/>
                    <a:gd name="connsiteY2" fmla="*/ 152995 h 311810"/>
                    <a:gd name="connsiteX3" fmla="*/ 254043 w 344633"/>
                    <a:gd name="connsiteY3" fmla="*/ 312110 h 311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4633" h="311810">
                      <a:moveTo>
                        <a:pt x="403" y="181123"/>
                      </a:moveTo>
                      <a:cubicBezTo>
                        <a:pt x="32215" y="119363"/>
                        <a:pt x="66719" y="59031"/>
                        <a:pt x="103801" y="300"/>
                      </a:cubicBezTo>
                      <a:lnTo>
                        <a:pt x="345036" y="152995"/>
                      </a:lnTo>
                      <a:cubicBezTo>
                        <a:pt x="312396" y="204678"/>
                        <a:pt x="282040" y="257770"/>
                        <a:pt x="254043" y="312110"/>
                      </a:cubicBezTo>
                      <a:close/>
                    </a:path>
                  </a:pathLst>
                </a:custGeom>
                <a:solidFill>
                  <a:srgbClr val="DACA7E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F432AFA6-0709-C4BD-D57B-66EE2FC357E1}"/>
                    </a:ext>
                  </a:extLst>
                </p:cNvPr>
                <p:cNvSpPr/>
                <p:nvPr/>
              </p:nvSpPr>
              <p:spPr>
                <a:xfrm>
                  <a:off x="5365618" y="5423239"/>
                  <a:ext cx="623466" cy="383905"/>
                </a:xfrm>
                <a:custGeom>
                  <a:avLst/>
                  <a:gdLst>
                    <a:gd name="connsiteX0" fmla="*/ 609289 w 623466"/>
                    <a:gd name="connsiteY0" fmla="*/ 384205 h 383905"/>
                    <a:gd name="connsiteX1" fmla="*/ 403 w 623466"/>
                    <a:gd name="connsiteY1" fmla="*/ 272239 h 383905"/>
                    <a:gd name="connsiteX2" fmla="*/ 88048 w 623466"/>
                    <a:gd name="connsiteY2" fmla="*/ 300 h 383905"/>
                    <a:gd name="connsiteX3" fmla="*/ 623869 w 623466"/>
                    <a:gd name="connsiteY3" fmla="*/ 98827 h 383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3466" h="383905">
                      <a:moveTo>
                        <a:pt x="609289" y="384205"/>
                      </a:moveTo>
                      <a:cubicBezTo>
                        <a:pt x="402322" y="373604"/>
                        <a:pt x="197626" y="335961"/>
                        <a:pt x="403" y="272239"/>
                      </a:cubicBezTo>
                      <a:lnTo>
                        <a:pt x="88048" y="300"/>
                      </a:lnTo>
                      <a:cubicBezTo>
                        <a:pt x="261605" y="56374"/>
                        <a:pt x="441737" y="89492"/>
                        <a:pt x="623869" y="98827"/>
                      </a:cubicBezTo>
                      <a:close/>
                    </a:path>
                  </a:pathLst>
                </a:custGeom>
                <a:solidFill>
                  <a:srgbClr val="EEC498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143B0913-37E6-1D20-A3F2-EA3DFA8CC20E}"/>
                    </a:ext>
                  </a:extLst>
                </p:cNvPr>
                <p:cNvSpPr/>
                <p:nvPr/>
              </p:nvSpPr>
              <p:spPr>
                <a:xfrm>
                  <a:off x="3940106" y="4313779"/>
                  <a:ext cx="494789" cy="563792"/>
                </a:xfrm>
                <a:custGeom>
                  <a:avLst/>
                  <a:gdLst>
                    <a:gd name="connsiteX0" fmla="*/ 268674 w 494789"/>
                    <a:gd name="connsiteY0" fmla="*/ 564092 h 563792"/>
                    <a:gd name="connsiteX1" fmla="*/ 403 w 494789"/>
                    <a:gd name="connsiteY1" fmla="*/ 120951 h 563792"/>
                    <a:gd name="connsiteX2" fmla="*/ 259104 w 494789"/>
                    <a:gd name="connsiteY2" fmla="*/ 300 h 563792"/>
                    <a:gd name="connsiteX3" fmla="*/ 495192 w 494789"/>
                    <a:gd name="connsiteY3" fmla="*/ 390261 h 563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4789" h="563792">
                      <a:moveTo>
                        <a:pt x="268674" y="564092"/>
                      </a:moveTo>
                      <a:cubicBezTo>
                        <a:pt x="163411" y="426590"/>
                        <a:pt x="73454" y="277999"/>
                        <a:pt x="403" y="120951"/>
                      </a:cubicBezTo>
                      <a:lnTo>
                        <a:pt x="259104" y="300"/>
                      </a:lnTo>
                      <a:cubicBezTo>
                        <a:pt x="323394" y="138496"/>
                        <a:pt x="402562" y="269265"/>
                        <a:pt x="495192" y="390261"/>
                      </a:cubicBezTo>
                      <a:close/>
                    </a:path>
                  </a:pathLst>
                </a:custGeom>
                <a:solidFill>
                  <a:srgbClr val="588C8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F5F32351-8F9D-EEA7-F825-048242E7F244}"/>
                    </a:ext>
                  </a:extLst>
                </p:cNvPr>
                <p:cNvSpPr/>
                <p:nvPr/>
              </p:nvSpPr>
              <p:spPr>
                <a:xfrm>
                  <a:off x="3766225" y="3850125"/>
                  <a:ext cx="394387" cy="485182"/>
                </a:xfrm>
                <a:custGeom>
                  <a:avLst/>
                  <a:gdLst>
                    <a:gd name="connsiteX0" fmla="*/ 130876 w 394387"/>
                    <a:gd name="connsiteY0" fmla="*/ 485483 h 485182"/>
                    <a:gd name="connsiteX1" fmla="*/ 403 w 394387"/>
                    <a:gd name="connsiteY1" fmla="*/ 57725 h 485182"/>
                    <a:gd name="connsiteX2" fmla="*/ 279975 w 394387"/>
                    <a:gd name="connsiteY2" fmla="*/ 300 h 485182"/>
                    <a:gd name="connsiteX3" fmla="*/ 394790 w 394387"/>
                    <a:gd name="connsiteY3" fmla="*/ 376726 h 4851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4387" h="485182">
                      <a:moveTo>
                        <a:pt x="130876" y="485483"/>
                      </a:moveTo>
                      <a:cubicBezTo>
                        <a:pt x="74082" y="347311"/>
                        <a:pt x="30398" y="204094"/>
                        <a:pt x="403" y="57725"/>
                      </a:cubicBezTo>
                      <a:lnTo>
                        <a:pt x="279975" y="300"/>
                      </a:lnTo>
                      <a:cubicBezTo>
                        <a:pt x="306374" y="129104"/>
                        <a:pt x="344808" y="255135"/>
                        <a:pt x="394790" y="376726"/>
                      </a:cubicBezTo>
                      <a:close/>
                    </a:path>
                  </a:pathLst>
                </a:custGeom>
                <a:solidFill>
                  <a:srgbClr val="8FA38B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BFAECA0A-F14C-5F30-6D48-85108412E495}"/>
                    </a:ext>
                  </a:extLst>
                </p:cNvPr>
                <p:cNvSpPr/>
                <p:nvPr/>
              </p:nvSpPr>
              <p:spPr>
                <a:xfrm>
                  <a:off x="8107045" y="3309259"/>
                  <a:ext cx="367249" cy="779188"/>
                </a:xfrm>
                <a:custGeom>
                  <a:avLst/>
                  <a:gdLst>
                    <a:gd name="connsiteX0" fmla="*/ 364643 w 367249"/>
                    <a:gd name="connsiteY0" fmla="*/ 300 h 779188"/>
                    <a:gd name="connsiteX1" fmla="*/ 274629 w 367249"/>
                    <a:gd name="connsiteY1" fmla="*/ 779489 h 779188"/>
                    <a:gd name="connsiteX2" fmla="*/ 403 w 367249"/>
                    <a:gd name="connsiteY2" fmla="*/ 700355 h 779188"/>
                    <a:gd name="connsiteX3" fmla="*/ 79609 w 367249"/>
                    <a:gd name="connsiteY3" fmla="*/ 14668 h 779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7249" h="779188">
                      <a:moveTo>
                        <a:pt x="364643" y="300"/>
                      </a:moveTo>
                      <a:cubicBezTo>
                        <a:pt x="377866" y="263225"/>
                        <a:pt x="347443" y="526527"/>
                        <a:pt x="274629" y="779489"/>
                      </a:cubicBezTo>
                      <a:lnTo>
                        <a:pt x="403" y="700355"/>
                      </a:lnTo>
                      <a:cubicBezTo>
                        <a:pt x="64474" y="477748"/>
                        <a:pt x="91244" y="246043"/>
                        <a:pt x="79609" y="14668"/>
                      </a:cubicBezTo>
                      <a:close/>
                    </a:path>
                  </a:pathLst>
                </a:custGeom>
                <a:solidFill>
                  <a:srgbClr val="BE783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7606D978-F8EB-233B-042C-B06FBB8F2EE3}"/>
                    </a:ext>
                  </a:extLst>
                </p:cNvPr>
                <p:cNvSpPr/>
                <p:nvPr/>
              </p:nvSpPr>
              <p:spPr>
                <a:xfrm>
                  <a:off x="7311402" y="4717913"/>
                  <a:ext cx="659785" cy="649652"/>
                </a:xfrm>
                <a:custGeom>
                  <a:avLst/>
                  <a:gdLst>
                    <a:gd name="connsiteX0" fmla="*/ 660188 w 659785"/>
                    <a:gd name="connsiteY0" fmla="*/ 176055 h 649652"/>
                    <a:gd name="connsiteX1" fmla="*/ 166141 w 659785"/>
                    <a:gd name="connsiteY1" fmla="*/ 649953 h 649652"/>
                    <a:gd name="connsiteX2" fmla="*/ 403 w 659785"/>
                    <a:gd name="connsiteY2" fmla="*/ 417333 h 649652"/>
                    <a:gd name="connsiteX3" fmla="*/ 435164 w 659785"/>
                    <a:gd name="connsiteY3" fmla="*/ 300 h 649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9785" h="649652">
                      <a:moveTo>
                        <a:pt x="660188" y="176055"/>
                      </a:moveTo>
                      <a:cubicBezTo>
                        <a:pt x="519184" y="357040"/>
                        <a:pt x="352770" y="516660"/>
                        <a:pt x="166141" y="649953"/>
                      </a:cubicBezTo>
                      <a:lnTo>
                        <a:pt x="403" y="417333"/>
                      </a:lnTo>
                      <a:cubicBezTo>
                        <a:pt x="164638" y="300023"/>
                        <a:pt x="311074" y="159558"/>
                        <a:pt x="435164" y="300"/>
                      </a:cubicBezTo>
                      <a:close/>
                    </a:path>
                  </a:pathLst>
                </a:custGeom>
                <a:solidFill>
                  <a:srgbClr val="D4A134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136E49DF-B2F7-5F30-E0A9-BA81A40BFF2C}"/>
                    </a:ext>
                  </a:extLst>
                </p:cNvPr>
                <p:cNvSpPr/>
                <p:nvPr/>
              </p:nvSpPr>
              <p:spPr>
                <a:xfrm>
                  <a:off x="3724414" y="2819984"/>
                  <a:ext cx="348296" cy="451724"/>
                </a:xfrm>
                <a:custGeom>
                  <a:avLst/>
                  <a:gdLst>
                    <a:gd name="connsiteX0" fmla="*/ 403 w 348296"/>
                    <a:gd name="connsiteY0" fmla="*/ 430576 h 451724"/>
                    <a:gd name="connsiteX1" fmla="*/ 72798 w 348296"/>
                    <a:gd name="connsiteY1" fmla="*/ 300 h 451724"/>
                    <a:gd name="connsiteX2" fmla="*/ 348699 w 348296"/>
                    <a:gd name="connsiteY2" fmla="*/ 73382 h 451724"/>
                    <a:gd name="connsiteX3" fmla="*/ 284998 w 348296"/>
                    <a:gd name="connsiteY3" fmla="*/ 452024 h 451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8296" h="451724">
                      <a:moveTo>
                        <a:pt x="403" y="430576"/>
                      </a:moveTo>
                      <a:cubicBezTo>
                        <a:pt x="11333" y="285235"/>
                        <a:pt x="35563" y="141205"/>
                        <a:pt x="72798" y="300"/>
                      </a:cubicBezTo>
                      <a:lnTo>
                        <a:pt x="348699" y="73382"/>
                      </a:lnTo>
                      <a:cubicBezTo>
                        <a:pt x="315935" y="197378"/>
                        <a:pt x="294607" y="324124"/>
                        <a:pt x="284998" y="452024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7185729C-C110-96A5-BE30-EE1B4966028B}"/>
                    </a:ext>
                  </a:extLst>
                </p:cNvPr>
                <p:cNvSpPr/>
                <p:nvPr/>
              </p:nvSpPr>
              <p:spPr>
                <a:xfrm>
                  <a:off x="4276911" y="1822218"/>
                  <a:ext cx="274454" cy="256898"/>
                </a:xfrm>
                <a:custGeom>
                  <a:avLst/>
                  <a:gdLst>
                    <a:gd name="connsiteX0" fmla="*/ 403 w 274454"/>
                    <a:gd name="connsiteY0" fmla="*/ 73128 h 256898"/>
                    <a:gd name="connsiteX1" fmla="*/ 64226 w 274454"/>
                    <a:gd name="connsiteY1" fmla="*/ 300 h 256898"/>
                    <a:gd name="connsiteX2" fmla="*/ 274857 w 274454"/>
                    <a:gd name="connsiteY2" fmla="*/ 193115 h 256898"/>
                    <a:gd name="connsiteX3" fmla="*/ 218692 w 274454"/>
                    <a:gd name="connsiteY3" fmla="*/ 257199 h 2568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454" h="256898">
                      <a:moveTo>
                        <a:pt x="403" y="73128"/>
                      </a:moveTo>
                      <a:cubicBezTo>
                        <a:pt x="21179" y="48420"/>
                        <a:pt x="42460" y="24141"/>
                        <a:pt x="64226" y="300"/>
                      </a:cubicBezTo>
                      <a:lnTo>
                        <a:pt x="274857" y="193115"/>
                      </a:lnTo>
                      <a:cubicBezTo>
                        <a:pt x="255707" y="214098"/>
                        <a:pt x="236976" y="235463"/>
                        <a:pt x="218692" y="257199"/>
                      </a:cubicBezTo>
                      <a:close/>
                    </a:path>
                  </a:pathLst>
                </a:custGeom>
                <a:solidFill>
                  <a:srgbClr val="EA968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1F7695BD-9C81-258F-3256-54CA11928978}"/>
                    </a:ext>
                  </a:extLst>
                </p:cNvPr>
                <p:cNvSpPr/>
                <p:nvPr/>
              </p:nvSpPr>
              <p:spPr>
                <a:xfrm>
                  <a:off x="4145543" y="1979390"/>
                  <a:ext cx="290046" cy="250545"/>
                </a:xfrm>
                <a:custGeom>
                  <a:avLst/>
                  <a:gdLst>
                    <a:gd name="connsiteX0" fmla="*/ 403 w 290046"/>
                    <a:gd name="connsiteY0" fmla="*/ 87330 h 250545"/>
                    <a:gd name="connsiteX1" fmla="*/ 64026 w 290046"/>
                    <a:gd name="connsiteY1" fmla="*/ 300 h 250545"/>
                    <a:gd name="connsiteX2" fmla="*/ 290449 w 290046"/>
                    <a:gd name="connsiteY2" fmla="*/ 174255 h 250545"/>
                    <a:gd name="connsiteX3" fmla="*/ 234455 w 290046"/>
                    <a:gd name="connsiteY3" fmla="*/ 250846 h 2505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0046" h="250545">
                      <a:moveTo>
                        <a:pt x="403" y="87330"/>
                      </a:moveTo>
                      <a:cubicBezTo>
                        <a:pt x="20951" y="57850"/>
                        <a:pt x="42165" y="28827"/>
                        <a:pt x="64026" y="300"/>
                      </a:cubicBezTo>
                      <a:lnTo>
                        <a:pt x="290449" y="174255"/>
                      </a:lnTo>
                      <a:cubicBezTo>
                        <a:pt x="271214" y="199353"/>
                        <a:pt x="252539" y="224890"/>
                        <a:pt x="234455" y="250846"/>
                      </a:cubicBezTo>
                      <a:close/>
                    </a:path>
                  </a:pathLst>
                </a:custGeom>
                <a:solidFill>
                  <a:srgbClr val="E5ABA2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CBCE9B7C-482B-626E-5619-0E83B546AB09}"/>
                    </a:ext>
                  </a:extLst>
                </p:cNvPr>
                <p:cNvSpPr/>
                <p:nvPr/>
              </p:nvSpPr>
              <p:spPr>
                <a:xfrm>
                  <a:off x="4415470" y="1680686"/>
                  <a:ext cx="259585" cy="265538"/>
                </a:xfrm>
                <a:custGeom>
                  <a:avLst/>
                  <a:gdLst>
                    <a:gd name="connsiteX0" fmla="*/ 403 w 259585"/>
                    <a:gd name="connsiteY0" fmla="*/ 63641 h 265538"/>
                    <a:gd name="connsiteX1" fmla="*/ 66224 w 259585"/>
                    <a:gd name="connsiteY1" fmla="*/ 300 h 265538"/>
                    <a:gd name="connsiteX2" fmla="*/ 259988 w 259585"/>
                    <a:gd name="connsiteY2" fmla="*/ 210098 h 265538"/>
                    <a:gd name="connsiteX3" fmla="*/ 202063 w 259585"/>
                    <a:gd name="connsiteY3" fmla="*/ 265838 h 265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585" h="265538">
                      <a:moveTo>
                        <a:pt x="403" y="63641"/>
                      </a:moveTo>
                      <a:cubicBezTo>
                        <a:pt x="21940" y="42105"/>
                        <a:pt x="43887" y="20988"/>
                        <a:pt x="66224" y="300"/>
                      </a:cubicBezTo>
                      <a:lnTo>
                        <a:pt x="259988" y="210098"/>
                      </a:lnTo>
                      <a:cubicBezTo>
                        <a:pt x="240325" y="228309"/>
                        <a:pt x="221013" y="246883"/>
                        <a:pt x="202063" y="265838"/>
                      </a:cubicBezTo>
                      <a:close/>
                    </a:path>
                  </a:pathLst>
                </a:custGeom>
                <a:solidFill>
                  <a:srgbClr val="F9BE75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01F5008B-E418-1E03-CA29-26621F0DD6BE}"/>
                    </a:ext>
                  </a:extLst>
                </p:cNvPr>
                <p:cNvSpPr/>
                <p:nvPr/>
              </p:nvSpPr>
              <p:spPr>
                <a:xfrm>
                  <a:off x="4671212" y="1507131"/>
                  <a:ext cx="189064" cy="244021"/>
                </a:xfrm>
                <a:custGeom>
                  <a:avLst/>
                  <a:gdLst>
                    <a:gd name="connsiteX0" fmla="*/ 403 w 189064"/>
                    <a:gd name="connsiteY0" fmla="*/ 15521 h 244021"/>
                    <a:gd name="connsiteX1" fmla="*/ 20961 w 189064"/>
                    <a:gd name="connsiteY1" fmla="*/ 300 h 244021"/>
                    <a:gd name="connsiteX2" fmla="*/ 189467 w 189064"/>
                    <a:gd name="connsiteY2" fmla="*/ 230929 h 244021"/>
                    <a:gd name="connsiteX3" fmla="*/ 171383 w 189064"/>
                    <a:gd name="connsiteY3" fmla="*/ 244321 h 244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064" h="244021">
                      <a:moveTo>
                        <a:pt x="403" y="15521"/>
                      </a:moveTo>
                      <a:cubicBezTo>
                        <a:pt x="7233" y="10416"/>
                        <a:pt x="14082" y="5339"/>
                        <a:pt x="20961" y="300"/>
                      </a:cubicBezTo>
                      <a:lnTo>
                        <a:pt x="189467" y="230929"/>
                      </a:lnTo>
                      <a:cubicBezTo>
                        <a:pt x="183417" y="235358"/>
                        <a:pt x="177386" y="239825"/>
                        <a:pt x="171383" y="244321"/>
                      </a:cubicBezTo>
                      <a:close/>
                    </a:path>
                  </a:pathLst>
                </a:custGeom>
                <a:solidFill>
                  <a:srgbClr val="7AA244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CC6D3942-1190-F492-32F6-1EFC77BCBEFA}"/>
                    </a:ext>
                  </a:extLst>
                </p:cNvPr>
                <p:cNvSpPr/>
                <p:nvPr/>
              </p:nvSpPr>
              <p:spPr>
                <a:xfrm>
                  <a:off x="4780433" y="1434179"/>
                  <a:ext cx="172635" cy="249107"/>
                </a:xfrm>
                <a:custGeom>
                  <a:avLst/>
                  <a:gdLst>
                    <a:gd name="connsiteX0" fmla="*/ 403 w 172635"/>
                    <a:gd name="connsiteY0" fmla="*/ 11349 h 249107"/>
                    <a:gd name="connsiteX1" fmla="*/ 17184 w 172635"/>
                    <a:gd name="connsiteY1" fmla="*/ 300 h 249107"/>
                    <a:gd name="connsiteX2" fmla="*/ 173038 w 172635"/>
                    <a:gd name="connsiteY2" fmla="*/ 239673 h 249107"/>
                    <a:gd name="connsiteX3" fmla="*/ 158274 w 172635"/>
                    <a:gd name="connsiteY3" fmla="*/ 249407 h 249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635" h="249107">
                      <a:moveTo>
                        <a:pt x="403" y="11349"/>
                      </a:moveTo>
                      <a:cubicBezTo>
                        <a:pt x="5987" y="7644"/>
                        <a:pt x="11581" y="3957"/>
                        <a:pt x="17184" y="300"/>
                      </a:cubicBezTo>
                      <a:lnTo>
                        <a:pt x="173038" y="239673"/>
                      </a:lnTo>
                      <a:cubicBezTo>
                        <a:pt x="168101" y="242902"/>
                        <a:pt x="163182" y="246140"/>
                        <a:pt x="158274" y="249407"/>
                      </a:cubicBezTo>
                      <a:close/>
                    </a:path>
                  </a:pathLst>
                </a:custGeom>
                <a:solidFill>
                  <a:srgbClr val="4CA96F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D4086129-F076-4EF7-23C8-8A71110697F5}"/>
                    </a:ext>
                  </a:extLst>
                </p:cNvPr>
                <p:cNvSpPr/>
                <p:nvPr/>
              </p:nvSpPr>
              <p:spPr>
                <a:xfrm>
                  <a:off x="5219464" y="1211360"/>
                  <a:ext cx="114155" cy="269652"/>
                </a:xfrm>
                <a:custGeom>
                  <a:avLst/>
                  <a:gdLst>
                    <a:gd name="connsiteX0" fmla="*/ 403 w 114155"/>
                    <a:gd name="connsiteY0" fmla="*/ 4320 h 269652"/>
                    <a:gd name="connsiteX1" fmla="*/ 10596 w 114155"/>
                    <a:gd name="connsiteY1" fmla="*/ 300 h 269652"/>
                    <a:gd name="connsiteX2" fmla="*/ 114558 w 114155"/>
                    <a:gd name="connsiteY2" fmla="*/ 266419 h 269652"/>
                    <a:gd name="connsiteX3" fmla="*/ 105587 w 114155"/>
                    <a:gd name="connsiteY3" fmla="*/ 269953 h 269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155" h="269652">
                      <a:moveTo>
                        <a:pt x="403" y="4320"/>
                      </a:moveTo>
                      <a:cubicBezTo>
                        <a:pt x="3797" y="2967"/>
                        <a:pt x="7195" y="1633"/>
                        <a:pt x="10596" y="300"/>
                      </a:cubicBezTo>
                      <a:lnTo>
                        <a:pt x="114558" y="266419"/>
                      </a:lnTo>
                      <a:cubicBezTo>
                        <a:pt x="111564" y="267591"/>
                        <a:pt x="108574" y="268762"/>
                        <a:pt x="105587" y="26995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5FCAA778-4BE3-DE99-6635-0C795C5CBA9B}"/>
                    </a:ext>
                  </a:extLst>
                </p:cNvPr>
                <p:cNvSpPr/>
                <p:nvPr/>
              </p:nvSpPr>
              <p:spPr>
                <a:xfrm>
                  <a:off x="4889083" y="1368847"/>
                  <a:ext cx="157319" cy="254527"/>
                </a:xfrm>
                <a:custGeom>
                  <a:avLst/>
                  <a:gdLst>
                    <a:gd name="connsiteX0" fmla="*/ 403 w 157319"/>
                    <a:gd name="connsiteY0" fmla="*/ 8606 h 254527"/>
                    <a:gd name="connsiteX1" fmla="*/ 14596 w 157319"/>
                    <a:gd name="connsiteY1" fmla="*/ 300 h 254527"/>
                    <a:gd name="connsiteX2" fmla="*/ 157722 w 157319"/>
                    <a:gd name="connsiteY2" fmla="*/ 247521 h 254527"/>
                    <a:gd name="connsiteX3" fmla="*/ 145240 w 157319"/>
                    <a:gd name="connsiteY3" fmla="*/ 254827 h 254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319" h="254527">
                      <a:moveTo>
                        <a:pt x="403" y="8606"/>
                      </a:moveTo>
                      <a:cubicBezTo>
                        <a:pt x="5130" y="5815"/>
                        <a:pt x="9859" y="3053"/>
                        <a:pt x="14596" y="300"/>
                      </a:cubicBezTo>
                      <a:lnTo>
                        <a:pt x="157722" y="247521"/>
                      </a:lnTo>
                      <a:cubicBezTo>
                        <a:pt x="153555" y="249941"/>
                        <a:pt x="149388" y="252379"/>
                        <a:pt x="145240" y="254827"/>
                      </a:cubicBezTo>
                      <a:close/>
                    </a:path>
                  </a:pathLst>
                </a:custGeom>
                <a:solidFill>
                  <a:srgbClr val="4F8E91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27CAC99C-F1FB-2DFA-A51A-1B59484EEDC6}"/>
                    </a:ext>
                  </a:extLst>
                </p:cNvPr>
                <p:cNvSpPr/>
                <p:nvPr/>
              </p:nvSpPr>
              <p:spPr>
                <a:xfrm>
                  <a:off x="4562306" y="1589141"/>
                  <a:ext cx="205037" cy="238286"/>
                </a:xfrm>
                <a:custGeom>
                  <a:avLst/>
                  <a:gdLst>
                    <a:gd name="connsiteX0" fmla="*/ 403 w 205037"/>
                    <a:gd name="connsiteY0" fmla="*/ 20188 h 238286"/>
                    <a:gd name="connsiteX1" fmla="*/ 24261 w 205037"/>
                    <a:gd name="connsiteY1" fmla="*/ 300 h 238286"/>
                    <a:gd name="connsiteX2" fmla="*/ 205440 w 205037"/>
                    <a:gd name="connsiteY2" fmla="*/ 221089 h 238286"/>
                    <a:gd name="connsiteX3" fmla="*/ 184444 w 205037"/>
                    <a:gd name="connsiteY3" fmla="*/ 238587 h 238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037" h="238286">
                      <a:moveTo>
                        <a:pt x="403" y="20188"/>
                      </a:moveTo>
                      <a:cubicBezTo>
                        <a:pt x="8308" y="13511"/>
                        <a:pt x="16261" y="6882"/>
                        <a:pt x="24261" y="300"/>
                      </a:cubicBezTo>
                      <a:lnTo>
                        <a:pt x="205440" y="221089"/>
                      </a:lnTo>
                      <a:cubicBezTo>
                        <a:pt x="198400" y="226871"/>
                        <a:pt x="191408" y="232710"/>
                        <a:pt x="184444" y="238587"/>
                      </a:cubicBezTo>
                      <a:close/>
                    </a:path>
                  </a:pathLst>
                </a:custGeom>
                <a:solidFill>
                  <a:srgbClr val="94BC5F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2FD6FBAF-71D1-E2CE-3E41-06D7933D41B0}"/>
                    </a:ext>
                  </a:extLst>
                </p:cNvPr>
                <p:cNvSpPr/>
                <p:nvPr/>
              </p:nvSpPr>
              <p:spPr>
                <a:xfrm>
                  <a:off x="5331194" y="1172479"/>
                  <a:ext cx="96342" cy="272329"/>
                </a:xfrm>
                <a:custGeom>
                  <a:avLst/>
                  <a:gdLst>
                    <a:gd name="connsiteX0" fmla="*/ 403 w 96342"/>
                    <a:gd name="connsiteY0" fmla="*/ 2053 h 272329"/>
                    <a:gd name="connsiteX1" fmla="*/ 5592 w 96342"/>
                    <a:gd name="connsiteY1" fmla="*/ 300 h 272329"/>
                    <a:gd name="connsiteX2" fmla="*/ 96745 w 96342"/>
                    <a:gd name="connsiteY2" fmla="*/ 271077 h 272329"/>
                    <a:gd name="connsiteX3" fmla="*/ 92180 w 96342"/>
                    <a:gd name="connsiteY3" fmla="*/ 272629 h 272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342" h="272329">
                      <a:moveTo>
                        <a:pt x="403" y="2053"/>
                      </a:moveTo>
                      <a:cubicBezTo>
                        <a:pt x="2132" y="1462"/>
                        <a:pt x="3862" y="881"/>
                        <a:pt x="5592" y="300"/>
                      </a:cubicBezTo>
                      <a:lnTo>
                        <a:pt x="96745" y="271077"/>
                      </a:lnTo>
                      <a:cubicBezTo>
                        <a:pt x="95223" y="271591"/>
                        <a:pt x="93701" y="272105"/>
                        <a:pt x="92180" y="2726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25C14F29-8F52-DBAC-C5F7-D914CC89684C}"/>
                    </a:ext>
                  </a:extLst>
                </p:cNvPr>
                <p:cNvSpPr/>
                <p:nvPr/>
              </p:nvSpPr>
              <p:spPr>
                <a:xfrm>
                  <a:off x="5108266" y="1257538"/>
                  <a:ext cx="128774" cy="265233"/>
                </a:xfrm>
                <a:custGeom>
                  <a:avLst/>
                  <a:gdLst>
                    <a:gd name="connsiteX0" fmla="*/ 403 w 128774"/>
                    <a:gd name="connsiteY0" fmla="*/ 5586 h 265233"/>
                    <a:gd name="connsiteX1" fmla="*/ 12047 w 128774"/>
                    <a:gd name="connsiteY1" fmla="*/ 300 h 265233"/>
                    <a:gd name="connsiteX2" fmla="*/ 129177 w 128774"/>
                    <a:gd name="connsiteY2" fmla="*/ 260876 h 265233"/>
                    <a:gd name="connsiteX3" fmla="*/ 118932 w 128774"/>
                    <a:gd name="connsiteY3" fmla="*/ 265533 h 265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774" h="265233">
                      <a:moveTo>
                        <a:pt x="403" y="5586"/>
                      </a:moveTo>
                      <a:cubicBezTo>
                        <a:pt x="4284" y="3815"/>
                        <a:pt x="8156" y="2053"/>
                        <a:pt x="12047" y="300"/>
                      </a:cubicBezTo>
                      <a:lnTo>
                        <a:pt x="129177" y="260876"/>
                      </a:lnTo>
                      <a:cubicBezTo>
                        <a:pt x="125758" y="262419"/>
                        <a:pt x="122342" y="263971"/>
                        <a:pt x="118932" y="265533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922DE40B-4307-6E1B-4007-F275FC0D53C8}"/>
                    </a:ext>
                  </a:extLst>
                </p:cNvPr>
                <p:cNvSpPr/>
                <p:nvPr/>
              </p:nvSpPr>
              <p:spPr>
                <a:xfrm>
                  <a:off x="4997999" y="1310001"/>
                  <a:ext cx="143182" cy="260184"/>
                </a:xfrm>
                <a:custGeom>
                  <a:avLst/>
                  <a:gdLst>
                    <a:gd name="connsiteX0" fmla="*/ 403 w 143182"/>
                    <a:gd name="connsiteY0" fmla="*/ 7015 h 260184"/>
                    <a:gd name="connsiteX1" fmla="*/ 13388 w 143182"/>
                    <a:gd name="connsiteY1" fmla="*/ 300 h 260184"/>
                    <a:gd name="connsiteX2" fmla="*/ 143585 w 143182"/>
                    <a:gd name="connsiteY2" fmla="*/ 254579 h 260184"/>
                    <a:gd name="connsiteX3" fmla="*/ 132169 w 143182"/>
                    <a:gd name="connsiteY3" fmla="*/ 260485 h 2601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182" h="260184">
                      <a:moveTo>
                        <a:pt x="403" y="7015"/>
                      </a:moveTo>
                      <a:cubicBezTo>
                        <a:pt x="4722" y="4758"/>
                        <a:pt x="9050" y="2519"/>
                        <a:pt x="13388" y="300"/>
                      </a:cubicBezTo>
                      <a:lnTo>
                        <a:pt x="143585" y="254579"/>
                      </a:lnTo>
                      <a:cubicBezTo>
                        <a:pt x="139770" y="256532"/>
                        <a:pt x="135965" y="258504"/>
                        <a:pt x="132169" y="260485"/>
                      </a:cubicBezTo>
                      <a:close/>
                    </a:path>
                  </a:pathLst>
                </a:custGeom>
                <a:solidFill>
                  <a:srgbClr val="5695C1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C75BBEEE-935C-4E83-8EEC-B545B2363271}"/>
                    </a:ext>
                  </a:extLst>
                </p:cNvPr>
                <p:cNvSpPr/>
                <p:nvPr/>
              </p:nvSpPr>
              <p:spPr>
                <a:xfrm>
                  <a:off x="5439575" y="1139237"/>
                  <a:ext cx="81859" cy="275663"/>
                </a:xfrm>
                <a:custGeom>
                  <a:avLst/>
                  <a:gdLst>
                    <a:gd name="connsiteX0" fmla="*/ 403 w 81859"/>
                    <a:gd name="connsiteY0" fmla="*/ 1310 h 275663"/>
                    <a:gd name="connsiteX1" fmla="*/ 3913 w 81859"/>
                    <a:gd name="connsiteY1" fmla="*/ 300 h 275663"/>
                    <a:gd name="connsiteX2" fmla="*/ 82262 w 81859"/>
                    <a:gd name="connsiteY2" fmla="*/ 275077 h 275663"/>
                    <a:gd name="connsiteX3" fmla="*/ 79173 w 81859"/>
                    <a:gd name="connsiteY3" fmla="*/ 275963 h 2756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859" h="275663">
                      <a:moveTo>
                        <a:pt x="403" y="1310"/>
                      </a:moveTo>
                      <a:cubicBezTo>
                        <a:pt x="1573" y="976"/>
                        <a:pt x="2743" y="643"/>
                        <a:pt x="3913" y="300"/>
                      </a:cubicBezTo>
                      <a:lnTo>
                        <a:pt x="82262" y="275077"/>
                      </a:lnTo>
                      <a:cubicBezTo>
                        <a:pt x="81233" y="275372"/>
                        <a:pt x="80203" y="275668"/>
                        <a:pt x="79173" y="2759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71DB01C1-844C-279D-B6F0-156C952DABA1}"/>
                    </a:ext>
                  </a:extLst>
                </p:cNvPr>
                <p:cNvSpPr/>
                <p:nvPr/>
              </p:nvSpPr>
              <p:spPr>
                <a:xfrm>
                  <a:off x="5547675" y="1111062"/>
                  <a:ext cx="68926" cy="278891"/>
                </a:xfrm>
                <a:custGeom>
                  <a:avLst/>
                  <a:gdLst>
                    <a:gd name="connsiteX0" fmla="*/ 403 w 68926"/>
                    <a:gd name="connsiteY0" fmla="*/ 1138 h 278891"/>
                    <a:gd name="connsiteX1" fmla="*/ 3957 w 68926"/>
                    <a:gd name="connsiteY1" fmla="*/ 300 h 278891"/>
                    <a:gd name="connsiteX2" fmla="*/ 69329 w 68926"/>
                    <a:gd name="connsiteY2" fmla="*/ 278449 h 278891"/>
                    <a:gd name="connsiteX3" fmla="*/ 66201 w 68926"/>
                    <a:gd name="connsiteY3" fmla="*/ 279192 h 278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926" h="278891">
                      <a:moveTo>
                        <a:pt x="403" y="1138"/>
                      </a:moveTo>
                      <a:cubicBezTo>
                        <a:pt x="1587" y="862"/>
                        <a:pt x="2771" y="576"/>
                        <a:pt x="3957" y="300"/>
                      </a:cubicBezTo>
                      <a:lnTo>
                        <a:pt x="69329" y="278449"/>
                      </a:lnTo>
                      <a:cubicBezTo>
                        <a:pt x="68287" y="278697"/>
                        <a:pt x="67244" y="278944"/>
                        <a:pt x="66201" y="2791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1E594E18-8F6A-569D-9EC1-FAD6AA6AC2BC}"/>
                    </a:ext>
                  </a:extLst>
                </p:cNvPr>
                <p:cNvSpPr/>
                <p:nvPr/>
              </p:nvSpPr>
              <p:spPr>
                <a:xfrm>
                  <a:off x="5656985" y="1088002"/>
                  <a:ext cx="55841" cy="281511"/>
                </a:xfrm>
                <a:custGeom>
                  <a:avLst/>
                  <a:gdLst>
                    <a:gd name="connsiteX0" fmla="*/ 403 w 55841"/>
                    <a:gd name="connsiteY0" fmla="*/ 967 h 281511"/>
                    <a:gd name="connsiteX1" fmla="*/ 3993 w 55841"/>
                    <a:gd name="connsiteY1" fmla="*/ 300 h 281511"/>
                    <a:gd name="connsiteX2" fmla="*/ 56244 w 55841"/>
                    <a:gd name="connsiteY2" fmla="*/ 281221 h 281511"/>
                    <a:gd name="connsiteX3" fmla="*/ 53085 w 55841"/>
                    <a:gd name="connsiteY3" fmla="*/ 281811 h 2815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841" h="281511">
                      <a:moveTo>
                        <a:pt x="403" y="967"/>
                      </a:moveTo>
                      <a:cubicBezTo>
                        <a:pt x="1599" y="748"/>
                        <a:pt x="2796" y="519"/>
                        <a:pt x="3993" y="300"/>
                      </a:cubicBezTo>
                      <a:lnTo>
                        <a:pt x="56244" y="281221"/>
                      </a:lnTo>
                      <a:cubicBezTo>
                        <a:pt x="55191" y="281411"/>
                        <a:pt x="54138" y="281611"/>
                        <a:pt x="53085" y="281811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9A60EC69-BD64-9775-7BCB-F60EA21EE522}"/>
                    </a:ext>
                  </a:extLst>
                </p:cNvPr>
                <p:cNvSpPr/>
                <p:nvPr/>
              </p:nvSpPr>
              <p:spPr>
                <a:xfrm>
                  <a:off x="5767265" y="1070352"/>
                  <a:ext cx="41038" cy="283263"/>
                </a:xfrm>
                <a:custGeom>
                  <a:avLst/>
                  <a:gdLst>
                    <a:gd name="connsiteX0" fmla="*/ 403 w 41038"/>
                    <a:gd name="connsiteY0" fmla="*/ 557 h 283263"/>
                    <a:gd name="connsiteX1" fmla="*/ 2211 w 41038"/>
                    <a:gd name="connsiteY1" fmla="*/ 300 h 283263"/>
                    <a:gd name="connsiteX2" fmla="*/ 41441 w 41038"/>
                    <a:gd name="connsiteY2" fmla="*/ 283335 h 283263"/>
                    <a:gd name="connsiteX3" fmla="*/ 39850 w 41038"/>
                    <a:gd name="connsiteY3" fmla="*/ 283564 h 283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038" h="283263">
                      <a:moveTo>
                        <a:pt x="403" y="557"/>
                      </a:moveTo>
                      <a:cubicBezTo>
                        <a:pt x="1005" y="472"/>
                        <a:pt x="1608" y="386"/>
                        <a:pt x="2211" y="300"/>
                      </a:cubicBezTo>
                      <a:lnTo>
                        <a:pt x="41441" y="283335"/>
                      </a:lnTo>
                      <a:cubicBezTo>
                        <a:pt x="40911" y="283412"/>
                        <a:pt x="40381" y="283488"/>
                        <a:pt x="39850" y="28356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63BDED70-D7A6-DC4C-B402-7EF7E3AA7A55}"/>
                    </a:ext>
                  </a:extLst>
                </p:cNvPr>
                <p:cNvSpPr/>
                <p:nvPr/>
              </p:nvSpPr>
              <p:spPr>
                <a:xfrm>
                  <a:off x="5876452" y="1057751"/>
                  <a:ext cx="27945" cy="284692"/>
                </a:xfrm>
                <a:custGeom>
                  <a:avLst/>
                  <a:gdLst>
                    <a:gd name="connsiteX0" fmla="*/ 403 w 27945"/>
                    <a:gd name="connsiteY0" fmla="*/ 462 h 284692"/>
                    <a:gd name="connsiteX1" fmla="*/ 2221 w 27945"/>
                    <a:gd name="connsiteY1" fmla="*/ 300 h 284692"/>
                    <a:gd name="connsiteX2" fmla="*/ 28348 w 27945"/>
                    <a:gd name="connsiteY2" fmla="*/ 284850 h 284692"/>
                    <a:gd name="connsiteX3" fmla="*/ 26748 w 27945"/>
                    <a:gd name="connsiteY3" fmla="*/ 284993 h 284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45" h="284692">
                      <a:moveTo>
                        <a:pt x="403" y="462"/>
                      </a:moveTo>
                      <a:cubicBezTo>
                        <a:pt x="1009" y="414"/>
                        <a:pt x="1615" y="357"/>
                        <a:pt x="2221" y="300"/>
                      </a:cubicBezTo>
                      <a:lnTo>
                        <a:pt x="28348" y="284850"/>
                      </a:lnTo>
                      <a:cubicBezTo>
                        <a:pt x="27816" y="284897"/>
                        <a:pt x="27282" y="284945"/>
                        <a:pt x="26748" y="28499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2DD907AB-FCBE-3B87-9EAB-00D317885B83}"/>
                    </a:ext>
                  </a:extLst>
                </p:cNvPr>
                <p:cNvSpPr/>
                <p:nvPr/>
              </p:nvSpPr>
              <p:spPr>
                <a:xfrm>
                  <a:off x="5986108" y="1050207"/>
                  <a:ext cx="14792" cy="285530"/>
                </a:xfrm>
                <a:custGeom>
                  <a:avLst/>
                  <a:gdLst>
                    <a:gd name="connsiteX0" fmla="*/ 403 w 14792"/>
                    <a:gd name="connsiteY0" fmla="*/ 386 h 285530"/>
                    <a:gd name="connsiteX1" fmla="*/ 2227 w 14792"/>
                    <a:gd name="connsiteY1" fmla="*/ 300 h 285530"/>
                    <a:gd name="connsiteX2" fmla="*/ 15195 w 14792"/>
                    <a:gd name="connsiteY2" fmla="*/ 285755 h 285530"/>
                    <a:gd name="connsiteX3" fmla="*/ 13590 w 14792"/>
                    <a:gd name="connsiteY3" fmla="*/ 285831 h 2855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792" h="285530">
                      <a:moveTo>
                        <a:pt x="403" y="386"/>
                      </a:moveTo>
                      <a:cubicBezTo>
                        <a:pt x="1010" y="357"/>
                        <a:pt x="1619" y="329"/>
                        <a:pt x="2227" y="300"/>
                      </a:cubicBezTo>
                      <a:lnTo>
                        <a:pt x="15195" y="285755"/>
                      </a:lnTo>
                      <a:cubicBezTo>
                        <a:pt x="14660" y="285783"/>
                        <a:pt x="14125" y="285802"/>
                        <a:pt x="13590" y="285831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" name="Graphic 4">
                <a:extLst>
                  <a:ext uri="{FF2B5EF4-FFF2-40B4-BE49-F238E27FC236}">
                    <a16:creationId xmlns:a16="http://schemas.microsoft.com/office/drawing/2014/main" id="{A3BF118A-68FF-C590-DBD1-FAA7B023DD98}"/>
                  </a:ext>
                </a:extLst>
              </p:cNvPr>
              <p:cNvGrpSpPr/>
              <p:nvPr/>
            </p:nvGrpSpPr>
            <p:grpSpPr>
              <a:xfrm>
                <a:off x="4012616" y="1343034"/>
                <a:ext cx="4165682" cy="4171502"/>
                <a:chOff x="4012616" y="1343034"/>
                <a:chExt cx="4165682" cy="4171502"/>
              </a:xfrm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63E15CD3-EC0F-2446-499D-CCEA5547DC7F}"/>
                    </a:ext>
                  </a:extLst>
                </p:cNvPr>
                <p:cNvSpPr/>
                <p:nvPr/>
              </p:nvSpPr>
              <p:spPr>
                <a:xfrm>
                  <a:off x="4056862" y="1745913"/>
                  <a:ext cx="1285464" cy="1543846"/>
                </a:xfrm>
                <a:custGeom>
                  <a:avLst/>
                  <a:gdLst>
                    <a:gd name="connsiteX0" fmla="*/ 808784 w 1285464"/>
                    <a:gd name="connsiteY0" fmla="*/ 300 h 1543846"/>
                    <a:gd name="connsiteX1" fmla="*/ 95239 w 1285464"/>
                    <a:gd name="connsiteY1" fmla="*/ 1531589 h 1543846"/>
                    <a:gd name="connsiteX2" fmla="*/ 403 w 1285464"/>
                    <a:gd name="connsiteY2" fmla="*/ 1524184 h 1543846"/>
                    <a:gd name="connsiteX3" fmla="*/ 95239 w 1285464"/>
                    <a:gd name="connsiteY3" fmla="*/ 1531589 h 1543846"/>
                    <a:gd name="connsiteX4" fmla="*/ 808784 w 1285464"/>
                    <a:gd name="connsiteY4" fmla="*/ 300 h 15438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464" h="1543846">
                      <a:moveTo>
                        <a:pt x="808784" y="300"/>
                      </a:moveTo>
                      <a:cubicBezTo>
                        <a:pt x="1629290" y="1122359"/>
                        <a:pt x="1391442" y="1632787"/>
                        <a:pt x="95239" y="1531589"/>
                      </a:cubicBezTo>
                      <a:lnTo>
                        <a:pt x="403" y="1524184"/>
                      </a:lnTo>
                      <a:lnTo>
                        <a:pt x="95239" y="1531589"/>
                      </a:lnTo>
                      <a:cubicBezTo>
                        <a:pt x="1391442" y="1632787"/>
                        <a:pt x="1629290" y="1122359"/>
                        <a:pt x="808784" y="300"/>
                      </a:cubicBezTo>
                      <a:close/>
                    </a:path>
                  </a:pathLst>
                </a:custGeom>
                <a:solidFill>
                  <a:srgbClr val="7AA24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5246136C-0EDD-41F5-94FB-41152035F947}"/>
                    </a:ext>
                  </a:extLst>
                </p:cNvPr>
                <p:cNvSpPr/>
                <p:nvPr/>
              </p:nvSpPr>
              <p:spPr>
                <a:xfrm>
                  <a:off x="5039439" y="1608458"/>
                  <a:ext cx="572587" cy="937390"/>
                </a:xfrm>
                <a:custGeom>
                  <a:avLst/>
                  <a:gdLst>
                    <a:gd name="connsiteX0" fmla="*/ 403 w 572587"/>
                    <a:gd name="connsiteY0" fmla="*/ 23017 h 937390"/>
                    <a:gd name="connsiteX1" fmla="*/ 163920 w 572587"/>
                    <a:gd name="connsiteY1" fmla="*/ 84977 h 937390"/>
                    <a:gd name="connsiteX2" fmla="*/ 120356 w 572587"/>
                    <a:gd name="connsiteY2" fmla="*/ 300 h 937390"/>
                    <a:gd name="connsiteX3" fmla="*/ 163920 w 572587"/>
                    <a:gd name="connsiteY3" fmla="*/ 84977 h 937390"/>
                    <a:gd name="connsiteX4" fmla="*/ 403 w 572587"/>
                    <a:gd name="connsiteY4" fmla="*/ 23017 h 937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2587" h="937390">
                      <a:moveTo>
                        <a:pt x="403" y="23017"/>
                      </a:moveTo>
                      <a:cubicBezTo>
                        <a:pt x="704775" y="1221566"/>
                        <a:pt x="759282" y="1242220"/>
                        <a:pt x="163920" y="84977"/>
                      </a:cubicBezTo>
                      <a:lnTo>
                        <a:pt x="120356" y="300"/>
                      </a:lnTo>
                      <a:lnTo>
                        <a:pt x="163920" y="84977"/>
                      </a:lnTo>
                      <a:cubicBezTo>
                        <a:pt x="759282" y="1242220"/>
                        <a:pt x="704775" y="1221566"/>
                        <a:pt x="403" y="23017"/>
                      </a:cubicBezTo>
                      <a:close/>
                    </a:path>
                  </a:pathLst>
                </a:custGeom>
                <a:solidFill>
                  <a:srgbClr val="4F8E9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29B79DEE-57BB-EEC4-E45D-F5857F770585}"/>
                    </a:ext>
                  </a:extLst>
                </p:cNvPr>
                <p:cNvSpPr/>
                <p:nvPr/>
              </p:nvSpPr>
              <p:spPr>
                <a:xfrm>
                  <a:off x="4753092" y="1609182"/>
                  <a:ext cx="806067" cy="988800"/>
                </a:xfrm>
                <a:custGeom>
                  <a:avLst/>
                  <a:gdLst>
                    <a:gd name="connsiteX0" fmla="*/ 403 w 806067"/>
                    <a:gd name="connsiteY0" fmla="*/ 225309 h 988800"/>
                    <a:gd name="connsiteX1" fmla="*/ 448935 w 806067"/>
                    <a:gd name="connsiteY1" fmla="*/ 84939 h 988800"/>
                    <a:gd name="connsiteX2" fmla="*/ 405307 w 806067"/>
                    <a:gd name="connsiteY2" fmla="*/ 300 h 988800"/>
                    <a:gd name="connsiteX3" fmla="*/ 448935 w 806067"/>
                    <a:gd name="connsiteY3" fmla="*/ 84939 h 988800"/>
                    <a:gd name="connsiteX4" fmla="*/ 403 w 806067"/>
                    <a:gd name="connsiteY4" fmla="*/ 225309 h 98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6067" h="988800">
                      <a:moveTo>
                        <a:pt x="403" y="225309"/>
                      </a:moveTo>
                      <a:cubicBezTo>
                        <a:pt x="895675" y="1288515"/>
                        <a:pt x="1045185" y="1241725"/>
                        <a:pt x="448935" y="84939"/>
                      </a:cubicBezTo>
                      <a:lnTo>
                        <a:pt x="405307" y="300"/>
                      </a:lnTo>
                      <a:lnTo>
                        <a:pt x="448935" y="84939"/>
                      </a:lnTo>
                      <a:cubicBezTo>
                        <a:pt x="1045185" y="1241725"/>
                        <a:pt x="895675" y="1288515"/>
                        <a:pt x="403" y="225309"/>
                      </a:cubicBezTo>
                      <a:close/>
                    </a:path>
                  </a:pathLst>
                </a:custGeom>
                <a:solidFill>
                  <a:srgbClr val="94BC5F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960CFE62-C867-D0A3-D7FA-CB0D2F4B6B4F}"/>
                    </a:ext>
                  </a:extLst>
                </p:cNvPr>
                <p:cNvSpPr/>
                <p:nvPr/>
              </p:nvSpPr>
              <p:spPr>
                <a:xfrm>
                  <a:off x="5156602" y="1452543"/>
                  <a:ext cx="557358" cy="1052663"/>
                </a:xfrm>
                <a:custGeom>
                  <a:avLst/>
                  <a:gdLst>
                    <a:gd name="connsiteX0" fmla="*/ 273619 w 557358"/>
                    <a:gd name="connsiteY0" fmla="*/ 300 h 1052663"/>
                    <a:gd name="connsiteX1" fmla="*/ 44096 w 557358"/>
                    <a:gd name="connsiteY1" fmla="*/ 242264 h 1052663"/>
                    <a:gd name="connsiteX2" fmla="*/ 403 w 557358"/>
                    <a:gd name="connsiteY2" fmla="*/ 157653 h 1052663"/>
                    <a:gd name="connsiteX3" fmla="*/ 44096 w 557358"/>
                    <a:gd name="connsiteY3" fmla="*/ 242264 h 1052663"/>
                    <a:gd name="connsiteX4" fmla="*/ 273619 w 557358"/>
                    <a:gd name="connsiteY4" fmla="*/ 300 h 10526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7358" h="1052663">
                      <a:moveTo>
                        <a:pt x="273619" y="300"/>
                      </a:moveTo>
                      <a:cubicBezTo>
                        <a:pt x="717740" y="1317937"/>
                        <a:pt x="641232" y="1398593"/>
                        <a:pt x="44096" y="242264"/>
                      </a:cubicBezTo>
                      <a:lnTo>
                        <a:pt x="403" y="157653"/>
                      </a:lnTo>
                      <a:lnTo>
                        <a:pt x="44096" y="242264"/>
                      </a:lnTo>
                      <a:cubicBezTo>
                        <a:pt x="641232" y="1398593"/>
                        <a:pt x="717740" y="1317937"/>
                        <a:pt x="273619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E7C1D0F4-E26E-1636-55FC-B336A1D158B4}"/>
                    </a:ext>
                  </a:extLst>
                </p:cNvPr>
                <p:cNvSpPr/>
                <p:nvPr/>
              </p:nvSpPr>
              <p:spPr>
                <a:xfrm>
                  <a:off x="5155207" y="1531096"/>
                  <a:ext cx="500552" cy="991832"/>
                </a:xfrm>
                <a:custGeom>
                  <a:avLst/>
                  <a:gdLst>
                    <a:gd name="connsiteX0" fmla="*/ 76670 w 500552"/>
                    <a:gd name="connsiteY0" fmla="*/ 300 h 991832"/>
                    <a:gd name="connsiteX1" fmla="*/ 44160 w 500552"/>
                    <a:gd name="connsiteY1" fmla="*/ 164406 h 991832"/>
                    <a:gd name="connsiteX2" fmla="*/ 403 w 500552"/>
                    <a:gd name="connsiteY2" fmla="*/ 79824 h 991832"/>
                    <a:gd name="connsiteX3" fmla="*/ 44160 w 500552"/>
                    <a:gd name="connsiteY3" fmla="*/ 164406 h 991832"/>
                    <a:gd name="connsiteX4" fmla="*/ 76670 w 500552"/>
                    <a:gd name="connsiteY4" fmla="*/ 300 h 991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0552" h="991832">
                      <a:moveTo>
                        <a:pt x="76670" y="300"/>
                      </a:moveTo>
                      <a:cubicBezTo>
                        <a:pt x="653020" y="1265571"/>
                        <a:pt x="642184" y="1320270"/>
                        <a:pt x="44160" y="164406"/>
                      </a:cubicBezTo>
                      <a:lnTo>
                        <a:pt x="403" y="79824"/>
                      </a:lnTo>
                      <a:lnTo>
                        <a:pt x="44160" y="164406"/>
                      </a:lnTo>
                      <a:cubicBezTo>
                        <a:pt x="642184" y="1320270"/>
                        <a:pt x="653020" y="1265571"/>
                        <a:pt x="76670" y="300"/>
                      </a:cubicBezTo>
                      <a:close/>
                    </a:path>
                  </a:pathLst>
                </a:custGeom>
                <a:solidFill>
                  <a:srgbClr val="4A4A4A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3D3CC786-B232-5F81-8389-120FB177C73F}"/>
                    </a:ext>
                  </a:extLst>
                </p:cNvPr>
                <p:cNvSpPr/>
                <p:nvPr/>
              </p:nvSpPr>
              <p:spPr>
                <a:xfrm>
                  <a:off x="4056738" y="1578263"/>
                  <a:ext cx="1396063" cy="1711722"/>
                </a:xfrm>
                <a:custGeom>
                  <a:avLst/>
                  <a:gdLst>
                    <a:gd name="connsiteX0" fmla="*/ 1078530 w 1396063"/>
                    <a:gd name="connsiteY0" fmla="*/ 300 h 1711722"/>
                    <a:gd name="connsiteX1" fmla="*/ 95249 w 1396063"/>
                    <a:gd name="connsiteY1" fmla="*/ 1700733 h 1711722"/>
                    <a:gd name="connsiteX2" fmla="*/ 403 w 1396063"/>
                    <a:gd name="connsiteY2" fmla="*/ 1693401 h 1711722"/>
                    <a:gd name="connsiteX3" fmla="*/ 95249 w 1396063"/>
                    <a:gd name="connsiteY3" fmla="*/ 1700733 h 1711722"/>
                    <a:gd name="connsiteX4" fmla="*/ 1078530 w 1396063"/>
                    <a:gd name="connsiteY4" fmla="*/ 300 h 1711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6063" h="1711722">
                      <a:moveTo>
                        <a:pt x="1078530" y="300"/>
                      </a:moveTo>
                      <a:cubicBezTo>
                        <a:pt x="1719285" y="1234126"/>
                        <a:pt x="1391526" y="1800935"/>
                        <a:pt x="95249" y="1700733"/>
                      </a:cubicBezTo>
                      <a:lnTo>
                        <a:pt x="403" y="1693401"/>
                      </a:lnTo>
                      <a:lnTo>
                        <a:pt x="95249" y="1700733"/>
                      </a:lnTo>
                      <a:cubicBezTo>
                        <a:pt x="1391526" y="1800935"/>
                        <a:pt x="1719285" y="1234126"/>
                        <a:pt x="1078530" y="300"/>
                      </a:cubicBezTo>
                      <a:close/>
                    </a:path>
                  </a:pathLst>
                </a:custGeom>
                <a:solidFill>
                  <a:srgbClr val="5695C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C405DEC0-61A3-C810-4B1B-D8611CB64F73}"/>
                    </a:ext>
                  </a:extLst>
                </p:cNvPr>
                <p:cNvSpPr/>
                <p:nvPr/>
              </p:nvSpPr>
              <p:spPr>
                <a:xfrm>
                  <a:off x="5136283" y="1383277"/>
                  <a:ext cx="877966" cy="1095856"/>
                </a:xfrm>
                <a:custGeom>
                  <a:avLst/>
                  <a:gdLst>
                    <a:gd name="connsiteX0" fmla="*/ 403 w 877966"/>
                    <a:gd name="connsiteY0" fmla="*/ 194553 h 1095856"/>
                    <a:gd name="connsiteX1" fmla="*/ 870757 w 877966"/>
                    <a:gd name="connsiteY1" fmla="*/ 95445 h 1095856"/>
                    <a:gd name="connsiteX2" fmla="*/ 866398 w 877966"/>
                    <a:gd name="connsiteY2" fmla="*/ 300 h 1095856"/>
                    <a:gd name="connsiteX3" fmla="*/ 870757 w 877966"/>
                    <a:gd name="connsiteY3" fmla="*/ 95445 h 1095856"/>
                    <a:gd name="connsiteX4" fmla="*/ 403 w 877966"/>
                    <a:gd name="connsiteY4" fmla="*/ 194553 h 1095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77966" h="1095856">
                      <a:moveTo>
                        <a:pt x="403" y="194553"/>
                      </a:moveTo>
                      <a:cubicBezTo>
                        <a:pt x="640214" y="1428865"/>
                        <a:pt x="930332" y="1395831"/>
                        <a:pt x="870757" y="95445"/>
                      </a:cubicBezTo>
                      <a:lnTo>
                        <a:pt x="866398" y="300"/>
                      </a:lnTo>
                      <a:lnTo>
                        <a:pt x="870757" y="95445"/>
                      </a:lnTo>
                      <a:cubicBezTo>
                        <a:pt x="930332" y="1395831"/>
                        <a:pt x="640214" y="1428865"/>
                        <a:pt x="403" y="194553"/>
                      </a:cubicBezTo>
                      <a:close/>
                    </a:path>
                  </a:pathLst>
                </a:custGeom>
                <a:solidFill>
                  <a:srgbClr val="5695C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606F23B0-1405-26B0-2A6E-30625474C8C4}"/>
                    </a:ext>
                  </a:extLst>
                </p:cNvPr>
                <p:cNvSpPr/>
                <p:nvPr/>
              </p:nvSpPr>
              <p:spPr>
                <a:xfrm>
                  <a:off x="4056614" y="1362941"/>
                  <a:ext cx="1789160" cy="1927247"/>
                </a:xfrm>
                <a:custGeom>
                  <a:avLst/>
                  <a:gdLst>
                    <a:gd name="connsiteX0" fmla="*/ 1752608 w 1789160"/>
                    <a:gd name="connsiteY0" fmla="*/ 300 h 1927247"/>
                    <a:gd name="connsiteX1" fmla="*/ 95258 w 1789160"/>
                    <a:gd name="connsiteY1" fmla="*/ 1917550 h 1927247"/>
                    <a:gd name="connsiteX2" fmla="*/ 403 w 1789160"/>
                    <a:gd name="connsiteY2" fmla="*/ 1910291 h 1927247"/>
                    <a:gd name="connsiteX3" fmla="*/ 95258 w 1789160"/>
                    <a:gd name="connsiteY3" fmla="*/ 1917550 h 1927247"/>
                    <a:gd name="connsiteX4" fmla="*/ 1752608 w 1789160"/>
                    <a:gd name="connsiteY4" fmla="*/ 300 h 1927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89160" h="1927247">
                      <a:moveTo>
                        <a:pt x="1752608" y="300"/>
                      </a:moveTo>
                      <a:cubicBezTo>
                        <a:pt x="1944062" y="1377670"/>
                        <a:pt x="1391612" y="2016755"/>
                        <a:pt x="95258" y="1917550"/>
                      </a:cubicBezTo>
                      <a:lnTo>
                        <a:pt x="403" y="1910291"/>
                      </a:lnTo>
                      <a:lnTo>
                        <a:pt x="95258" y="1917550"/>
                      </a:lnTo>
                      <a:cubicBezTo>
                        <a:pt x="1391612" y="2016755"/>
                        <a:pt x="1944062" y="1377670"/>
                        <a:pt x="1752608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2E1E5FE0-FA89-42F0-BBB2-2AEC5ABECCC4}"/>
                    </a:ext>
                  </a:extLst>
                </p:cNvPr>
                <p:cNvSpPr/>
                <p:nvPr/>
              </p:nvSpPr>
              <p:spPr>
                <a:xfrm>
                  <a:off x="4056500" y="1351854"/>
                  <a:ext cx="1865144" cy="1939587"/>
                </a:xfrm>
                <a:custGeom>
                  <a:avLst/>
                  <a:gdLst>
                    <a:gd name="connsiteX0" fmla="*/ 1848375 w 1865144"/>
                    <a:gd name="connsiteY0" fmla="*/ 300 h 1939587"/>
                    <a:gd name="connsiteX1" fmla="*/ 95258 w 1865144"/>
                    <a:gd name="connsiteY1" fmla="*/ 1930132 h 1939587"/>
                    <a:gd name="connsiteX2" fmla="*/ 403 w 1865144"/>
                    <a:gd name="connsiteY2" fmla="*/ 1922946 h 1939587"/>
                    <a:gd name="connsiteX3" fmla="*/ 95258 w 1865144"/>
                    <a:gd name="connsiteY3" fmla="*/ 1930132 h 1939587"/>
                    <a:gd name="connsiteX4" fmla="*/ 1848375 w 1865144"/>
                    <a:gd name="connsiteY4" fmla="*/ 300 h 1939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5144" h="1939587">
                      <a:moveTo>
                        <a:pt x="1848375" y="300"/>
                      </a:moveTo>
                      <a:cubicBezTo>
                        <a:pt x="1976060" y="1385065"/>
                        <a:pt x="1391688" y="2028341"/>
                        <a:pt x="95258" y="1930132"/>
                      </a:cubicBezTo>
                      <a:lnTo>
                        <a:pt x="403" y="1922946"/>
                      </a:lnTo>
                      <a:lnTo>
                        <a:pt x="95258" y="1930132"/>
                      </a:lnTo>
                      <a:cubicBezTo>
                        <a:pt x="1391688" y="2028341"/>
                        <a:pt x="1976060" y="1385065"/>
                        <a:pt x="1848375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D7D242BE-920C-3AEC-BE09-AC52C21FBE0F}"/>
                    </a:ext>
                  </a:extLst>
                </p:cNvPr>
                <p:cNvSpPr/>
                <p:nvPr/>
              </p:nvSpPr>
              <p:spPr>
                <a:xfrm>
                  <a:off x="4956921" y="1607381"/>
                  <a:ext cx="639123" cy="950754"/>
                </a:xfrm>
                <a:custGeom>
                  <a:avLst/>
                  <a:gdLst>
                    <a:gd name="connsiteX0" fmla="*/ 403 w 639123"/>
                    <a:gd name="connsiteY0" fmla="*/ 75328 h 950754"/>
                    <a:gd name="connsiteX1" fmla="*/ 248434 w 639123"/>
                    <a:gd name="connsiteY1" fmla="*/ 85025 h 950754"/>
                    <a:gd name="connsiteX2" fmla="*/ 204968 w 639123"/>
                    <a:gd name="connsiteY2" fmla="*/ 300 h 950754"/>
                    <a:gd name="connsiteX3" fmla="*/ 248434 w 639123"/>
                    <a:gd name="connsiteY3" fmla="*/ 85025 h 950754"/>
                    <a:gd name="connsiteX4" fmla="*/ 403 w 639123"/>
                    <a:gd name="connsiteY4" fmla="*/ 75328 h 950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9123" h="950754">
                      <a:moveTo>
                        <a:pt x="403" y="75328"/>
                      </a:moveTo>
                      <a:cubicBezTo>
                        <a:pt x="759789" y="1239722"/>
                        <a:pt x="842465" y="1242954"/>
                        <a:pt x="248434" y="85025"/>
                      </a:cubicBezTo>
                      <a:lnTo>
                        <a:pt x="204968" y="300"/>
                      </a:lnTo>
                      <a:lnTo>
                        <a:pt x="248434" y="85025"/>
                      </a:lnTo>
                      <a:cubicBezTo>
                        <a:pt x="842465" y="1242954"/>
                        <a:pt x="759789" y="1239722"/>
                        <a:pt x="403" y="75328"/>
                      </a:cubicBezTo>
                      <a:close/>
                    </a:path>
                  </a:pathLst>
                </a:custGeom>
                <a:solidFill>
                  <a:srgbClr val="4CA96F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F4E0A4FC-D52F-4A9D-074E-8039369181CB}"/>
                    </a:ext>
                  </a:extLst>
                </p:cNvPr>
                <p:cNvSpPr/>
                <p:nvPr/>
              </p:nvSpPr>
              <p:spPr>
                <a:xfrm>
                  <a:off x="4057042" y="1453314"/>
                  <a:ext cx="1541533" cy="1832786"/>
                </a:xfrm>
                <a:custGeom>
                  <a:avLst/>
                  <a:gdLst>
                    <a:gd name="connsiteX0" fmla="*/ 1370906 w 1541533"/>
                    <a:gd name="connsiteY0" fmla="*/ 300 h 1832786"/>
                    <a:gd name="connsiteX1" fmla="*/ 95239 w 1541533"/>
                    <a:gd name="connsiteY1" fmla="*/ 1821945 h 1832786"/>
                    <a:gd name="connsiteX2" fmla="*/ 403 w 1541533"/>
                    <a:gd name="connsiteY2" fmla="*/ 1814432 h 1832786"/>
                    <a:gd name="connsiteX3" fmla="*/ 95239 w 1541533"/>
                    <a:gd name="connsiteY3" fmla="*/ 1821945 h 1832786"/>
                    <a:gd name="connsiteX4" fmla="*/ 1370906 w 1541533"/>
                    <a:gd name="connsiteY4" fmla="*/ 300 h 18327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1533" h="1832786">
                      <a:moveTo>
                        <a:pt x="1370906" y="300"/>
                      </a:moveTo>
                      <a:cubicBezTo>
                        <a:pt x="1816541" y="1317422"/>
                        <a:pt x="1391319" y="1924639"/>
                        <a:pt x="95239" y="1821945"/>
                      </a:cubicBezTo>
                      <a:lnTo>
                        <a:pt x="403" y="1814432"/>
                      </a:lnTo>
                      <a:lnTo>
                        <a:pt x="95239" y="1821945"/>
                      </a:lnTo>
                      <a:cubicBezTo>
                        <a:pt x="1391319" y="1924639"/>
                        <a:pt x="1816541" y="1317422"/>
                        <a:pt x="1370906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79BC0B9C-EF31-6A15-2289-74611A6F577C}"/>
                    </a:ext>
                  </a:extLst>
                </p:cNvPr>
                <p:cNvSpPr/>
                <p:nvPr/>
              </p:nvSpPr>
              <p:spPr>
                <a:xfrm>
                  <a:off x="5522509" y="1423616"/>
                  <a:ext cx="2248892" cy="3180054"/>
                </a:xfrm>
                <a:custGeom>
                  <a:avLst/>
                  <a:gdLst>
                    <a:gd name="connsiteX0" fmla="*/ 403 w 2248892"/>
                    <a:gd name="connsiteY0" fmla="*/ 300 h 3180054"/>
                    <a:gd name="connsiteX1" fmla="*/ 2171364 w 2248892"/>
                    <a:gd name="connsiteY1" fmla="*/ 3125719 h 3180054"/>
                    <a:gd name="connsiteX2" fmla="*/ 2249295 w 2248892"/>
                    <a:gd name="connsiteY2" fmla="*/ 3180355 h 3180054"/>
                    <a:gd name="connsiteX3" fmla="*/ 2171364 w 2248892"/>
                    <a:gd name="connsiteY3" fmla="*/ 3125719 h 3180054"/>
                    <a:gd name="connsiteX4" fmla="*/ 403 w 2248892"/>
                    <a:gd name="connsiteY4" fmla="*/ 300 h 3180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48892" h="3180054">
                      <a:moveTo>
                        <a:pt x="403" y="300"/>
                      </a:moveTo>
                      <a:cubicBezTo>
                        <a:pt x="382730" y="1337221"/>
                        <a:pt x="1106384" y="2379028"/>
                        <a:pt x="2171364" y="3125719"/>
                      </a:cubicBezTo>
                      <a:lnTo>
                        <a:pt x="2249295" y="3180355"/>
                      </a:lnTo>
                      <a:lnTo>
                        <a:pt x="2171364" y="3125719"/>
                      </a:lnTo>
                      <a:cubicBezTo>
                        <a:pt x="1106384" y="2379028"/>
                        <a:pt x="382730" y="1337221"/>
                        <a:pt x="403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E12AE43C-AE95-286A-494B-FAA916EE450E}"/>
                    </a:ext>
                  </a:extLst>
                </p:cNvPr>
                <p:cNvSpPr/>
                <p:nvPr/>
              </p:nvSpPr>
              <p:spPr>
                <a:xfrm>
                  <a:off x="5617224" y="1398850"/>
                  <a:ext cx="273769" cy="1043553"/>
                </a:xfrm>
                <a:custGeom>
                  <a:avLst/>
                  <a:gdLst>
                    <a:gd name="connsiteX0" fmla="*/ 403 w 273769"/>
                    <a:gd name="connsiteY0" fmla="*/ 300 h 1043553"/>
                    <a:gd name="connsiteX1" fmla="*/ 120658 w 273769"/>
                    <a:gd name="connsiteY1" fmla="*/ 111104 h 1043553"/>
                    <a:gd name="connsiteX2" fmla="*/ 103169 w 273769"/>
                    <a:gd name="connsiteY2" fmla="*/ 17474 h 1043553"/>
                    <a:gd name="connsiteX3" fmla="*/ 120658 w 273769"/>
                    <a:gd name="connsiteY3" fmla="*/ 111104 h 1043553"/>
                    <a:gd name="connsiteX4" fmla="*/ 403 w 273769"/>
                    <a:gd name="connsiteY4" fmla="*/ 300 h 1043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769" h="1043553">
                      <a:moveTo>
                        <a:pt x="403" y="300"/>
                      </a:moveTo>
                      <a:cubicBezTo>
                        <a:pt x="319586" y="1353734"/>
                        <a:pt x="359672" y="1390667"/>
                        <a:pt x="120658" y="111104"/>
                      </a:cubicBezTo>
                      <a:lnTo>
                        <a:pt x="103169" y="17474"/>
                      </a:lnTo>
                      <a:lnTo>
                        <a:pt x="120658" y="111104"/>
                      </a:lnTo>
                      <a:cubicBezTo>
                        <a:pt x="359672" y="1390667"/>
                        <a:pt x="319586" y="1353734"/>
                        <a:pt x="403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5DDFF1F5-1E9E-DA19-328F-F2FD7A21FDAD}"/>
                    </a:ext>
                  </a:extLst>
                </p:cNvPr>
                <p:cNvSpPr/>
                <p:nvPr/>
              </p:nvSpPr>
              <p:spPr>
                <a:xfrm>
                  <a:off x="4058136" y="3254126"/>
                  <a:ext cx="4120162" cy="126931"/>
                </a:xfrm>
                <a:custGeom>
                  <a:avLst/>
                  <a:gdLst>
                    <a:gd name="connsiteX0" fmla="*/ 4120565 w 4120162"/>
                    <a:gd name="connsiteY0" fmla="*/ 107884 h 126931"/>
                    <a:gd name="connsiteX1" fmla="*/ 95192 w 4120162"/>
                    <a:gd name="connsiteY1" fmla="*/ 8433 h 126931"/>
                    <a:gd name="connsiteX2" fmla="*/ 403 w 4120162"/>
                    <a:gd name="connsiteY2" fmla="*/ 300 h 126931"/>
                    <a:gd name="connsiteX3" fmla="*/ 95192 w 4120162"/>
                    <a:gd name="connsiteY3" fmla="*/ 8433 h 126931"/>
                    <a:gd name="connsiteX4" fmla="*/ 4120565 w 4120162"/>
                    <a:gd name="connsiteY4" fmla="*/ 107884 h 126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20162" h="126931">
                      <a:moveTo>
                        <a:pt x="4120565" y="107884"/>
                      </a:moveTo>
                      <a:cubicBezTo>
                        <a:pt x="2732366" y="152744"/>
                        <a:pt x="1390574" y="119593"/>
                        <a:pt x="95192" y="8433"/>
                      </a:cubicBezTo>
                      <a:lnTo>
                        <a:pt x="403" y="300"/>
                      </a:lnTo>
                      <a:lnTo>
                        <a:pt x="95192" y="8433"/>
                      </a:lnTo>
                      <a:cubicBezTo>
                        <a:pt x="1390574" y="119593"/>
                        <a:pt x="2732366" y="152744"/>
                        <a:pt x="4120565" y="107884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Freeform 57">
                  <a:extLst>
                    <a:ext uri="{FF2B5EF4-FFF2-40B4-BE49-F238E27FC236}">
                      <a16:creationId xmlns:a16="http://schemas.microsoft.com/office/drawing/2014/main" id="{FF843805-759C-D5FC-133A-BFE141A12B0C}"/>
                    </a:ext>
                  </a:extLst>
                </p:cNvPr>
                <p:cNvSpPr/>
                <p:nvPr/>
              </p:nvSpPr>
              <p:spPr>
                <a:xfrm>
                  <a:off x="4057746" y="3258827"/>
                  <a:ext cx="3679445" cy="1455114"/>
                </a:xfrm>
                <a:custGeom>
                  <a:avLst/>
                  <a:gdLst>
                    <a:gd name="connsiteX0" fmla="*/ 3679849 w 3679445"/>
                    <a:gd name="connsiteY0" fmla="*/ 1455414 h 1455114"/>
                    <a:gd name="connsiteX1" fmla="*/ 95201 w 3679445"/>
                    <a:gd name="connsiteY1" fmla="*/ 8214 h 1455114"/>
                    <a:gd name="connsiteX2" fmla="*/ 403 w 3679445"/>
                    <a:gd name="connsiteY2" fmla="*/ 300 h 1455114"/>
                    <a:gd name="connsiteX3" fmla="*/ 95201 w 3679445"/>
                    <a:gd name="connsiteY3" fmla="*/ 8214 h 1455114"/>
                    <a:gd name="connsiteX4" fmla="*/ 3679849 w 3679445"/>
                    <a:gd name="connsiteY4" fmla="*/ 1455414 h 1455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79445" h="1455114">
                      <a:moveTo>
                        <a:pt x="3679849" y="1455414"/>
                      </a:moveTo>
                      <a:cubicBezTo>
                        <a:pt x="2585719" y="598788"/>
                        <a:pt x="1390838" y="116387"/>
                        <a:pt x="95201" y="8214"/>
                      </a:cubicBezTo>
                      <a:lnTo>
                        <a:pt x="403" y="300"/>
                      </a:lnTo>
                      <a:lnTo>
                        <a:pt x="95201" y="8214"/>
                      </a:lnTo>
                      <a:cubicBezTo>
                        <a:pt x="1390838" y="116387"/>
                        <a:pt x="2585719" y="598788"/>
                        <a:pt x="3679849" y="1455414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78621337-38C4-032E-616A-9A706A90A603}"/>
                    </a:ext>
                  </a:extLst>
                </p:cNvPr>
                <p:cNvSpPr/>
                <p:nvPr/>
              </p:nvSpPr>
              <p:spPr>
                <a:xfrm>
                  <a:off x="4057356" y="1684600"/>
                  <a:ext cx="1319108" cy="1599709"/>
                </a:xfrm>
                <a:custGeom>
                  <a:avLst/>
                  <a:gdLst>
                    <a:gd name="connsiteX0" fmla="*/ 896629 w 1319108"/>
                    <a:gd name="connsiteY0" fmla="*/ 300 h 1599709"/>
                    <a:gd name="connsiteX1" fmla="*/ 95220 w 1319108"/>
                    <a:gd name="connsiteY1" fmla="*/ 1586923 h 1599709"/>
                    <a:gd name="connsiteX2" fmla="*/ 403 w 1319108"/>
                    <a:gd name="connsiteY2" fmla="*/ 1579227 h 1599709"/>
                    <a:gd name="connsiteX3" fmla="*/ 95220 w 1319108"/>
                    <a:gd name="connsiteY3" fmla="*/ 1586923 h 1599709"/>
                    <a:gd name="connsiteX4" fmla="*/ 896629 w 1319108"/>
                    <a:gd name="connsiteY4" fmla="*/ 300 h 1599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19108" h="1599709">
                      <a:moveTo>
                        <a:pt x="896629" y="300"/>
                      </a:moveTo>
                      <a:cubicBezTo>
                        <a:pt x="1658239" y="1163234"/>
                        <a:pt x="1391105" y="1692107"/>
                        <a:pt x="95220" y="1586923"/>
                      </a:cubicBezTo>
                      <a:lnTo>
                        <a:pt x="403" y="1579227"/>
                      </a:lnTo>
                      <a:lnTo>
                        <a:pt x="95220" y="1586923"/>
                      </a:lnTo>
                      <a:cubicBezTo>
                        <a:pt x="1391105" y="1692107"/>
                        <a:pt x="1658239" y="1163234"/>
                        <a:pt x="896629" y="300"/>
                      </a:cubicBezTo>
                      <a:close/>
                    </a:path>
                  </a:pathLst>
                </a:custGeom>
                <a:solidFill>
                  <a:srgbClr val="4CA96F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Freeform 59">
                  <a:extLst>
                    <a:ext uri="{FF2B5EF4-FFF2-40B4-BE49-F238E27FC236}">
                      <a16:creationId xmlns:a16="http://schemas.microsoft.com/office/drawing/2014/main" id="{9D91F4E3-C207-070F-D897-99D8E034DE98}"/>
                    </a:ext>
                  </a:extLst>
                </p:cNvPr>
                <p:cNvSpPr/>
                <p:nvPr/>
              </p:nvSpPr>
              <p:spPr>
                <a:xfrm>
                  <a:off x="4060515" y="2318356"/>
                  <a:ext cx="1111519" cy="947443"/>
                </a:xfrm>
                <a:custGeom>
                  <a:avLst/>
                  <a:gdLst>
                    <a:gd name="connsiteX0" fmla="*/ 272289 w 1111519"/>
                    <a:gd name="connsiteY0" fmla="*/ 414 h 947443"/>
                    <a:gd name="connsiteX1" fmla="*/ 272355 w 1111519"/>
                    <a:gd name="connsiteY1" fmla="*/ 300 h 947443"/>
                    <a:gd name="connsiteX2" fmla="*/ 95068 w 1111519"/>
                    <a:gd name="connsiteY2" fmla="*/ 919632 h 947443"/>
                    <a:gd name="connsiteX3" fmla="*/ 403 w 1111519"/>
                    <a:gd name="connsiteY3" fmla="*/ 910237 h 947443"/>
                    <a:gd name="connsiteX4" fmla="*/ 95087 w 1111519"/>
                    <a:gd name="connsiteY4" fmla="*/ 919513 h 947443"/>
                    <a:gd name="connsiteX5" fmla="*/ 272289 w 1111519"/>
                    <a:gd name="connsiteY5" fmla="*/ 414 h 947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1519" h="947443">
                      <a:moveTo>
                        <a:pt x="272289" y="414"/>
                      </a:moveTo>
                      <a:cubicBezTo>
                        <a:pt x="272317" y="376"/>
                        <a:pt x="272336" y="338"/>
                        <a:pt x="272355" y="300"/>
                      </a:cubicBezTo>
                      <a:cubicBezTo>
                        <a:pt x="1448045" y="740731"/>
                        <a:pt x="1388948" y="1047173"/>
                        <a:pt x="95068" y="919632"/>
                      </a:cubicBezTo>
                      <a:lnTo>
                        <a:pt x="403" y="910237"/>
                      </a:lnTo>
                      <a:lnTo>
                        <a:pt x="95087" y="919513"/>
                      </a:lnTo>
                      <a:cubicBezTo>
                        <a:pt x="1388952" y="1047133"/>
                        <a:pt x="1448022" y="740766"/>
                        <a:pt x="272289" y="414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Freeform 60">
                  <a:extLst>
                    <a:ext uri="{FF2B5EF4-FFF2-40B4-BE49-F238E27FC236}">
                      <a16:creationId xmlns:a16="http://schemas.microsoft.com/office/drawing/2014/main" id="{385AD01C-B40F-A64D-B3AE-5A44D6A5B551}"/>
                    </a:ext>
                  </a:extLst>
                </p:cNvPr>
                <p:cNvSpPr/>
                <p:nvPr/>
              </p:nvSpPr>
              <p:spPr>
                <a:xfrm>
                  <a:off x="4059611" y="2024967"/>
                  <a:ext cx="1177305" cy="1242636"/>
                </a:xfrm>
                <a:custGeom>
                  <a:avLst/>
                  <a:gdLst>
                    <a:gd name="connsiteX0" fmla="*/ 495905 w 1177305"/>
                    <a:gd name="connsiteY0" fmla="*/ 395 h 1242636"/>
                    <a:gd name="connsiteX1" fmla="*/ 495991 w 1177305"/>
                    <a:gd name="connsiteY1" fmla="*/ 300 h 1242636"/>
                    <a:gd name="connsiteX2" fmla="*/ 95116 w 1177305"/>
                    <a:gd name="connsiteY2" fmla="*/ 1221975 h 1242636"/>
                    <a:gd name="connsiteX3" fmla="*/ 403 w 1177305"/>
                    <a:gd name="connsiteY3" fmla="*/ 1213016 h 1242636"/>
                    <a:gd name="connsiteX4" fmla="*/ 95125 w 1177305"/>
                    <a:gd name="connsiteY4" fmla="*/ 1221856 h 1242636"/>
                    <a:gd name="connsiteX5" fmla="*/ 495905 w 1177305"/>
                    <a:gd name="connsiteY5" fmla="*/ 395 h 1242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77305" h="1242636">
                      <a:moveTo>
                        <a:pt x="495905" y="395"/>
                      </a:moveTo>
                      <a:cubicBezTo>
                        <a:pt x="495934" y="357"/>
                        <a:pt x="495962" y="329"/>
                        <a:pt x="495991" y="300"/>
                      </a:cubicBezTo>
                      <a:cubicBezTo>
                        <a:pt x="1523191" y="936321"/>
                        <a:pt x="1389566" y="1343547"/>
                        <a:pt x="95116" y="1221975"/>
                      </a:cubicBezTo>
                      <a:lnTo>
                        <a:pt x="403" y="1213016"/>
                      </a:lnTo>
                      <a:lnTo>
                        <a:pt x="95125" y="1221856"/>
                      </a:lnTo>
                      <a:cubicBezTo>
                        <a:pt x="1389569" y="1343507"/>
                        <a:pt x="1523162" y="936352"/>
                        <a:pt x="495905" y="395"/>
                      </a:cubicBezTo>
                      <a:close/>
                    </a:path>
                  </a:pathLst>
                </a:custGeom>
                <a:solidFill>
                  <a:srgbClr val="EA96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Freeform 61">
                  <a:extLst>
                    <a:ext uri="{FF2B5EF4-FFF2-40B4-BE49-F238E27FC236}">
                      <a16:creationId xmlns:a16="http://schemas.microsoft.com/office/drawing/2014/main" id="{3F81091D-8C90-DF6F-C97C-887FD29A4557}"/>
                    </a:ext>
                  </a:extLst>
                </p:cNvPr>
                <p:cNvSpPr/>
                <p:nvPr/>
              </p:nvSpPr>
              <p:spPr>
                <a:xfrm>
                  <a:off x="4440185" y="1563490"/>
                  <a:ext cx="1114408" cy="1125908"/>
                </a:xfrm>
                <a:custGeom>
                  <a:avLst/>
                  <a:gdLst>
                    <a:gd name="connsiteX0" fmla="*/ 403 w 1114408"/>
                    <a:gd name="connsiteY0" fmla="*/ 599813 h 1125908"/>
                    <a:gd name="connsiteX1" fmla="*/ 479 w 1114408"/>
                    <a:gd name="connsiteY1" fmla="*/ 599718 h 1125908"/>
                    <a:gd name="connsiteX2" fmla="*/ 851675 w 1114408"/>
                    <a:gd name="connsiteY2" fmla="*/ 87092 h 1125908"/>
                    <a:gd name="connsiteX3" fmla="*/ 812485 w 1114408"/>
                    <a:gd name="connsiteY3" fmla="*/ 300 h 1125908"/>
                    <a:gd name="connsiteX4" fmla="*/ 851783 w 1114408"/>
                    <a:gd name="connsiteY4" fmla="*/ 87044 h 1125908"/>
                    <a:gd name="connsiteX5" fmla="*/ 403 w 1114408"/>
                    <a:gd name="connsiteY5" fmla="*/ 599813 h 1125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4408" h="1125908">
                      <a:moveTo>
                        <a:pt x="403" y="599813"/>
                      </a:moveTo>
                      <a:cubicBezTo>
                        <a:pt x="422" y="599785"/>
                        <a:pt x="450" y="599746"/>
                        <a:pt x="479" y="599718"/>
                      </a:cubicBezTo>
                      <a:cubicBezTo>
                        <a:pt x="1104304" y="1443779"/>
                        <a:pt x="1388036" y="1272903"/>
                        <a:pt x="851675" y="87092"/>
                      </a:cubicBezTo>
                      <a:lnTo>
                        <a:pt x="812485" y="300"/>
                      </a:lnTo>
                      <a:lnTo>
                        <a:pt x="851783" y="87044"/>
                      </a:lnTo>
                      <a:cubicBezTo>
                        <a:pt x="1388072" y="1272887"/>
                        <a:pt x="1104278" y="1443812"/>
                        <a:pt x="403" y="599813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68414FEE-999C-424B-1D7F-4E5B56225008}"/>
                    </a:ext>
                  </a:extLst>
                </p:cNvPr>
                <p:cNvSpPr/>
                <p:nvPr/>
              </p:nvSpPr>
              <p:spPr>
                <a:xfrm>
                  <a:off x="4781832" y="1688534"/>
                  <a:ext cx="714941" cy="935908"/>
                </a:xfrm>
                <a:custGeom>
                  <a:avLst/>
                  <a:gdLst>
                    <a:gd name="connsiteX0" fmla="*/ 166084 w 714941"/>
                    <a:gd name="connsiteY0" fmla="*/ 367 h 935908"/>
                    <a:gd name="connsiteX1" fmla="*/ 166188 w 714941"/>
                    <a:gd name="connsiteY1" fmla="*/ 300 h 935908"/>
                    <a:gd name="connsiteX2" fmla="*/ 61477 w 714941"/>
                    <a:gd name="connsiteY2" fmla="*/ 244569 h 935908"/>
                    <a:gd name="connsiteX3" fmla="*/ 403 w 714941"/>
                    <a:gd name="connsiteY3" fmla="*/ 171550 h 935908"/>
                    <a:gd name="connsiteX4" fmla="*/ 61572 w 714941"/>
                    <a:gd name="connsiteY4" fmla="*/ 244492 h 935908"/>
                    <a:gd name="connsiteX5" fmla="*/ 166084 w 714941"/>
                    <a:gd name="connsiteY5" fmla="*/ 367 h 935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4941" h="935908">
                      <a:moveTo>
                        <a:pt x="166084" y="367"/>
                      </a:moveTo>
                      <a:cubicBezTo>
                        <a:pt x="166122" y="338"/>
                        <a:pt x="166160" y="319"/>
                        <a:pt x="166188" y="300"/>
                      </a:cubicBezTo>
                      <a:cubicBezTo>
                        <a:pt x="931778" y="1160609"/>
                        <a:pt x="896873" y="1242033"/>
                        <a:pt x="61477" y="244569"/>
                      </a:cubicBezTo>
                      <a:lnTo>
                        <a:pt x="403" y="171550"/>
                      </a:lnTo>
                      <a:lnTo>
                        <a:pt x="61572" y="244492"/>
                      </a:lnTo>
                      <a:cubicBezTo>
                        <a:pt x="896903" y="1242009"/>
                        <a:pt x="931742" y="1160632"/>
                        <a:pt x="166084" y="367"/>
                      </a:cubicBezTo>
                      <a:close/>
                    </a:path>
                  </a:pathLst>
                </a:custGeom>
                <a:solidFill>
                  <a:srgbClr val="4CA96F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" name="Freeform 63">
                  <a:extLst>
                    <a:ext uri="{FF2B5EF4-FFF2-40B4-BE49-F238E27FC236}">
                      <a16:creationId xmlns:a16="http://schemas.microsoft.com/office/drawing/2014/main" id="{DB87EFD5-5611-6681-8E40-7935681B3C3D}"/>
                    </a:ext>
                  </a:extLst>
                </p:cNvPr>
                <p:cNvSpPr/>
                <p:nvPr/>
              </p:nvSpPr>
              <p:spPr>
                <a:xfrm>
                  <a:off x="4058755" y="1488081"/>
                  <a:ext cx="1489258" cy="1781739"/>
                </a:xfrm>
                <a:custGeom>
                  <a:avLst/>
                  <a:gdLst>
                    <a:gd name="connsiteX0" fmla="*/ 1274205 w 1489258"/>
                    <a:gd name="connsiteY0" fmla="*/ 348 h 1781739"/>
                    <a:gd name="connsiteX1" fmla="*/ 1274324 w 1489258"/>
                    <a:gd name="connsiteY1" fmla="*/ 300 h 1781739"/>
                    <a:gd name="connsiteX2" fmla="*/ 95154 w 1489258"/>
                    <a:gd name="connsiteY2" fmla="*/ 1767818 h 1781739"/>
                    <a:gd name="connsiteX3" fmla="*/ 403 w 1489258"/>
                    <a:gd name="connsiteY3" fmla="*/ 1759297 h 1781739"/>
                    <a:gd name="connsiteX4" fmla="*/ 95163 w 1489258"/>
                    <a:gd name="connsiteY4" fmla="*/ 1767699 h 1781739"/>
                    <a:gd name="connsiteX5" fmla="*/ 1274205 w 1489258"/>
                    <a:gd name="connsiteY5" fmla="*/ 348 h 1781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89258" h="1781739">
                      <a:moveTo>
                        <a:pt x="1274205" y="348"/>
                      </a:moveTo>
                      <a:cubicBezTo>
                        <a:pt x="1274245" y="328"/>
                        <a:pt x="1274284" y="309"/>
                        <a:pt x="1274324" y="300"/>
                      </a:cubicBezTo>
                      <a:cubicBezTo>
                        <a:pt x="1783206" y="1294245"/>
                        <a:pt x="1390149" y="1883419"/>
                        <a:pt x="95154" y="1767818"/>
                      </a:cubicBezTo>
                      <a:lnTo>
                        <a:pt x="403" y="1759297"/>
                      </a:lnTo>
                      <a:lnTo>
                        <a:pt x="95163" y="1767699"/>
                      </a:lnTo>
                      <a:cubicBezTo>
                        <a:pt x="1390153" y="1883379"/>
                        <a:pt x="1783166" y="1294261"/>
                        <a:pt x="1274205" y="348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Freeform 64">
                  <a:extLst>
                    <a:ext uri="{FF2B5EF4-FFF2-40B4-BE49-F238E27FC236}">
                      <a16:creationId xmlns:a16="http://schemas.microsoft.com/office/drawing/2014/main" id="{88348E2F-0032-54F5-B217-5B65D7622D77}"/>
                    </a:ext>
                  </a:extLst>
                </p:cNvPr>
                <p:cNvSpPr/>
                <p:nvPr/>
              </p:nvSpPr>
              <p:spPr>
                <a:xfrm>
                  <a:off x="6921024" y="4007576"/>
                  <a:ext cx="886156" cy="612743"/>
                </a:xfrm>
                <a:custGeom>
                  <a:avLst/>
                  <a:gdLst>
                    <a:gd name="connsiteX0" fmla="*/ 886559 w 886156"/>
                    <a:gd name="connsiteY0" fmla="*/ 611625 h 612743"/>
                    <a:gd name="connsiteX1" fmla="*/ 885570 w 886156"/>
                    <a:gd name="connsiteY1" fmla="*/ 613044 h 612743"/>
                    <a:gd name="connsiteX2" fmla="*/ 769443 w 886156"/>
                    <a:gd name="connsiteY2" fmla="*/ 546616 h 612743"/>
                    <a:gd name="connsiteX3" fmla="*/ 846718 w 886156"/>
                    <a:gd name="connsiteY3" fmla="*/ 602176 h 612743"/>
                    <a:gd name="connsiteX4" fmla="*/ 768510 w 886156"/>
                    <a:gd name="connsiteY4" fmla="*/ 547931 h 612743"/>
                    <a:gd name="connsiteX5" fmla="*/ 886559 w 886156"/>
                    <a:gd name="connsiteY5" fmla="*/ 611625 h 612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6156" h="612743">
                      <a:moveTo>
                        <a:pt x="886559" y="611625"/>
                      </a:moveTo>
                      <a:cubicBezTo>
                        <a:pt x="886226" y="612101"/>
                        <a:pt x="885903" y="612568"/>
                        <a:pt x="885570" y="613044"/>
                      </a:cubicBezTo>
                      <a:cubicBezTo>
                        <a:pt x="-254557" y="-181170"/>
                        <a:pt x="-293267" y="-203314"/>
                        <a:pt x="769443" y="546616"/>
                      </a:cubicBezTo>
                      <a:lnTo>
                        <a:pt x="846718" y="602176"/>
                      </a:lnTo>
                      <a:lnTo>
                        <a:pt x="768510" y="547931"/>
                      </a:lnTo>
                      <a:cubicBezTo>
                        <a:pt x="-293577" y="-202873"/>
                        <a:pt x="-254228" y="-181643"/>
                        <a:pt x="886559" y="611625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Freeform 65">
                  <a:extLst>
                    <a:ext uri="{FF2B5EF4-FFF2-40B4-BE49-F238E27FC236}">
                      <a16:creationId xmlns:a16="http://schemas.microsoft.com/office/drawing/2014/main" id="{03D6B8F4-8A1C-3052-C374-A5764986F8F2}"/>
                    </a:ext>
                  </a:extLst>
                </p:cNvPr>
                <p:cNvSpPr/>
                <p:nvPr/>
              </p:nvSpPr>
              <p:spPr>
                <a:xfrm>
                  <a:off x="4061542" y="2170557"/>
                  <a:ext cx="1139470" cy="1085674"/>
                </a:xfrm>
                <a:custGeom>
                  <a:avLst/>
                  <a:gdLst>
                    <a:gd name="connsiteX0" fmla="*/ 372272 w 1139470"/>
                    <a:gd name="connsiteY0" fmla="*/ 1681 h 1085674"/>
                    <a:gd name="connsiteX1" fmla="*/ 373309 w 1139470"/>
                    <a:gd name="connsiteY1" fmla="*/ 300 h 1085674"/>
                    <a:gd name="connsiteX2" fmla="*/ 94944 w 1139470"/>
                    <a:gd name="connsiteY2" fmla="*/ 1058482 h 1085674"/>
                    <a:gd name="connsiteX3" fmla="*/ 403 w 1139470"/>
                    <a:gd name="connsiteY3" fmla="*/ 1047868 h 1085674"/>
                    <a:gd name="connsiteX4" fmla="*/ 95116 w 1139470"/>
                    <a:gd name="connsiteY4" fmla="*/ 1056871 h 1085674"/>
                    <a:gd name="connsiteX5" fmla="*/ 372272 w 1139470"/>
                    <a:gd name="connsiteY5" fmla="*/ 1681 h 1085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39470" h="1085674">
                      <a:moveTo>
                        <a:pt x="372272" y="1681"/>
                      </a:moveTo>
                      <a:cubicBezTo>
                        <a:pt x="372615" y="1214"/>
                        <a:pt x="372967" y="757"/>
                        <a:pt x="373309" y="300"/>
                      </a:cubicBezTo>
                      <a:cubicBezTo>
                        <a:pt x="1481011" y="839262"/>
                        <a:pt x="1388221" y="1191989"/>
                        <a:pt x="94944" y="1058482"/>
                      </a:cubicBezTo>
                      <a:lnTo>
                        <a:pt x="403" y="1047868"/>
                      </a:lnTo>
                      <a:lnTo>
                        <a:pt x="95116" y="1056871"/>
                      </a:lnTo>
                      <a:cubicBezTo>
                        <a:pt x="1388277" y="1191453"/>
                        <a:pt x="1480664" y="839722"/>
                        <a:pt x="372272" y="1681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E6762D19-7273-B020-756B-FA59008F571B}"/>
                    </a:ext>
                  </a:extLst>
                </p:cNvPr>
                <p:cNvSpPr/>
                <p:nvPr/>
              </p:nvSpPr>
              <p:spPr>
                <a:xfrm>
                  <a:off x="4062788" y="3206399"/>
                  <a:ext cx="1077492" cy="1110667"/>
                </a:xfrm>
                <a:custGeom>
                  <a:avLst/>
                  <a:gdLst>
                    <a:gd name="connsiteX0" fmla="*/ 148465 w 1077492"/>
                    <a:gd name="connsiteY0" fmla="*/ 1110967 h 1110667"/>
                    <a:gd name="connsiteX1" fmla="*/ 147048 w 1077492"/>
                    <a:gd name="connsiteY1" fmla="*/ 1107953 h 1110667"/>
                    <a:gd name="connsiteX2" fmla="*/ 94802 w 1077492"/>
                    <a:gd name="connsiteY2" fmla="*/ 12202 h 1110667"/>
                    <a:gd name="connsiteX3" fmla="*/ 403 w 1077492"/>
                    <a:gd name="connsiteY3" fmla="*/ 300 h 1110667"/>
                    <a:gd name="connsiteX4" fmla="*/ 95144 w 1077492"/>
                    <a:gd name="connsiteY4" fmla="*/ 9104 h 1110667"/>
                    <a:gd name="connsiteX5" fmla="*/ 148465 w 1077492"/>
                    <a:gd name="connsiteY5" fmla="*/ 1110967 h 1110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7492" h="1110667">
                      <a:moveTo>
                        <a:pt x="148465" y="1110967"/>
                      </a:moveTo>
                      <a:cubicBezTo>
                        <a:pt x="147990" y="1109963"/>
                        <a:pt x="147524" y="1108958"/>
                        <a:pt x="147048" y="1107953"/>
                      </a:cubicBezTo>
                      <a:cubicBezTo>
                        <a:pt x="1404760" y="517918"/>
                        <a:pt x="1387343" y="152668"/>
                        <a:pt x="94802" y="12202"/>
                      </a:cubicBezTo>
                      <a:lnTo>
                        <a:pt x="403" y="300"/>
                      </a:lnTo>
                      <a:lnTo>
                        <a:pt x="95144" y="9104"/>
                      </a:lnTo>
                      <a:cubicBezTo>
                        <a:pt x="1387456" y="151635"/>
                        <a:pt x="1405231" y="518923"/>
                        <a:pt x="148465" y="1110967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" name="Freeform 67">
                  <a:extLst>
                    <a:ext uri="{FF2B5EF4-FFF2-40B4-BE49-F238E27FC236}">
                      <a16:creationId xmlns:a16="http://schemas.microsoft.com/office/drawing/2014/main" id="{8372AFE1-D3B0-FF5B-0773-56BF597DC64F}"/>
                    </a:ext>
                  </a:extLst>
                </p:cNvPr>
                <p:cNvSpPr/>
                <p:nvPr/>
              </p:nvSpPr>
              <p:spPr>
                <a:xfrm>
                  <a:off x="4425735" y="1660436"/>
                  <a:ext cx="1051903" cy="1051604"/>
                </a:xfrm>
                <a:custGeom>
                  <a:avLst/>
                  <a:gdLst>
                    <a:gd name="connsiteX0" fmla="*/ 403 w 1051903"/>
                    <a:gd name="connsiteY0" fmla="*/ 522051 h 1051604"/>
                    <a:gd name="connsiteX1" fmla="*/ 2391 w 1051903"/>
                    <a:gd name="connsiteY1" fmla="*/ 519384 h 1051604"/>
                    <a:gd name="connsiteX2" fmla="*/ 686112 w 1051903"/>
                    <a:gd name="connsiteY2" fmla="*/ 83339 h 1051604"/>
                    <a:gd name="connsiteX3" fmla="*/ 639497 w 1051903"/>
                    <a:gd name="connsiteY3" fmla="*/ 300 h 1051604"/>
                    <a:gd name="connsiteX4" fmla="*/ 688804 w 1051903"/>
                    <a:gd name="connsiteY4" fmla="*/ 81767 h 1051604"/>
                    <a:gd name="connsiteX5" fmla="*/ 403 w 1051903"/>
                    <a:gd name="connsiteY5" fmla="*/ 522051 h 1051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1903" h="1051604">
                      <a:moveTo>
                        <a:pt x="403" y="522051"/>
                      </a:moveTo>
                      <a:cubicBezTo>
                        <a:pt x="1059" y="521156"/>
                        <a:pt x="1725" y="520270"/>
                        <a:pt x="2391" y="519384"/>
                      </a:cubicBezTo>
                      <a:cubicBezTo>
                        <a:pt x="1114574" y="1352369"/>
                        <a:pt x="1342483" y="1207023"/>
                        <a:pt x="686112" y="83339"/>
                      </a:cubicBezTo>
                      <a:lnTo>
                        <a:pt x="639497" y="300"/>
                      </a:lnTo>
                      <a:lnTo>
                        <a:pt x="688804" y="81767"/>
                      </a:lnTo>
                      <a:cubicBezTo>
                        <a:pt x="1343379" y="1206499"/>
                        <a:pt x="1113911" y="1353259"/>
                        <a:pt x="403" y="522051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ECDD1CB8-2F5A-E21D-185A-68B7E9CC61D7}"/>
                    </a:ext>
                  </a:extLst>
                </p:cNvPr>
                <p:cNvSpPr/>
                <p:nvPr/>
              </p:nvSpPr>
              <p:spPr>
                <a:xfrm>
                  <a:off x="4791478" y="1374609"/>
                  <a:ext cx="1672146" cy="1186960"/>
                </a:xfrm>
                <a:custGeom>
                  <a:avLst/>
                  <a:gdLst>
                    <a:gd name="connsiteX0" fmla="*/ 1666125 w 1672146"/>
                    <a:gd name="connsiteY0" fmla="*/ 300 h 1186960"/>
                    <a:gd name="connsiteX1" fmla="*/ 1672549 w 1672146"/>
                    <a:gd name="connsiteY1" fmla="*/ 1443 h 1186960"/>
                    <a:gd name="connsiteX2" fmla="*/ 58728 w 1672146"/>
                    <a:gd name="connsiteY2" fmla="*/ 552731 h 1186960"/>
                    <a:gd name="connsiteX3" fmla="*/ 403 w 1672146"/>
                    <a:gd name="connsiteY3" fmla="*/ 477417 h 1186960"/>
                    <a:gd name="connsiteX4" fmla="*/ 63437 w 1672146"/>
                    <a:gd name="connsiteY4" fmla="*/ 548835 h 1186960"/>
                    <a:gd name="connsiteX5" fmla="*/ 1666125 w 1672146"/>
                    <a:gd name="connsiteY5" fmla="*/ 300 h 1186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72146" h="1186960">
                      <a:moveTo>
                        <a:pt x="1666125" y="300"/>
                      </a:moveTo>
                      <a:cubicBezTo>
                        <a:pt x="1668266" y="681"/>
                        <a:pt x="1670409" y="1062"/>
                        <a:pt x="1672549" y="1443"/>
                      </a:cubicBezTo>
                      <a:cubicBezTo>
                        <a:pt x="1427466" y="1370276"/>
                        <a:pt x="889526" y="1554037"/>
                        <a:pt x="58728" y="552731"/>
                      </a:cubicBezTo>
                      <a:lnTo>
                        <a:pt x="403" y="477417"/>
                      </a:lnTo>
                      <a:lnTo>
                        <a:pt x="63437" y="548835"/>
                      </a:lnTo>
                      <a:cubicBezTo>
                        <a:pt x="891094" y="1552737"/>
                        <a:pt x="1425325" y="1369895"/>
                        <a:pt x="1666125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0DB426AC-8E23-C80E-374A-82996CEDF765}"/>
                    </a:ext>
                  </a:extLst>
                </p:cNvPr>
                <p:cNvSpPr/>
                <p:nvPr/>
              </p:nvSpPr>
              <p:spPr>
                <a:xfrm>
                  <a:off x="4066536" y="3174387"/>
                  <a:ext cx="1053897" cy="939295"/>
                </a:xfrm>
                <a:custGeom>
                  <a:avLst/>
                  <a:gdLst>
                    <a:gd name="connsiteX0" fmla="*/ 61905 w 1053897"/>
                    <a:gd name="connsiteY0" fmla="*/ 939596 h 939295"/>
                    <a:gd name="connsiteX1" fmla="*/ 59251 w 1053897"/>
                    <a:gd name="connsiteY1" fmla="*/ 931906 h 939295"/>
                    <a:gd name="connsiteX2" fmla="*/ 94326 w 1053897"/>
                    <a:gd name="connsiteY2" fmla="*/ 15921 h 939295"/>
                    <a:gd name="connsiteX3" fmla="*/ 403 w 1053897"/>
                    <a:gd name="connsiteY3" fmla="*/ 300 h 939295"/>
                    <a:gd name="connsiteX4" fmla="*/ 95277 w 1053897"/>
                    <a:gd name="connsiteY4" fmla="*/ 8365 h 939295"/>
                    <a:gd name="connsiteX5" fmla="*/ 61905 w 1053897"/>
                    <a:gd name="connsiteY5" fmla="*/ 939596 h 939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3897" h="939295">
                      <a:moveTo>
                        <a:pt x="61905" y="939596"/>
                      </a:moveTo>
                      <a:cubicBezTo>
                        <a:pt x="61020" y="937034"/>
                        <a:pt x="60136" y="934471"/>
                        <a:pt x="59251" y="931906"/>
                      </a:cubicBezTo>
                      <a:cubicBezTo>
                        <a:pt x="1372996" y="480577"/>
                        <a:pt x="1384686" y="175249"/>
                        <a:pt x="94326" y="15921"/>
                      </a:cubicBezTo>
                      <a:lnTo>
                        <a:pt x="403" y="300"/>
                      </a:lnTo>
                      <a:lnTo>
                        <a:pt x="95277" y="8365"/>
                      </a:lnTo>
                      <a:cubicBezTo>
                        <a:pt x="1385002" y="172730"/>
                        <a:pt x="1373880" y="483140"/>
                        <a:pt x="61905" y="939596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AE6ACC77-70C8-7378-E602-0D1A28074262}"/>
                    </a:ext>
                  </a:extLst>
                </p:cNvPr>
                <p:cNvSpPr/>
                <p:nvPr/>
              </p:nvSpPr>
              <p:spPr>
                <a:xfrm>
                  <a:off x="4064463" y="1900704"/>
                  <a:ext cx="1212787" cy="1333983"/>
                </a:xfrm>
                <a:custGeom>
                  <a:avLst/>
                  <a:gdLst>
                    <a:gd name="connsiteX0" fmla="*/ 608047 w 1212787"/>
                    <a:gd name="connsiteY0" fmla="*/ 5844 h 1333983"/>
                    <a:gd name="connsiteX1" fmla="*/ 613983 w 1212787"/>
                    <a:gd name="connsiteY1" fmla="*/ 300 h 1333983"/>
                    <a:gd name="connsiteX2" fmla="*/ 94459 w 1212787"/>
                    <a:gd name="connsiteY2" fmla="*/ 1305979 h 1333983"/>
                    <a:gd name="connsiteX3" fmla="*/ 403 w 1212787"/>
                    <a:gd name="connsiteY3" fmla="*/ 1291153 h 1333983"/>
                    <a:gd name="connsiteX4" fmla="*/ 95334 w 1212787"/>
                    <a:gd name="connsiteY4" fmla="*/ 1298416 h 1333983"/>
                    <a:gd name="connsiteX5" fmla="*/ 608047 w 1212787"/>
                    <a:gd name="connsiteY5" fmla="*/ 5844 h 1333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2787" h="1333983">
                      <a:moveTo>
                        <a:pt x="608047" y="5844"/>
                      </a:moveTo>
                      <a:cubicBezTo>
                        <a:pt x="610016" y="3996"/>
                        <a:pt x="612004" y="2148"/>
                        <a:pt x="613983" y="300"/>
                      </a:cubicBezTo>
                      <a:cubicBezTo>
                        <a:pt x="1559288" y="1019164"/>
                        <a:pt x="1386112" y="1454390"/>
                        <a:pt x="94459" y="1305979"/>
                      </a:cubicBezTo>
                      <a:lnTo>
                        <a:pt x="403" y="1291153"/>
                      </a:lnTo>
                      <a:lnTo>
                        <a:pt x="95334" y="1298416"/>
                      </a:lnTo>
                      <a:cubicBezTo>
                        <a:pt x="1386405" y="1451869"/>
                        <a:pt x="1557308" y="1021012"/>
                        <a:pt x="608047" y="5844"/>
                      </a:cubicBezTo>
                      <a:close/>
                    </a:path>
                  </a:pathLst>
                </a:custGeom>
                <a:solidFill>
                  <a:srgbClr val="F9BE7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1B9AE98E-50BA-AE58-7894-DCC2A744F141}"/>
                    </a:ext>
                  </a:extLst>
                </p:cNvPr>
                <p:cNvSpPr/>
                <p:nvPr/>
              </p:nvSpPr>
              <p:spPr>
                <a:xfrm>
                  <a:off x="4012616" y="3155677"/>
                  <a:ext cx="1080967" cy="288354"/>
                </a:xfrm>
                <a:custGeom>
                  <a:avLst/>
                  <a:gdLst>
                    <a:gd name="connsiteX0" fmla="*/ 460 w 1080967"/>
                    <a:gd name="connsiteY0" fmla="*/ 288654 h 288354"/>
                    <a:gd name="connsiteX1" fmla="*/ 403 w 1080967"/>
                    <a:gd name="connsiteY1" fmla="*/ 277316 h 288354"/>
                    <a:gd name="connsiteX2" fmla="*/ 150330 w 1080967"/>
                    <a:gd name="connsiteY2" fmla="*/ 18273 h 288354"/>
                    <a:gd name="connsiteX3" fmla="*/ 56758 w 1080967"/>
                    <a:gd name="connsiteY3" fmla="*/ 300 h 288354"/>
                    <a:gd name="connsiteX4" fmla="*/ 151747 w 1080967"/>
                    <a:gd name="connsiteY4" fmla="*/ 7754 h 288354"/>
                    <a:gd name="connsiteX5" fmla="*/ 460 w 1080967"/>
                    <a:gd name="connsiteY5" fmla="*/ 288654 h 288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80967" h="288354">
                      <a:moveTo>
                        <a:pt x="460" y="288654"/>
                      </a:moveTo>
                      <a:cubicBezTo>
                        <a:pt x="431" y="284875"/>
                        <a:pt x="412" y="281096"/>
                        <a:pt x="403" y="277316"/>
                      </a:cubicBezTo>
                      <a:cubicBezTo>
                        <a:pt x="1389326" y="274854"/>
                        <a:pt x="1439302" y="188506"/>
                        <a:pt x="150330" y="18273"/>
                      </a:cubicBezTo>
                      <a:lnTo>
                        <a:pt x="56758" y="300"/>
                      </a:lnTo>
                      <a:lnTo>
                        <a:pt x="151747" y="7754"/>
                      </a:lnTo>
                      <a:cubicBezTo>
                        <a:pt x="1439774" y="185000"/>
                        <a:pt x="1389343" y="278633"/>
                        <a:pt x="460" y="288654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1401A74C-0B79-4F32-9965-2BE6E188E4D4}"/>
                    </a:ext>
                  </a:extLst>
                </p:cNvPr>
                <p:cNvSpPr/>
                <p:nvPr/>
              </p:nvSpPr>
              <p:spPr>
                <a:xfrm>
                  <a:off x="4851687" y="1749199"/>
                  <a:ext cx="2847757" cy="2951159"/>
                </a:xfrm>
                <a:custGeom>
                  <a:avLst/>
                  <a:gdLst>
                    <a:gd name="connsiteX0" fmla="*/ 403 w 2847757"/>
                    <a:gd name="connsiteY0" fmla="*/ 7044 h 2951159"/>
                    <a:gd name="connsiteX1" fmla="*/ 9497 w 2847757"/>
                    <a:gd name="connsiteY1" fmla="*/ 300 h 2951159"/>
                    <a:gd name="connsiteX2" fmla="*/ 2776868 w 2847757"/>
                    <a:gd name="connsiteY2" fmla="*/ 2888166 h 2951159"/>
                    <a:gd name="connsiteX3" fmla="*/ 2848160 w 2847757"/>
                    <a:gd name="connsiteY3" fmla="*/ 2951459 h 2951159"/>
                    <a:gd name="connsiteX4" fmla="*/ 2770285 w 2847757"/>
                    <a:gd name="connsiteY4" fmla="*/ 2896481 h 2951159"/>
                    <a:gd name="connsiteX5" fmla="*/ 403 w 2847757"/>
                    <a:gd name="connsiteY5" fmla="*/ 7044 h 2951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47757" h="2951159">
                      <a:moveTo>
                        <a:pt x="403" y="7044"/>
                      </a:moveTo>
                      <a:cubicBezTo>
                        <a:pt x="3428" y="4786"/>
                        <a:pt x="6462" y="2538"/>
                        <a:pt x="9497" y="300"/>
                      </a:cubicBezTo>
                      <a:cubicBezTo>
                        <a:pt x="832977" y="1120166"/>
                        <a:pt x="1755432" y="2082788"/>
                        <a:pt x="2776868" y="2888166"/>
                      </a:cubicBezTo>
                      <a:lnTo>
                        <a:pt x="2848160" y="2951459"/>
                      </a:lnTo>
                      <a:lnTo>
                        <a:pt x="2770285" y="2896481"/>
                      </a:lnTo>
                      <a:cubicBezTo>
                        <a:pt x="1753239" y="2085562"/>
                        <a:pt x="829943" y="1122416"/>
                        <a:pt x="403" y="7044"/>
                      </a:cubicBezTo>
                      <a:close/>
                    </a:path>
                  </a:pathLst>
                </a:custGeom>
                <a:solidFill>
                  <a:srgbClr val="7AA24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92AC61C4-EA94-3523-3FBB-BB295E28388F}"/>
                    </a:ext>
                  </a:extLst>
                </p:cNvPr>
                <p:cNvSpPr/>
                <p:nvPr/>
              </p:nvSpPr>
              <p:spPr>
                <a:xfrm>
                  <a:off x="4078694" y="3091160"/>
                  <a:ext cx="2072767" cy="2423376"/>
                </a:xfrm>
                <a:custGeom>
                  <a:avLst/>
                  <a:gdLst>
                    <a:gd name="connsiteX0" fmla="*/ 2073170 w 2072767"/>
                    <a:gd name="connsiteY0" fmla="*/ 2423372 h 2423376"/>
                    <a:gd name="connsiteX1" fmla="*/ 2060250 w 2072767"/>
                    <a:gd name="connsiteY1" fmla="*/ 2423676 h 2423376"/>
                    <a:gd name="connsiteX2" fmla="*/ 93242 w 2072767"/>
                    <a:gd name="connsiteY2" fmla="*/ 21988 h 2423376"/>
                    <a:gd name="connsiteX3" fmla="*/ 403 w 2072767"/>
                    <a:gd name="connsiteY3" fmla="*/ 300 h 2423376"/>
                    <a:gd name="connsiteX4" fmla="*/ 95239 w 2072767"/>
                    <a:gd name="connsiteY4" fmla="*/ 10042 h 2423376"/>
                    <a:gd name="connsiteX5" fmla="*/ 2073170 w 2072767"/>
                    <a:gd name="connsiteY5" fmla="*/ 2423372 h 24233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2767" h="2423376">
                      <a:moveTo>
                        <a:pt x="2073170" y="2423372"/>
                      </a:moveTo>
                      <a:cubicBezTo>
                        <a:pt x="2068864" y="2423486"/>
                        <a:pt x="2064557" y="2423591"/>
                        <a:pt x="2060250" y="2423676"/>
                      </a:cubicBezTo>
                      <a:cubicBezTo>
                        <a:pt x="2031889" y="1033320"/>
                        <a:pt x="1376219" y="232756"/>
                        <a:pt x="93242" y="21988"/>
                      </a:cubicBezTo>
                      <a:lnTo>
                        <a:pt x="403" y="300"/>
                      </a:lnTo>
                      <a:lnTo>
                        <a:pt x="95239" y="10042"/>
                      </a:lnTo>
                      <a:cubicBezTo>
                        <a:pt x="1376884" y="228773"/>
                        <a:pt x="2036195" y="1033218"/>
                        <a:pt x="2073170" y="2423372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170A5F2C-1B1C-23C5-635D-6B92609C6637}"/>
                    </a:ext>
                  </a:extLst>
                </p:cNvPr>
                <p:cNvSpPr/>
                <p:nvPr/>
              </p:nvSpPr>
              <p:spPr>
                <a:xfrm>
                  <a:off x="4075184" y="3112890"/>
                  <a:ext cx="1184327" cy="1785484"/>
                </a:xfrm>
                <a:custGeom>
                  <a:avLst/>
                  <a:gdLst>
                    <a:gd name="connsiteX0" fmla="*/ 542434 w 1184327"/>
                    <a:gd name="connsiteY0" fmla="*/ 1785784 h 1785484"/>
                    <a:gd name="connsiteX1" fmla="*/ 533359 w 1184327"/>
                    <a:gd name="connsiteY1" fmla="*/ 1776564 h 1785484"/>
                    <a:gd name="connsiteX2" fmla="*/ 93470 w 1184327"/>
                    <a:gd name="connsiteY2" fmla="*/ 20988 h 1785484"/>
                    <a:gd name="connsiteX3" fmla="*/ 403 w 1184327"/>
                    <a:gd name="connsiteY3" fmla="*/ 300 h 1785484"/>
                    <a:gd name="connsiteX4" fmla="*/ 95334 w 1184327"/>
                    <a:gd name="connsiteY4" fmla="*/ 9021 h 1785484"/>
                    <a:gd name="connsiteX5" fmla="*/ 542434 w 1184327"/>
                    <a:gd name="connsiteY5" fmla="*/ 1785784 h 1785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84327" h="1785484">
                      <a:moveTo>
                        <a:pt x="542434" y="1785784"/>
                      </a:moveTo>
                      <a:cubicBezTo>
                        <a:pt x="539400" y="1782717"/>
                        <a:pt x="536375" y="1779650"/>
                        <a:pt x="533359" y="1776564"/>
                      </a:cubicBezTo>
                      <a:cubicBezTo>
                        <a:pt x="1525265" y="803129"/>
                        <a:pt x="1378635" y="217936"/>
                        <a:pt x="93470" y="20988"/>
                      </a:cubicBezTo>
                      <a:lnTo>
                        <a:pt x="403" y="300"/>
                      </a:lnTo>
                      <a:lnTo>
                        <a:pt x="95334" y="9021"/>
                      </a:lnTo>
                      <a:cubicBezTo>
                        <a:pt x="1379257" y="213947"/>
                        <a:pt x="1528291" y="806200"/>
                        <a:pt x="542434" y="1785784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019FE401-4593-4CAE-4608-0792BED87F9C}"/>
                    </a:ext>
                  </a:extLst>
                </p:cNvPr>
                <p:cNvSpPr/>
                <p:nvPr/>
              </p:nvSpPr>
              <p:spPr>
                <a:xfrm>
                  <a:off x="4071902" y="3134656"/>
                  <a:ext cx="1801716" cy="2365078"/>
                </a:xfrm>
                <a:custGeom>
                  <a:avLst/>
                  <a:gdLst>
                    <a:gd name="connsiteX0" fmla="*/ 1773143 w 1801716"/>
                    <a:gd name="connsiteY0" fmla="*/ 2365379 h 2365078"/>
                    <a:gd name="connsiteX1" fmla="*/ 1760319 w 1801716"/>
                    <a:gd name="connsiteY1" fmla="*/ 2363778 h 2365078"/>
                    <a:gd name="connsiteX2" fmla="*/ 93689 w 1801716"/>
                    <a:gd name="connsiteY2" fmla="*/ 19985 h 2365078"/>
                    <a:gd name="connsiteX3" fmla="*/ 403 w 1801716"/>
                    <a:gd name="connsiteY3" fmla="*/ 300 h 2365078"/>
                    <a:gd name="connsiteX4" fmla="*/ 95430 w 1801716"/>
                    <a:gd name="connsiteY4" fmla="*/ 7998 h 2365078"/>
                    <a:gd name="connsiteX5" fmla="*/ 1773143 w 1801716"/>
                    <a:gd name="connsiteY5" fmla="*/ 2365379 h 2365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1716" h="2365078">
                      <a:moveTo>
                        <a:pt x="1773143" y="2365379"/>
                      </a:moveTo>
                      <a:cubicBezTo>
                        <a:pt x="1768866" y="2364864"/>
                        <a:pt x="1764592" y="2364331"/>
                        <a:pt x="1760319" y="2363778"/>
                      </a:cubicBezTo>
                      <a:cubicBezTo>
                        <a:pt x="1936440" y="984355"/>
                        <a:pt x="1380897" y="203091"/>
                        <a:pt x="93689" y="19985"/>
                      </a:cubicBezTo>
                      <a:lnTo>
                        <a:pt x="403" y="300"/>
                      </a:lnTo>
                      <a:lnTo>
                        <a:pt x="95430" y="7998"/>
                      </a:lnTo>
                      <a:cubicBezTo>
                        <a:pt x="1381477" y="199095"/>
                        <a:pt x="1940715" y="984890"/>
                        <a:pt x="1773143" y="2365379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0BCCB2F2-982A-3A05-C147-A01950EA8B2D}"/>
                    </a:ext>
                  </a:extLst>
                </p:cNvPr>
                <p:cNvSpPr/>
                <p:nvPr/>
              </p:nvSpPr>
              <p:spPr>
                <a:xfrm>
                  <a:off x="4082709" y="1370323"/>
                  <a:ext cx="2365160" cy="1769250"/>
                </a:xfrm>
                <a:custGeom>
                  <a:avLst/>
                  <a:gdLst>
                    <a:gd name="connsiteX0" fmla="*/ 2349661 w 2365160"/>
                    <a:gd name="connsiteY0" fmla="*/ 300 h 1769250"/>
                    <a:gd name="connsiteX1" fmla="*/ 2365564 w 2365160"/>
                    <a:gd name="connsiteY1" fmla="*/ 2967 h 1769250"/>
                    <a:gd name="connsiteX2" fmla="*/ 92728 w 2365160"/>
                    <a:gd name="connsiteY2" fmla="*/ 1722132 h 1769250"/>
                    <a:gd name="connsiteX3" fmla="*/ 403 w 2365160"/>
                    <a:gd name="connsiteY3" fmla="*/ 1697899 h 1769250"/>
                    <a:gd name="connsiteX4" fmla="*/ 95391 w 2365160"/>
                    <a:gd name="connsiteY4" fmla="*/ 1707258 h 1769250"/>
                    <a:gd name="connsiteX5" fmla="*/ 2349661 w 2365160"/>
                    <a:gd name="connsiteY5" fmla="*/ 300 h 1769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65160" h="1769250">
                      <a:moveTo>
                        <a:pt x="2349661" y="300"/>
                      </a:moveTo>
                      <a:cubicBezTo>
                        <a:pt x="2354966" y="1167"/>
                        <a:pt x="2360267" y="2062"/>
                        <a:pt x="2365564" y="2967"/>
                      </a:cubicBezTo>
                      <a:cubicBezTo>
                        <a:pt x="2130983" y="1373640"/>
                        <a:pt x="1373372" y="1946695"/>
                        <a:pt x="92728" y="1722132"/>
                      </a:cubicBezTo>
                      <a:lnTo>
                        <a:pt x="403" y="1697899"/>
                      </a:lnTo>
                      <a:lnTo>
                        <a:pt x="95391" y="1707258"/>
                      </a:lnTo>
                      <a:cubicBezTo>
                        <a:pt x="1374260" y="1941737"/>
                        <a:pt x="2125682" y="1372752"/>
                        <a:pt x="2349661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Freeform 77">
                  <a:extLst>
                    <a:ext uri="{FF2B5EF4-FFF2-40B4-BE49-F238E27FC236}">
                      <a16:creationId xmlns:a16="http://schemas.microsoft.com/office/drawing/2014/main" id="{5B5F8C0E-D811-E964-6DB2-AF6651BC60AA}"/>
                    </a:ext>
                  </a:extLst>
                </p:cNvPr>
                <p:cNvSpPr/>
                <p:nvPr/>
              </p:nvSpPr>
              <p:spPr>
                <a:xfrm>
                  <a:off x="4087446" y="2607680"/>
                  <a:ext cx="1050608" cy="570812"/>
                </a:xfrm>
                <a:custGeom>
                  <a:avLst/>
                  <a:gdLst>
                    <a:gd name="connsiteX0" fmla="*/ 86953 w 1050608"/>
                    <a:gd name="connsiteY0" fmla="*/ 16640 h 570812"/>
                    <a:gd name="connsiteX1" fmla="*/ 93860 w 1050608"/>
                    <a:gd name="connsiteY1" fmla="*/ 300 h 570812"/>
                    <a:gd name="connsiteX2" fmla="*/ 92271 w 1050608"/>
                    <a:gd name="connsiteY2" fmla="*/ 461176 h 570812"/>
                    <a:gd name="connsiteX3" fmla="*/ 403 w 1050608"/>
                    <a:gd name="connsiteY3" fmla="*/ 435035 h 570812"/>
                    <a:gd name="connsiteX4" fmla="*/ 95401 w 1050608"/>
                    <a:gd name="connsiteY4" fmla="*/ 444864 h 570812"/>
                    <a:gd name="connsiteX5" fmla="*/ 86953 w 1050608"/>
                    <a:gd name="connsiteY5" fmla="*/ 16640 h 570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0608" h="570812">
                      <a:moveTo>
                        <a:pt x="86953" y="16640"/>
                      </a:moveTo>
                      <a:cubicBezTo>
                        <a:pt x="89227" y="11184"/>
                        <a:pt x="91529" y="5737"/>
                        <a:pt x="93860" y="300"/>
                      </a:cubicBezTo>
                      <a:cubicBezTo>
                        <a:pt x="1370590" y="547847"/>
                        <a:pt x="1370061" y="701471"/>
                        <a:pt x="92271" y="461176"/>
                      </a:cubicBezTo>
                      <a:lnTo>
                        <a:pt x="403" y="435035"/>
                      </a:lnTo>
                      <a:lnTo>
                        <a:pt x="95401" y="444864"/>
                      </a:lnTo>
                      <a:cubicBezTo>
                        <a:pt x="1371104" y="696035"/>
                        <a:pt x="1368288" y="553293"/>
                        <a:pt x="86953" y="16640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B0426768-0CDA-5BCE-3421-77C17DD2CCE2}"/>
                    </a:ext>
                  </a:extLst>
                </p:cNvPr>
                <p:cNvSpPr/>
                <p:nvPr/>
              </p:nvSpPr>
              <p:spPr>
                <a:xfrm>
                  <a:off x="4409619" y="2189797"/>
                  <a:ext cx="3275098" cy="2528963"/>
                </a:xfrm>
                <a:custGeom>
                  <a:avLst/>
                  <a:gdLst>
                    <a:gd name="connsiteX0" fmla="*/ 403 w 3275098"/>
                    <a:gd name="connsiteY0" fmla="*/ 14616 h 2528963"/>
                    <a:gd name="connsiteX1" fmla="*/ 10867 w 3275098"/>
                    <a:gd name="connsiteY1" fmla="*/ 300 h 2528963"/>
                    <a:gd name="connsiteX2" fmla="*/ 3206816 w 3275098"/>
                    <a:gd name="connsiteY2" fmla="*/ 2462818 h 2528963"/>
                    <a:gd name="connsiteX3" fmla="*/ 3275501 w 3275098"/>
                    <a:gd name="connsiteY3" fmla="*/ 2529264 h 2528963"/>
                    <a:gd name="connsiteX4" fmla="*/ 3196370 w 3275098"/>
                    <a:gd name="connsiteY4" fmla="*/ 2475714 h 2528963"/>
                    <a:gd name="connsiteX5" fmla="*/ 403 w 3275098"/>
                    <a:gd name="connsiteY5" fmla="*/ 14616 h 2528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75098" h="2528963">
                      <a:moveTo>
                        <a:pt x="403" y="14616"/>
                      </a:moveTo>
                      <a:cubicBezTo>
                        <a:pt x="3875" y="9835"/>
                        <a:pt x="7366" y="5063"/>
                        <a:pt x="10867" y="300"/>
                      </a:cubicBezTo>
                      <a:cubicBezTo>
                        <a:pt x="1128146" y="826436"/>
                        <a:pt x="2193460" y="1647274"/>
                        <a:pt x="3206816" y="2462818"/>
                      </a:cubicBezTo>
                      <a:lnTo>
                        <a:pt x="3275501" y="2529264"/>
                      </a:lnTo>
                      <a:lnTo>
                        <a:pt x="3196370" y="2475714"/>
                      </a:lnTo>
                      <a:cubicBezTo>
                        <a:pt x="2189977" y="1651574"/>
                        <a:pt x="1124656" y="831209"/>
                        <a:pt x="403" y="14616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8364DEE6-C75C-E7C7-B567-A252143CCF5B}"/>
                    </a:ext>
                  </a:extLst>
                </p:cNvPr>
                <p:cNvSpPr/>
                <p:nvPr/>
              </p:nvSpPr>
              <p:spPr>
                <a:xfrm>
                  <a:off x="4092812" y="2791134"/>
                  <a:ext cx="3992600" cy="400263"/>
                </a:xfrm>
                <a:custGeom>
                  <a:avLst/>
                  <a:gdLst>
                    <a:gd name="connsiteX0" fmla="*/ 3987181 w 3992600"/>
                    <a:gd name="connsiteY0" fmla="*/ 300 h 400263"/>
                    <a:gd name="connsiteX1" fmla="*/ 3993003 w 3992600"/>
                    <a:gd name="connsiteY1" fmla="*/ 18746 h 400263"/>
                    <a:gd name="connsiteX2" fmla="*/ 91767 w 3992600"/>
                    <a:gd name="connsiteY2" fmla="*/ 252705 h 400263"/>
                    <a:gd name="connsiteX3" fmla="*/ 403 w 3992600"/>
                    <a:gd name="connsiteY3" fmla="*/ 224597 h 400263"/>
                    <a:gd name="connsiteX4" fmla="*/ 95420 w 3992600"/>
                    <a:gd name="connsiteY4" fmla="*/ 234968 h 400263"/>
                    <a:gd name="connsiteX5" fmla="*/ 3987181 w 3992600"/>
                    <a:gd name="connsiteY5" fmla="*/ 300 h 400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92600" h="400263">
                      <a:moveTo>
                        <a:pt x="3987181" y="300"/>
                      </a:moveTo>
                      <a:cubicBezTo>
                        <a:pt x="3989150" y="6440"/>
                        <a:pt x="3991091" y="12588"/>
                        <a:pt x="3993003" y="18746"/>
                      </a:cubicBezTo>
                      <a:cubicBezTo>
                        <a:pt x="2666728" y="431692"/>
                        <a:pt x="1366317" y="509679"/>
                        <a:pt x="91767" y="252705"/>
                      </a:cubicBezTo>
                      <a:lnTo>
                        <a:pt x="403" y="224597"/>
                      </a:lnTo>
                      <a:lnTo>
                        <a:pt x="95420" y="234968"/>
                      </a:lnTo>
                      <a:cubicBezTo>
                        <a:pt x="1367533" y="503767"/>
                        <a:pt x="2664787" y="425544"/>
                        <a:pt x="3987181" y="30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C5982922-9D2C-CCCB-7C81-A77AFCF21B1C}"/>
                    </a:ext>
                  </a:extLst>
                </p:cNvPr>
                <p:cNvSpPr/>
                <p:nvPr/>
              </p:nvSpPr>
              <p:spPr>
                <a:xfrm>
                  <a:off x="4098881" y="2986985"/>
                  <a:ext cx="2676857" cy="2420575"/>
                </a:xfrm>
                <a:custGeom>
                  <a:avLst/>
                  <a:gdLst>
                    <a:gd name="connsiteX0" fmla="*/ 2677261 w 2676857"/>
                    <a:gd name="connsiteY0" fmla="*/ 2414142 h 2420575"/>
                    <a:gd name="connsiteX1" fmla="*/ 2657449 w 2676857"/>
                    <a:gd name="connsiteY1" fmla="*/ 2420876 h 2420575"/>
                    <a:gd name="connsiteX2" fmla="*/ 91196 w 2676857"/>
                    <a:gd name="connsiteY2" fmla="*/ 30437 h 2420575"/>
                    <a:gd name="connsiteX3" fmla="*/ 403 w 2676857"/>
                    <a:gd name="connsiteY3" fmla="*/ 300 h 2420575"/>
                    <a:gd name="connsiteX4" fmla="*/ 95430 w 2676857"/>
                    <a:gd name="connsiteY4" fmla="*/ 11291 h 2420575"/>
                    <a:gd name="connsiteX5" fmla="*/ 2677261 w 2676857"/>
                    <a:gd name="connsiteY5" fmla="*/ 2414142 h 2420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76857" h="2420575">
                      <a:moveTo>
                        <a:pt x="2677261" y="2414142"/>
                      </a:moveTo>
                      <a:cubicBezTo>
                        <a:pt x="2670668" y="2416418"/>
                        <a:pt x="2664065" y="2418666"/>
                        <a:pt x="2657449" y="2420876"/>
                      </a:cubicBezTo>
                      <a:cubicBezTo>
                        <a:pt x="2217497" y="1101835"/>
                        <a:pt x="1362081" y="305022"/>
                        <a:pt x="91196" y="30437"/>
                      </a:cubicBezTo>
                      <a:lnTo>
                        <a:pt x="403" y="300"/>
                      </a:lnTo>
                      <a:lnTo>
                        <a:pt x="95430" y="11291"/>
                      </a:lnTo>
                      <a:cubicBezTo>
                        <a:pt x="1363490" y="298640"/>
                        <a:pt x="2224101" y="1099590"/>
                        <a:pt x="2677261" y="2414142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Freeform 81">
                  <a:extLst>
                    <a:ext uri="{FF2B5EF4-FFF2-40B4-BE49-F238E27FC236}">
                      <a16:creationId xmlns:a16="http://schemas.microsoft.com/office/drawing/2014/main" id="{9E1BD2E5-2D03-D37E-3B05-447B51C3307C}"/>
                    </a:ext>
                  </a:extLst>
                </p:cNvPr>
                <p:cNvSpPr/>
                <p:nvPr/>
              </p:nvSpPr>
              <p:spPr>
                <a:xfrm>
                  <a:off x="6534761" y="4144509"/>
                  <a:ext cx="1291359" cy="1233515"/>
                </a:xfrm>
                <a:custGeom>
                  <a:avLst/>
                  <a:gdLst>
                    <a:gd name="connsiteX0" fmla="*/ 1291763 w 1291359"/>
                    <a:gd name="connsiteY0" fmla="*/ 446917 h 1233515"/>
                    <a:gd name="connsiteX1" fmla="*/ 1278206 w 1291359"/>
                    <a:gd name="connsiteY1" fmla="*/ 466891 h 1233515"/>
                    <a:gd name="connsiteX2" fmla="*/ 170968 w 1291359"/>
                    <a:gd name="connsiteY2" fmla="*/ 1139661 h 1233515"/>
                    <a:gd name="connsiteX3" fmla="*/ 189433 w 1291359"/>
                    <a:gd name="connsiteY3" fmla="*/ 1233815 h 1233515"/>
                    <a:gd name="connsiteX4" fmla="*/ 149479 w 1291359"/>
                    <a:gd name="connsiteY4" fmla="*/ 1146595 h 1233515"/>
                    <a:gd name="connsiteX5" fmla="*/ 1291763 w 1291359"/>
                    <a:gd name="connsiteY5" fmla="*/ 446917 h 1233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91359" h="1233515">
                      <a:moveTo>
                        <a:pt x="1291763" y="446917"/>
                      </a:moveTo>
                      <a:cubicBezTo>
                        <a:pt x="1287282" y="453603"/>
                        <a:pt x="1282763" y="460261"/>
                        <a:pt x="1278206" y="466891"/>
                      </a:cubicBezTo>
                      <a:cubicBezTo>
                        <a:pt x="133829" y="-321176"/>
                        <a:pt x="-235250" y="-96920"/>
                        <a:pt x="170968" y="1139661"/>
                      </a:cubicBezTo>
                      <a:lnTo>
                        <a:pt x="189433" y="1233815"/>
                      </a:lnTo>
                      <a:lnTo>
                        <a:pt x="149479" y="1146595"/>
                      </a:lnTo>
                      <a:cubicBezTo>
                        <a:pt x="-242413" y="-94607"/>
                        <a:pt x="138347" y="-327835"/>
                        <a:pt x="1291763" y="446917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C7332249-6BBE-FD07-7724-6F81A128F2A3}"/>
                    </a:ext>
                  </a:extLst>
                </p:cNvPr>
                <p:cNvSpPr/>
                <p:nvPr/>
              </p:nvSpPr>
              <p:spPr>
                <a:xfrm>
                  <a:off x="4390117" y="2211800"/>
                  <a:ext cx="3750670" cy="1184418"/>
                </a:xfrm>
                <a:custGeom>
                  <a:avLst/>
                  <a:gdLst>
                    <a:gd name="connsiteX0" fmla="*/ 403 w 3750670"/>
                    <a:gd name="connsiteY0" fmla="*/ 19998 h 1184418"/>
                    <a:gd name="connsiteX1" fmla="*/ 14358 w 3750670"/>
                    <a:gd name="connsiteY1" fmla="*/ 300 h 1184418"/>
                    <a:gd name="connsiteX2" fmla="*/ 3655675 w 3750670"/>
                    <a:gd name="connsiteY2" fmla="*/ 1161196 h 1184418"/>
                    <a:gd name="connsiteX3" fmla="*/ 3751074 w 3750670"/>
                    <a:gd name="connsiteY3" fmla="*/ 1170300 h 1184418"/>
                    <a:gd name="connsiteX4" fmla="*/ 3656189 w 3750670"/>
                    <a:gd name="connsiteY4" fmla="*/ 1183796 h 1184418"/>
                    <a:gd name="connsiteX5" fmla="*/ 403 w 3750670"/>
                    <a:gd name="connsiteY5" fmla="*/ 19998 h 1184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50670" h="1184418">
                      <a:moveTo>
                        <a:pt x="403" y="19998"/>
                      </a:moveTo>
                      <a:cubicBezTo>
                        <a:pt x="5016" y="13406"/>
                        <a:pt x="9668" y="6844"/>
                        <a:pt x="14358" y="300"/>
                      </a:cubicBezTo>
                      <a:cubicBezTo>
                        <a:pt x="1142311" y="811768"/>
                        <a:pt x="2356081" y="1198732"/>
                        <a:pt x="3655675" y="1161196"/>
                      </a:cubicBezTo>
                      <a:lnTo>
                        <a:pt x="3751074" y="1170300"/>
                      </a:lnTo>
                      <a:lnTo>
                        <a:pt x="3656189" y="1183796"/>
                      </a:lnTo>
                      <a:cubicBezTo>
                        <a:pt x="2356255" y="1206265"/>
                        <a:pt x="1137657" y="818333"/>
                        <a:pt x="403" y="19998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A1E4E0E8-0854-3D91-E832-54F5CFD4579A}"/>
                    </a:ext>
                  </a:extLst>
                </p:cNvPr>
                <p:cNvSpPr/>
                <p:nvPr/>
              </p:nvSpPr>
              <p:spPr>
                <a:xfrm>
                  <a:off x="4114350" y="2921985"/>
                  <a:ext cx="3731121" cy="1661254"/>
                </a:xfrm>
                <a:custGeom>
                  <a:avLst/>
                  <a:gdLst>
                    <a:gd name="connsiteX0" fmla="*/ 3731524 w 3731121"/>
                    <a:gd name="connsiteY0" fmla="*/ 1640018 h 1661254"/>
                    <a:gd name="connsiteX1" fmla="*/ 3717426 w 3731121"/>
                    <a:gd name="connsiteY1" fmla="*/ 1661554 h 1661254"/>
                    <a:gd name="connsiteX2" fmla="*/ 89626 w 3731121"/>
                    <a:gd name="connsiteY2" fmla="*/ 35569 h 1661254"/>
                    <a:gd name="connsiteX3" fmla="*/ 403 w 3731121"/>
                    <a:gd name="connsiteY3" fmla="*/ 300 h 1661254"/>
                    <a:gd name="connsiteX4" fmla="*/ 95582 w 3731121"/>
                    <a:gd name="connsiteY4" fmla="*/ 12214 h 1661254"/>
                    <a:gd name="connsiteX5" fmla="*/ 3731524 w 3731121"/>
                    <a:gd name="connsiteY5" fmla="*/ 1640018 h 1661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31121" h="1661254">
                      <a:moveTo>
                        <a:pt x="3731524" y="1640018"/>
                      </a:moveTo>
                      <a:cubicBezTo>
                        <a:pt x="3726872" y="1647219"/>
                        <a:pt x="3722173" y="1654401"/>
                        <a:pt x="3717426" y="1661554"/>
                      </a:cubicBezTo>
                      <a:cubicBezTo>
                        <a:pt x="2560511" y="892060"/>
                        <a:pt x="1351243" y="350067"/>
                        <a:pt x="89626" y="35569"/>
                      </a:cubicBezTo>
                      <a:lnTo>
                        <a:pt x="403" y="300"/>
                      </a:lnTo>
                      <a:lnTo>
                        <a:pt x="95582" y="12214"/>
                      </a:lnTo>
                      <a:cubicBezTo>
                        <a:pt x="1353230" y="342281"/>
                        <a:pt x="2565212" y="884881"/>
                        <a:pt x="3731524" y="1640018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92E6AE55-F203-C9B5-1ECF-3713BF0E9CEF}"/>
                    </a:ext>
                  </a:extLst>
                </p:cNvPr>
                <p:cNvSpPr/>
                <p:nvPr/>
              </p:nvSpPr>
              <p:spPr>
                <a:xfrm>
                  <a:off x="4106073" y="2955569"/>
                  <a:ext cx="1321414" cy="2284923"/>
                </a:xfrm>
                <a:custGeom>
                  <a:avLst/>
                  <a:gdLst>
                    <a:gd name="connsiteX0" fmla="*/ 957304 w 1321414"/>
                    <a:gd name="connsiteY0" fmla="*/ 2285224 h 2284923"/>
                    <a:gd name="connsiteX1" fmla="*/ 935043 w 1321414"/>
                    <a:gd name="connsiteY1" fmla="*/ 2272317 h 2284923"/>
                    <a:gd name="connsiteX2" fmla="*/ 90216 w 1321414"/>
                    <a:gd name="connsiteY2" fmla="*/ 34056 h 2284923"/>
                    <a:gd name="connsiteX3" fmla="*/ 403 w 1321414"/>
                    <a:gd name="connsiteY3" fmla="*/ 300 h 2284923"/>
                    <a:gd name="connsiteX4" fmla="*/ 95782 w 1321414"/>
                    <a:gd name="connsiteY4" fmla="*/ 10602 h 2284923"/>
                    <a:gd name="connsiteX5" fmla="*/ 957304 w 1321414"/>
                    <a:gd name="connsiteY5" fmla="*/ 2285224 h 2284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21414" h="2284923">
                      <a:moveTo>
                        <a:pt x="957304" y="2285224"/>
                      </a:moveTo>
                      <a:cubicBezTo>
                        <a:pt x="949855" y="2280966"/>
                        <a:pt x="942434" y="2276661"/>
                        <a:pt x="935043" y="2272317"/>
                      </a:cubicBezTo>
                      <a:cubicBezTo>
                        <a:pt x="1638568" y="1073258"/>
                        <a:pt x="1356956" y="327172"/>
                        <a:pt x="90216" y="34056"/>
                      </a:cubicBezTo>
                      <a:lnTo>
                        <a:pt x="403" y="300"/>
                      </a:lnTo>
                      <a:lnTo>
                        <a:pt x="95782" y="10602"/>
                      </a:lnTo>
                      <a:cubicBezTo>
                        <a:pt x="1358812" y="319354"/>
                        <a:pt x="1645986" y="1077560"/>
                        <a:pt x="957304" y="2285224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40832F62-9499-59F8-195F-A29D09270488}"/>
                    </a:ext>
                  </a:extLst>
                </p:cNvPr>
                <p:cNvSpPr/>
                <p:nvPr/>
              </p:nvSpPr>
              <p:spPr>
                <a:xfrm>
                  <a:off x="6963789" y="3328842"/>
                  <a:ext cx="1214271" cy="1413588"/>
                </a:xfrm>
                <a:custGeom>
                  <a:avLst/>
                  <a:gdLst>
                    <a:gd name="connsiteX0" fmla="*/ 1213590 w 1214271"/>
                    <a:gd name="connsiteY0" fmla="*/ 300 h 1413588"/>
                    <a:gd name="connsiteX1" fmla="*/ 1214674 w 1214271"/>
                    <a:gd name="connsiteY1" fmla="*/ 26029 h 1413588"/>
                    <a:gd name="connsiteX2" fmla="*/ 636569 w 1214271"/>
                    <a:gd name="connsiteY2" fmla="*/ 1343527 h 1413588"/>
                    <a:gd name="connsiteX3" fmla="*/ 701867 w 1214271"/>
                    <a:gd name="connsiteY3" fmla="*/ 1413888 h 1413588"/>
                    <a:gd name="connsiteX4" fmla="*/ 621129 w 1214271"/>
                    <a:gd name="connsiteY4" fmla="*/ 1362025 h 1413588"/>
                    <a:gd name="connsiteX5" fmla="*/ 1213590 w 1214271"/>
                    <a:gd name="connsiteY5" fmla="*/ 300 h 1413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4271" h="1413588">
                      <a:moveTo>
                        <a:pt x="1213590" y="300"/>
                      </a:moveTo>
                      <a:cubicBezTo>
                        <a:pt x="1214009" y="8874"/>
                        <a:pt x="1214361" y="17450"/>
                        <a:pt x="1214674" y="26029"/>
                      </a:cubicBezTo>
                      <a:cubicBezTo>
                        <a:pt x="-173368" y="75648"/>
                        <a:pt x="-366069" y="514815"/>
                        <a:pt x="636569" y="1343527"/>
                      </a:cubicBezTo>
                      <a:lnTo>
                        <a:pt x="701867" y="1413888"/>
                      </a:lnTo>
                      <a:lnTo>
                        <a:pt x="621129" y="1362025"/>
                      </a:lnTo>
                      <a:cubicBezTo>
                        <a:pt x="-371215" y="520980"/>
                        <a:pt x="-173727" y="67071"/>
                        <a:pt x="1213590" y="30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Freeform 86">
                  <a:extLst>
                    <a:ext uri="{FF2B5EF4-FFF2-40B4-BE49-F238E27FC236}">
                      <a16:creationId xmlns:a16="http://schemas.microsoft.com/office/drawing/2014/main" id="{16C0ACF0-AF89-4597-4F60-040E53D1EAE7}"/>
                    </a:ext>
                  </a:extLst>
                </p:cNvPr>
                <p:cNvSpPr/>
                <p:nvPr/>
              </p:nvSpPr>
              <p:spPr>
                <a:xfrm>
                  <a:off x="4530598" y="2032082"/>
                  <a:ext cx="3111757" cy="2737294"/>
                </a:xfrm>
                <a:custGeom>
                  <a:avLst/>
                  <a:gdLst>
                    <a:gd name="connsiteX0" fmla="*/ 403 w 3111757"/>
                    <a:gd name="connsiteY0" fmla="*/ 20741 h 2737294"/>
                    <a:gd name="connsiteX1" fmla="*/ 18563 w 3111757"/>
                    <a:gd name="connsiteY1" fmla="*/ 300 h 2737294"/>
                    <a:gd name="connsiteX2" fmla="*/ 3048574 w 3111757"/>
                    <a:gd name="connsiteY2" fmla="*/ 2665548 h 2737294"/>
                    <a:gd name="connsiteX3" fmla="*/ 3112160 w 3111757"/>
                    <a:gd name="connsiteY3" fmla="*/ 2737595 h 2737294"/>
                    <a:gd name="connsiteX4" fmla="*/ 3031840 w 3111757"/>
                    <a:gd name="connsiteY4" fmla="*/ 2684902 h 2737294"/>
                    <a:gd name="connsiteX5" fmla="*/ 403 w 3111757"/>
                    <a:gd name="connsiteY5" fmla="*/ 20741 h 2737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11757" h="2737294">
                      <a:moveTo>
                        <a:pt x="403" y="20741"/>
                      </a:moveTo>
                      <a:cubicBezTo>
                        <a:pt x="6405" y="13883"/>
                        <a:pt x="12465" y="7072"/>
                        <a:pt x="18563" y="300"/>
                      </a:cubicBezTo>
                      <a:cubicBezTo>
                        <a:pt x="1050056" y="931579"/>
                        <a:pt x="2060061" y="1819994"/>
                        <a:pt x="3048574" y="2665548"/>
                      </a:cubicBezTo>
                      <a:lnTo>
                        <a:pt x="3112160" y="2737595"/>
                      </a:lnTo>
                      <a:lnTo>
                        <a:pt x="3031840" y="2684902"/>
                      </a:lnTo>
                      <a:cubicBezTo>
                        <a:pt x="2054482" y="1826446"/>
                        <a:pt x="1044002" y="938391"/>
                        <a:pt x="403" y="20741"/>
                      </a:cubicBezTo>
                      <a:close/>
                    </a:path>
                  </a:pathLst>
                </a:custGeom>
                <a:solidFill>
                  <a:srgbClr val="EA96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Freeform 87">
                  <a:extLst>
                    <a:ext uri="{FF2B5EF4-FFF2-40B4-BE49-F238E27FC236}">
                      <a16:creationId xmlns:a16="http://schemas.microsoft.com/office/drawing/2014/main" id="{CECA8FA3-1131-DEF4-EC35-8C009EEC865F}"/>
                    </a:ext>
                  </a:extLst>
                </p:cNvPr>
                <p:cNvSpPr/>
                <p:nvPr/>
              </p:nvSpPr>
              <p:spPr>
                <a:xfrm>
                  <a:off x="4505531" y="2059657"/>
                  <a:ext cx="3635761" cy="1371617"/>
                </a:xfrm>
                <a:custGeom>
                  <a:avLst/>
                  <a:gdLst>
                    <a:gd name="connsiteX0" fmla="*/ 403 w 3635761"/>
                    <a:gd name="connsiteY0" fmla="*/ 22274 h 1371617"/>
                    <a:gd name="connsiteX1" fmla="*/ 19229 w 3635761"/>
                    <a:gd name="connsiteY1" fmla="*/ 300 h 1371617"/>
                    <a:gd name="connsiteX2" fmla="*/ 3540909 w 3635761"/>
                    <a:gd name="connsiteY2" fmla="*/ 1344814 h 1371617"/>
                    <a:gd name="connsiteX3" fmla="*/ 3636164 w 3635761"/>
                    <a:gd name="connsiteY3" fmla="*/ 1357815 h 1371617"/>
                    <a:gd name="connsiteX4" fmla="*/ 3541071 w 3635761"/>
                    <a:gd name="connsiteY4" fmla="*/ 1371917 h 1371617"/>
                    <a:gd name="connsiteX5" fmla="*/ 403 w 3635761"/>
                    <a:gd name="connsiteY5" fmla="*/ 22274 h 1371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35761" h="1371617">
                      <a:moveTo>
                        <a:pt x="403" y="22274"/>
                      </a:moveTo>
                      <a:cubicBezTo>
                        <a:pt x="6624" y="14911"/>
                        <a:pt x="12903" y="7587"/>
                        <a:pt x="19229" y="300"/>
                      </a:cubicBezTo>
                      <a:cubicBezTo>
                        <a:pt x="1066991" y="913196"/>
                        <a:pt x="2240885" y="1361366"/>
                        <a:pt x="3540909" y="1344814"/>
                      </a:cubicBezTo>
                      <a:lnTo>
                        <a:pt x="3636164" y="1357815"/>
                      </a:lnTo>
                      <a:lnTo>
                        <a:pt x="3541071" y="1371917"/>
                      </a:lnTo>
                      <a:cubicBezTo>
                        <a:pt x="2240937" y="1370401"/>
                        <a:pt x="1060714" y="920521"/>
                        <a:pt x="403" y="22274"/>
                      </a:cubicBezTo>
                      <a:close/>
                    </a:path>
                  </a:pathLst>
                </a:custGeom>
                <a:solidFill>
                  <a:srgbClr val="EA96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Freeform 88">
                  <a:extLst>
                    <a:ext uri="{FF2B5EF4-FFF2-40B4-BE49-F238E27FC236}">
                      <a16:creationId xmlns:a16="http://schemas.microsoft.com/office/drawing/2014/main" id="{D5FE6D3D-7A5D-40F6-C0A8-9B74F466A8BE}"/>
                    </a:ext>
                  </a:extLst>
                </p:cNvPr>
                <p:cNvSpPr/>
                <p:nvPr/>
              </p:nvSpPr>
              <p:spPr>
                <a:xfrm>
                  <a:off x="6089408" y="4111000"/>
                  <a:ext cx="1807918" cy="1365836"/>
                </a:xfrm>
                <a:custGeom>
                  <a:avLst/>
                  <a:gdLst>
                    <a:gd name="connsiteX0" fmla="*/ 1808321 w 1807918"/>
                    <a:gd name="connsiteY0" fmla="*/ 366363 h 1365836"/>
                    <a:gd name="connsiteX1" fmla="*/ 1787830 w 1807918"/>
                    <a:gd name="connsiteY1" fmla="*/ 400901 h 1365836"/>
                    <a:gd name="connsiteX2" fmla="*/ 37953 w 1807918"/>
                    <a:gd name="connsiteY2" fmla="*/ 1270676 h 1365836"/>
                    <a:gd name="connsiteX3" fmla="*/ 19773 w 1807918"/>
                    <a:gd name="connsiteY3" fmla="*/ 1366136 h 1365836"/>
                    <a:gd name="connsiteX4" fmla="*/ 403 w 1807918"/>
                    <a:gd name="connsiteY4" fmla="*/ 1270915 h 1365836"/>
                    <a:gd name="connsiteX5" fmla="*/ 1808321 w 1807918"/>
                    <a:gd name="connsiteY5" fmla="*/ 366363 h 13658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7918" h="1365836">
                      <a:moveTo>
                        <a:pt x="1808321" y="366363"/>
                      </a:moveTo>
                      <a:cubicBezTo>
                        <a:pt x="1801596" y="377946"/>
                        <a:pt x="1794775" y="389452"/>
                        <a:pt x="1787830" y="400901"/>
                      </a:cubicBezTo>
                      <a:cubicBezTo>
                        <a:pt x="600606" y="-320835"/>
                        <a:pt x="17313" y="-30908"/>
                        <a:pt x="37953" y="1270676"/>
                      </a:cubicBezTo>
                      <a:lnTo>
                        <a:pt x="19773" y="1366136"/>
                      </a:lnTo>
                      <a:lnTo>
                        <a:pt x="403" y="1270915"/>
                      </a:lnTo>
                      <a:cubicBezTo>
                        <a:pt x="4797" y="-30830"/>
                        <a:pt x="607435" y="-332346"/>
                        <a:pt x="1808321" y="366363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Freeform 89">
                  <a:extLst>
                    <a:ext uri="{FF2B5EF4-FFF2-40B4-BE49-F238E27FC236}">
                      <a16:creationId xmlns:a16="http://schemas.microsoft.com/office/drawing/2014/main" id="{77E9BAFD-EBBD-5A11-2F42-B52150E2B3EB}"/>
                    </a:ext>
                  </a:extLst>
                </p:cNvPr>
                <p:cNvSpPr/>
                <p:nvPr/>
              </p:nvSpPr>
              <p:spPr>
                <a:xfrm>
                  <a:off x="4227480" y="2596082"/>
                  <a:ext cx="3644418" cy="1957638"/>
                </a:xfrm>
                <a:custGeom>
                  <a:avLst/>
                  <a:gdLst>
                    <a:gd name="connsiteX0" fmla="*/ 3644821 w 3644418"/>
                    <a:gd name="connsiteY0" fmla="*/ 1923906 h 1957638"/>
                    <a:gd name="connsiteX1" fmla="*/ 3623521 w 3644418"/>
                    <a:gd name="connsiteY1" fmla="*/ 1957939 h 1957638"/>
                    <a:gd name="connsiteX2" fmla="*/ 79761 w 3644418"/>
                    <a:gd name="connsiteY2" fmla="*/ 56252 h 1957638"/>
                    <a:gd name="connsiteX3" fmla="*/ 403 w 3644418"/>
                    <a:gd name="connsiteY3" fmla="*/ 300 h 1957638"/>
                    <a:gd name="connsiteX4" fmla="*/ 95030 w 3644418"/>
                    <a:gd name="connsiteY4" fmla="*/ 21904 h 1957638"/>
                    <a:gd name="connsiteX5" fmla="*/ 3644821 w 3644418"/>
                    <a:gd name="connsiteY5" fmla="*/ 1923906 h 1957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44418" h="1957638">
                      <a:moveTo>
                        <a:pt x="3644821" y="1923906"/>
                      </a:moveTo>
                      <a:cubicBezTo>
                        <a:pt x="3637829" y="1935317"/>
                        <a:pt x="3630732" y="1946671"/>
                        <a:pt x="3623521" y="1957939"/>
                      </a:cubicBezTo>
                      <a:cubicBezTo>
                        <a:pt x="2453789" y="1208126"/>
                        <a:pt x="1272535" y="574229"/>
                        <a:pt x="79761" y="56252"/>
                      </a:cubicBezTo>
                      <a:lnTo>
                        <a:pt x="403" y="300"/>
                      </a:lnTo>
                      <a:lnTo>
                        <a:pt x="95030" y="21904"/>
                      </a:lnTo>
                      <a:cubicBezTo>
                        <a:pt x="1277625" y="562780"/>
                        <a:pt x="2460890" y="1196781"/>
                        <a:pt x="3644821" y="1923906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FDF6E488-FBC5-FC62-61A8-58E21038F177}"/>
                    </a:ext>
                  </a:extLst>
                </p:cNvPr>
                <p:cNvSpPr/>
                <p:nvPr/>
              </p:nvSpPr>
              <p:spPr>
                <a:xfrm>
                  <a:off x="4131169" y="3880614"/>
                  <a:ext cx="3483103" cy="920566"/>
                </a:xfrm>
                <a:custGeom>
                  <a:avLst/>
                  <a:gdLst>
                    <a:gd name="connsiteX0" fmla="*/ 14101 w 3483103"/>
                    <a:gd name="connsiteY0" fmla="*/ 280067 h 920566"/>
                    <a:gd name="connsiteX1" fmla="*/ 403 w 3483103"/>
                    <a:gd name="connsiteY1" fmla="*/ 242318 h 920566"/>
                    <a:gd name="connsiteX2" fmla="*/ 3425409 w 3483103"/>
                    <a:gd name="connsiteY2" fmla="*/ 843028 h 920566"/>
                    <a:gd name="connsiteX3" fmla="*/ 3483506 w 3483103"/>
                    <a:gd name="connsiteY3" fmla="*/ 920866 h 920566"/>
                    <a:gd name="connsiteX4" fmla="*/ 3400247 w 3483103"/>
                    <a:gd name="connsiteY4" fmla="*/ 870946 h 920566"/>
                    <a:gd name="connsiteX5" fmla="*/ 14101 w 3483103"/>
                    <a:gd name="connsiteY5" fmla="*/ 280067 h 920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83103" h="920566">
                      <a:moveTo>
                        <a:pt x="14101" y="280067"/>
                      </a:moveTo>
                      <a:cubicBezTo>
                        <a:pt x="9421" y="267528"/>
                        <a:pt x="4845" y="254945"/>
                        <a:pt x="403" y="242318"/>
                      </a:cubicBezTo>
                      <a:cubicBezTo>
                        <a:pt x="1310290" y="-220104"/>
                        <a:pt x="2451957" y="-19866"/>
                        <a:pt x="3425409" y="843028"/>
                      </a:cubicBezTo>
                      <a:lnTo>
                        <a:pt x="3483506" y="920866"/>
                      </a:lnTo>
                      <a:lnTo>
                        <a:pt x="3400247" y="870946"/>
                      </a:lnTo>
                      <a:cubicBezTo>
                        <a:pt x="2443571" y="-10562"/>
                        <a:pt x="1314858" y="-207520"/>
                        <a:pt x="14101" y="280067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AFCC799D-E332-7DE8-4FB6-4C4166A7F60C}"/>
                    </a:ext>
                  </a:extLst>
                </p:cNvPr>
                <p:cNvSpPr/>
                <p:nvPr/>
              </p:nvSpPr>
              <p:spPr>
                <a:xfrm>
                  <a:off x="5854045" y="4238565"/>
                  <a:ext cx="1726103" cy="1266884"/>
                </a:xfrm>
                <a:custGeom>
                  <a:avLst/>
                  <a:gdLst>
                    <a:gd name="connsiteX0" fmla="*/ 43474 w 1726103"/>
                    <a:gd name="connsiteY0" fmla="*/ 1267185 h 1266884"/>
                    <a:gd name="connsiteX1" fmla="*/ 403 w 1726103"/>
                    <a:gd name="connsiteY1" fmla="*/ 1262594 h 1266884"/>
                    <a:gd name="connsiteX2" fmla="*/ 1671349 w 1726103"/>
                    <a:gd name="connsiteY2" fmla="*/ 519510 h 1266884"/>
                    <a:gd name="connsiteX3" fmla="*/ 1726506 w 1726103"/>
                    <a:gd name="connsiteY3" fmla="*/ 599854 h 1266884"/>
                    <a:gd name="connsiteX4" fmla="*/ 1643456 w 1726103"/>
                    <a:gd name="connsiteY4" fmla="*/ 548962 h 1266884"/>
                    <a:gd name="connsiteX5" fmla="*/ 43474 w 1726103"/>
                    <a:gd name="connsiteY5" fmla="*/ 1267185 h 1266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26103" h="1266884">
                      <a:moveTo>
                        <a:pt x="43474" y="1267185"/>
                      </a:moveTo>
                      <a:cubicBezTo>
                        <a:pt x="29102" y="1265804"/>
                        <a:pt x="14744" y="1264270"/>
                        <a:pt x="403" y="1262594"/>
                      </a:cubicBezTo>
                      <a:cubicBezTo>
                        <a:pt x="161705" y="-118646"/>
                        <a:pt x="718688" y="-366340"/>
                        <a:pt x="1671349" y="519510"/>
                      </a:cubicBezTo>
                      <a:lnTo>
                        <a:pt x="1726506" y="599854"/>
                      </a:lnTo>
                      <a:lnTo>
                        <a:pt x="1643456" y="548962"/>
                      </a:lnTo>
                      <a:cubicBezTo>
                        <a:pt x="709388" y="-356522"/>
                        <a:pt x="176062" y="-117116"/>
                        <a:pt x="43474" y="1267185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DBC54DA1-0033-1CEB-A39A-D5178130BD6E}"/>
                    </a:ext>
                  </a:extLst>
                </p:cNvPr>
                <p:cNvSpPr/>
                <p:nvPr/>
              </p:nvSpPr>
              <p:spPr>
                <a:xfrm>
                  <a:off x="4050897" y="3375495"/>
                  <a:ext cx="3876197" cy="1093357"/>
                </a:xfrm>
                <a:custGeom>
                  <a:avLst/>
                  <a:gdLst>
                    <a:gd name="connsiteX0" fmla="*/ 3876600 w 3876197"/>
                    <a:gd name="connsiteY0" fmla="*/ 1048814 h 1093357"/>
                    <a:gd name="connsiteX1" fmla="*/ 3851571 w 3876197"/>
                    <a:gd name="connsiteY1" fmla="*/ 1093658 h 1093357"/>
                    <a:gd name="connsiteX2" fmla="*/ 95315 w 3876197"/>
                    <a:gd name="connsiteY2" fmla="*/ 48386 h 1093357"/>
                    <a:gd name="connsiteX3" fmla="*/ 403 w 3876197"/>
                    <a:gd name="connsiteY3" fmla="*/ 22903 h 1093357"/>
                    <a:gd name="connsiteX4" fmla="*/ 96038 w 3876197"/>
                    <a:gd name="connsiteY4" fmla="*/ 300 h 1093357"/>
                    <a:gd name="connsiteX5" fmla="*/ 3876600 w 3876197"/>
                    <a:gd name="connsiteY5" fmla="*/ 1048814 h 1093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76197" h="1093357">
                      <a:moveTo>
                        <a:pt x="3876600" y="1048814"/>
                      </a:moveTo>
                      <a:cubicBezTo>
                        <a:pt x="3868438" y="1063864"/>
                        <a:pt x="3860094" y="1078818"/>
                        <a:pt x="3851571" y="1093658"/>
                      </a:cubicBezTo>
                      <a:cubicBezTo>
                        <a:pt x="2647527" y="400424"/>
                        <a:pt x="1395441" y="51998"/>
                        <a:pt x="95315" y="48386"/>
                      </a:cubicBezTo>
                      <a:lnTo>
                        <a:pt x="403" y="22903"/>
                      </a:lnTo>
                      <a:lnTo>
                        <a:pt x="96038" y="300"/>
                      </a:lnTo>
                      <a:cubicBezTo>
                        <a:pt x="1395683" y="35969"/>
                        <a:pt x="2655870" y="385473"/>
                        <a:pt x="3876600" y="1048814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1885744E-FC0F-AF40-773E-799E1944393C}"/>
                    </a:ext>
                  </a:extLst>
                </p:cNvPr>
                <p:cNvSpPr/>
                <p:nvPr/>
              </p:nvSpPr>
              <p:spPr>
                <a:xfrm>
                  <a:off x="4148216" y="3439984"/>
                  <a:ext cx="3992771" cy="778555"/>
                </a:xfrm>
                <a:custGeom>
                  <a:avLst/>
                  <a:gdLst>
                    <a:gd name="connsiteX0" fmla="*/ 19800 w 3992771"/>
                    <a:gd name="connsiteY0" fmla="*/ 778856 h 778555"/>
                    <a:gd name="connsiteX1" fmla="*/ 403 w 3992771"/>
                    <a:gd name="connsiteY1" fmla="*/ 729570 h 778555"/>
                    <a:gd name="connsiteX2" fmla="*/ 3898356 w 3992771"/>
                    <a:gd name="connsiteY2" fmla="*/ 465 h 778555"/>
                    <a:gd name="connsiteX3" fmla="*/ 3993174 w 3992771"/>
                    <a:gd name="connsiteY3" fmla="*/ 27013 h 778555"/>
                    <a:gd name="connsiteX4" fmla="*/ 3897443 w 3992771"/>
                    <a:gd name="connsiteY4" fmla="*/ 50047 h 778555"/>
                    <a:gd name="connsiteX5" fmla="*/ 19800 w 3992771"/>
                    <a:gd name="connsiteY5" fmla="*/ 778856 h 778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92771" h="778555">
                      <a:moveTo>
                        <a:pt x="19800" y="778856"/>
                      </a:moveTo>
                      <a:cubicBezTo>
                        <a:pt x="13131" y="762510"/>
                        <a:pt x="6662" y="746079"/>
                        <a:pt x="403" y="729570"/>
                      </a:cubicBezTo>
                      <a:cubicBezTo>
                        <a:pt x="1298923" y="236067"/>
                        <a:pt x="2598241" y="-6968"/>
                        <a:pt x="3898356" y="465"/>
                      </a:cubicBezTo>
                      <a:lnTo>
                        <a:pt x="3993174" y="27013"/>
                      </a:lnTo>
                      <a:lnTo>
                        <a:pt x="3897443" y="50047"/>
                      </a:lnTo>
                      <a:cubicBezTo>
                        <a:pt x="2597938" y="9559"/>
                        <a:pt x="1305391" y="252496"/>
                        <a:pt x="19800" y="778856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" name="Freeform 94">
                  <a:extLst>
                    <a:ext uri="{FF2B5EF4-FFF2-40B4-BE49-F238E27FC236}">
                      <a16:creationId xmlns:a16="http://schemas.microsoft.com/office/drawing/2014/main" id="{8E36A45D-7786-9E9F-56B7-B5ED639CBB06}"/>
                    </a:ext>
                  </a:extLst>
                </p:cNvPr>
                <p:cNvSpPr/>
                <p:nvPr/>
              </p:nvSpPr>
              <p:spPr>
                <a:xfrm>
                  <a:off x="4627214" y="1912743"/>
                  <a:ext cx="2913474" cy="2965903"/>
                </a:xfrm>
                <a:custGeom>
                  <a:avLst/>
                  <a:gdLst>
                    <a:gd name="connsiteX0" fmla="*/ 403 w 2913474"/>
                    <a:gd name="connsiteY0" fmla="*/ 37171 h 2965903"/>
                    <a:gd name="connsiteX1" fmla="*/ 38398 w 2913474"/>
                    <a:gd name="connsiteY1" fmla="*/ 300 h 2965903"/>
                    <a:gd name="connsiteX2" fmla="*/ 2864104 w 2913474"/>
                    <a:gd name="connsiteY2" fmla="*/ 2881146 h 2965903"/>
                    <a:gd name="connsiteX3" fmla="*/ 2913877 w 2913474"/>
                    <a:gd name="connsiteY3" fmla="*/ 2966204 h 2965903"/>
                    <a:gd name="connsiteX4" fmla="*/ 2829038 w 2913474"/>
                    <a:gd name="connsiteY4" fmla="*/ 2916179 h 2965903"/>
                    <a:gd name="connsiteX5" fmla="*/ 403 w 2913474"/>
                    <a:gd name="connsiteY5" fmla="*/ 37171 h 2965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13474" h="2965903">
                      <a:moveTo>
                        <a:pt x="403" y="37171"/>
                      </a:moveTo>
                      <a:cubicBezTo>
                        <a:pt x="12903" y="24722"/>
                        <a:pt x="25574" y="12435"/>
                        <a:pt x="38398" y="300"/>
                      </a:cubicBezTo>
                      <a:cubicBezTo>
                        <a:pt x="992257" y="1011139"/>
                        <a:pt x="1934159" y="1971421"/>
                        <a:pt x="2864104" y="2881146"/>
                      </a:cubicBezTo>
                      <a:lnTo>
                        <a:pt x="2913877" y="2966204"/>
                      </a:lnTo>
                      <a:lnTo>
                        <a:pt x="2829038" y="2916179"/>
                      </a:lnTo>
                      <a:cubicBezTo>
                        <a:pt x="1922473" y="1983096"/>
                        <a:pt x="979591" y="1023428"/>
                        <a:pt x="403" y="37171"/>
                      </a:cubicBezTo>
                      <a:close/>
                    </a:path>
                  </a:pathLst>
                </a:custGeom>
                <a:solidFill>
                  <a:srgbClr val="F9BE7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Freeform 95">
                  <a:extLst>
                    <a:ext uri="{FF2B5EF4-FFF2-40B4-BE49-F238E27FC236}">
                      <a16:creationId xmlns:a16="http://schemas.microsoft.com/office/drawing/2014/main" id="{61FFE49B-F74A-4EB4-731C-036F76869B78}"/>
                    </a:ext>
                  </a:extLst>
                </p:cNvPr>
                <p:cNvSpPr/>
                <p:nvPr/>
              </p:nvSpPr>
              <p:spPr>
                <a:xfrm>
                  <a:off x="4214904" y="3976459"/>
                  <a:ext cx="3276629" cy="949679"/>
                </a:xfrm>
                <a:custGeom>
                  <a:avLst/>
                  <a:gdLst>
                    <a:gd name="connsiteX0" fmla="*/ 30312 w 3276629"/>
                    <a:gd name="connsiteY0" fmla="*/ 409846 h 949679"/>
                    <a:gd name="connsiteX1" fmla="*/ 403 w 3276629"/>
                    <a:gd name="connsiteY1" fmla="*/ 349478 h 949679"/>
                    <a:gd name="connsiteX2" fmla="*/ 3234984 w 3276629"/>
                    <a:gd name="connsiteY2" fmla="*/ 858635 h 949679"/>
                    <a:gd name="connsiteX3" fmla="*/ 3277032 w 3276629"/>
                    <a:gd name="connsiteY3" fmla="*/ 949980 h 949679"/>
                    <a:gd name="connsiteX4" fmla="*/ 3188921 w 3276629"/>
                    <a:gd name="connsiteY4" fmla="*/ 901679 h 949679"/>
                    <a:gd name="connsiteX5" fmla="*/ 30312 w 3276629"/>
                    <a:gd name="connsiteY5" fmla="*/ 409846 h 949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76629" h="949679">
                      <a:moveTo>
                        <a:pt x="30312" y="409846"/>
                      </a:moveTo>
                      <a:cubicBezTo>
                        <a:pt x="20019" y="389887"/>
                        <a:pt x="10049" y="369762"/>
                        <a:pt x="403" y="349478"/>
                      </a:cubicBezTo>
                      <a:cubicBezTo>
                        <a:pt x="1254466" y="-248280"/>
                        <a:pt x="2332660" y="-78561"/>
                        <a:pt x="3234984" y="858635"/>
                      </a:cubicBezTo>
                      <a:lnTo>
                        <a:pt x="3277032" y="949980"/>
                      </a:lnTo>
                      <a:lnTo>
                        <a:pt x="3188921" y="901679"/>
                      </a:lnTo>
                      <a:cubicBezTo>
                        <a:pt x="2317307" y="-64215"/>
                        <a:pt x="1264435" y="-228157"/>
                        <a:pt x="30312" y="409846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" name="Freeform 96">
                  <a:extLst>
                    <a:ext uri="{FF2B5EF4-FFF2-40B4-BE49-F238E27FC236}">
                      <a16:creationId xmlns:a16="http://schemas.microsoft.com/office/drawing/2014/main" id="{BC9BB75E-CAAE-2D21-4999-4F32D3CF1C10}"/>
                    </a:ext>
                  </a:extLst>
                </p:cNvPr>
                <p:cNvSpPr/>
                <p:nvPr/>
              </p:nvSpPr>
              <p:spPr>
                <a:xfrm>
                  <a:off x="5906546" y="3496346"/>
                  <a:ext cx="2231750" cy="2015657"/>
                </a:xfrm>
                <a:custGeom>
                  <a:avLst/>
                  <a:gdLst>
                    <a:gd name="connsiteX0" fmla="*/ 78699 w 2231750"/>
                    <a:gd name="connsiteY0" fmla="*/ 2015957 h 2015657"/>
                    <a:gd name="connsiteX1" fmla="*/ 403 w 2231750"/>
                    <a:gd name="connsiteY1" fmla="*/ 2010290 h 2015657"/>
                    <a:gd name="connsiteX2" fmla="*/ 2138819 w 2231750"/>
                    <a:gd name="connsiteY2" fmla="*/ 2556 h 2015657"/>
                    <a:gd name="connsiteX3" fmla="*/ 2232153 w 2231750"/>
                    <a:gd name="connsiteY3" fmla="*/ 44495 h 2015657"/>
                    <a:gd name="connsiteX4" fmla="*/ 2134814 w 2231750"/>
                    <a:gd name="connsiteY4" fmla="*/ 76021 h 2015657"/>
                    <a:gd name="connsiteX5" fmla="*/ 78699 w 2231750"/>
                    <a:gd name="connsiteY5" fmla="*/ 2015957 h 2015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31750" h="2015657">
                      <a:moveTo>
                        <a:pt x="78699" y="2015957"/>
                      </a:moveTo>
                      <a:cubicBezTo>
                        <a:pt x="52567" y="2014557"/>
                        <a:pt x="26464" y="2012671"/>
                        <a:pt x="403" y="2010290"/>
                      </a:cubicBezTo>
                      <a:cubicBezTo>
                        <a:pt x="126705" y="625398"/>
                        <a:pt x="839510" y="-43845"/>
                        <a:pt x="2138819" y="2556"/>
                      </a:cubicBezTo>
                      <a:lnTo>
                        <a:pt x="2232153" y="44495"/>
                      </a:lnTo>
                      <a:lnTo>
                        <a:pt x="2134814" y="76021"/>
                      </a:lnTo>
                      <a:cubicBezTo>
                        <a:pt x="838176" y="-19357"/>
                        <a:pt x="152804" y="627288"/>
                        <a:pt x="78699" y="2015957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Freeform 97">
                  <a:extLst>
                    <a:ext uri="{FF2B5EF4-FFF2-40B4-BE49-F238E27FC236}">
                      <a16:creationId xmlns:a16="http://schemas.microsoft.com/office/drawing/2014/main" id="{A71EFA4E-1EC1-5F0D-3FE6-1364F39D05B5}"/>
                    </a:ext>
                  </a:extLst>
                </p:cNvPr>
                <p:cNvSpPr/>
                <p:nvPr/>
              </p:nvSpPr>
              <p:spPr>
                <a:xfrm>
                  <a:off x="6312781" y="1357388"/>
                  <a:ext cx="1818760" cy="2301225"/>
                </a:xfrm>
                <a:custGeom>
                  <a:avLst/>
                  <a:gdLst>
                    <a:gd name="connsiteX0" fmla="*/ 27727 w 1818760"/>
                    <a:gd name="connsiteY0" fmla="*/ 300 h 2301225"/>
                    <a:gd name="connsiteX1" fmla="*/ 110240 w 1818760"/>
                    <a:gd name="connsiteY1" fmla="*/ 11730 h 2301225"/>
                    <a:gd name="connsiteX2" fmla="*/ 1727912 w 1818760"/>
                    <a:gd name="connsiteY2" fmla="*/ 2223830 h 2301225"/>
                    <a:gd name="connsiteX3" fmla="*/ 1819163 w 1818760"/>
                    <a:gd name="connsiteY3" fmla="*/ 2272023 h 2301225"/>
                    <a:gd name="connsiteX4" fmla="*/ 1720292 w 1818760"/>
                    <a:gd name="connsiteY4" fmla="*/ 2301526 h 2301225"/>
                    <a:gd name="connsiteX5" fmla="*/ 27727 w 1818760"/>
                    <a:gd name="connsiteY5" fmla="*/ 300 h 2301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18760" h="2301225">
                      <a:moveTo>
                        <a:pt x="27727" y="300"/>
                      </a:moveTo>
                      <a:cubicBezTo>
                        <a:pt x="55304" y="3558"/>
                        <a:pt x="82814" y="7368"/>
                        <a:pt x="110240" y="11730"/>
                      </a:cubicBezTo>
                      <a:cubicBezTo>
                        <a:pt x="-107506" y="1385185"/>
                        <a:pt x="431717" y="2122551"/>
                        <a:pt x="1727912" y="2223830"/>
                      </a:cubicBezTo>
                      <a:lnTo>
                        <a:pt x="1819163" y="2272023"/>
                      </a:lnTo>
                      <a:lnTo>
                        <a:pt x="1720292" y="2301526"/>
                      </a:lnTo>
                      <a:cubicBezTo>
                        <a:pt x="429177" y="2148450"/>
                        <a:pt x="-135011" y="1381376"/>
                        <a:pt x="27727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Freeform 98">
                  <a:extLst>
                    <a:ext uri="{FF2B5EF4-FFF2-40B4-BE49-F238E27FC236}">
                      <a16:creationId xmlns:a16="http://schemas.microsoft.com/office/drawing/2014/main" id="{234F47D7-9DB1-ADF5-26C8-274E96F9BB3E}"/>
                    </a:ext>
                  </a:extLst>
                </p:cNvPr>
                <p:cNvSpPr/>
                <p:nvPr/>
              </p:nvSpPr>
              <p:spPr>
                <a:xfrm>
                  <a:off x="7064397" y="2695854"/>
                  <a:ext cx="1055671" cy="1056247"/>
                </a:xfrm>
                <a:custGeom>
                  <a:avLst/>
                  <a:gdLst>
                    <a:gd name="connsiteX0" fmla="*/ 982471 w 1055671"/>
                    <a:gd name="connsiteY0" fmla="*/ 300 h 1056247"/>
                    <a:gd name="connsiteX1" fmla="*/ 1012675 w 1055671"/>
                    <a:gd name="connsiteY1" fmla="*/ 86559 h 1056247"/>
                    <a:gd name="connsiteX2" fmla="*/ 967611 w 1055671"/>
                    <a:gd name="connsiteY2" fmla="*/ 971872 h 1056247"/>
                    <a:gd name="connsiteX3" fmla="*/ 1056074 w 1055671"/>
                    <a:gd name="connsiteY3" fmla="*/ 1027976 h 1056247"/>
                    <a:gd name="connsiteX4" fmla="*/ 955320 w 1055671"/>
                    <a:gd name="connsiteY4" fmla="*/ 1056547 h 1056247"/>
                    <a:gd name="connsiteX5" fmla="*/ 982471 w 1055671"/>
                    <a:gd name="connsiteY5" fmla="*/ 300 h 1056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5671" h="1056247">
                      <a:moveTo>
                        <a:pt x="982471" y="300"/>
                      </a:moveTo>
                      <a:cubicBezTo>
                        <a:pt x="993163" y="28828"/>
                        <a:pt x="1003238" y="57589"/>
                        <a:pt x="1012675" y="86559"/>
                      </a:cubicBezTo>
                      <a:cubicBezTo>
                        <a:pt x="-307771" y="517817"/>
                        <a:pt x="-322793" y="812921"/>
                        <a:pt x="967611" y="971872"/>
                      </a:cubicBezTo>
                      <a:lnTo>
                        <a:pt x="1056074" y="1027976"/>
                      </a:lnTo>
                      <a:lnTo>
                        <a:pt x="955320" y="1056547"/>
                      </a:lnTo>
                      <a:cubicBezTo>
                        <a:pt x="-326890" y="841146"/>
                        <a:pt x="-317840" y="489064"/>
                        <a:pt x="982471" y="30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4995DFFE-E9F4-980F-AF75-A884DFFC53CE}"/>
                    </a:ext>
                  </a:extLst>
                </p:cNvPr>
                <p:cNvSpPr/>
                <p:nvPr/>
              </p:nvSpPr>
              <p:spPr>
                <a:xfrm>
                  <a:off x="4249180" y="3675961"/>
                  <a:ext cx="3853993" cy="801312"/>
                </a:xfrm>
                <a:custGeom>
                  <a:avLst/>
                  <a:gdLst>
                    <a:gd name="connsiteX0" fmla="*/ 46018 w 3853993"/>
                    <a:gd name="connsiteY0" fmla="*/ 801613 h 801312"/>
                    <a:gd name="connsiteX1" fmla="*/ 403 w 3853993"/>
                    <a:gd name="connsiteY1" fmla="*/ 718764 h 801312"/>
                    <a:gd name="connsiteX2" fmla="*/ 3769054 w 3853993"/>
                    <a:gd name="connsiteY2" fmla="*/ 85190 h 801312"/>
                    <a:gd name="connsiteX3" fmla="*/ 3854396 w 3853993"/>
                    <a:gd name="connsiteY3" fmla="*/ 147054 h 801312"/>
                    <a:gd name="connsiteX4" fmla="*/ 3752044 w 3853993"/>
                    <a:gd name="connsiteY4" fmla="*/ 172100 h 801312"/>
                    <a:gd name="connsiteX5" fmla="*/ 46018 w 3853993"/>
                    <a:gd name="connsiteY5" fmla="*/ 801613 h 801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3993" h="801312">
                      <a:moveTo>
                        <a:pt x="46018" y="801613"/>
                      </a:moveTo>
                      <a:cubicBezTo>
                        <a:pt x="30188" y="774343"/>
                        <a:pt x="14977" y="746720"/>
                        <a:pt x="403" y="718764"/>
                      </a:cubicBezTo>
                      <a:cubicBezTo>
                        <a:pt x="1231614" y="75147"/>
                        <a:pt x="2487832" y="-136045"/>
                        <a:pt x="3769054" y="85190"/>
                      </a:cubicBezTo>
                      <a:lnTo>
                        <a:pt x="3854396" y="147054"/>
                      </a:lnTo>
                      <a:lnTo>
                        <a:pt x="3752044" y="172100"/>
                      </a:lnTo>
                      <a:cubicBezTo>
                        <a:pt x="2482164" y="-107074"/>
                        <a:pt x="1246822" y="102764"/>
                        <a:pt x="46018" y="801613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21151F1E-CF49-01B3-3D7D-4EA538869457}"/>
                    </a:ext>
                  </a:extLst>
                </p:cNvPr>
                <p:cNvSpPr/>
                <p:nvPr/>
              </p:nvSpPr>
              <p:spPr>
                <a:xfrm>
                  <a:off x="4012758" y="3453106"/>
                  <a:ext cx="3409633" cy="1534764"/>
                </a:xfrm>
                <a:custGeom>
                  <a:avLst/>
                  <a:gdLst>
                    <a:gd name="connsiteX0" fmla="*/ 4132 w 3409633"/>
                    <a:gd name="connsiteY0" fmla="*/ 103254 h 1534764"/>
                    <a:gd name="connsiteX1" fmla="*/ 403 w 3409633"/>
                    <a:gd name="connsiteY1" fmla="*/ 706 h 1534764"/>
                    <a:gd name="connsiteX2" fmla="*/ 3384484 w 3409633"/>
                    <a:gd name="connsiteY2" fmla="*/ 1430966 h 1534764"/>
                    <a:gd name="connsiteX3" fmla="*/ 3410036 w 3409633"/>
                    <a:gd name="connsiteY3" fmla="*/ 1535064 h 1534764"/>
                    <a:gd name="connsiteX4" fmla="*/ 3311451 w 3409633"/>
                    <a:gd name="connsiteY4" fmla="*/ 1493259 h 1534764"/>
                    <a:gd name="connsiteX5" fmla="*/ 4132 w 3409633"/>
                    <a:gd name="connsiteY5" fmla="*/ 103254 h 153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09633" h="1534764">
                      <a:moveTo>
                        <a:pt x="4132" y="103254"/>
                      </a:moveTo>
                      <a:cubicBezTo>
                        <a:pt x="2048" y="69107"/>
                        <a:pt x="802" y="34914"/>
                        <a:pt x="403" y="706"/>
                      </a:cubicBezTo>
                      <a:cubicBezTo>
                        <a:pt x="1389230" y="-15636"/>
                        <a:pt x="2517256" y="461117"/>
                        <a:pt x="3384484" y="1430966"/>
                      </a:cubicBezTo>
                      <a:lnTo>
                        <a:pt x="3410036" y="1535064"/>
                      </a:lnTo>
                      <a:lnTo>
                        <a:pt x="3311451" y="1493259"/>
                      </a:lnTo>
                      <a:cubicBezTo>
                        <a:pt x="2492913" y="481881"/>
                        <a:pt x="1390472" y="18547"/>
                        <a:pt x="4132" y="103254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66CCAED5-7632-F4AD-A406-041692002885}"/>
                    </a:ext>
                  </a:extLst>
                </p:cNvPr>
                <p:cNvSpPr/>
                <p:nvPr/>
              </p:nvSpPr>
              <p:spPr>
                <a:xfrm>
                  <a:off x="4299571" y="4112453"/>
                  <a:ext cx="1572295" cy="1339218"/>
                </a:xfrm>
                <a:custGeom>
                  <a:avLst/>
                  <a:gdLst>
                    <a:gd name="connsiteX0" fmla="*/ 56226 w 1572295"/>
                    <a:gd name="connsiteY0" fmla="*/ 463161 h 1339218"/>
                    <a:gd name="connsiteX1" fmla="*/ 403 w 1572295"/>
                    <a:gd name="connsiteY1" fmla="*/ 373312 h 1339218"/>
                    <a:gd name="connsiteX2" fmla="*/ 1540747 w 1572295"/>
                    <a:gd name="connsiteY2" fmla="*/ 1252565 h 1339218"/>
                    <a:gd name="connsiteX3" fmla="*/ 1476913 w 1572295"/>
                    <a:gd name="connsiteY3" fmla="*/ 1339519 h 1339218"/>
                    <a:gd name="connsiteX4" fmla="*/ 1443034 w 1572295"/>
                    <a:gd name="connsiteY4" fmla="*/ 1237068 h 1339218"/>
                    <a:gd name="connsiteX5" fmla="*/ 56226 w 1572295"/>
                    <a:gd name="connsiteY5" fmla="*/ 463161 h 1339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72295" h="1339218">
                      <a:moveTo>
                        <a:pt x="56226" y="463161"/>
                      </a:moveTo>
                      <a:cubicBezTo>
                        <a:pt x="36866" y="433691"/>
                        <a:pt x="18249" y="403725"/>
                        <a:pt x="403" y="373312"/>
                      </a:cubicBezTo>
                      <a:cubicBezTo>
                        <a:pt x="1198023" y="-330999"/>
                        <a:pt x="1711470" y="-37915"/>
                        <a:pt x="1540747" y="1252565"/>
                      </a:cubicBezTo>
                      <a:lnTo>
                        <a:pt x="1476913" y="1339519"/>
                      </a:lnTo>
                      <a:lnTo>
                        <a:pt x="1443034" y="1237068"/>
                      </a:lnTo>
                      <a:cubicBezTo>
                        <a:pt x="1678899" y="-43079"/>
                        <a:pt x="1216630" y="-301048"/>
                        <a:pt x="56226" y="463161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6D0B3E15-FE58-2824-B7D5-098C39C28ADE}"/>
                    </a:ext>
                  </a:extLst>
                </p:cNvPr>
                <p:cNvSpPr/>
                <p:nvPr/>
              </p:nvSpPr>
              <p:spPr>
                <a:xfrm>
                  <a:off x="4142166" y="1346958"/>
                  <a:ext cx="2188531" cy="2707354"/>
                </a:xfrm>
                <a:custGeom>
                  <a:avLst/>
                  <a:gdLst>
                    <a:gd name="connsiteX0" fmla="*/ 2082056 w 2188531"/>
                    <a:gd name="connsiteY0" fmla="*/ 300 h 2707354"/>
                    <a:gd name="connsiteX1" fmla="*/ 2188934 w 2188531"/>
                    <a:gd name="connsiteY1" fmla="*/ 9644 h 2707354"/>
                    <a:gd name="connsiteX2" fmla="*/ 106741 w 2188531"/>
                    <a:gd name="connsiteY2" fmla="*/ 2707655 h 2707354"/>
                    <a:gd name="connsiteX3" fmla="*/ 403 w 2188531"/>
                    <a:gd name="connsiteY3" fmla="*/ 2687989 h 2707354"/>
                    <a:gd name="connsiteX4" fmla="*/ 77041 w 2188531"/>
                    <a:gd name="connsiteY4" fmla="*/ 2611601 h 2707354"/>
                    <a:gd name="connsiteX5" fmla="*/ 2082056 w 2188531"/>
                    <a:gd name="connsiteY5" fmla="*/ 300 h 2707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88531" h="2707354">
                      <a:moveTo>
                        <a:pt x="2082056" y="300"/>
                      </a:moveTo>
                      <a:cubicBezTo>
                        <a:pt x="2117757" y="2491"/>
                        <a:pt x="2153394" y="5615"/>
                        <a:pt x="2188934" y="9644"/>
                      </a:cubicBezTo>
                      <a:cubicBezTo>
                        <a:pt x="2032469" y="1391443"/>
                        <a:pt x="1338405" y="2290779"/>
                        <a:pt x="106741" y="2707655"/>
                      </a:cubicBezTo>
                      <a:lnTo>
                        <a:pt x="403" y="2687989"/>
                      </a:lnTo>
                      <a:lnTo>
                        <a:pt x="77041" y="2611601"/>
                      </a:lnTo>
                      <a:cubicBezTo>
                        <a:pt x="1328505" y="2258761"/>
                        <a:pt x="1996843" y="1388326"/>
                        <a:pt x="2082056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Freeform 103">
                  <a:extLst>
                    <a:ext uri="{FF2B5EF4-FFF2-40B4-BE49-F238E27FC236}">
                      <a16:creationId xmlns:a16="http://schemas.microsoft.com/office/drawing/2014/main" id="{B0852EA8-D6DF-8541-9ACE-2F22EA3F4FDC}"/>
                    </a:ext>
                  </a:extLst>
                </p:cNvPr>
                <p:cNvSpPr/>
                <p:nvPr/>
              </p:nvSpPr>
              <p:spPr>
                <a:xfrm>
                  <a:off x="5629508" y="1343034"/>
                  <a:ext cx="584858" cy="4087015"/>
                </a:xfrm>
                <a:custGeom>
                  <a:avLst/>
                  <a:gdLst>
                    <a:gd name="connsiteX0" fmla="*/ 471629 w 584858"/>
                    <a:gd name="connsiteY0" fmla="*/ 300 h 4087015"/>
                    <a:gd name="connsiteX1" fmla="*/ 585261 w 584858"/>
                    <a:gd name="connsiteY1" fmla="*/ 3662 h 4087015"/>
                    <a:gd name="connsiteX2" fmla="*/ 104384 w 584858"/>
                    <a:gd name="connsiteY2" fmla="*/ 4004858 h 4087015"/>
                    <a:gd name="connsiteX3" fmla="*/ 32012 w 584858"/>
                    <a:gd name="connsiteY3" fmla="*/ 4087316 h 4087015"/>
                    <a:gd name="connsiteX4" fmla="*/ 403 w 584858"/>
                    <a:gd name="connsiteY4" fmla="*/ 3982207 h 4087015"/>
                    <a:gd name="connsiteX5" fmla="*/ 471629 w 584858"/>
                    <a:gd name="connsiteY5" fmla="*/ 300 h 40870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84858" h="4087015">
                      <a:moveTo>
                        <a:pt x="471629" y="300"/>
                      </a:moveTo>
                      <a:cubicBezTo>
                        <a:pt x="509530" y="386"/>
                        <a:pt x="547421" y="1500"/>
                        <a:pt x="585261" y="3662"/>
                      </a:cubicBezTo>
                      <a:cubicBezTo>
                        <a:pt x="506350" y="1392063"/>
                        <a:pt x="346058" y="2725797"/>
                        <a:pt x="104384" y="4004858"/>
                      </a:cubicBezTo>
                      <a:lnTo>
                        <a:pt x="32012" y="4087316"/>
                      </a:lnTo>
                      <a:lnTo>
                        <a:pt x="403" y="3982207"/>
                      </a:lnTo>
                      <a:cubicBezTo>
                        <a:pt x="311397" y="2718245"/>
                        <a:pt x="468472" y="1390942"/>
                        <a:pt x="471629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" name="Freeform 104">
                  <a:extLst>
                    <a:ext uri="{FF2B5EF4-FFF2-40B4-BE49-F238E27FC236}">
                      <a16:creationId xmlns:a16="http://schemas.microsoft.com/office/drawing/2014/main" id="{BF0CC76D-E7D6-899B-D9E7-F3A213E25004}"/>
                    </a:ext>
                  </a:extLst>
                </p:cNvPr>
                <p:cNvSpPr/>
                <p:nvPr/>
              </p:nvSpPr>
              <p:spPr>
                <a:xfrm>
                  <a:off x="6807520" y="2581750"/>
                  <a:ext cx="1235596" cy="2478539"/>
                </a:xfrm>
                <a:custGeom>
                  <a:avLst/>
                  <a:gdLst>
                    <a:gd name="connsiteX0" fmla="*/ 1192676 w 1235596"/>
                    <a:gd name="connsiteY0" fmla="*/ 300 h 2478539"/>
                    <a:gd name="connsiteX1" fmla="*/ 1235999 w 1235596"/>
                    <a:gd name="connsiteY1" fmla="*/ 105534 h 2478539"/>
                    <a:gd name="connsiteX2" fmla="*/ 509792 w 1235596"/>
                    <a:gd name="connsiteY2" fmla="*/ 2370188 h 2478539"/>
                    <a:gd name="connsiteX3" fmla="*/ 525356 w 1235596"/>
                    <a:gd name="connsiteY3" fmla="*/ 2478840 h 2478539"/>
                    <a:gd name="connsiteX4" fmla="*/ 425020 w 1235596"/>
                    <a:gd name="connsiteY4" fmla="*/ 2434596 h 2478539"/>
                    <a:gd name="connsiteX5" fmla="*/ 1192676 w 1235596"/>
                    <a:gd name="connsiteY5" fmla="*/ 300 h 2478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5596" h="2478539">
                      <a:moveTo>
                        <a:pt x="1192676" y="300"/>
                      </a:moveTo>
                      <a:cubicBezTo>
                        <a:pt x="1208068" y="34977"/>
                        <a:pt x="1222519" y="70068"/>
                        <a:pt x="1235999" y="105534"/>
                      </a:cubicBezTo>
                      <a:cubicBezTo>
                        <a:pt x="-62079" y="600211"/>
                        <a:pt x="-304149" y="1355095"/>
                        <a:pt x="509792" y="2370188"/>
                      </a:cubicBezTo>
                      <a:lnTo>
                        <a:pt x="525356" y="2478840"/>
                      </a:lnTo>
                      <a:lnTo>
                        <a:pt x="425020" y="2434596"/>
                      </a:lnTo>
                      <a:cubicBezTo>
                        <a:pt x="-332405" y="1376565"/>
                        <a:pt x="-76520" y="565134"/>
                        <a:pt x="1192676" y="30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DD5A9288-C1AC-AC4A-8E1B-CA58AE535FD1}"/>
                    </a:ext>
                  </a:extLst>
                </p:cNvPr>
                <p:cNvSpPr/>
                <p:nvPr/>
              </p:nvSpPr>
              <p:spPr>
                <a:xfrm>
                  <a:off x="5071213" y="3774997"/>
                  <a:ext cx="3006779" cy="1526274"/>
                </a:xfrm>
                <a:custGeom>
                  <a:avLst/>
                  <a:gdLst>
                    <a:gd name="connsiteX0" fmla="*/ 106603 w 3006779"/>
                    <a:gd name="connsiteY0" fmla="*/ 1526575 h 1526274"/>
                    <a:gd name="connsiteX1" fmla="*/ 403 w 3006779"/>
                    <a:gd name="connsiteY1" fmla="*/ 1470473 h 1526274"/>
                    <a:gd name="connsiteX2" fmla="*/ 2928089 w 3006779"/>
                    <a:gd name="connsiteY2" fmla="*/ 81729 h 1526274"/>
                    <a:gd name="connsiteX3" fmla="*/ 3007182 w 3006779"/>
                    <a:gd name="connsiteY3" fmla="*/ 159977 h 1526274"/>
                    <a:gd name="connsiteX4" fmla="*/ 2900340 w 3006779"/>
                    <a:gd name="connsiteY4" fmla="*/ 190784 h 1526274"/>
                    <a:gd name="connsiteX5" fmla="*/ 106603 w 3006779"/>
                    <a:gd name="connsiteY5" fmla="*/ 1526575 h 15262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06779" h="1526274">
                      <a:moveTo>
                        <a:pt x="106603" y="1526575"/>
                      </a:moveTo>
                      <a:cubicBezTo>
                        <a:pt x="70667" y="1508897"/>
                        <a:pt x="35249" y="1490190"/>
                        <a:pt x="403" y="1470473"/>
                      </a:cubicBezTo>
                      <a:cubicBezTo>
                        <a:pt x="683593" y="259694"/>
                        <a:pt x="1659490" y="-203222"/>
                        <a:pt x="2928089" y="81729"/>
                      </a:cubicBezTo>
                      <a:lnTo>
                        <a:pt x="3007182" y="159977"/>
                      </a:lnTo>
                      <a:lnTo>
                        <a:pt x="2900340" y="190784"/>
                      </a:lnTo>
                      <a:cubicBezTo>
                        <a:pt x="1650239" y="-166870"/>
                        <a:pt x="718994" y="278392"/>
                        <a:pt x="106603" y="1526575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595A63DF-8F06-8BE4-BE76-1B18FE465B8A}"/>
                    </a:ext>
                  </a:extLst>
                </p:cNvPr>
                <p:cNvSpPr/>
                <p:nvPr/>
              </p:nvSpPr>
              <p:spPr>
                <a:xfrm>
                  <a:off x="6598946" y="2857660"/>
                  <a:ext cx="1470341" cy="2540052"/>
                </a:xfrm>
                <a:custGeom>
                  <a:avLst/>
                  <a:gdLst>
                    <a:gd name="connsiteX0" fmla="*/ 305654 w 1470341"/>
                    <a:gd name="connsiteY0" fmla="*/ 2494261 h 2540052"/>
                    <a:gd name="connsiteX1" fmla="*/ 186140 w 1470341"/>
                    <a:gd name="connsiteY1" fmla="*/ 2540353 h 2540052"/>
                    <a:gd name="connsiteX2" fmla="*/ 1362303 w 1470341"/>
                    <a:gd name="connsiteY2" fmla="*/ 300 h 2540052"/>
                    <a:gd name="connsiteX3" fmla="*/ 1470744 w 1470341"/>
                    <a:gd name="connsiteY3" fmla="*/ 32902 h 2540052"/>
                    <a:gd name="connsiteX4" fmla="*/ 1393839 w 1470341"/>
                    <a:gd name="connsiteY4" fmla="*/ 116105 h 2540052"/>
                    <a:gd name="connsiteX5" fmla="*/ 305654 w 1470341"/>
                    <a:gd name="connsiteY5" fmla="*/ 2494261 h 2540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70341" h="2540052">
                      <a:moveTo>
                        <a:pt x="305654" y="2494261"/>
                      </a:moveTo>
                      <a:cubicBezTo>
                        <a:pt x="266297" y="2510854"/>
                        <a:pt x="226440" y="2526218"/>
                        <a:pt x="186140" y="2540353"/>
                      </a:cubicBezTo>
                      <a:cubicBezTo>
                        <a:pt x="-272983" y="1227877"/>
                        <a:pt x="119072" y="381193"/>
                        <a:pt x="1362303" y="300"/>
                      </a:cubicBezTo>
                      <a:lnTo>
                        <a:pt x="1470744" y="32902"/>
                      </a:lnTo>
                      <a:lnTo>
                        <a:pt x="1393839" y="116105"/>
                      </a:lnTo>
                      <a:cubicBezTo>
                        <a:pt x="129585" y="419795"/>
                        <a:pt x="-233145" y="1212514"/>
                        <a:pt x="305654" y="2494261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0842134C-D3AB-7DA1-6C0A-8DDB1A691BE2}"/>
                    </a:ext>
                  </a:extLst>
                </p:cNvPr>
                <p:cNvSpPr/>
                <p:nvPr/>
              </p:nvSpPr>
              <p:spPr>
                <a:xfrm>
                  <a:off x="6158781" y="2982100"/>
                  <a:ext cx="1942023" cy="2531864"/>
                </a:xfrm>
                <a:custGeom>
                  <a:avLst/>
                  <a:gdLst>
                    <a:gd name="connsiteX0" fmla="*/ 133560 w 1942023"/>
                    <a:gd name="connsiteY0" fmla="*/ 2523926 h 2531864"/>
                    <a:gd name="connsiteX1" fmla="*/ 2550 w 1942023"/>
                    <a:gd name="connsiteY1" fmla="*/ 2532165 h 2531864"/>
                    <a:gd name="connsiteX2" fmla="*/ 1836060 w 1942023"/>
                    <a:gd name="connsiteY2" fmla="*/ 300 h 2531864"/>
                    <a:gd name="connsiteX3" fmla="*/ 1942427 w 1942023"/>
                    <a:gd name="connsiteY3" fmla="*/ 41536 h 2531864"/>
                    <a:gd name="connsiteX4" fmla="*/ 1860394 w 1942023"/>
                    <a:gd name="connsiteY4" fmla="*/ 120892 h 2531864"/>
                    <a:gd name="connsiteX5" fmla="*/ 133560 w 1942023"/>
                    <a:gd name="connsiteY5" fmla="*/ 2523926 h 2531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42023" h="2531864">
                      <a:moveTo>
                        <a:pt x="133560" y="2523926"/>
                      </a:moveTo>
                      <a:cubicBezTo>
                        <a:pt x="89987" y="2528050"/>
                        <a:pt x="46295" y="2530794"/>
                        <a:pt x="2550" y="2532165"/>
                      </a:cubicBezTo>
                      <a:cubicBezTo>
                        <a:pt x="-40736" y="1142187"/>
                        <a:pt x="570433" y="298233"/>
                        <a:pt x="1836060" y="300"/>
                      </a:cubicBezTo>
                      <a:lnTo>
                        <a:pt x="1942427" y="41536"/>
                      </a:lnTo>
                      <a:lnTo>
                        <a:pt x="1860394" y="120892"/>
                      </a:lnTo>
                      <a:cubicBezTo>
                        <a:pt x="578546" y="338431"/>
                        <a:pt x="2935" y="1139442"/>
                        <a:pt x="133560" y="2523926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68C7FB47-5C57-53A9-F494-4FC3F7DD51A2}"/>
                    </a:ext>
                  </a:extLst>
                </p:cNvPr>
                <p:cNvSpPr/>
                <p:nvPr/>
              </p:nvSpPr>
              <p:spPr>
                <a:xfrm>
                  <a:off x="4623903" y="4258526"/>
                  <a:ext cx="1112920" cy="1139728"/>
                </a:xfrm>
                <a:custGeom>
                  <a:avLst/>
                  <a:gdLst>
                    <a:gd name="connsiteX0" fmla="*/ 97370 w 1112920"/>
                    <a:gd name="connsiteY0" fmla="*/ 737807 h 1139728"/>
                    <a:gd name="connsiteX1" fmla="*/ 403 w 1112920"/>
                    <a:gd name="connsiteY1" fmla="*/ 646862 h 1139728"/>
                    <a:gd name="connsiteX2" fmla="*/ 997405 w 1112920"/>
                    <a:gd name="connsiteY2" fmla="*/ 1064572 h 1139728"/>
                    <a:gd name="connsiteX3" fmla="*/ 911227 w 1112920"/>
                    <a:gd name="connsiteY3" fmla="*/ 1140029 h 1139728"/>
                    <a:gd name="connsiteX4" fmla="*/ 877806 w 1112920"/>
                    <a:gd name="connsiteY4" fmla="*/ 1030396 h 1139728"/>
                    <a:gd name="connsiteX5" fmla="*/ 97370 w 1112920"/>
                    <a:gd name="connsiteY5" fmla="*/ 737807 h 113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2920" h="1139728">
                      <a:moveTo>
                        <a:pt x="97370" y="737807"/>
                      </a:moveTo>
                      <a:cubicBezTo>
                        <a:pt x="64084" y="708527"/>
                        <a:pt x="31748" y="678200"/>
                        <a:pt x="403" y="646862"/>
                      </a:cubicBezTo>
                      <a:cubicBezTo>
                        <a:pt x="981799" y="-337199"/>
                        <a:pt x="1314134" y="-197961"/>
                        <a:pt x="997405" y="1064572"/>
                      </a:cubicBezTo>
                      <a:lnTo>
                        <a:pt x="911227" y="1140029"/>
                      </a:lnTo>
                      <a:lnTo>
                        <a:pt x="877806" y="1030396"/>
                      </a:lnTo>
                      <a:cubicBezTo>
                        <a:pt x="1274268" y="-209352"/>
                        <a:pt x="1014122" y="-306882"/>
                        <a:pt x="97370" y="737807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AE58A7DC-2873-AC3C-1DB4-EC8A0DCD7ABD}"/>
                    </a:ext>
                  </a:extLst>
                </p:cNvPr>
                <p:cNvSpPr/>
                <p:nvPr/>
              </p:nvSpPr>
              <p:spPr>
                <a:xfrm>
                  <a:off x="4994441" y="4332772"/>
                  <a:ext cx="1440237" cy="1172038"/>
                </a:xfrm>
                <a:custGeom>
                  <a:avLst/>
                  <a:gdLst>
                    <a:gd name="connsiteX0" fmla="*/ 1440640 w 1440237"/>
                    <a:gd name="connsiteY0" fmla="*/ 1154756 h 1172038"/>
                    <a:gd name="connsiteX1" fmla="*/ 1307326 w 1440237"/>
                    <a:gd name="connsiteY1" fmla="*/ 1172339 h 1172038"/>
                    <a:gd name="connsiteX2" fmla="*/ 106503 w 1440237"/>
                    <a:gd name="connsiteY2" fmla="*/ 775623 h 1172038"/>
                    <a:gd name="connsiteX3" fmla="*/ 1734 w 1440237"/>
                    <a:gd name="connsiteY3" fmla="*/ 822876 h 1172038"/>
                    <a:gd name="connsiteX4" fmla="*/ 403 w 1440237"/>
                    <a:gd name="connsiteY4" fmla="*/ 707824 h 1172038"/>
                    <a:gd name="connsiteX5" fmla="*/ 1440640 w 1440237"/>
                    <a:gd name="connsiteY5" fmla="*/ 1154756 h 1172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237" h="1172038">
                      <a:moveTo>
                        <a:pt x="1440640" y="1154756"/>
                      </a:moveTo>
                      <a:cubicBezTo>
                        <a:pt x="1396403" y="1162052"/>
                        <a:pt x="1351941" y="1167919"/>
                        <a:pt x="1307326" y="1172339"/>
                      </a:cubicBezTo>
                      <a:cubicBezTo>
                        <a:pt x="1170416" y="-211534"/>
                        <a:pt x="770142" y="-343775"/>
                        <a:pt x="106503" y="775623"/>
                      </a:cubicBezTo>
                      <a:lnTo>
                        <a:pt x="1734" y="822876"/>
                      </a:lnTo>
                      <a:lnTo>
                        <a:pt x="403" y="707824"/>
                      </a:lnTo>
                      <a:cubicBezTo>
                        <a:pt x="734773" y="-366373"/>
                        <a:pt x="1214854" y="-217397"/>
                        <a:pt x="1440640" y="1154756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012EB6F3-5B0F-2F6A-0FB1-6B32E5ED68AD}"/>
                    </a:ext>
                  </a:extLst>
                </p:cNvPr>
                <p:cNvSpPr/>
                <p:nvPr/>
              </p:nvSpPr>
              <p:spPr>
                <a:xfrm>
                  <a:off x="7035435" y="3111446"/>
                  <a:ext cx="1088448" cy="1304220"/>
                </a:xfrm>
                <a:custGeom>
                  <a:avLst/>
                  <a:gdLst>
                    <a:gd name="connsiteX0" fmla="*/ 956970 w 1088448"/>
                    <a:gd name="connsiteY0" fmla="*/ 1182448 h 1304220"/>
                    <a:gd name="connsiteX1" fmla="*/ 896562 w 1088448"/>
                    <a:gd name="connsiteY1" fmla="*/ 1304520 h 1304220"/>
                    <a:gd name="connsiteX2" fmla="*/ 985205 w 1088448"/>
                    <a:gd name="connsiteY2" fmla="*/ 300 h 1304220"/>
                    <a:gd name="connsiteX3" fmla="*/ 1088851 w 1088448"/>
                    <a:gd name="connsiteY3" fmla="*/ 50970 h 1304220"/>
                    <a:gd name="connsiteX4" fmla="*/ 1001806 w 1088448"/>
                    <a:gd name="connsiteY4" fmla="*/ 126739 h 1304220"/>
                    <a:gd name="connsiteX5" fmla="*/ 956970 w 1088448"/>
                    <a:gd name="connsiteY5" fmla="*/ 1182448 h 1304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88448" h="1304220">
                      <a:moveTo>
                        <a:pt x="956970" y="1182448"/>
                      </a:moveTo>
                      <a:cubicBezTo>
                        <a:pt x="938163" y="1223785"/>
                        <a:pt x="918014" y="1264497"/>
                        <a:pt x="896562" y="1304520"/>
                      </a:cubicBezTo>
                      <a:cubicBezTo>
                        <a:pt x="-327169" y="646742"/>
                        <a:pt x="-297621" y="212003"/>
                        <a:pt x="985205" y="300"/>
                      </a:cubicBezTo>
                      <a:lnTo>
                        <a:pt x="1088851" y="50970"/>
                      </a:lnTo>
                      <a:lnTo>
                        <a:pt x="1001806" y="126739"/>
                      </a:lnTo>
                      <a:cubicBezTo>
                        <a:pt x="-292088" y="254149"/>
                        <a:pt x="-307032" y="606052"/>
                        <a:pt x="956970" y="1182448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Freeform 111">
                  <a:extLst>
                    <a:ext uri="{FF2B5EF4-FFF2-40B4-BE49-F238E27FC236}">
                      <a16:creationId xmlns:a16="http://schemas.microsoft.com/office/drawing/2014/main" id="{4BC1F8B9-6FCF-FD8B-AA9C-D60134BF8715}"/>
                    </a:ext>
                  </a:extLst>
                </p:cNvPr>
                <p:cNvSpPr/>
                <p:nvPr/>
              </p:nvSpPr>
              <p:spPr>
                <a:xfrm>
                  <a:off x="4107976" y="3731039"/>
                  <a:ext cx="1101027" cy="963147"/>
                </a:xfrm>
                <a:custGeom>
                  <a:avLst/>
                  <a:gdLst>
                    <a:gd name="connsiteX0" fmla="*/ 331994 w 1101027"/>
                    <a:gd name="connsiteY0" fmla="*/ 963447 h 963147"/>
                    <a:gd name="connsiteX1" fmla="*/ 253044 w 1101027"/>
                    <a:gd name="connsiteY1" fmla="*/ 852491 h 963147"/>
                    <a:gd name="connsiteX2" fmla="*/ 108853 w 1101027"/>
                    <a:gd name="connsiteY2" fmla="*/ 218971 h 963147"/>
                    <a:gd name="connsiteX3" fmla="*/ 403 w 1101027"/>
                    <a:gd name="connsiteY3" fmla="*/ 179629 h 963147"/>
                    <a:gd name="connsiteX4" fmla="*/ 78915 w 1101027"/>
                    <a:gd name="connsiteY4" fmla="*/ 95019 h 963147"/>
                    <a:gd name="connsiteX5" fmla="*/ 331994 w 1101027"/>
                    <a:gd name="connsiteY5" fmla="*/ 963447 h 963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01027" h="963147">
                      <a:moveTo>
                        <a:pt x="331994" y="963447"/>
                      </a:moveTo>
                      <a:cubicBezTo>
                        <a:pt x="304472" y="927328"/>
                        <a:pt x="278149" y="890324"/>
                        <a:pt x="253044" y="852491"/>
                      </a:cubicBezTo>
                      <a:cubicBezTo>
                        <a:pt x="1409965" y="83003"/>
                        <a:pt x="1361900" y="-128169"/>
                        <a:pt x="108853" y="218971"/>
                      </a:cubicBezTo>
                      <a:lnTo>
                        <a:pt x="403" y="179629"/>
                      </a:lnTo>
                      <a:lnTo>
                        <a:pt x="78915" y="95019"/>
                      </a:lnTo>
                      <a:cubicBezTo>
                        <a:pt x="1351921" y="-169487"/>
                        <a:pt x="1436282" y="119988"/>
                        <a:pt x="331994" y="963447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Freeform 112">
                  <a:extLst>
                    <a:ext uri="{FF2B5EF4-FFF2-40B4-BE49-F238E27FC236}">
                      <a16:creationId xmlns:a16="http://schemas.microsoft.com/office/drawing/2014/main" id="{3A20EF0D-5F6C-7931-7ED1-E75B7D8CF628}"/>
                    </a:ext>
                  </a:extLst>
                </p:cNvPr>
                <p:cNvSpPr/>
                <p:nvPr/>
              </p:nvSpPr>
              <p:spPr>
                <a:xfrm>
                  <a:off x="4727997" y="1428264"/>
                  <a:ext cx="1846746" cy="3661038"/>
                </a:xfrm>
                <a:custGeom>
                  <a:avLst/>
                  <a:gdLst>
                    <a:gd name="connsiteX0" fmla="*/ 107159 w 1846746"/>
                    <a:gd name="connsiteY0" fmla="*/ 3661339 h 3661038"/>
                    <a:gd name="connsiteX1" fmla="*/ 403 w 1846746"/>
                    <a:gd name="connsiteY1" fmla="*/ 3574309 h 3661038"/>
                    <a:gd name="connsiteX2" fmla="*/ 1721252 w 1846746"/>
                    <a:gd name="connsiteY2" fmla="*/ 80634 h 3661038"/>
                    <a:gd name="connsiteX3" fmla="*/ 1804721 w 1846746"/>
                    <a:gd name="connsiteY3" fmla="*/ 300 h 3661038"/>
                    <a:gd name="connsiteX4" fmla="*/ 1847149 w 1846746"/>
                    <a:gd name="connsiteY4" fmla="*/ 108161 h 3661038"/>
                    <a:gd name="connsiteX5" fmla="*/ 107159 w 1846746"/>
                    <a:gd name="connsiteY5" fmla="*/ 3661339 h 3661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46746" h="3661038">
                      <a:moveTo>
                        <a:pt x="107159" y="3661339"/>
                      </a:moveTo>
                      <a:cubicBezTo>
                        <a:pt x="70629" y="3633516"/>
                        <a:pt x="35021" y="3604493"/>
                        <a:pt x="403" y="3574309"/>
                      </a:cubicBezTo>
                      <a:cubicBezTo>
                        <a:pt x="912404" y="2525461"/>
                        <a:pt x="1486021" y="1360902"/>
                        <a:pt x="1721252" y="80634"/>
                      </a:cubicBezTo>
                      <a:lnTo>
                        <a:pt x="1804721" y="300"/>
                      </a:lnTo>
                      <a:lnTo>
                        <a:pt x="1847149" y="108161"/>
                      </a:lnTo>
                      <a:cubicBezTo>
                        <a:pt x="1527987" y="1370077"/>
                        <a:pt x="947990" y="2554469"/>
                        <a:pt x="107159" y="3661339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E569AC03-58BF-4567-C8A2-4705886F6E8B}"/>
                    </a:ext>
                  </a:extLst>
                </p:cNvPr>
                <p:cNvSpPr/>
                <p:nvPr/>
              </p:nvSpPr>
              <p:spPr>
                <a:xfrm>
                  <a:off x="4580428" y="4179944"/>
                  <a:ext cx="2462978" cy="1167981"/>
                </a:xfrm>
                <a:custGeom>
                  <a:avLst/>
                  <a:gdLst>
                    <a:gd name="connsiteX0" fmla="*/ 2463381 w 2462978"/>
                    <a:gd name="connsiteY0" fmla="*/ 1107169 h 1167981"/>
                    <a:gd name="connsiteX1" fmla="*/ 2332892 w 2462978"/>
                    <a:gd name="connsiteY1" fmla="*/ 1168281 h 1167981"/>
                    <a:gd name="connsiteX2" fmla="*/ 117043 w 2462978"/>
                    <a:gd name="connsiteY2" fmla="*/ 609821 h 1167981"/>
                    <a:gd name="connsiteX3" fmla="*/ 403 w 2462978"/>
                    <a:gd name="connsiteY3" fmla="*/ 624537 h 1167981"/>
                    <a:gd name="connsiteX4" fmla="*/ 26488 w 2462978"/>
                    <a:gd name="connsiteY4" fmla="*/ 509770 h 1167981"/>
                    <a:gd name="connsiteX5" fmla="*/ 2463381 w 2462978"/>
                    <a:gd name="connsiteY5" fmla="*/ 1107169 h 11679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62978" h="1167981">
                      <a:moveTo>
                        <a:pt x="2463381" y="1107169"/>
                      </a:moveTo>
                      <a:cubicBezTo>
                        <a:pt x="2420601" y="1129038"/>
                        <a:pt x="2377078" y="1149422"/>
                        <a:pt x="2332892" y="1168281"/>
                      </a:cubicBezTo>
                      <a:cubicBezTo>
                        <a:pt x="1788280" y="-111003"/>
                        <a:pt x="1049662" y="-297157"/>
                        <a:pt x="117043" y="609821"/>
                      </a:cubicBezTo>
                      <a:lnTo>
                        <a:pt x="403" y="624537"/>
                      </a:lnTo>
                      <a:lnTo>
                        <a:pt x="26488" y="509770"/>
                      </a:lnTo>
                      <a:cubicBezTo>
                        <a:pt x="1019478" y="-330506"/>
                        <a:pt x="1831776" y="-131373"/>
                        <a:pt x="2463381" y="1107169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5295370E-1C71-4710-4ED5-83E54E937536}"/>
                    </a:ext>
                  </a:extLst>
                </p:cNvPr>
                <p:cNvSpPr/>
                <p:nvPr/>
              </p:nvSpPr>
              <p:spPr>
                <a:xfrm>
                  <a:off x="4246602" y="1467669"/>
                  <a:ext cx="2483076" cy="1329490"/>
                </a:xfrm>
                <a:custGeom>
                  <a:avLst/>
                  <a:gdLst>
                    <a:gd name="connsiteX0" fmla="*/ 403 w 2483076"/>
                    <a:gd name="connsiteY0" fmla="*/ 1001168 h 1329490"/>
                    <a:gd name="connsiteX1" fmla="*/ 81179 w 2483076"/>
                    <a:gd name="connsiteY1" fmla="*/ 859141 h 1329490"/>
                    <a:gd name="connsiteX2" fmla="*/ 2337132 w 2483076"/>
                    <a:gd name="connsiteY2" fmla="*/ 70956 h 1329490"/>
                    <a:gd name="connsiteX3" fmla="*/ 2438099 w 2483076"/>
                    <a:gd name="connsiteY3" fmla="*/ 300 h 1329490"/>
                    <a:gd name="connsiteX4" fmla="*/ 2483479 w 2483076"/>
                    <a:gd name="connsiteY4" fmla="*/ 114962 h 1329490"/>
                    <a:gd name="connsiteX5" fmla="*/ 403 w 2483076"/>
                    <a:gd name="connsiteY5" fmla="*/ 1001168 h 1329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83076" h="1329490">
                      <a:moveTo>
                        <a:pt x="403" y="1001168"/>
                      </a:moveTo>
                      <a:cubicBezTo>
                        <a:pt x="25460" y="952781"/>
                        <a:pt x="52411" y="905404"/>
                        <a:pt x="81179" y="859141"/>
                      </a:cubicBezTo>
                      <a:cubicBezTo>
                        <a:pt x="1260261" y="1594133"/>
                        <a:pt x="2012244" y="1331406"/>
                        <a:pt x="2337132" y="70956"/>
                      </a:cubicBezTo>
                      <a:lnTo>
                        <a:pt x="2438099" y="300"/>
                      </a:lnTo>
                      <a:lnTo>
                        <a:pt x="2483479" y="114962"/>
                      </a:lnTo>
                      <a:cubicBezTo>
                        <a:pt x="2061027" y="1346074"/>
                        <a:pt x="1233334" y="1641475"/>
                        <a:pt x="403" y="1001168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5124FEED-C99B-C171-8927-218457091450}"/>
                    </a:ext>
                  </a:extLst>
                </p:cNvPr>
                <p:cNvSpPr/>
                <p:nvPr/>
              </p:nvSpPr>
              <p:spPr>
                <a:xfrm>
                  <a:off x="4109622" y="1525790"/>
                  <a:ext cx="2782957" cy="1438231"/>
                </a:xfrm>
                <a:custGeom>
                  <a:avLst/>
                  <a:gdLst>
                    <a:gd name="connsiteX0" fmla="*/ 403 w 2782957"/>
                    <a:gd name="connsiteY0" fmla="*/ 1274410 h 1438231"/>
                    <a:gd name="connsiteX1" fmla="*/ 61144 w 2782957"/>
                    <a:gd name="connsiteY1" fmla="*/ 1107286 h 1438231"/>
                    <a:gd name="connsiteX2" fmla="*/ 2628837 w 2782957"/>
                    <a:gd name="connsiteY2" fmla="*/ 59736 h 1438231"/>
                    <a:gd name="connsiteX3" fmla="*/ 2741873 w 2782957"/>
                    <a:gd name="connsiteY3" fmla="*/ 300 h 1438231"/>
                    <a:gd name="connsiteX4" fmla="*/ 2783360 w 2782957"/>
                    <a:gd name="connsiteY4" fmla="*/ 121201 h 1438231"/>
                    <a:gd name="connsiteX5" fmla="*/ 403 w 2782957"/>
                    <a:gd name="connsiteY5" fmla="*/ 1274410 h 1438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82957" h="1438231">
                      <a:moveTo>
                        <a:pt x="403" y="1274410"/>
                      </a:moveTo>
                      <a:cubicBezTo>
                        <a:pt x="18268" y="1217863"/>
                        <a:pt x="38531" y="1162103"/>
                        <a:pt x="61144" y="1107286"/>
                      </a:cubicBezTo>
                      <a:cubicBezTo>
                        <a:pt x="1344900" y="1638102"/>
                        <a:pt x="2200799" y="1288920"/>
                        <a:pt x="2628837" y="59736"/>
                      </a:cubicBezTo>
                      <a:lnTo>
                        <a:pt x="2741873" y="300"/>
                      </a:lnTo>
                      <a:lnTo>
                        <a:pt x="2783360" y="121201"/>
                      </a:lnTo>
                      <a:cubicBezTo>
                        <a:pt x="2252307" y="1309406"/>
                        <a:pt x="1324654" y="1693809"/>
                        <a:pt x="403" y="1274410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5BBFE2EF-36D8-9A52-A01E-D61B546D5AD0}"/>
                    </a:ext>
                  </a:extLst>
                </p:cNvPr>
                <p:cNvSpPr/>
                <p:nvPr/>
              </p:nvSpPr>
              <p:spPr>
                <a:xfrm>
                  <a:off x="6338945" y="1602705"/>
                  <a:ext cx="715335" cy="3882961"/>
                </a:xfrm>
                <a:custGeom>
                  <a:avLst/>
                  <a:gdLst>
                    <a:gd name="connsiteX0" fmla="*/ 285373 w 715335"/>
                    <a:gd name="connsiteY0" fmla="*/ 3844495 h 3882961"/>
                    <a:gd name="connsiteX1" fmla="*/ 105478 w 715335"/>
                    <a:gd name="connsiteY1" fmla="*/ 3883262 h 3882961"/>
                    <a:gd name="connsiteX2" fmla="*/ 562119 w 715335"/>
                    <a:gd name="connsiteY2" fmla="*/ 47925 h 3882961"/>
                    <a:gd name="connsiteX3" fmla="*/ 682828 w 715335"/>
                    <a:gd name="connsiteY3" fmla="*/ 300 h 3882961"/>
                    <a:gd name="connsiteX4" fmla="*/ 715738 w 715335"/>
                    <a:gd name="connsiteY4" fmla="*/ 125954 h 3882961"/>
                    <a:gd name="connsiteX5" fmla="*/ 285373 w 715335"/>
                    <a:gd name="connsiteY5" fmla="*/ 3844495 h 3882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5335" h="3882961">
                      <a:moveTo>
                        <a:pt x="285373" y="3844495"/>
                      </a:moveTo>
                      <a:cubicBezTo>
                        <a:pt x="226008" y="3860059"/>
                        <a:pt x="165983" y="3872994"/>
                        <a:pt x="105478" y="3883262"/>
                      </a:cubicBezTo>
                      <a:cubicBezTo>
                        <a:pt x="-126536" y="2512150"/>
                        <a:pt x="25678" y="1233707"/>
                        <a:pt x="562119" y="47925"/>
                      </a:cubicBezTo>
                      <a:lnTo>
                        <a:pt x="682828" y="300"/>
                      </a:lnTo>
                      <a:lnTo>
                        <a:pt x="715738" y="125954"/>
                      </a:lnTo>
                      <a:cubicBezTo>
                        <a:pt x="76883" y="1259717"/>
                        <a:pt x="-66571" y="2499227"/>
                        <a:pt x="285373" y="3844495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B380995D-B09E-3962-E9DF-F184AAF926E0}"/>
                    </a:ext>
                  </a:extLst>
                </p:cNvPr>
                <p:cNvSpPr/>
                <p:nvPr/>
              </p:nvSpPr>
              <p:spPr>
                <a:xfrm>
                  <a:off x="4017087" y="1696954"/>
                  <a:ext cx="3191848" cy="2053288"/>
                </a:xfrm>
                <a:custGeom>
                  <a:avLst/>
                  <a:gdLst>
                    <a:gd name="connsiteX0" fmla="*/ 20789 w 3191848"/>
                    <a:gd name="connsiteY0" fmla="*/ 2053589 h 2053288"/>
                    <a:gd name="connsiteX1" fmla="*/ 403 w 3191848"/>
                    <a:gd name="connsiteY1" fmla="*/ 1868869 h 2053288"/>
                    <a:gd name="connsiteX2" fmla="*/ 3045301 w 3191848"/>
                    <a:gd name="connsiteY2" fmla="*/ 36085 h 2053288"/>
                    <a:gd name="connsiteX3" fmla="*/ 3170571 w 3191848"/>
                    <a:gd name="connsiteY3" fmla="*/ 300 h 2053288"/>
                    <a:gd name="connsiteX4" fmla="*/ 3192251 w 3191848"/>
                    <a:gd name="connsiteY4" fmla="*/ 128907 h 2053288"/>
                    <a:gd name="connsiteX5" fmla="*/ 20789 w 3191848"/>
                    <a:gd name="connsiteY5" fmla="*/ 2053589 h 2053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91848" h="2053288">
                      <a:moveTo>
                        <a:pt x="20789" y="2053589"/>
                      </a:moveTo>
                      <a:cubicBezTo>
                        <a:pt x="11248" y="1992350"/>
                        <a:pt x="4446" y="1930715"/>
                        <a:pt x="403" y="1868869"/>
                      </a:cubicBezTo>
                      <a:cubicBezTo>
                        <a:pt x="1386343" y="1777853"/>
                        <a:pt x="2401311" y="1166926"/>
                        <a:pt x="3045301" y="36085"/>
                      </a:cubicBezTo>
                      <a:lnTo>
                        <a:pt x="3170571" y="300"/>
                      </a:lnTo>
                      <a:lnTo>
                        <a:pt x="3192251" y="128907"/>
                      </a:lnTo>
                      <a:cubicBezTo>
                        <a:pt x="2450295" y="1197865"/>
                        <a:pt x="1393138" y="1839426"/>
                        <a:pt x="20789" y="2053589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Freeform 118">
                  <a:extLst>
                    <a:ext uri="{FF2B5EF4-FFF2-40B4-BE49-F238E27FC236}">
                      <a16:creationId xmlns:a16="http://schemas.microsoft.com/office/drawing/2014/main" id="{7532009F-AE93-D932-D95A-6EA698C113F0}"/>
                    </a:ext>
                  </a:extLst>
                </p:cNvPr>
                <p:cNvSpPr/>
                <p:nvPr/>
              </p:nvSpPr>
              <p:spPr>
                <a:xfrm>
                  <a:off x="5185922" y="1808654"/>
                  <a:ext cx="2172493" cy="3572694"/>
                </a:xfrm>
                <a:custGeom>
                  <a:avLst/>
                  <a:gdLst>
                    <a:gd name="connsiteX0" fmla="*/ 176801 w 2172493"/>
                    <a:gd name="connsiteY0" fmla="*/ 3572994 h 3572694"/>
                    <a:gd name="connsiteX1" fmla="*/ 403 w 2172493"/>
                    <a:gd name="connsiteY1" fmla="*/ 3497080 h 3572694"/>
                    <a:gd name="connsiteX2" fmla="*/ 2030684 w 2172493"/>
                    <a:gd name="connsiteY2" fmla="*/ 22284 h 3572694"/>
                    <a:gd name="connsiteX3" fmla="*/ 2161233 w 2172493"/>
                    <a:gd name="connsiteY3" fmla="*/ 300 h 3572694"/>
                    <a:gd name="connsiteX4" fmla="*/ 2172896 w 2172493"/>
                    <a:gd name="connsiteY4" fmla="*/ 132326 h 3572694"/>
                    <a:gd name="connsiteX5" fmla="*/ 176801 w 2172493"/>
                    <a:gd name="connsiteY5" fmla="*/ 3572994 h 3572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72493" h="3572694">
                      <a:moveTo>
                        <a:pt x="176801" y="3572994"/>
                      </a:moveTo>
                      <a:cubicBezTo>
                        <a:pt x="116867" y="3550420"/>
                        <a:pt x="58006" y="3525084"/>
                        <a:pt x="403" y="3497080"/>
                      </a:cubicBezTo>
                      <a:cubicBezTo>
                        <a:pt x="607121" y="2246122"/>
                        <a:pt x="1283882" y="1087859"/>
                        <a:pt x="2030684" y="22284"/>
                      </a:cubicBezTo>
                      <a:lnTo>
                        <a:pt x="2161233" y="300"/>
                      </a:lnTo>
                      <a:lnTo>
                        <a:pt x="2172896" y="132326"/>
                      </a:lnTo>
                      <a:cubicBezTo>
                        <a:pt x="1331285" y="1124541"/>
                        <a:pt x="665920" y="2271429"/>
                        <a:pt x="176801" y="3572994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" name="Freeform 119">
                  <a:extLst>
                    <a:ext uri="{FF2B5EF4-FFF2-40B4-BE49-F238E27FC236}">
                      <a16:creationId xmlns:a16="http://schemas.microsoft.com/office/drawing/2014/main" id="{181F53AD-A955-E356-9281-222D6BE6B3F3}"/>
                    </a:ext>
                  </a:extLst>
                </p:cNvPr>
                <p:cNvSpPr/>
                <p:nvPr/>
              </p:nvSpPr>
              <p:spPr>
                <a:xfrm>
                  <a:off x="6856881" y="1938804"/>
                  <a:ext cx="1211216" cy="2346151"/>
                </a:xfrm>
                <a:custGeom>
                  <a:avLst/>
                  <a:gdLst>
                    <a:gd name="connsiteX0" fmla="*/ 1211619 w 1211216"/>
                    <a:gd name="connsiteY0" fmla="*/ 2163142 h 2346151"/>
                    <a:gd name="connsiteX1" fmla="*/ 1139424 w 1211216"/>
                    <a:gd name="connsiteY1" fmla="*/ 2346451 h 2346151"/>
                    <a:gd name="connsiteX2" fmla="*/ 508682 w 1211216"/>
                    <a:gd name="connsiteY2" fmla="*/ 7939 h 2346151"/>
                    <a:gd name="connsiteX3" fmla="*/ 642456 w 1211216"/>
                    <a:gd name="connsiteY3" fmla="*/ 300 h 2346151"/>
                    <a:gd name="connsiteX4" fmla="*/ 642732 w 1211216"/>
                    <a:gd name="connsiteY4" fmla="*/ 134460 h 2346151"/>
                    <a:gd name="connsiteX5" fmla="*/ 1211619 w 1211216"/>
                    <a:gd name="connsiteY5" fmla="*/ 2163142 h 2346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1216" h="2346151">
                      <a:moveTo>
                        <a:pt x="1211619" y="2163142"/>
                      </a:moveTo>
                      <a:cubicBezTo>
                        <a:pt x="1190452" y="2225350"/>
                        <a:pt x="1166365" y="2286521"/>
                        <a:pt x="1139424" y="2346451"/>
                      </a:cubicBezTo>
                      <a:cubicBezTo>
                        <a:pt x="-127177" y="1775814"/>
                        <a:pt x="-337426" y="996311"/>
                        <a:pt x="508682" y="7939"/>
                      </a:cubicBezTo>
                      <a:lnTo>
                        <a:pt x="642456" y="300"/>
                      </a:lnTo>
                      <a:lnTo>
                        <a:pt x="642732" y="134460"/>
                      </a:lnTo>
                      <a:cubicBezTo>
                        <a:pt x="-292742" y="1038483"/>
                        <a:pt x="-103115" y="1714712"/>
                        <a:pt x="1211619" y="2163142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" name="Freeform 120">
                  <a:extLst>
                    <a:ext uri="{FF2B5EF4-FFF2-40B4-BE49-F238E27FC236}">
                      <a16:creationId xmlns:a16="http://schemas.microsoft.com/office/drawing/2014/main" id="{CB69C139-3ED1-DDAE-AF3B-02F2009478E0}"/>
                    </a:ext>
                  </a:extLst>
                </p:cNvPr>
                <p:cNvSpPr/>
                <p:nvPr/>
              </p:nvSpPr>
              <p:spPr>
                <a:xfrm>
                  <a:off x="6945545" y="2226687"/>
                  <a:ext cx="1050386" cy="702333"/>
                </a:xfrm>
                <a:custGeom>
                  <a:avLst/>
                  <a:gdLst>
                    <a:gd name="connsiteX0" fmla="*/ 960861 w 1050386"/>
                    <a:gd name="connsiteY0" fmla="*/ 169645 h 702333"/>
                    <a:gd name="connsiteX1" fmla="*/ 1050789 w 1050386"/>
                    <a:gd name="connsiteY1" fmla="*/ 346707 h 702333"/>
                    <a:gd name="connsiteX2" fmla="*/ 687509 w 1050386"/>
                    <a:gd name="connsiteY2" fmla="*/ 300 h 702333"/>
                    <a:gd name="connsiteX3" fmla="*/ 820608 w 1050386"/>
                    <a:gd name="connsiteY3" fmla="*/ 19912 h 702333"/>
                    <a:gd name="connsiteX4" fmla="*/ 794770 w 1050386"/>
                    <a:gd name="connsiteY4" fmla="*/ 152100 h 702333"/>
                    <a:gd name="connsiteX5" fmla="*/ 960861 w 1050386"/>
                    <a:gd name="connsiteY5" fmla="*/ 169645 h 702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0386" h="702333">
                      <a:moveTo>
                        <a:pt x="960861" y="169645"/>
                      </a:moveTo>
                      <a:cubicBezTo>
                        <a:pt x="993624" y="227205"/>
                        <a:pt x="1023638" y="286289"/>
                        <a:pt x="1050789" y="346707"/>
                      </a:cubicBezTo>
                      <a:cubicBezTo>
                        <a:pt x="-215834" y="917311"/>
                        <a:pt x="-336925" y="801841"/>
                        <a:pt x="687509" y="300"/>
                      </a:cubicBezTo>
                      <a:lnTo>
                        <a:pt x="820608" y="19912"/>
                      </a:lnTo>
                      <a:lnTo>
                        <a:pt x="794770" y="152100"/>
                      </a:lnTo>
                      <a:cubicBezTo>
                        <a:pt x="-301173" y="852442"/>
                        <a:pt x="-245809" y="858288"/>
                        <a:pt x="960861" y="169645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" name="Freeform 121">
                  <a:extLst>
                    <a:ext uri="{FF2B5EF4-FFF2-40B4-BE49-F238E27FC236}">
                      <a16:creationId xmlns:a16="http://schemas.microsoft.com/office/drawing/2014/main" id="{06D17735-98F0-1556-E869-AFE6F7275238}"/>
                    </a:ext>
                  </a:extLst>
                </p:cNvPr>
                <p:cNvSpPr/>
                <p:nvPr/>
              </p:nvSpPr>
              <p:spPr>
                <a:xfrm>
                  <a:off x="6665556" y="2079364"/>
                  <a:ext cx="974183" cy="3203124"/>
                </a:xfrm>
                <a:custGeom>
                  <a:avLst/>
                  <a:gdLst>
                    <a:gd name="connsiteX0" fmla="*/ 558432 w 974183"/>
                    <a:gd name="connsiteY0" fmla="*/ 3103983 h 3203124"/>
                    <a:gd name="connsiteX1" fmla="*/ 386681 w 974183"/>
                    <a:gd name="connsiteY1" fmla="*/ 3203424 h 3203124"/>
                    <a:gd name="connsiteX2" fmla="*/ 840203 w 974183"/>
                    <a:gd name="connsiteY2" fmla="*/ 300 h 3203124"/>
                    <a:gd name="connsiteX3" fmla="*/ 974586 w 974183"/>
                    <a:gd name="connsiteY3" fmla="*/ 6529 h 3203124"/>
                    <a:gd name="connsiteX4" fmla="*/ 962028 w 974183"/>
                    <a:gd name="connsiteY4" fmla="*/ 140641 h 3203124"/>
                    <a:gd name="connsiteX5" fmla="*/ 558432 w 974183"/>
                    <a:gd name="connsiteY5" fmla="*/ 3103983 h 3203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74183" h="3203124">
                      <a:moveTo>
                        <a:pt x="558432" y="3103983"/>
                      </a:moveTo>
                      <a:cubicBezTo>
                        <a:pt x="502790" y="3139845"/>
                        <a:pt x="445473" y="3173020"/>
                        <a:pt x="386681" y="3203424"/>
                      </a:cubicBezTo>
                      <a:cubicBezTo>
                        <a:pt x="-250544" y="1967763"/>
                        <a:pt x="-99369" y="900056"/>
                        <a:pt x="840203" y="300"/>
                      </a:cubicBezTo>
                      <a:lnTo>
                        <a:pt x="974586" y="6529"/>
                      </a:lnTo>
                      <a:lnTo>
                        <a:pt x="962028" y="140641"/>
                      </a:lnTo>
                      <a:cubicBezTo>
                        <a:pt x="-58760" y="946837"/>
                        <a:pt x="-193294" y="1934618"/>
                        <a:pt x="558432" y="3103983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3" name="Graphic 4">
                <a:extLst>
                  <a:ext uri="{FF2B5EF4-FFF2-40B4-BE49-F238E27FC236}">
                    <a16:creationId xmlns:a16="http://schemas.microsoft.com/office/drawing/2014/main" id="{0A61F76F-D220-4EFC-FA3E-C8267FAECD99}"/>
                  </a:ext>
                </a:extLst>
              </p:cNvPr>
              <p:cNvGrpSpPr/>
              <p:nvPr/>
            </p:nvGrpSpPr>
            <p:grpSpPr>
              <a:xfrm>
                <a:off x="3300662" y="628008"/>
                <a:ext cx="5588376" cy="5593718"/>
                <a:chOff x="3300662" y="628008"/>
                <a:chExt cx="5588376" cy="5593718"/>
              </a:xfrm>
              <a:solidFill>
                <a:srgbClr val="000000"/>
              </a:solidFill>
            </p:grpSpPr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8BF1722-68F0-2310-6ACE-D50E475E9F7A}"/>
                    </a:ext>
                  </a:extLst>
                </p:cNvPr>
                <p:cNvSpPr txBox="1"/>
                <p:nvPr/>
              </p:nvSpPr>
              <p:spPr>
                <a:xfrm rot="1621063">
                  <a:off x="8133784" y="4456591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2024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0B2DE7EF-27EE-A328-C974-991D99BCA5E4}"/>
                    </a:ext>
                  </a:extLst>
                </p:cNvPr>
                <p:cNvSpPr txBox="1"/>
                <p:nvPr/>
              </p:nvSpPr>
              <p:spPr>
                <a:xfrm rot="17927479">
                  <a:off x="7084555" y="104084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2014</a:t>
                  </a: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975BE4C7-9450-92E4-8465-7DDADC44A0BE}"/>
                    </a:ext>
                  </a:extLst>
                </p:cNvPr>
                <p:cNvSpPr txBox="1"/>
                <p:nvPr/>
              </p:nvSpPr>
              <p:spPr>
                <a:xfrm rot="20541009">
                  <a:off x="8292893" y="2512192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2019</a:t>
                  </a: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223E6FE4-BB6D-F8D5-617B-FD21E85B9D92}"/>
                    </a:ext>
                  </a:extLst>
                </p:cNvPr>
                <p:cNvSpPr txBox="1"/>
                <p:nvPr/>
              </p:nvSpPr>
              <p:spPr>
                <a:xfrm rot="4965457">
                  <a:off x="6172989" y="583700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2022</a:t>
                  </a: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394CD7F4-9536-B154-DB1D-EED4A3AED116}"/>
                    </a:ext>
                  </a:extLst>
                </p:cNvPr>
                <p:cNvSpPr txBox="1"/>
                <p:nvPr/>
              </p:nvSpPr>
              <p:spPr>
                <a:xfrm rot="17850327">
                  <a:off x="4670127" y="5558889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2018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09CDF1B4-9F98-54A9-BA9A-4E157ED09ABE}"/>
                    </a:ext>
                  </a:extLst>
                </p:cNvPr>
                <p:cNvSpPr txBox="1"/>
                <p:nvPr/>
              </p:nvSpPr>
              <p:spPr>
                <a:xfrm rot="1263109">
                  <a:off x="3465976" y="2371831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2021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7A6710A3-F111-C144-56F4-3E1254A8A8EF}"/>
                    </a:ext>
                  </a:extLst>
                </p:cNvPr>
                <p:cNvSpPr txBox="1"/>
                <p:nvPr/>
              </p:nvSpPr>
              <p:spPr>
                <a:xfrm rot="3890691">
                  <a:off x="6939577" y="561403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2023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BC834B35-9984-D64E-9D3A-0C49855BC8A3}"/>
                    </a:ext>
                  </a:extLst>
                </p:cNvPr>
                <p:cNvSpPr txBox="1"/>
                <p:nvPr/>
              </p:nvSpPr>
              <p:spPr>
                <a:xfrm rot="21381337">
                  <a:off x="3300662" y="3453063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2020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FAC04D6B-E269-0C1B-F80E-4D7A258455A9}"/>
                    </a:ext>
                  </a:extLst>
                </p:cNvPr>
                <p:cNvSpPr txBox="1"/>
                <p:nvPr/>
              </p:nvSpPr>
              <p:spPr>
                <a:xfrm rot="18811600">
                  <a:off x="4090662" y="514479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2016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889E232-359D-74C0-AFF6-FB30CBB12020}"/>
                    </a:ext>
                  </a:extLst>
                </p:cNvPr>
                <p:cNvSpPr txBox="1"/>
                <p:nvPr/>
              </p:nvSpPr>
              <p:spPr>
                <a:xfrm rot="1787565">
                  <a:off x="3633098" y="201979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2017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7F948968-A0D3-CBE5-49AF-34478FC2FCE9}"/>
                    </a:ext>
                  </a:extLst>
                </p:cNvPr>
                <p:cNvSpPr txBox="1"/>
                <p:nvPr/>
              </p:nvSpPr>
              <p:spPr>
                <a:xfrm rot="16824388">
                  <a:off x="5388397" y="580589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2013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2025D76-1D27-BE84-3EEB-FBF7A19D10D3}"/>
                    </a:ext>
                  </a:extLst>
                </p:cNvPr>
                <p:cNvSpPr txBox="1"/>
                <p:nvPr/>
              </p:nvSpPr>
              <p:spPr>
                <a:xfrm rot="19726685">
                  <a:off x="3665435" y="4616167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2015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9BA1D586-2A65-8D5D-ECEF-69A7732994BC}"/>
                    </a:ext>
                  </a:extLst>
                </p:cNvPr>
                <p:cNvSpPr txBox="1"/>
                <p:nvPr/>
              </p:nvSpPr>
              <p:spPr>
                <a:xfrm rot="20581066">
                  <a:off x="3405176" y="4038863"/>
                  <a:ext cx="486736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2011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B569932A-079B-41EF-5133-B2BB30AD3B67}"/>
                    </a:ext>
                  </a:extLst>
                </p:cNvPr>
                <p:cNvSpPr txBox="1"/>
                <p:nvPr/>
              </p:nvSpPr>
              <p:spPr>
                <a:xfrm rot="395847">
                  <a:off x="8396595" y="3585431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2005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8B11F0FE-0090-26CE-4BBD-7C6AE78CDBFA}"/>
                    </a:ext>
                  </a:extLst>
                </p:cNvPr>
                <p:cNvSpPr txBox="1"/>
                <p:nvPr/>
              </p:nvSpPr>
              <p:spPr>
                <a:xfrm rot="2773692">
                  <a:off x="7623383" y="5144124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2002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E22BAFD8-CF86-C414-9302-B093ECA0A67B}"/>
                    </a:ext>
                  </a:extLst>
                </p:cNvPr>
                <p:cNvSpPr txBox="1"/>
                <p:nvPr/>
              </p:nvSpPr>
              <p:spPr>
                <a:xfrm rot="573689">
                  <a:off x="3330977" y="2865691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1979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D187B16-73FA-1C2D-6020-C1632C7123D1}"/>
                    </a:ext>
                  </a:extLst>
                </p:cNvPr>
                <p:cNvSpPr txBox="1"/>
                <p:nvPr/>
              </p:nvSpPr>
              <p:spPr>
                <a:xfrm rot="2476199">
                  <a:off x="3929956" y="1603579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2007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966DC6F3-B7B8-B8A2-8727-52DD4007DDE3}"/>
                    </a:ext>
                  </a:extLst>
                </p:cNvPr>
                <p:cNvSpPr txBox="1"/>
                <p:nvPr/>
              </p:nvSpPr>
              <p:spPr>
                <a:xfrm rot="2172132">
                  <a:off x="3788633" y="1779972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2006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5328FB39-74C4-3D28-D142-577E6C6EFC11}"/>
                    </a:ext>
                  </a:extLst>
                </p:cNvPr>
                <p:cNvSpPr txBox="1"/>
                <p:nvPr/>
              </p:nvSpPr>
              <p:spPr>
                <a:xfrm rot="2768389">
                  <a:off x="4079913" y="144649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2012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7311F51C-8F06-24AD-A48E-BAB9FE102706}"/>
                    </a:ext>
                  </a:extLst>
                </p:cNvPr>
                <p:cNvSpPr txBox="1"/>
                <p:nvPr/>
              </p:nvSpPr>
              <p:spPr>
                <a:xfrm rot="3210243">
                  <a:off x="4330571" y="123455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2008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E9B1F878-B4A3-B7C8-EB65-771947053D14}"/>
                    </a:ext>
                  </a:extLst>
                </p:cNvPr>
                <p:cNvSpPr txBox="1"/>
                <p:nvPr/>
              </p:nvSpPr>
              <p:spPr>
                <a:xfrm rot="3399494">
                  <a:off x="4445861" y="115397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1998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66697ED-05BE-7C93-8DFC-5F48421A5F71}"/>
                    </a:ext>
                  </a:extLst>
                </p:cNvPr>
                <p:cNvSpPr txBox="1"/>
                <p:nvPr/>
              </p:nvSpPr>
              <p:spPr>
                <a:xfrm rot="4110319">
                  <a:off x="4913850" y="910906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2010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7D113290-DD0E-3B32-F8D3-1E8A86B362CE}"/>
                    </a:ext>
                  </a:extLst>
                </p:cNvPr>
                <p:cNvSpPr txBox="1"/>
                <p:nvPr/>
              </p:nvSpPr>
              <p:spPr>
                <a:xfrm rot="3582151">
                  <a:off x="4561162" y="108234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1999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4679C018-6DB2-4378-529C-B504C1EE2409}"/>
                    </a:ext>
                  </a:extLst>
                </p:cNvPr>
                <p:cNvSpPr txBox="1"/>
                <p:nvPr/>
              </p:nvSpPr>
              <p:spPr>
                <a:xfrm rot="3013069">
                  <a:off x="4215362" y="1325133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1990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7BBA6E32-69E4-70CE-FEAA-EEBA65119411}"/>
                    </a:ext>
                  </a:extLst>
                </p:cNvPr>
                <p:cNvSpPr txBox="1"/>
                <p:nvPr/>
              </p:nvSpPr>
              <p:spPr>
                <a:xfrm rot="4278457">
                  <a:off x="5031163" y="86794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1992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B9B53E2-3C73-07F1-B846-F8385B27F274}"/>
                    </a:ext>
                  </a:extLst>
                </p:cNvPr>
                <p:cNvSpPr txBox="1"/>
                <p:nvPr/>
              </p:nvSpPr>
              <p:spPr>
                <a:xfrm rot="3936903">
                  <a:off x="4795205" y="96118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2000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1D9F68E5-C7C8-DC42-75A8-8C1D9FB36C02}"/>
                    </a:ext>
                  </a:extLst>
                </p:cNvPr>
                <p:cNvSpPr txBox="1"/>
                <p:nvPr/>
              </p:nvSpPr>
              <p:spPr>
                <a:xfrm rot="3760845">
                  <a:off x="4677494" y="101828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1980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67EBD4DC-D484-5E01-D6C0-267038C4FCC1}"/>
                    </a:ext>
                  </a:extLst>
                </p:cNvPr>
                <p:cNvSpPr txBox="1"/>
                <p:nvPr/>
              </p:nvSpPr>
              <p:spPr>
                <a:xfrm rot="4441317">
                  <a:off x="5146663" y="831839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2025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308925EE-7BFE-2A1E-41F2-7C65F76BE6BC}"/>
                    </a:ext>
                  </a:extLst>
                </p:cNvPr>
                <p:cNvSpPr txBox="1"/>
                <p:nvPr/>
              </p:nvSpPr>
              <p:spPr>
                <a:xfrm rot="4602857">
                  <a:off x="5262786" y="801486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1982</a:t>
                  </a: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90FEC4F3-DB79-054B-D46F-47C137756E1D}"/>
                    </a:ext>
                  </a:extLst>
                </p:cNvPr>
                <p:cNvSpPr txBox="1"/>
                <p:nvPr/>
              </p:nvSpPr>
              <p:spPr>
                <a:xfrm rot="4764397">
                  <a:off x="5380204" y="776629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1978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817F963B-ACC9-B040-1234-8476722D110B}"/>
                    </a:ext>
                  </a:extLst>
                </p:cNvPr>
                <p:cNvSpPr txBox="1"/>
                <p:nvPr/>
              </p:nvSpPr>
              <p:spPr>
                <a:xfrm rot="4924617">
                  <a:off x="5497688" y="757447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1995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6F559E6D-B7FD-5019-2E0B-E05E1E467D1F}"/>
                    </a:ext>
                  </a:extLst>
                </p:cNvPr>
                <p:cNvSpPr txBox="1"/>
                <p:nvPr/>
              </p:nvSpPr>
              <p:spPr>
                <a:xfrm rot="5083518">
                  <a:off x="5614961" y="743872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1997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03BBFF23-3618-0710-D41C-1BB263B39CF4}"/>
                    </a:ext>
                  </a:extLst>
                </p:cNvPr>
                <p:cNvSpPr txBox="1"/>
                <p:nvPr/>
              </p:nvSpPr>
              <p:spPr>
                <a:xfrm rot="5242419">
                  <a:off x="5732735" y="73573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1977</a:t>
                  </a:r>
                </a:p>
              </p:txBody>
            </p:sp>
          </p:grpSp>
        </p:grpSp>
        <p:grpSp>
          <p:nvGrpSpPr>
            <p:cNvPr id="897" name="Group 896">
              <a:extLst>
                <a:ext uri="{FF2B5EF4-FFF2-40B4-BE49-F238E27FC236}">
                  <a16:creationId xmlns:a16="http://schemas.microsoft.com/office/drawing/2014/main" id="{75F42886-2391-5226-E5C0-E119C0832C46}"/>
                </a:ext>
              </a:extLst>
            </p:cNvPr>
            <p:cNvGrpSpPr/>
            <p:nvPr/>
          </p:nvGrpSpPr>
          <p:grpSpPr>
            <a:xfrm>
              <a:off x="10314357" y="269514"/>
              <a:ext cx="1503647" cy="6371980"/>
              <a:chOff x="9411055" y="210063"/>
              <a:chExt cx="1503647" cy="6371980"/>
            </a:xfrm>
          </p:grpSpPr>
          <p:graphicFrame>
            <p:nvGraphicFramePr>
              <p:cNvPr id="861" name="Chart 860">
                <a:extLst>
                  <a:ext uri="{FF2B5EF4-FFF2-40B4-BE49-F238E27FC236}">
                    <a16:creationId xmlns:a16="http://schemas.microsoft.com/office/drawing/2014/main" id="{8C1F2AF1-53F0-9409-198B-A0A4FAFD963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20707441"/>
                  </p:ext>
                </p:extLst>
              </p:nvPr>
            </p:nvGraphicFramePr>
            <p:xfrm>
              <a:off x="9411055" y="210063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graphicFrame>
            <p:nvGraphicFramePr>
              <p:cNvPr id="862" name="Chart 861">
                <a:extLst>
                  <a:ext uri="{FF2B5EF4-FFF2-40B4-BE49-F238E27FC236}">
                    <a16:creationId xmlns:a16="http://schemas.microsoft.com/office/drawing/2014/main" id="{1C592353-C055-E2A8-05B9-47F28270012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1212871"/>
                  </p:ext>
                </p:extLst>
              </p:nvPr>
            </p:nvGraphicFramePr>
            <p:xfrm>
              <a:off x="9411055" y="983391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aphicFrame>
            <p:nvGraphicFramePr>
              <p:cNvPr id="863" name="Chart 862">
                <a:extLst>
                  <a:ext uri="{FF2B5EF4-FFF2-40B4-BE49-F238E27FC236}">
                    <a16:creationId xmlns:a16="http://schemas.microsoft.com/office/drawing/2014/main" id="{235A73AD-727C-7743-0B04-ADC1D45A96E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12235877"/>
                  </p:ext>
                </p:extLst>
              </p:nvPr>
            </p:nvGraphicFramePr>
            <p:xfrm>
              <a:off x="9411055" y="175671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aphicFrame>
            <p:nvGraphicFramePr>
              <p:cNvPr id="865" name="Chart 864">
                <a:extLst>
                  <a:ext uri="{FF2B5EF4-FFF2-40B4-BE49-F238E27FC236}">
                    <a16:creationId xmlns:a16="http://schemas.microsoft.com/office/drawing/2014/main" id="{D21A1E8F-1795-F3F7-CFFB-2FC1DE4368A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98112202"/>
                  </p:ext>
                </p:extLst>
              </p:nvPr>
            </p:nvGraphicFramePr>
            <p:xfrm>
              <a:off x="9411055" y="2530047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graphicFrame>
            <p:nvGraphicFramePr>
              <p:cNvPr id="866" name="Chart 865">
                <a:extLst>
                  <a:ext uri="{FF2B5EF4-FFF2-40B4-BE49-F238E27FC236}">
                    <a16:creationId xmlns:a16="http://schemas.microsoft.com/office/drawing/2014/main" id="{C8723249-8C8D-A907-0952-2AB50BD4261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66197271"/>
                  </p:ext>
                </p:extLst>
              </p:nvPr>
            </p:nvGraphicFramePr>
            <p:xfrm>
              <a:off x="9411055" y="3303376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graphicFrame>
            <p:nvGraphicFramePr>
              <p:cNvPr id="867" name="Chart 866">
                <a:extLst>
                  <a:ext uri="{FF2B5EF4-FFF2-40B4-BE49-F238E27FC236}">
                    <a16:creationId xmlns:a16="http://schemas.microsoft.com/office/drawing/2014/main" id="{B5D5056B-2F94-4466-C1B4-385BD68CF91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35722539"/>
                  </p:ext>
                </p:extLst>
              </p:nvPr>
            </p:nvGraphicFramePr>
            <p:xfrm>
              <a:off x="9411055" y="409420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graphicFrame>
            <p:nvGraphicFramePr>
              <p:cNvPr id="868" name="Chart 867">
                <a:extLst>
                  <a:ext uri="{FF2B5EF4-FFF2-40B4-BE49-F238E27FC236}">
                    <a16:creationId xmlns:a16="http://schemas.microsoft.com/office/drawing/2014/main" id="{1CC8A735-15EA-B502-0297-1935AD48B8B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89301818"/>
                  </p:ext>
                </p:extLst>
              </p:nvPr>
            </p:nvGraphicFramePr>
            <p:xfrm>
              <a:off x="9411055" y="490975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graphicFrame>
            <p:nvGraphicFramePr>
              <p:cNvPr id="869" name="Chart 868">
                <a:extLst>
                  <a:ext uri="{FF2B5EF4-FFF2-40B4-BE49-F238E27FC236}">
                    <a16:creationId xmlns:a16="http://schemas.microsoft.com/office/drawing/2014/main" id="{D241BB17-EA4F-56E5-860B-54DDD008398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1493646"/>
                  </p:ext>
                </p:extLst>
              </p:nvPr>
            </p:nvGraphicFramePr>
            <p:xfrm>
              <a:off x="9411055" y="571239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</p:grpSp>
        <p:grpSp>
          <p:nvGrpSpPr>
            <p:cNvPr id="896" name="Group 895">
              <a:extLst>
                <a:ext uri="{FF2B5EF4-FFF2-40B4-BE49-F238E27FC236}">
                  <a16:creationId xmlns:a16="http://schemas.microsoft.com/office/drawing/2014/main" id="{AC979AC9-8C31-0BEA-C05C-31D63953B925}"/>
                </a:ext>
              </a:extLst>
            </p:cNvPr>
            <p:cNvGrpSpPr/>
            <p:nvPr/>
          </p:nvGrpSpPr>
          <p:grpSpPr>
            <a:xfrm>
              <a:off x="2080803" y="269514"/>
              <a:ext cx="1503648" cy="6371980"/>
              <a:chOff x="1636040" y="210063"/>
              <a:chExt cx="1503648" cy="6371980"/>
            </a:xfrm>
          </p:grpSpPr>
          <p:graphicFrame>
            <p:nvGraphicFramePr>
              <p:cNvPr id="880" name="Chart 879">
                <a:extLst>
                  <a:ext uri="{FF2B5EF4-FFF2-40B4-BE49-F238E27FC236}">
                    <a16:creationId xmlns:a16="http://schemas.microsoft.com/office/drawing/2014/main" id="{912C8B84-41B6-8277-8EF6-7F321C06311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30640617"/>
                  </p:ext>
                </p:extLst>
              </p:nvPr>
            </p:nvGraphicFramePr>
            <p:xfrm>
              <a:off x="1636041" y="210063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  <p:graphicFrame>
            <p:nvGraphicFramePr>
              <p:cNvPr id="881" name="Chart 880">
                <a:extLst>
                  <a:ext uri="{FF2B5EF4-FFF2-40B4-BE49-F238E27FC236}">
                    <a16:creationId xmlns:a16="http://schemas.microsoft.com/office/drawing/2014/main" id="{D82D4A80-5810-C788-687B-027D047A898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91242908"/>
                  </p:ext>
                </p:extLst>
              </p:nvPr>
            </p:nvGraphicFramePr>
            <p:xfrm>
              <a:off x="1636041" y="983391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1"/>
              </a:graphicData>
            </a:graphic>
          </p:graphicFrame>
          <p:graphicFrame>
            <p:nvGraphicFramePr>
              <p:cNvPr id="882" name="Chart 881">
                <a:extLst>
                  <a:ext uri="{FF2B5EF4-FFF2-40B4-BE49-F238E27FC236}">
                    <a16:creationId xmlns:a16="http://schemas.microsoft.com/office/drawing/2014/main" id="{165BA9D1-E5D3-FF66-6B6B-503382ED582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5088802"/>
                  </p:ext>
                </p:extLst>
              </p:nvPr>
            </p:nvGraphicFramePr>
            <p:xfrm>
              <a:off x="1636041" y="175671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2"/>
              </a:graphicData>
            </a:graphic>
          </p:graphicFrame>
          <p:graphicFrame>
            <p:nvGraphicFramePr>
              <p:cNvPr id="883" name="Chart 882">
                <a:extLst>
                  <a:ext uri="{FF2B5EF4-FFF2-40B4-BE49-F238E27FC236}">
                    <a16:creationId xmlns:a16="http://schemas.microsoft.com/office/drawing/2014/main" id="{75A07D70-686D-E360-4343-FAD4552C955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51263060"/>
                  </p:ext>
                </p:extLst>
              </p:nvPr>
            </p:nvGraphicFramePr>
            <p:xfrm>
              <a:off x="1636041" y="2530047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3"/>
              </a:graphicData>
            </a:graphic>
          </p:graphicFrame>
          <p:graphicFrame>
            <p:nvGraphicFramePr>
              <p:cNvPr id="884" name="Chart 883">
                <a:extLst>
                  <a:ext uri="{FF2B5EF4-FFF2-40B4-BE49-F238E27FC236}">
                    <a16:creationId xmlns:a16="http://schemas.microsoft.com/office/drawing/2014/main" id="{921C7B1B-C80C-B366-5AC8-D5AA6013022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8966763"/>
                  </p:ext>
                </p:extLst>
              </p:nvPr>
            </p:nvGraphicFramePr>
            <p:xfrm>
              <a:off x="1636041" y="3303376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4"/>
              </a:graphicData>
            </a:graphic>
          </p:graphicFrame>
          <p:graphicFrame>
            <p:nvGraphicFramePr>
              <p:cNvPr id="885" name="Chart 884">
                <a:extLst>
                  <a:ext uri="{FF2B5EF4-FFF2-40B4-BE49-F238E27FC236}">
                    <a16:creationId xmlns:a16="http://schemas.microsoft.com/office/drawing/2014/main" id="{DC927CDA-5E10-15AA-83E3-F4B743BF557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66977728"/>
                  </p:ext>
                </p:extLst>
              </p:nvPr>
            </p:nvGraphicFramePr>
            <p:xfrm>
              <a:off x="1636040" y="409420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5"/>
              </a:graphicData>
            </a:graphic>
          </p:graphicFrame>
          <p:graphicFrame>
            <p:nvGraphicFramePr>
              <p:cNvPr id="886" name="Chart 885">
                <a:extLst>
                  <a:ext uri="{FF2B5EF4-FFF2-40B4-BE49-F238E27FC236}">
                    <a16:creationId xmlns:a16="http://schemas.microsoft.com/office/drawing/2014/main" id="{54908828-9ABF-EB2A-9D3C-AEE38CD1FF5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15669016"/>
                  </p:ext>
                </p:extLst>
              </p:nvPr>
            </p:nvGraphicFramePr>
            <p:xfrm>
              <a:off x="1636041" y="490975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6"/>
              </a:graphicData>
            </a:graphic>
          </p:graphicFrame>
          <p:graphicFrame>
            <p:nvGraphicFramePr>
              <p:cNvPr id="887" name="Chart 886">
                <a:extLst>
                  <a:ext uri="{FF2B5EF4-FFF2-40B4-BE49-F238E27FC236}">
                    <a16:creationId xmlns:a16="http://schemas.microsoft.com/office/drawing/2014/main" id="{788F2653-BF7E-DF4B-B6A6-72B8B11152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13694432"/>
                  </p:ext>
                </p:extLst>
              </p:nvPr>
            </p:nvGraphicFramePr>
            <p:xfrm>
              <a:off x="1636041" y="571239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7"/>
              </a:graphicData>
            </a:graphic>
          </p:graphicFrame>
        </p:grpSp>
        <p:grpSp>
          <p:nvGrpSpPr>
            <p:cNvPr id="931" name="Group 930">
              <a:extLst>
                <a:ext uri="{FF2B5EF4-FFF2-40B4-BE49-F238E27FC236}">
                  <a16:creationId xmlns:a16="http://schemas.microsoft.com/office/drawing/2014/main" id="{640041FA-F1A1-9D11-6520-C3A2F5B755A7}"/>
                </a:ext>
              </a:extLst>
            </p:cNvPr>
            <p:cNvGrpSpPr/>
            <p:nvPr/>
          </p:nvGrpSpPr>
          <p:grpSpPr>
            <a:xfrm>
              <a:off x="8634055" y="269514"/>
              <a:ext cx="1856961" cy="6371980"/>
              <a:chOff x="10555799" y="210063"/>
              <a:chExt cx="1856961" cy="6371980"/>
            </a:xfrm>
          </p:grpSpPr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D58EF8F8-B7B2-56E9-96ED-7DF66DF35C7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37056582"/>
                  </p:ext>
                </p:extLst>
              </p:nvPr>
            </p:nvGraphicFramePr>
            <p:xfrm>
              <a:off x="10909113" y="210063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8"/>
              </a:graphicData>
            </a:graphic>
          </p:graphicFrame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6CAADFAD-1EC0-0753-D927-ABFC50BFE96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39771548"/>
                  </p:ext>
                </p:extLst>
              </p:nvPr>
            </p:nvGraphicFramePr>
            <p:xfrm>
              <a:off x="10909113" y="983391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9"/>
              </a:graphicData>
            </a:graphic>
          </p:graphicFrame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92E7E5F4-2BA1-D3E4-2BA2-1FF9F7BA762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19440779"/>
                  </p:ext>
                </p:extLst>
              </p:nvPr>
            </p:nvGraphicFramePr>
            <p:xfrm>
              <a:off x="10909113" y="175671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0"/>
              </a:graphicData>
            </a:graphic>
          </p:graphicFrame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E1778DD7-2DA0-ABDE-CD9A-9BA489E3E1B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62015066"/>
                  </p:ext>
                </p:extLst>
              </p:nvPr>
            </p:nvGraphicFramePr>
            <p:xfrm>
              <a:off x="10909113" y="2530047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1"/>
              </a:graphicData>
            </a:graphic>
          </p:graphicFrame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E0DDF929-7052-2759-FE8D-F9555CCA555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49352472"/>
                  </p:ext>
                </p:extLst>
              </p:nvPr>
            </p:nvGraphicFramePr>
            <p:xfrm>
              <a:off x="10909113" y="3303376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2"/>
              </a:graphicData>
            </a:graphic>
          </p:graphicFrame>
          <p:graphicFrame>
            <p:nvGraphicFramePr>
              <p:cNvPr id="899" name="Chart 898">
                <a:extLst>
                  <a:ext uri="{FF2B5EF4-FFF2-40B4-BE49-F238E27FC236}">
                    <a16:creationId xmlns:a16="http://schemas.microsoft.com/office/drawing/2014/main" id="{9E5E66DB-E741-AE4C-A933-12D4BD2CF1F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56178769"/>
                  </p:ext>
                </p:extLst>
              </p:nvPr>
            </p:nvGraphicFramePr>
            <p:xfrm>
              <a:off x="10909113" y="409420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3"/>
              </a:graphicData>
            </a:graphic>
          </p:graphicFrame>
          <p:graphicFrame>
            <p:nvGraphicFramePr>
              <p:cNvPr id="900" name="Chart 899">
                <a:extLst>
                  <a:ext uri="{FF2B5EF4-FFF2-40B4-BE49-F238E27FC236}">
                    <a16:creationId xmlns:a16="http://schemas.microsoft.com/office/drawing/2014/main" id="{4DAAEB94-2CA1-124E-CC99-294C1260175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2694753"/>
                  </p:ext>
                </p:extLst>
              </p:nvPr>
            </p:nvGraphicFramePr>
            <p:xfrm>
              <a:off x="10909113" y="490975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4"/>
              </a:graphicData>
            </a:graphic>
          </p:graphicFrame>
          <p:graphicFrame>
            <p:nvGraphicFramePr>
              <p:cNvPr id="901" name="Chart 900">
                <a:extLst>
                  <a:ext uri="{FF2B5EF4-FFF2-40B4-BE49-F238E27FC236}">
                    <a16:creationId xmlns:a16="http://schemas.microsoft.com/office/drawing/2014/main" id="{A4605E33-6684-5B52-0194-D010AFD745A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02571680"/>
                  </p:ext>
                </p:extLst>
              </p:nvPr>
            </p:nvGraphicFramePr>
            <p:xfrm>
              <a:off x="10909113" y="571239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5"/>
              </a:graphicData>
            </a:graphic>
          </p:graphicFrame>
          <p:sp>
            <p:nvSpPr>
              <p:cNvPr id="902" name="TextBox 901">
                <a:extLst>
                  <a:ext uri="{FF2B5EF4-FFF2-40B4-BE49-F238E27FC236}">
                    <a16:creationId xmlns:a16="http://schemas.microsoft.com/office/drawing/2014/main" id="{7A764C7A-1524-57EF-ED66-77BF764DF6C3}"/>
                  </a:ext>
                </a:extLst>
              </p:cNvPr>
              <p:cNvSpPr txBox="1"/>
              <p:nvPr/>
            </p:nvSpPr>
            <p:spPr>
              <a:xfrm>
                <a:off x="10555799" y="27595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2014</a:t>
                </a:r>
              </a:p>
            </p:txBody>
          </p:sp>
          <p:sp>
            <p:nvSpPr>
              <p:cNvPr id="903" name="TextBox 902">
                <a:extLst>
                  <a:ext uri="{FF2B5EF4-FFF2-40B4-BE49-F238E27FC236}">
                    <a16:creationId xmlns:a16="http://schemas.microsoft.com/office/drawing/2014/main" id="{92234E79-6D3B-E35B-CBDD-5454432B0EDE}"/>
                  </a:ext>
                </a:extLst>
              </p:cNvPr>
              <p:cNvSpPr txBox="1"/>
              <p:nvPr/>
            </p:nvSpPr>
            <p:spPr>
              <a:xfrm>
                <a:off x="10555799" y="1052132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2019</a:t>
                </a:r>
              </a:p>
            </p:txBody>
          </p:sp>
          <p:sp>
            <p:nvSpPr>
              <p:cNvPr id="904" name="TextBox 903">
                <a:extLst>
                  <a:ext uri="{FF2B5EF4-FFF2-40B4-BE49-F238E27FC236}">
                    <a16:creationId xmlns:a16="http://schemas.microsoft.com/office/drawing/2014/main" id="{AAA9BF95-895A-DBD6-8367-85E9C59F77A9}"/>
                  </a:ext>
                </a:extLst>
              </p:cNvPr>
              <p:cNvSpPr txBox="1"/>
              <p:nvPr/>
            </p:nvSpPr>
            <p:spPr>
              <a:xfrm>
                <a:off x="10555799" y="1828309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2005</a:t>
                </a:r>
              </a:p>
            </p:txBody>
          </p:sp>
          <p:sp>
            <p:nvSpPr>
              <p:cNvPr id="905" name="TextBox 904">
                <a:extLst>
                  <a:ext uri="{FF2B5EF4-FFF2-40B4-BE49-F238E27FC236}">
                    <a16:creationId xmlns:a16="http://schemas.microsoft.com/office/drawing/2014/main" id="{11E27220-976E-2FAF-75ED-9A78778FB316}"/>
                  </a:ext>
                </a:extLst>
              </p:cNvPr>
              <p:cNvSpPr txBox="1"/>
              <p:nvPr/>
            </p:nvSpPr>
            <p:spPr>
              <a:xfrm>
                <a:off x="10555799" y="2604486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2024</a:t>
                </a:r>
              </a:p>
            </p:txBody>
          </p:sp>
          <p:sp>
            <p:nvSpPr>
              <p:cNvPr id="906" name="TextBox 905">
                <a:extLst>
                  <a:ext uri="{FF2B5EF4-FFF2-40B4-BE49-F238E27FC236}">
                    <a16:creationId xmlns:a16="http://schemas.microsoft.com/office/drawing/2014/main" id="{71E98ADB-1D37-76E0-04F3-11EBB58AB02A}"/>
                  </a:ext>
                </a:extLst>
              </p:cNvPr>
              <p:cNvSpPr txBox="1"/>
              <p:nvPr/>
            </p:nvSpPr>
            <p:spPr>
              <a:xfrm>
                <a:off x="10555799" y="3380663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2002</a:t>
                </a:r>
              </a:p>
            </p:txBody>
          </p:sp>
          <p:sp>
            <p:nvSpPr>
              <p:cNvPr id="907" name="TextBox 906">
                <a:extLst>
                  <a:ext uri="{FF2B5EF4-FFF2-40B4-BE49-F238E27FC236}">
                    <a16:creationId xmlns:a16="http://schemas.microsoft.com/office/drawing/2014/main" id="{C06772ED-2CD6-AF1F-A3C0-D23362D50EFF}"/>
                  </a:ext>
                </a:extLst>
              </p:cNvPr>
              <p:cNvSpPr txBox="1"/>
              <p:nvPr/>
            </p:nvSpPr>
            <p:spPr>
              <a:xfrm>
                <a:off x="10555799" y="417810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2023</a:t>
                </a:r>
              </a:p>
            </p:txBody>
          </p:sp>
          <p:sp>
            <p:nvSpPr>
              <p:cNvPr id="908" name="TextBox 907">
                <a:extLst>
                  <a:ext uri="{FF2B5EF4-FFF2-40B4-BE49-F238E27FC236}">
                    <a16:creationId xmlns:a16="http://schemas.microsoft.com/office/drawing/2014/main" id="{8C949744-5529-46C7-2531-BC0552CF9A5D}"/>
                  </a:ext>
                </a:extLst>
              </p:cNvPr>
              <p:cNvSpPr txBox="1"/>
              <p:nvPr/>
            </p:nvSpPr>
            <p:spPr>
              <a:xfrm>
                <a:off x="10555799" y="4986179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2022</a:t>
                </a:r>
              </a:p>
            </p:txBody>
          </p:sp>
          <p:sp>
            <p:nvSpPr>
              <p:cNvPr id="909" name="TextBox 908">
                <a:extLst>
                  <a:ext uri="{FF2B5EF4-FFF2-40B4-BE49-F238E27FC236}">
                    <a16:creationId xmlns:a16="http://schemas.microsoft.com/office/drawing/2014/main" id="{06C33F3B-BB07-39FC-FA4B-A0E6771A588A}"/>
                  </a:ext>
                </a:extLst>
              </p:cNvPr>
              <p:cNvSpPr txBox="1"/>
              <p:nvPr/>
            </p:nvSpPr>
            <p:spPr>
              <a:xfrm>
                <a:off x="10555799" y="578893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2013</a:t>
                </a:r>
              </a:p>
            </p:txBody>
          </p:sp>
        </p:grpSp>
        <p:grpSp>
          <p:nvGrpSpPr>
            <p:cNvPr id="912" name="Group 911">
              <a:extLst>
                <a:ext uri="{FF2B5EF4-FFF2-40B4-BE49-F238E27FC236}">
                  <a16:creationId xmlns:a16="http://schemas.microsoft.com/office/drawing/2014/main" id="{B47348A8-6B0F-91BC-F6C9-1C66922FD873}"/>
                </a:ext>
              </a:extLst>
            </p:cNvPr>
            <p:cNvGrpSpPr/>
            <p:nvPr/>
          </p:nvGrpSpPr>
          <p:grpSpPr>
            <a:xfrm>
              <a:off x="400500" y="269514"/>
              <a:ext cx="1856961" cy="6371980"/>
              <a:chOff x="1282727" y="210063"/>
              <a:chExt cx="1856961" cy="6371980"/>
            </a:xfrm>
          </p:grpSpPr>
          <p:graphicFrame>
            <p:nvGraphicFramePr>
              <p:cNvPr id="913" name="Chart 912">
                <a:extLst>
                  <a:ext uri="{FF2B5EF4-FFF2-40B4-BE49-F238E27FC236}">
                    <a16:creationId xmlns:a16="http://schemas.microsoft.com/office/drawing/2014/main" id="{07F34E77-4573-BB6D-79EA-C8E20E00367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77545297"/>
                  </p:ext>
                </p:extLst>
              </p:nvPr>
            </p:nvGraphicFramePr>
            <p:xfrm>
              <a:off x="1636041" y="210063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6"/>
              </a:graphicData>
            </a:graphic>
          </p:graphicFrame>
          <p:graphicFrame>
            <p:nvGraphicFramePr>
              <p:cNvPr id="914" name="Chart 913">
                <a:extLst>
                  <a:ext uri="{FF2B5EF4-FFF2-40B4-BE49-F238E27FC236}">
                    <a16:creationId xmlns:a16="http://schemas.microsoft.com/office/drawing/2014/main" id="{1DDAD669-3517-8158-AA68-56AAC33B047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89390822"/>
                  </p:ext>
                </p:extLst>
              </p:nvPr>
            </p:nvGraphicFramePr>
            <p:xfrm>
              <a:off x="1636041" y="983391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7"/>
              </a:graphicData>
            </a:graphic>
          </p:graphicFrame>
          <p:graphicFrame>
            <p:nvGraphicFramePr>
              <p:cNvPr id="915" name="Chart 914">
                <a:extLst>
                  <a:ext uri="{FF2B5EF4-FFF2-40B4-BE49-F238E27FC236}">
                    <a16:creationId xmlns:a16="http://schemas.microsoft.com/office/drawing/2014/main" id="{251B028B-9BD2-0F73-BECA-7F3408010C1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11737960"/>
                  </p:ext>
                </p:extLst>
              </p:nvPr>
            </p:nvGraphicFramePr>
            <p:xfrm>
              <a:off x="1636041" y="175671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8"/>
              </a:graphicData>
            </a:graphic>
          </p:graphicFrame>
          <p:graphicFrame>
            <p:nvGraphicFramePr>
              <p:cNvPr id="916" name="Chart 915">
                <a:extLst>
                  <a:ext uri="{FF2B5EF4-FFF2-40B4-BE49-F238E27FC236}">
                    <a16:creationId xmlns:a16="http://schemas.microsoft.com/office/drawing/2014/main" id="{277DA997-4704-3B08-4D19-90343451D78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09555103"/>
                  </p:ext>
                </p:extLst>
              </p:nvPr>
            </p:nvGraphicFramePr>
            <p:xfrm>
              <a:off x="1636041" y="2530047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9"/>
              </a:graphicData>
            </a:graphic>
          </p:graphicFrame>
          <p:graphicFrame>
            <p:nvGraphicFramePr>
              <p:cNvPr id="917" name="Chart 916">
                <a:extLst>
                  <a:ext uri="{FF2B5EF4-FFF2-40B4-BE49-F238E27FC236}">
                    <a16:creationId xmlns:a16="http://schemas.microsoft.com/office/drawing/2014/main" id="{EC68E695-A0C0-9AE5-A8CF-657C23933F7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53932078"/>
                  </p:ext>
                </p:extLst>
              </p:nvPr>
            </p:nvGraphicFramePr>
            <p:xfrm>
              <a:off x="1636041" y="3303376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0"/>
              </a:graphicData>
            </a:graphic>
          </p:graphicFrame>
          <p:graphicFrame>
            <p:nvGraphicFramePr>
              <p:cNvPr id="918" name="Chart 917">
                <a:extLst>
                  <a:ext uri="{FF2B5EF4-FFF2-40B4-BE49-F238E27FC236}">
                    <a16:creationId xmlns:a16="http://schemas.microsoft.com/office/drawing/2014/main" id="{2CD39B3E-B137-15ED-F7B1-7F2D25CEABD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38258512"/>
                  </p:ext>
                </p:extLst>
              </p:nvPr>
            </p:nvGraphicFramePr>
            <p:xfrm>
              <a:off x="1636041" y="409420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1"/>
              </a:graphicData>
            </a:graphic>
          </p:graphicFrame>
          <p:graphicFrame>
            <p:nvGraphicFramePr>
              <p:cNvPr id="919" name="Chart 918">
                <a:extLst>
                  <a:ext uri="{FF2B5EF4-FFF2-40B4-BE49-F238E27FC236}">
                    <a16:creationId xmlns:a16="http://schemas.microsoft.com/office/drawing/2014/main" id="{2AFC0A6E-92C7-1084-9131-36A0A3C6668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50564028"/>
                  </p:ext>
                </p:extLst>
              </p:nvPr>
            </p:nvGraphicFramePr>
            <p:xfrm>
              <a:off x="1636041" y="490975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2"/>
              </a:graphicData>
            </a:graphic>
          </p:graphicFrame>
          <p:graphicFrame>
            <p:nvGraphicFramePr>
              <p:cNvPr id="920" name="Chart 919">
                <a:extLst>
                  <a:ext uri="{FF2B5EF4-FFF2-40B4-BE49-F238E27FC236}">
                    <a16:creationId xmlns:a16="http://schemas.microsoft.com/office/drawing/2014/main" id="{59751771-1CF1-5F3B-442E-8981DFE4FA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07876325"/>
                  </p:ext>
                </p:extLst>
              </p:nvPr>
            </p:nvGraphicFramePr>
            <p:xfrm>
              <a:off x="1636041" y="571239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3"/>
              </a:graphicData>
            </a:graphic>
          </p:graphicFrame>
          <p:sp>
            <p:nvSpPr>
              <p:cNvPr id="921" name="TextBox 920">
                <a:extLst>
                  <a:ext uri="{FF2B5EF4-FFF2-40B4-BE49-F238E27FC236}">
                    <a16:creationId xmlns:a16="http://schemas.microsoft.com/office/drawing/2014/main" id="{77FA9064-4C67-6E31-251A-1C7BD43951A4}"/>
                  </a:ext>
                </a:extLst>
              </p:cNvPr>
              <p:cNvSpPr txBox="1"/>
              <p:nvPr/>
            </p:nvSpPr>
            <p:spPr>
              <a:xfrm>
                <a:off x="1282727" y="27595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2018</a:t>
                </a:r>
              </a:p>
            </p:txBody>
          </p:sp>
          <p:sp>
            <p:nvSpPr>
              <p:cNvPr id="922" name="TextBox 921">
                <a:extLst>
                  <a:ext uri="{FF2B5EF4-FFF2-40B4-BE49-F238E27FC236}">
                    <a16:creationId xmlns:a16="http://schemas.microsoft.com/office/drawing/2014/main" id="{9BDCF5A4-23CB-9EA2-BB5A-86E616EBE450}"/>
                  </a:ext>
                </a:extLst>
              </p:cNvPr>
              <p:cNvSpPr txBox="1"/>
              <p:nvPr/>
            </p:nvSpPr>
            <p:spPr>
              <a:xfrm>
                <a:off x="1282727" y="1052132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2016</a:t>
                </a:r>
              </a:p>
            </p:txBody>
          </p:sp>
          <p:sp>
            <p:nvSpPr>
              <p:cNvPr id="923" name="TextBox 922">
                <a:extLst>
                  <a:ext uri="{FF2B5EF4-FFF2-40B4-BE49-F238E27FC236}">
                    <a16:creationId xmlns:a16="http://schemas.microsoft.com/office/drawing/2014/main" id="{3C02CE01-67CF-BC94-9801-640BA6A4374A}"/>
                  </a:ext>
                </a:extLst>
              </p:cNvPr>
              <p:cNvSpPr txBox="1"/>
              <p:nvPr/>
            </p:nvSpPr>
            <p:spPr>
              <a:xfrm>
                <a:off x="1282727" y="1828309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2015</a:t>
                </a:r>
              </a:p>
            </p:txBody>
          </p:sp>
          <p:sp>
            <p:nvSpPr>
              <p:cNvPr id="924" name="TextBox 923">
                <a:extLst>
                  <a:ext uri="{FF2B5EF4-FFF2-40B4-BE49-F238E27FC236}">
                    <a16:creationId xmlns:a16="http://schemas.microsoft.com/office/drawing/2014/main" id="{20BD78EB-FF3B-9F25-1889-4F5ABDBBC92F}"/>
                  </a:ext>
                </a:extLst>
              </p:cNvPr>
              <p:cNvSpPr txBox="1"/>
              <p:nvPr/>
            </p:nvSpPr>
            <p:spPr>
              <a:xfrm>
                <a:off x="1282727" y="2604486"/>
                <a:ext cx="5370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2011</a:t>
                </a:r>
              </a:p>
            </p:txBody>
          </p:sp>
          <p:sp>
            <p:nvSpPr>
              <p:cNvPr id="925" name="TextBox 924">
                <a:extLst>
                  <a:ext uri="{FF2B5EF4-FFF2-40B4-BE49-F238E27FC236}">
                    <a16:creationId xmlns:a16="http://schemas.microsoft.com/office/drawing/2014/main" id="{C7A4AD1D-8025-AC4B-A6F3-695B8BF59B2A}"/>
                  </a:ext>
                </a:extLst>
              </p:cNvPr>
              <p:cNvSpPr txBox="1"/>
              <p:nvPr/>
            </p:nvSpPr>
            <p:spPr>
              <a:xfrm>
                <a:off x="1282727" y="3380663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2020</a:t>
                </a:r>
              </a:p>
            </p:txBody>
          </p:sp>
          <p:sp>
            <p:nvSpPr>
              <p:cNvPr id="926" name="TextBox 925">
                <a:extLst>
                  <a:ext uri="{FF2B5EF4-FFF2-40B4-BE49-F238E27FC236}">
                    <a16:creationId xmlns:a16="http://schemas.microsoft.com/office/drawing/2014/main" id="{BF8AE0E2-C0F6-1183-2B96-208CC271C763}"/>
                  </a:ext>
                </a:extLst>
              </p:cNvPr>
              <p:cNvSpPr txBox="1"/>
              <p:nvPr/>
            </p:nvSpPr>
            <p:spPr>
              <a:xfrm>
                <a:off x="1282727" y="417810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1979</a:t>
                </a:r>
              </a:p>
            </p:txBody>
          </p:sp>
          <p:sp>
            <p:nvSpPr>
              <p:cNvPr id="927" name="TextBox 926">
                <a:extLst>
                  <a:ext uri="{FF2B5EF4-FFF2-40B4-BE49-F238E27FC236}">
                    <a16:creationId xmlns:a16="http://schemas.microsoft.com/office/drawing/2014/main" id="{29C97153-F5AB-4CB7-C5A6-466DB4CDE5DE}"/>
                  </a:ext>
                </a:extLst>
              </p:cNvPr>
              <p:cNvSpPr txBox="1"/>
              <p:nvPr/>
            </p:nvSpPr>
            <p:spPr>
              <a:xfrm>
                <a:off x="1282727" y="4986179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2021</a:t>
                </a:r>
              </a:p>
            </p:txBody>
          </p:sp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2A2D7405-FDDC-98AF-E94E-D0F56ABB7A23}"/>
                  </a:ext>
                </a:extLst>
              </p:cNvPr>
              <p:cNvSpPr txBox="1"/>
              <p:nvPr/>
            </p:nvSpPr>
            <p:spPr>
              <a:xfrm>
                <a:off x="1282727" y="578893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2017</a:t>
                </a:r>
              </a:p>
            </p:txBody>
          </p:sp>
        </p:grpSp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BDFAEEA1-7F56-4DB1-0A26-47A49FB30415}"/>
                </a:ext>
              </a:extLst>
            </p:cNvPr>
            <p:cNvGrpSpPr/>
            <p:nvPr/>
          </p:nvGrpSpPr>
          <p:grpSpPr>
            <a:xfrm>
              <a:off x="806116" y="78197"/>
              <a:ext cx="1929527" cy="307777"/>
              <a:chOff x="806116" y="78197"/>
              <a:chExt cx="1929527" cy="307777"/>
            </a:xfrm>
          </p:grpSpPr>
          <p:sp>
            <p:nvSpPr>
              <p:cNvPr id="929" name="TextBox 928">
                <a:extLst>
                  <a:ext uri="{FF2B5EF4-FFF2-40B4-BE49-F238E27FC236}">
                    <a16:creationId xmlns:a16="http://schemas.microsoft.com/office/drawing/2014/main" id="{74B344E7-7439-79BB-D956-766364EBE1DC}"/>
                  </a:ext>
                </a:extLst>
              </p:cNvPr>
              <p:cNvSpPr txBox="1"/>
              <p:nvPr/>
            </p:nvSpPr>
            <p:spPr>
              <a:xfrm>
                <a:off x="2132593" y="78197"/>
                <a:ext cx="6030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Cited</a:t>
                </a:r>
              </a:p>
            </p:txBody>
          </p:sp>
          <p:sp>
            <p:nvSpPr>
              <p:cNvPr id="932" name="TextBox 931">
                <a:extLst>
                  <a:ext uri="{FF2B5EF4-FFF2-40B4-BE49-F238E27FC236}">
                    <a16:creationId xmlns:a16="http://schemas.microsoft.com/office/drawing/2014/main" id="{976AC597-BD39-070B-E22B-CA0ECBC732E9}"/>
                  </a:ext>
                </a:extLst>
              </p:cNvPr>
              <p:cNvSpPr txBox="1"/>
              <p:nvPr/>
            </p:nvSpPr>
            <p:spPr>
              <a:xfrm>
                <a:off x="806116" y="78197"/>
                <a:ext cx="6623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Citing</a:t>
                </a:r>
              </a:p>
            </p:txBody>
          </p:sp>
        </p:grpSp>
        <p:grpSp>
          <p:nvGrpSpPr>
            <p:cNvPr id="936" name="Group 935">
              <a:extLst>
                <a:ext uri="{FF2B5EF4-FFF2-40B4-BE49-F238E27FC236}">
                  <a16:creationId xmlns:a16="http://schemas.microsoft.com/office/drawing/2014/main" id="{0D3B2DD7-9544-FA49-B133-E13670190FCA}"/>
                </a:ext>
              </a:extLst>
            </p:cNvPr>
            <p:cNvGrpSpPr/>
            <p:nvPr/>
          </p:nvGrpSpPr>
          <p:grpSpPr>
            <a:xfrm>
              <a:off x="9020179" y="78197"/>
              <a:ext cx="1897228" cy="345205"/>
              <a:chOff x="806116" y="78197"/>
              <a:chExt cx="1897228" cy="345205"/>
            </a:xfrm>
          </p:grpSpPr>
          <p:sp>
            <p:nvSpPr>
              <p:cNvPr id="937" name="TextBox 936">
                <a:extLst>
                  <a:ext uri="{FF2B5EF4-FFF2-40B4-BE49-F238E27FC236}">
                    <a16:creationId xmlns:a16="http://schemas.microsoft.com/office/drawing/2014/main" id="{AE07307F-B7DF-9E47-BD53-C290B84B1BE5}"/>
                  </a:ext>
                </a:extLst>
              </p:cNvPr>
              <p:cNvSpPr txBox="1"/>
              <p:nvPr/>
            </p:nvSpPr>
            <p:spPr>
              <a:xfrm>
                <a:off x="2100294" y="115625"/>
                <a:ext cx="6030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Cited</a:t>
                </a:r>
              </a:p>
            </p:txBody>
          </p:sp>
          <p:sp>
            <p:nvSpPr>
              <p:cNvPr id="938" name="TextBox 937">
                <a:extLst>
                  <a:ext uri="{FF2B5EF4-FFF2-40B4-BE49-F238E27FC236}">
                    <a16:creationId xmlns:a16="http://schemas.microsoft.com/office/drawing/2014/main" id="{C1AD48D5-07E5-83C3-93BD-96C4CA1D2698}"/>
                  </a:ext>
                </a:extLst>
              </p:cNvPr>
              <p:cNvSpPr txBox="1"/>
              <p:nvPr/>
            </p:nvSpPr>
            <p:spPr>
              <a:xfrm>
                <a:off x="806116" y="78197"/>
                <a:ext cx="6623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Citing</a:t>
                </a:r>
              </a:p>
            </p:txBody>
          </p:sp>
        </p:grpSp>
      </p:grpSp>
      <p:sp>
        <p:nvSpPr>
          <p:cNvPr id="941" name="TextBox 940">
            <a:extLst>
              <a:ext uri="{FF2B5EF4-FFF2-40B4-BE49-F238E27FC236}">
                <a16:creationId xmlns:a16="http://schemas.microsoft.com/office/drawing/2014/main" id="{542104E8-9259-1BB0-227E-6F89CAAC3B84}"/>
              </a:ext>
            </a:extLst>
          </p:cNvPr>
          <p:cNvSpPr txBox="1"/>
          <p:nvPr/>
        </p:nvSpPr>
        <p:spPr>
          <a:xfrm>
            <a:off x="3860800" y="83989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8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04BEED0-109C-66EE-2B37-9BA8DCA0E7C1}"/>
              </a:ext>
            </a:extLst>
          </p:cNvPr>
          <p:cNvGrpSpPr/>
          <p:nvPr/>
        </p:nvGrpSpPr>
        <p:grpSpPr>
          <a:xfrm>
            <a:off x="1613635" y="789278"/>
            <a:ext cx="7861964" cy="5040845"/>
            <a:chOff x="1613635" y="789278"/>
            <a:chExt cx="7861964" cy="504084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0B9A4D-0F2D-9F78-741E-BACBD4A88189}"/>
                </a:ext>
              </a:extLst>
            </p:cNvPr>
            <p:cNvSpPr/>
            <p:nvPr/>
          </p:nvSpPr>
          <p:spPr>
            <a:xfrm>
              <a:off x="1866777" y="2722451"/>
              <a:ext cx="7372060" cy="825400"/>
            </a:xfrm>
            <a:custGeom>
              <a:avLst/>
              <a:gdLst>
                <a:gd name="connsiteX0" fmla="*/ 0 w 7372060"/>
                <a:gd name="connsiteY0" fmla="*/ 774394 h 825400"/>
                <a:gd name="connsiteX1" fmla="*/ 21564 w 7372060"/>
                <a:gd name="connsiteY1" fmla="*/ 763144 h 825400"/>
                <a:gd name="connsiteX2" fmla="*/ 150948 w 7372060"/>
                <a:gd name="connsiteY2" fmla="*/ 724706 h 825400"/>
                <a:gd name="connsiteX3" fmla="*/ 387214 w 7372060"/>
                <a:gd name="connsiteY3" fmla="*/ 746269 h 825400"/>
                <a:gd name="connsiteX4" fmla="*/ 624417 w 7372060"/>
                <a:gd name="connsiteY4" fmla="*/ 790332 h 825400"/>
                <a:gd name="connsiteX5" fmla="*/ 796929 w 7372060"/>
                <a:gd name="connsiteY5" fmla="*/ 773457 h 825400"/>
                <a:gd name="connsiteX6" fmla="*/ 1011631 w 7372060"/>
                <a:gd name="connsiteY6" fmla="*/ 751894 h 825400"/>
                <a:gd name="connsiteX7" fmla="*/ 1162579 w 7372060"/>
                <a:gd name="connsiteY7" fmla="*/ 763144 h 825400"/>
                <a:gd name="connsiteX8" fmla="*/ 1291962 w 7372060"/>
                <a:gd name="connsiteY8" fmla="*/ 756582 h 825400"/>
                <a:gd name="connsiteX9" fmla="*/ 1421346 w 7372060"/>
                <a:gd name="connsiteY9" fmla="*/ 789395 h 825400"/>
                <a:gd name="connsiteX10" fmla="*/ 1550730 w 7372060"/>
                <a:gd name="connsiteY10" fmla="*/ 804395 h 825400"/>
                <a:gd name="connsiteX11" fmla="*/ 1680114 w 7372060"/>
                <a:gd name="connsiteY11" fmla="*/ 824083 h 825400"/>
                <a:gd name="connsiteX12" fmla="*/ 1809497 w 7372060"/>
                <a:gd name="connsiteY12" fmla="*/ 806270 h 825400"/>
                <a:gd name="connsiteX13" fmla="*/ 1938881 w 7372060"/>
                <a:gd name="connsiteY13" fmla="*/ 747206 h 825400"/>
                <a:gd name="connsiteX14" fmla="*/ 2089829 w 7372060"/>
                <a:gd name="connsiteY14" fmla="*/ 755644 h 825400"/>
                <a:gd name="connsiteX15" fmla="*/ 2348596 w 7372060"/>
                <a:gd name="connsiteY15" fmla="*/ 731268 h 825400"/>
                <a:gd name="connsiteX16" fmla="*/ 2671118 w 7372060"/>
                <a:gd name="connsiteY16" fmla="*/ 717205 h 825400"/>
                <a:gd name="connsiteX17" fmla="*/ 2843630 w 7372060"/>
                <a:gd name="connsiteY17" fmla="*/ 700330 h 825400"/>
                <a:gd name="connsiteX18" fmla="*/ 2973013 w 7372060"/>
                <a:gd name="connsiteY18" fmla="*/ 714393 h 825400"/>
                <a:gd name="connsiteX19" fmla="*/ 3123961 w 7372060"/>
                <a:gd name="connsiteY19" fmla="*/ 708768 h 825400"/>
                <a:gd name="connsiteX20" fmla="*/ 3339601 w 7372060"/>
                <a:gd name="connsiteY20" fmla="*/ 715331 h 825400"/>
                <a:gd name="connsiteX21" fmla="*/ 3490548 w 7372060"/>
                <a:gd name="connsiteY21" fmla="*/ 748144 h 825400"/>
                <a:gd name="connsiteX22" fmla="*/ 3619932 w 7372060"/>
                <a:gd name="connsiteY22" fmla="*/ 730331 h 825400"/>
                <a:gd name="connsiteX23" fmla="*/ 3749316 w 7372060"/>
                <a:gd name="connsiteY23" fmla="*/ 692830 h 825400"/>
                <a:gd name="connsiteX24" fmla="*/ 3878700 w 7372060"/>
                <a:gd name="connsiteY24" fmla="*/ 661892 h 825400"/>
                <a:gd name="connsiteX25" fmla="*/ 4008083 w 7372060"/>
                <a:gd name="connsiteY25" fmla="*/ 699393 h 825400"/>
                <a:gd name="connsiteX26" fmla="*/ 4137467 w 7372060"/>
                <a:gd name="connsiteY26" fmla="*/ 687205 h 825400"/>
                <a:gd name="connsiteX27" fmla="*/ 4266851 w 7372060"/>
                <a:gd name="connsiteY27" fmla="*/ 689080 h 825400"/>
                <a:gd name="connsiteX28" fmla="*/ 4396235 w 7372060"/>
                <a:gd name="connsiteY28" fmla="*/ 700330 h 825400"/>
                <a:gd name="connsiteX29" fmla="*/ 4525619 w 7372060"/>
                <a:gd name="connsiteY29" fmla="*/ 712518 h 825400"/>
                <a:gd name="connsiteX30" fmla="*/ 4655002 w 7372060"/>
                <a:gd name="connsiteY30" fmla="*/ 706893 h 825400"/>
                <a:gd name="connsiteX31" fmla="*/ 4784386 w 7372060"/>
                <a:gd name="connsiteY31" fmla="*/ 630016 h 825400"/>
                <a:gd name="connsiteX32" fmla="*/ 4913769 w 7372060"/>
                <a:gd name="connsiteY32" fmla="*/ 515638 h 825400"/>
                <a:gd name="connsiteX33" fmla="*/ 5043154 w 7372060"/>
                <a:gd name="connsiteY33" fmla="*/ 557826 h 825400"/>
                <a:gd name="connsiteX34" fmla="*/ 5172537 w 7372060"/>
                <a:gd name="connsiteY34" fmla="*/ 554076 h 825400"/>
                <a:gd name="connsiteX35" fmla="*/ 5301921 w 7372060"/>
                <a:gd name="connsiteY35" fmla="*/ 521263 h 825400"/>
                <a:gd name="connsiteX36" fmla="*/ 5431305 w 7372060"/>
                <a:gd name="connsiteY36" fmla="*/ 519388 h 825400"/>
                <a:gd name="connsiteX37" fmla="*/ 5560688 w 7372060"/>
                <a:gd name="connsiteY37" fmla="*/ 406885 h 825400"/>
                <a:gd name="connsiteX38" fmla="*/ 5690072 w 7372060"/>
                <a:gd name="connsiteY38" fmla="*/ 436886 h 825400"/>
                <a:gd name="connsiteX39" fmla="*/ 5819456 w 7372060"/>
                <a:gd name="connsiteY39" fmla="*/ 310320 h 825400"/>
                <a:gd name="connsiteX40" fmla="*/ 5948840 w 7372060"/>
                <a:gd name="connsiteY40" fmla="*/ 176254 h 825400"/>
                <a:gd name="connsiteX41" fmla="*/ 6078223 w 7372060"/>
                <a:gd name="connsiteY41" fmla="*/ 346884 h 825400"/>
                <a:gd name="connsiteX42" fmla="*/ 6207607 w 7372060"/>
                <a:gd name="connsiteY42" fmla="*/ 234381 h 825400"/>
                <a:gd name="connsiteX43" fmla="*/ 6336991 w 7372060"/>
                <a:gd name="connsiteY43" fmla="*/ 275632 h 825400"/>
                <a:gd name="connsiteX44" fmla="*/ 6466375 w 7372060"/>
                <a:gd name="connsiteY44" fmla="*/ 127503 h 825400"/>
                <a:gd name="connsiteX45" fmla="*/ 6595758 w 7372060"/>
                <a:gd name="connsiteY45" fmla="*/ 104065 h 825400"/>
                <a:gd name="connsiteX46" fmla="*/ 6725142 w 7372060"/>
                <a:gd name="connsiteY46" fmla="*/ 334696 h 825400"/>
                <a:gd name="connsiteX47" fmla="*/ 6854526 w 7372060"/>
                <a:gd name="connsiteY47" fmla="*/ 161254 h 825400"/>
                <a:gd name="connsiteX48" fmla="*/ 6983910 w 7372060"/>
                <a:gd name="connsiteY48" fmla="*/ 78752 h 825400"/>
                <a:gd name="connsiteX49" fmla="*/ 7113293 w 7372060"/>
                <a:gd name="connsiteY49" fmla="*/ 46876 h 825400"/>
                <a:gd name="connsiteX50" fmla="*/ 7242677 w 7372060"/>
                <a:gd name="connsiteY50" fmla="*/ 62814 h 825400"/>
                <a:gd name="connsiteX51" fmla="*/ 7350497 w 7372060"/>
                <a:gd name="connsiteY51" fmla="*/ 15000 h 825400"/>
                <a:gd name="connsiteX52" fmla="*/ 7372061 w 7372060"/>
                <a:gd name="connsiteY52" fmla="*/ 0 h 825400"/>
                <a:gd name="connsiteX53" fmla="*/ 7372061 w 7372060"/>
                <a:gd name="connsiteY53" fmla="*/ 65627 h 825400"/>
                <a:gd name="connsiteX54" fmla="*/ 7350497 w 7372060"/>
                <a:gd name="connsiteY54" fmla="*/ 102190 h 825400"/>
                <a:gd name="connsiteX55" fmla="*/ 7242677 w 7372060"/>
                <a:gd name="connsiteY55" fmla="*/ 238131 h 825400"/>
                <a:gd name="connsiteX56" fmla="*/ 7113293 w 7372060"/>
                <a:gd name="connsiteY56" fmla="*/ 287820 h 825400"/>
                <a:gd name="connsiteX57" fmla="*/ 6983910 w 7372060"/>
                <a:gd name="connsiteY57" fmla="*/ 473449 h 825400"/>
                <a:gd name="connsiteX58" fmla="*/ 6854526 w 7372060"/>
                <a:gd name="connsiteY58" fmla="*/ 490325 h 825400"/>
                <a:gd name="connsiteX59" fmla="*/ 6725142 w 7372060"/>
                <a:gd name="connsiteY59" fmla="*/ 608453 h 825400"/>
                <a:gd name="connsiteX60" fmla="*/ 6595758 w 7372060"/>
                <a:gd name="connsiteY60" fmla="*/ 531576 h 825400"/>
                <a:gd name="connsiteX61" fmla="*/ 6466375 w 7372060"/>
                <a:gd name="connsiteY61" fmla="*/ 390947 h 825400"/>
                <a:gd name="connsiteX62" fmla="*/ 6336991 w 7372060"/>
                <a:gd name="connsiteY62" fmla="*/ 364697 h 825400"/>
                <a:gd name="connsiteX63" fmla="*/ 6207607 w 7372060"/>
                <a:gd name="connsiteY63" fmla="*/ 421886 h 825400"/>
                <a:gd name="connsiteX64" fmla="*/ 6078223 w 7372060"/>
                <a:gd name="connsiteY64" fmla="*/ 457512 h 825400"/>
                <a:gd name="connsiteX65" fmla="*/ 5948840 w 7372060"/>
                <a:gd name="connsiteY65" fmla="*/ 341259 h 825400"/>
                <a:gd name="connsiteX66" fmla="*/ 5819456 w 7372060"/>
                <a:gd name="connsiteY66" fmla="*/ 617828 h 825400"/>
                <a:gd name="connsiteX67" fmla="*/ 5690072 w 7372060"/>
                <a:gd name="connsiteY67" fmla="*/ 624391 h 825400"/>
                <a:gd name="connsiteX68" fmla="*/ 5560688 w 7372060"/>
                <a:gd name="connsiteY68" fmla="*/ 572827 h 825400"/>
                <a:gd name="connsiteX69" fmla="*/ 5431305 w 7372060"/>
                <a:gd name="connsiteY69" fmla="*/ 619703 h 825400"/>
                <a:gd name="connsiteX70" fmla="*/ 5301921 w 7372060"/>
                <a:gd name="connsiteY70" fmla="*/ 632828 h 825400"/>
                <a:gd name="connsiteX71" fmla="*/ 5172537 w 7372060"/>
                <a:gd name="connsiteY71" fmla="*/ 632828 h 825400"/>
                <a:gd name="connsiteX72" fmla="*/ 5043154 w 7372060"/>
                <a:gd name="connsiteY72" fmla="*/ 647829 h 825400"/>
                <a:gd name="connsiteX73" fmla="*/ 4913769 w 7372060"/>
                <a:gd name="connsiteY73" fmla="*/ 681580 h 825400"/>
                <a:gd name="connsiteX74" fmla="*/ 4784386 w 7372060"/>
                <a:gd name="connsiteY74" fmla="*/ 751894 h 825400"/>
                <a:gd name="connsiteX75" fmla="*/ 4655002 w 7372060"/>
                <a:gd name="connsiteY75" fmla="*/ 741581 h 825400"/>
                <a:gd name="connsiteX76" fmla="*/ 4525619 w 7372060"/>
                <a:gd name="connsiteY76" fmla="*/ 757519 h 825400"/>
                <a:gd name="connsiteX77" fmla="*/ 4396235 w 7372060"/>
                <a:gd name="connsiteY77" fmla="*/ 723768 h 825400"/>
                <a:gd name="connsiteX78" fmla="*/ 4266851 w 7372060"/>
                <a:gd name="connsiteY78" fmla="*/ 755644 h 825400"/>
                <a:gd name="connsiteX79" fmla="*/ 4137467 w 7372060"/>
                <a:gd name="connsiteY79" fmla="*/ 786582 h 825400"/>
                <a:gd name="connsiteX80" fmla="*/ 4008083 w 7372060"/>
                <a:gd name="connsiteY80" fmla="*/ 733143 h 825400"/>
                <a:gd name="connsiteX81" fmla="*/ 3878700 w 7372060"/>
                <a:gd name="connsiteY81" fmla="*/ 717205 h 825400"/>
                <a:gd name="connsiteX82" fmla="*/ 3749316 w 7372060"/>
                <a:gd name="connsiteY82" fmla="*/ 759394 h 825400"/>
                <a:gd name="connsiteX83" fmla="*/ 3619932 w 7372060"/>
                <a:gd name="connsiteY83" fmla="*/ 796895 h 825400"/>
                <a:gd name="connsiteX84" fmla="*/ 3490548 w 7372060"/>
                <a:gd name="connsiteY84" fmla="*/ 803458 h 825400"/>
                <a:gd name="connsiteX85" fmla="*/ 3339601 w 7372060"/>
                <a:gd name="connsiteY85" fmla="*/ 726581 h 825400"/>
                <a:gd name="connsiteX86" fmla="*/ 3123961 w 7372060"/>
                <a:gd name="connsiteY86" fmla="*/ 708768 h 825400"/>
                <a:gd name="connsiteX87" fmla="*/ 2973013 w 7372060"/>
                <a:gd name="connsiteY87" fmla="*/ 714393 h 825400"/>
                <a:gd name="connsiteX88" fmla="*/ 2843630 w 7372060"/>
                <a:gd name="connsiteY88" fmla="*/ 700330 h 825400"/>
                <a:gd name="connsiteX89" fmla="*/ 2671118 w 7372060"/>
                <a:gd name="connsiteY89" fmla="*/ 717205 h 825400"/>
                <a:gd name="connsiteX90" fmla="*/ 2348596 w 7372060"/>
                <a:gd name="connsiteY90" fmla="*/ 731268 h 825400"/>
                <a:gd name="connsiteX91" fmla="*/ 2089829 w 7372060"/>
                <a:gd name="connsiteY91" fmla="*/ 755644 h 825400"/>
                <a:gd name="connsiteX92" fmla="*/ 1938881 w 7372060"/>
                <a:gd name="connsiteY92" fmla="*/ 747206 h 825400"/>
                <a:gd name="connsiteX93" fmla="*/ 1809497 w 7372060"/>
                <a:gd name="connsiteY93" fmla="*/ 806270 h 825400"/>
                <a:gd name="connsiteX94" fmla="*/ 1680114 w 7372060"/>
                <a:gd name="connsiteY94" fmla="*/ 824083 h 825400"/>
                <a:gd name="connsiteX95" fmla="*/ 1550730 w 7372060"/>
                <a:gd name="connsiteY95" fmla="*/ 804395 h 825400"/>
                <a:gd name="connsiteX96" fmla="*/ 1421346 w 7372060"/>
                <a:gd name="connsiteY96" fmla="*/ 789395 h 825400"/>
                <a:gd name="connsiteX97" fmla="*/ 1291962 w 7372060"/>
                <a:gd name="connsiteY97" fmla="*/ 756582 h 825400"/>
                <a:gd name="connsiteX98" fmla="*/ 1162579 w 7372060"/>
                <a:gd name="connsiteY98" fmla="*/ 763144 h 825400"/>
                <a:gd name="connsiteX99" fmla="*/ 1011631 w 7372060"/>
                <a:gd name="connsiteY99" fmla="*/ 751894 h 825400"/>
                <a:gd name="connsiteX100" fmla="*/ 796929 w 7372060"/>
                <a:gd name="connsiteY100" fmla="*/ 773457 h 825400"/>
                <a:gd name="connsiteX101" fmla="*/ 624417 w 7372060"/>
                <a:gd name="connsiteY101" fmla="*/ 800645 h 825400"/>
                <a:gd name="connsiteX102" fmla="*/ 387214 w 7372060"/>
                <a:gd name="connsiteY102" fmla="*/ 811895 h 825400"/>
                <a:gd name="connsiteX103" fmla="*/ 150948 w 7372060"/>
                <a:gd name="connsiteY103" fmla="*/ 823146 h 825400"/>
                <a:gd name="connsiteX104" fmla="*/ 21564 w 7372060"/>
                <a:gd name="connsiteY104" fmla="*/ 784707 h 825400"/>
                <a:gd name="connsiteX105" fmla="*/ 0 w 7372060"/>
                <a:gd name="connsiteY105" fmla="*/ 773457 h 825400"/>
                <a:gd name="connsiteX106" fmla="*/ 0 w 7372060"/>
                <a:gd name="connsiteY106" fmla="*/ 774394 h 82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372060" h="825400">
                  <a:moveTo>
                    <a:pt x="0" y="774394"/>
                  </a:moveTo>
                  <a:lnTo>
                    <a:pt x="21564" y="763144"/>
                  </a:lnTo>
                  <a:cubicBezTo>
                    <a:pt x="43128" y="751894"/>
                    <a:pt x="86256" y="730331"/>
                    <a:pt x="150948" y="724706"/>
                  </a:cubicBezTo>
                  <a:cubicBezTo>
                    <a:pt x="215640" y="719081"/>
                    <a:pt x="301895" y="730331"/>
                    <a:pt x="387214" y="746269"/>
                  </a:cubicBezTo>
                  <a:cubicBezTo>
                    <a:pt x="473469" y="763144"/>
                    <a:pt x="559725" y="784707"/>
                    <a:pt x="624417" y="790332"/>
                  </a:cubicBezTo>
                  <a:cubicBezTo>
                    <a:pt x="689109" y="795958"/>
                    <a:pt x="732237" y="784707"/>
                    <a:pt x="796929" y="773457"/>
                  </a:cubicBezTo>
                  <a:cubicBezTo>
                    <a:pt x="861621" y="762207"/>
                    <a:pt x="947877" y="751894"/>
                    <a:pt x="1011631" y="751894"/>
                  </a:cubicBezTo>
                  <a:cubicBezTo>
                    <a:pt x="1075385" y="751894"/>
                    <a:pt x="1119451" y="763144"/>
                    <a:pt x="1162579" y="763144"/>
                  </a:cubicBezTo>
                  <a:cubicBezTo>
                    <a:pt x="1205707" y="763144"/>
                    <a:pt x="1248834" y="751894"/>
                    <a:pt x="1291962" y="756582"/>
                  </a:cubicBezTo>
                  <a:cubicBezTo>
                    <a:pt x="1335090" y="760332"/>
                    <a:pt x="1378218" y="780020"/>
                    <a:pt x="1421346" y="789395"/>
                  </a:cubicBezTo>
                  <a:cubicBezTo>
                    <a:pt x="1464474" y="798770"/>
                    <a:pt x="1507602" y="798770"/>
                    <a:pt x="1550730" y="804395"/>
                  </a:cubicBezTo>
                  <a:cubicBezTo>
                    <a:pt x="1593858" y="810021"/>
                    <a:pt x="1636986" y="821271"/>
                    <a:pt x="1680114" y="824083"/>
                  </a:cubicBezTo>
                  <a:cubicBezTo>
                    <a:pt x="1723241" y="827833"/>
                    <a:pt x="1766369" y="824083"/>
                    <a:pt x="1809497" y="806270"/>
                  </a:cubicBezTo>
                  <a:cubicBezTo>
                    <a:pt x="1852625" y="788457"/>
                    <a:pt x="1895753" y="755644"/>
                    <a:pt x="1938881" y="747206"/>
                  </a:cubicBezTo>
                  <a:cubicBezTo>
                    <a:pt x="1982009" y="738769"/>
                    <a:pt x="2025137" y="755644"/>
                    <a:pt x="2089829" y="755644"/>
                  </a:cubicBezTo>
                  <a:cubicBezTo>
                    <a:pt x="2154521" y="755644"/>
                    <a:pt x="2240776" y="738769"/>
                    <a:pt x="2348596" y="731268"/>
                  </a:cubicBezTo>
                  <a:cubicBezTo>
                    <a:pt x="2456416" y="722831"/>
                    <a:pt x="2585800" y="722831"/>
                    <a:pt x="2671118" y="717205"/>
                  </a:cubicBezTo>
                  <a:cubicBezTo>
                    <a:pt x="2756436" y="711581"/>
                    <a:pt x="2800502" y="700330"/>
                    <a:pt x="2843630" y="700330"/>
                  </a:cubicBezTo>
                  <a:cubicBezTo>
                    <a:pt x="2886758" y="700330"/>
                    <a:pt x="2929886" y="711581"/>
                    <a:pt x="2973013" y="714393"/>
                  </a:cubicBezTo>
                  <a:cubicBezTo>
                    <a:pt x="3016141" y="717205"/>
                    <a:pt x="3059269" y="711581"/>
                    <a:pt x="3123961" y="708768"/>
                  </a:cubicBezTo>
                  <a:cubicBezTo>
                    <a:pt x="3188653" y="705955"/>
                    <a:pt x="3274909" y="705955"/>
                    <a:pt x="3339601" y="715331"/>
                  </a:cubicBezTo>
                  <a:cubicBezTo>
                    <a:pt x="3404293" y="724706"/>
                    <a:pt x="3447421" y="744394"/>
                    <a:pt x="3490548" y="748144"/>
                  </a:cubicBezTo>
                  <a:cubicBezTo>
                    <a:pt x="3533676" y="751894"/>
                    <a:pt x="3576804" y="741581"/>
                    <a:pt x="3619932" y="730331"/>
                  </a:cubicBezTo>
                  <a:cubicBezTo>
                    <a:pt x="3663060" y="719081"/>
                    <a:pt x="3706188" y="708768"/>
                    <a:pt x="3749316" y="692830"/>
                  </a:cubicBezTo>
                  <a:cubicBezTo>
                    <a:pt x="3792444" y="677830"/>
                    <a:pt x="3835572" y="658142"/>
                    <a:pt x="3878700" y="661892"/>
                  </a:cubicBezTo>
                  <a:cubicBezTo>
                    <a:pt x="3921827" y="665642"/>
                    <a:pt x="3964955" y="692830"/>
                    <a:pt x="4008083" y="699393"/>
                  </a:cubicBezTo>
                  <a:cubicBezTo>
                    <a:pt x="4051211" y="705955"/>
                    <a:pt x="4094339" y="691892"/>
                    <a:pt x="4137467" y="687205"/>
                  </a:cubicBezTo>
                  <a:cubicBezTo>
                    <a:pt x="4180595" y="681580"/>
                    <a:pt x="4223723" y="685330"/>
                    <a:pt x="4266851" y="689080"/>
                  </a:cubicBezTo>
                  <a:cubicBezTo>
                    <a:pt x="4309979" y="692830"/>
                    <a:pt x="4353107" y="696580"/>
                    <a:pt x="4396235" y="700330"/>
                  </a:cubicBezTo>
                  <a:cubicBezTo>
                    <a:pt x="4439363" y="704080"/>
                    <a:pt x="4482491" y="708768"/>
                    <a:pt x="4525619" y="712518"/>
                  </a:cubicBezTo>
                  <a:cubicBezTo>
                    <a:pt x="4568746" y="716268"/>
                    <a:pt x="4611874" y="718143"/>
                    <a:pt x="4655002" y="706893"/>
                  </a:cubicBezTo>
                  <a:cubicBezTo>
                    <a:pt x="4698130" y="695643"/>
                    <a:pt x="4741258" y="672204"/>
                    <a:pt x="4784386" y="630016"/>
                  </a:cubicBezTo>
                  <a:cubicBezTo>
                    <a:pt x="4827514" y="587827"/>
                    <a:pt x="4870642" y="526888"/>
                    <a:pt x="4913769" y="515638"/>
                  </a:cubicBezTo>
                  <a:cubicBezTo>
                    <a:pt x="4956898" y="504388"/>
                    <a:pt x="5000025" y="541889"/>
                    <a:pt x="5043154" y="557826"/>
                  </a:cubicBezTo>
                  <a:cubicBezTo>
                    <a:pt x="5086281" y="573764"/>
                    <a:pt x="5129409" y="567202"/>
                    <a:pt x="5172537" y="554076"/>
                  </a:cubicBezTo>
                  <a:cubicBezTo>
                    <a:pt x="5215665" y="540951"/>
                    <a:pt x="5258793" y="520325"/>
                    <a:pt x="5301921" y="521263"/>
                  </a:cubicBezTo>
                  <a:cubicBezTo>
                    <a:pt x="5345049" y="521263"/>
                    <a:pt x="5388177" y="544701"/>
                    <a:pt x="5431305" y="519388"/>
                  </a:cubicBezTo>
                  <a:cubicBezTo>
                    <a:pt x="5474433" y="494075"/>
                    <a:pt x="5517560" y="420011"/>
                    <a:pt x="5560688" y="406885"/>
                  </a:cubicBezTo>
                  <a:cubicBezTo>
                    <a:pt x="5603816" y="393760"/>
                    <a:pt x="5646944" y="439699"/>
                    <a:pt x="5690072" y="436886"/>
                  </a:cubicBezTo>
                  <a:cubicBezTo>
                    <a:pt x="5733200" y="433136"/>
                    <a:pt x="5776328" y="380635"/>
                    <a:pt x="5819456" y="310320"/>
                  </a:cubicBezTo>
                  <a:cubicBezTo>
                    <a:pt x="5862584" y="240006"/>
                    <a:pt x="5905712" y="152816"/>
                    <a:pt x="5948840" y="176254"/>
                  </a:cubicBezTo>
                  <a:cubicBezTo>
                    <a:pt x="5991967" y="199693"/>
                    <a:pt x="6035096" y="333758"/>
                    <a:pt x="6078223" y="346884"/>
                  </a:cubicBezTo>
                  <a:cubicBezTo>
                    <a:pt x="6121351" y="360009"/>
                    <a:pt x="6164479" y="254069"/>
                    <a:pt x="6207607" y="234381"/>
                  </a:cubicBezTo>
                  <a:cubicBezTo>
                    <a:pt x="6250735" y="214693"/>
                    <a:pt x="6293863" y="284070"/>
                    <a:pt x="6336991" y="275632"/>
                  </a:cubicBezTo>
                  <a:cubicBezTo>
                    <a:pt x="6380119" y="267194"/>
                    <a:pt x="6423246" y="183755"/>
                    <a:pt x="6466375" y="127503"/>
                  </a:cubicBezTo>
                  <a:cubicBezTo>
                    <a:pt x="6509502" y="71252"/>
                    <a:pt x="6552631" y="41251"/>
                    <a:pt x="6595758" y="104065"/>
                  </a:cubicBezTo>
                  <a:cubicBezTo>
                    <a:pt x="6638886" y="166879"/>
                    <a:pt x="6682014" y="319695"/>
                    <a:pt x="6725142" y="334696"/>
                  </a:cubicBezTo>
                  <a:cubicBezTo>
                    <a:pt x="6768270" y="349696"/>
                    <a:pt x="6811398" y="225943"/>
                    <a:pt x="6854526" y="161254"/>
                  </a:cubicBezTo>
                  <a:cubicBezTo>
                    <a:pt x="6897654" y="96565"/>
                    <a:pt x="6940781" y="91877"/>
                    <a:pt x="6983910" y="78752"/>
                  </a:cubicBezTo>
                  <a:cubicBezTo>
                    <a:pt x="7027037" y="66564"/>
                    <a:pt x="7070165" y="45939"/>
                    <a:pt x="7113293" y="46876"/>
                  </a:cubicBezTo>
                  <a:cubicBezTo>
                    <a:pt x="7156421" y="46876"/>
                    <a:pt x="7199549" y="67502"/>
                    <a:pt x="7242677" y="62814"/>
                  </a:cubicBezTo>
                  <a:cubicBezTo>
                    <a:pt x="7285805" y="58126"/>
                    <a:pt x="7328933" y="29063"/>
                    <a:pt x="7350497" y="15000"/>
                  </a:cubicBezTo>
                  <a:lnTo>
                    <a:pt x="7372061" y="0"/>
                  </a:lnTo>
                  <a:lnTo>
                    <a:pt x="7372061" y="65627"/>
                  </a:lnTo>
                  <a:lnTo>
                    <a:pt x="7350497" y="102190"/>
                  </a:lnTo>
                  <a:cubicBezTo>
                    <a:pt x="7328933" y="138754"/>
                    <a:pt x="7285805" y="211880"/>
                    <a:pt x="7242677" y="238131"/>
                  </a:cubicBezTo>
                  <a:cubicBezTo>
                    <a:pt x="7199549" y="264382"/>
                    <a:pt x="7156421" y="244694"/>
                    <a:pt x="7113293" y="287820"/>
                  </a:cubicBezTo>
                  <a:cubicBezTo>
                    <a:pt x="7070165" y="330946"/>
                    <a:pt x="7027037" y="438761"/>
                    <a:pt x="6983910" y="473449"/>
                  </a:cubicBezTo>
                  <a:cubicBezTo>
                    <a:pt x="6940781" y="508138"/>
                    <a:pt x="6897654" y="469699"/>
                    <a:pt x="6854526" y="490325"/>
                  </a:cubicBezTo>
                  <a:cubicBezTo>
                    <a:pt x="6811398" y="510950"/>
                    <a:pt x="6768270" y="590640"/>
                    <a:pt x="6725142" y="608453"/>
                  </a:cubicBezTo>
                  <a:cubicBezTo>
                    <a:pt x="6682014" y="626266"/>
                    <a:pt x="6638886" y="582202"/>
                    <a:pt x="6595758" y="531576"/>
                  </a:cubicBezTo>
                  <a:cubicBezTo>
                    <a:pt x="6552631" y="480012"/>
                    <a:pt x="6509502" y="421886"/>
                    <a:pt x="6466375" y="390947"/>
                  </a:cubicBezTo>
                  <a:cubicBezTo>
                    <a:pt x="6423246" y="360009"/>
                    <a:pt x="6380119" y="356259"/>
                    <a:pt x="6336991" y="364697"/>
                  </a:cubicBezTo>
                  <a:cubicBezTo>
                    <a:pt x="6293863" y="373134"/>
                    <a:pt x="6250735" y="391885"/>
                    <a:pt x="6207607" y="421886"/>
                  </a:cubicBezTo>
                  <a:cubicBezTo>
                    <a:pt x="6164479" y="451886"/>
                    <a:pt x="6121351" y="493137"/>
                    <a:pt x="6078223" y="457512"/>
                  </a:cubicBezTo>
                  <a:cubicBezTo>
                    <a:pt x="6035096" y="421886"/>
                    <a:pt x="5991967" y="310320"/>
                    <a:pt x="5948840" y="341259"/>
                  </a:cubicBezTo>
                  <a:cubicBezTo>
                    <a:pt x="5905712" y="372197"/>
                    <a:pt x="5862584" y="547514"/>
                    <a:pt x="5819456" y="617828"/>
                  </a:cubicBezTo>
                  <a:cubicBezTo>
                    <a:pt x="5776328" y="688142"/>
                    <a:pt x="5733200" y="653454"/>
                    <a:pt x="5690072" y="624391"/>
                  </a:cubicBezTo>
                  <a:cubicBezTo>
                    <a:pt x="5646944" y="595327"/>
                    <a:pt x="5603816" y="570014"/>
                    <a:pt x="5560688" y="572827"/>
                  </a:cubicBezTo>
                  <a:cubicBezTo>
                    <a:pt x="5517560" y="575640"/>
                    <a:pt x="5474433" y="604703"/>
                    <a:pt x="5431305" y="619703"/>
                  </a:cubicBezTo>
                  <a:cubicBezTo>
                    <a:pt x="5388177" y="634703"/>
                    <a:pt x="5345049" y="633766"/>
                    <a:pt x="5301921" y="632828"/>
                  </a:cubicBezTo>
                  <a:cubicBezTo>
                    <a:pt x="5258793" y="631891"/>
                    <a:pt x="5215665" y="630953"/>
                    <a:pt x="5172537" y="632828"/>
                  </a:cubicBezTo>
                  <a:cubicBezTo>
                    <a:pt x="5129409" y="635641"/>
                    <a:pt x="5086281" y="641266"/>
                    <a:pt x="5043154" y="647829"/>
                  </a:cubicBezTo>
                  <a:cubicBezTo>
                    <a:pt x="5000025" y="654392"/>
                    <a:pt x="4956898" y="660017"/>
                    <a:pt x="4913769" y="681580"/>
                  </a:cubicBezTo>
                  <a:cubicBezTo>
                    <a:pt x="4870642" y="703143"/>
                    <a:pt x="4827514" y="742519"/>
                    <a:pt x="4784386" y="751894"/>
                  </a:cubicBezTo>
                  <a:cubicBezTo>
                    <a:pt x="4741258" y="761269"/>
                    <a:pt x="4698130" y="741581"/>
                    <a:pt x="4655002" y="741581"/>
                  </a:cubicBezTo>
                  <a:cubicBezTo>
                    <a:pt x="4611874" y="741581"/>
                    <a:pt x="4568746" y="761269"/>
                    <a:pt x="4525619" y="757519"/>
                  </a:cubicBezTo>
                  <a:cubicBezTo>
                    <a:pt x="4482491" y="753769"/>
                    <a:pt x="4439363" y="727518"/>
                    <a:pt x="4396235" y="723768"/>
                  </a:cubicBezTo>
                  <a:cubicBezTo>
                    <a:pt x="4353107" y="720018"/>
                    <a:pt x="4309979" y="737831"/>
                    <a:pt x="4266851" y="755644"/>
                  </a:cubicBezTo>
                  <a:cubicBezTo>
                    <a:pt x="4223723" y="773457"/>
                    <a:pt x="4180595" y="792207"/>
                    <a:pt x="4137467" y="786582"/>
                  </a:cubicBezTo>
                  <a:cubicBezTo>
                    <a:pt x="4094339" y="780957"/>
                    <a:pt x="4051211" y="750956"/>
                    <a:pt x="4008083" y="733143"/>
                  </a:cubicBezTo>
                  <a:cubicBezTo>
                    <a:pt x="3964955" y="715331"/>
                    <a:pt x="3921827" y="709705"/>
                    <a:pt x="3878700" y="717205"/>
                  </a:cubicBezTo>
                  <a:cubicBezTo>
                    <a:pt x="3835572" y="724706"/>
                    <a:pt x="3792444" y="744394"/>
                    <a:pt x="3749316" y="759394"/>
                  </a:cubicBezTo>
                  <a:cubicBezTo>
                    <a:pt x="3706188" y="774394"/>
                    <a:pt x="3663060" y="785645"/>
                    <a:pt x="3619932" y="796895"/>
                  </a:cubicBezTo>
                  <a:cubicBezTo>
                    <a:pt x="3576804" y="808145"/>
                    <a:pt x="3533676" y="818458"/>
                    <a:pt x="3490548" y="803458"/>
                  </a:cubicBezTo>
                  <a:cubicBezTo>
                    <a:pt x="3447421" y="788457"/>
                    <a:pt x="3404293" y="747206"/>
                    <a:pt x="3339601" y="726581"/>
                  </a:cubicBezTo>
                  <a:cubicBezTo>
                    <a:pt x="3274909" y="705955"/>
                    <a:pt x="3188653" y="705955"/>
                    <a:pt x="3123961" y="708768"/>
                  </a:cubicBezTo>
                  <a:cubicBezTo>
                    <a:pt x="3059269" y="711581"/>
                    <a:pt x="3016141" y="717205"/>
                    <a:pt x="2973013" y="714393"/>
                  </a:cubicBezTo>
                  <a:cubicBezTo>
                    <a:pt x="2929886" y="711581"/>
                    <a:pt x="2886758" y="700330"/>
                    <a:pt x="2843630" y="700330"/>
                  </a:cubicBezTo>
                  <a:cubicBezTo>
                    <a:pt x="2800502" y="700330"/>
                    <a:pt x="2757374" y="711581"/>
                    <a:pt x="2671118" y="717205"/>
                  </a:cubicBezTo>
                  <a:cubicBezTo>
                    <a:pt x="2584862" y="722831"/>
                    <a:pt x="2455478" y="722831"/>
                    <a:pt x="2348596" y="731268"/>
                  </a:cubicBezTo>
                  <a:cubicBezTo>
                    <a:pt x="2240776" y="739706"/>
                    <a:pt x="2154521" y="755644"/>
                    <a:pt x="2089829" y="755644"/>
                  </a:cubicBezTo>
                  <a:cubicBezTo>
                    <a:pt x="2025137" y="755644"/>
                    <a:pt x="1982009" y="738769"/>
                    <a:pt x="1938881" y="747206"/>
                  </a:cubicBezTo>
                  <a:cubicBezTo>
                    <a:pt x="1895753" y="755644"/>
                    <a:pt x="1852625" y="788457"/>
                    <a:pt x="1809497" y="806270"/>
                  </a:cubicBezTo>
                  <a:cubicBezTo>
                    <a:pt x="1766369" y="824083"/>
                    <a:pt x="1723241" y="827833"/>
                    <a:pt x="1680114" y="824083"/>
                  </a:cubicBezTo>
                  <a:cubicBezTo>
                    <a:pt x="1636986" y="820333"/>
                    <a:pt x="1593858" y="809083"/>
                    <a:pt x="1550730" y="804395"/>
                  </a:cubicBezTo>
                  <a:cubicBezTo>
                    <a:pt x="1507602" y="798770"/>
                    <a:pt x="1464474" y="798770"/>
                    <a:pt x="1421346" y="789395"/>
                  </a:cubicBezTo>
                  <a:cubicBezTo>
                    <a:pt x="1378218" y="780020"/>
                    <a:pt x="1335090" y="760332"/>
                    <a:pt x="1291962" y="756582"/>
                  </a:cubicBezTo>
                  <a:cubicBezTo>
                    <a:pt x="1248834" y="752832"/>
                    <a:pt x="1205707" y="763144"/>
                    <a:pt x="1162579" y="763144"/>
                  </a:cubicBezTo>
                  <a:cubicBezTo>
                    <a:pt x="1119451" y="763144"/>
                    <a:pt x="1076323" y="751894"/>
                    <a:pt x="1011631" y="751894"/>
                  </a:cubicBezTo>
                  <a:cubicBezTo>
                    <a:pt x="946939" y="751894"/>
                    <a:pt x="860683" y="763144"/>
                    <a:pt x="796929" y="773457"/>
                  </a:cubicBezTo>
                  <a:cubicBezTo>
                    <a:pt x="733175" y="783770"/>
                    <a:pt x="689109" y="795020"/>
                    <a:pt x="624417" y="800645"/>
                  </a:cubicBezTo>
                  <a:cubicBezTo>
                    <a:pt x="559725" y="806270"/>
                    <a:pt x="473469" y="806270"/>
                    <a:pt x="387214" y="811895"/>
                  </a:cubicBezTo>
                  <a:cubicBezTo>
                    <a:pt x="300958" y="817521"/>
                    <a:pt x="214702" y="828771"/>
                    <a:pt x="150948" y="823146"/>
                  </a:cubicBezTo>
                  <a:cubicBezTo>
                    <a:pt x="86256" y="817521"/>
                    <a:pt x="43128" y="795958"/>
                    <a:pt x="21564" y="784707"/>
                  </a:cubicBezTo>
                  <a:lnTo>
                    <a:pt x="0" y="773457"/>
                  </a:lnTo>
                  <a:lnTo>
                    <a:pt x="0" y="774394"/>
                  </a:lnTo>
                  <a:close/>
                </a:path>
              </a:pathLst>
            </a:custGeom>
            <a:solidFill>
              <a:srgbClr val="CB7729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3C0FF3C-DB77-0211-22F0-9DD38046F0B0}"/>
                </a:ext>
              </a:extLst>
            </p:cNvPr>
            <p:cNvSpPr/>
            <p:nvPr/>
          </p:nvSpPr>
          <p:spPr>
            <a:xfrm>
              <a:off x="1866777" y="2787140"/>
              <a:ext cx="7372060" cy="2710528"/>
            </a:xfrm>
            <a:custGeom>
              <a:avLst/>
              <a:gdLst>
                <a:gd name="connsiteX0" fmla="*/ 0 w 7372060"/>
                <a:gd name="connsiteY0" fmla="*/ 709705 h 2710528"/>
                <a:gd name="connsiteX1" fmla="*/ 21564 w 7372060"/>
                <a:gd name="connsiteY1" fmla="*/ 720956 h 2710528"/>
                <a:gd name="connsiteX2" fmla="*/ 150948 w 7372060"/>
                <a:gd name="connsiteY2" fmla="*/ 759394 h 2710528"/>
                <a:gd name="connsiteX3" fmla="*/ 387214 w 7372060"/>
                <a:gd name="connsiteY3" fmla="*/ 748144 h 2710528"/>
                <a:gd name="connsiteX4" fmla="*/ 624417 w 7372060"/>
                <a:gd name="connsiteY4" fmla="*/ 736893 h 2710528"/>
                <a:gd name="connsiteX5" fmla="*/ 796929 w 7372060"/>
                <a:gd name="connsiteY5" fmla="*/ 709705 h 2710528"/>
                <a:gd name="connsiteX6" fmla="*/ 1011631 w 7372060"/>
                <a:gd name="connsiteY6" fmla="*/ 688142 h 2710528"/>
                <a:gd name="connsiteX7" fmla="*/ 1162579 w 7372060"/>
                <a:gd name="connsiteY7" fmla="*/ 699393 h 2710528"/>
                <a:gd name="connsiteX8" fmla="*/ 1291962 w 7372060"/>
                <a:gd name="connsiteY8" fmla="*/ 692830 h 2710528"/>
                <a:gd name="connsiteX9" fmla="*/ 1421346 w 7372060"/>
                <a:gd name="connsiteY9" fmla="*/ 725643 h 2710528"/>
                <a:gd name="connsiteX10" fmla="*/ 1550730 w 7372060"/>
                <a:gd name="connsiteY10" fmla="*/ 740644 h 2710528"/>
                <a:gd name="connsiteX11" fmla="*/ 1680114 w 7372060"/>
                <a:gd name="connsiteY11" fmla="*/ 760332 h 2710528"/>
                <a:gd name="connsiteX12" fmla="*/ 1809497 w 7372060"/>
                <a:gd name="connsiteY12" fmla="*/ 742519 h 2710528"/>
                <a:gd name="connsiteX13" fmla="*/ 1938881 w 7372060"/>
                <a:gd name="connsiteY13" fmla="*/ 683455 h 2710528"/>
                <a:gd name="connsiteX14" fmla="*/ 2089829 w 7372060"/>
                <a:gd name="connsiteY14" fmla="*/ 691892 h 2710528"/>
                <a:gd name="connsiteX15" fmla="*/ 2348596 w 7372060"/>
                <a:gd name="connsiteY15" fmla="*/ 667517 h 2710528"/>
                <a:gd name="connsiteX16" fmla="*/ 2671118 w 7372060"/>
                <a:gd name="connsiteY16" fmla="*/ 653454 h 2710528"/>
                <a:gd name="connsiteX17" fmla="*/ 2843630 w 7372060"/>
                <a:gd name="connsiteY17" fmla="*/ 636579 h 2710528"/>
                <a:gd name="connsiteX18" fmla="*/ 2973013 w 7372060"/>
                <a:gd name="connsiteY18" fmla="*/ 650641 h 2710528"/>
                <a:gd name="connsiteX19" fmla="*/ 3123961 w 7372060"/>
                <a:gd name="connsiteY19" fmla="*/ 645016 h 2710528"/>
                <a:gd name="connsiteX20" fmla="*/ 3339601 w 7372060"/>
                <a:gd name="connsiteY20" fmla="*/ 662829 h 2710528"/>
                <a:gd name="connsiteX21" fmla="*/ 3490548 w 7372060"/>
                <a:gd name="connsiteY21" fmla="*/ 739706 h 2710528"/>
                <a:gd name="connsiteX22" fmla="*/ 3619932 w 7372060"/>
                <a:gd name="connsiteY22" fmla="*/ 733143 h 2710528"/>
                <a:gd name="connsiteX23" fmla="*/ 3749316 w 7372060"/>
                <a:gd name="connsiteY23" fmla="*/ 695643 h 2710528"/>
                <a:gd name="connsiteX24" fmla="*/ 3878700 w 7372060"/>
                <a:gd name="connsiteY24" fmla="*/ 653454 h 2710528"/>
                <a:gd name="connsiteX25" fmla="*/ 4008083 w 7372060"/>
                <a:gd name="connsiteY25" fmla="*/ 669392 h 2710528"/>
                <a:gd name="connsiteX26" fmla="*/ 4137467 w 7372060"/>
                <a:gd name="connsiteY26" fmla="*/ 733143 h 2710528"/>
                <a:gd name="connsiteX27" fmla="*/ 4266851 w 7372060"/>
                <a:gd name="connsiteY27" fmla="*/ 746269 h 2710528"/>
                <a:gd name="connsiteX28" fmla="*/ 4396235 w 7372060"/>
                <a:gd name="connsiteY28" fmla="*/ 714393 h 2710528"/>
                <a:gd name="connsiteX29" fmla="*/ 4525619 w 7372060"/>
                <a:gd name="connsiteY29" fmla="*/ 715331 h 2710528"/>
                <a:gd name="connsiteX30" fmla="*/ 4655002 w 7372060"/>
                <a:gd name="connsiteY30" fmla="*/ 720956 h 2710528"/>
                <a:gd name="connsiteX31" fmla="*/ 4784386 w 7372060"/>
                <a:gd name="connsiteY31" fmla="*/ 698455 h 2710528"/>
                <a:gd name="connsiteX32" fmla="*/ 4913769 w 7372060"/>
                <a:gd name="connsiteY32" fmla="*/ 616891 h 2710528"/>
                <a:gd name="connsiteX33" fmla="*/ 5043154 w 7372060"/>
                <a:gd name="connsiteY33" fmla="*/ 593452 h 2710528"/>
                <a:gd name="connsiteX34" fmla="*/ 5172537 w 7372060"/>
                <a:gd name="connsiteY34" fmla="*/ 622516 h 2710528"/>
                <a:gd name="connsiteX35" fmla="*/ 5301921 w 7372060"/>
                <a:gd name="connsiteY35" fmla="*/ 632829 h 2710528"/>
                <a:gd name="connsiteX36" fmla="*/ 5431305 w 7372060"/>
                <a:gd name="connsiteY36" fmla="*/ 619703 h 2710528"/>
                <a:gd name="connsiteX37" fmla="*/ 5560688 w 7372060"/>
                <a:gd name="connsiteY37" fmla="*/ 561577 h 2710528"/>
                <a:gd name="connsiteX38" fmla="*/ 5690072 w 7372060"/>
                <a:gd name="connsiteY38" fmla="*/ 569077 h 2710528"/>
                <a:gd name="connsiteX39" fmla="*/ 5819456 w 7372060"/>
                <a:gd name="connsiteY39" fmla="*/ 584077 h 2710528"/>
                <a:gd name="connsiteX40" fmla="*/ 5948840 w 7372060"/>
                <a:gd name="connsiteY40" fmla="*/ 417198 h 2710528"/>
                <a:gd name="connsiteX41" fmla="*/ 6078223 w 7372060"/>
                <a:gd name="connsiteY41" fmla="*/ 479074 h 2710528"/>
                <a:gd name="connsiteX42" fmla="*/ 6207607 w 7372060"/>
                <a:gd name="connsiteY42" fmla="*/ 465012 h 2710528"/>
                <a:gd name="connsiteX43" fmla="*/ 6336991 w 7372060"/>
                <a:gd name="connsiteY43" fmla="*/ 539076 h 2710528"/>
                <a:gd name="connsiteX44" fmla="*/ 6466375 w 7372060"/>
                <a:gd name="connsiteY44" fmla="*/ 434073 h 2710528"/>
                <a:gd name="connsiteX45" fmla="*/ 6595758 w 7372060"/>
                <a:gd name="connsiteY45" fmla="*/ 530638 h 2710528"/>
                <a:gd name="connsiteX46" fmla="*/ 6725142 w 7372060"/>
                <a:gd name="connsiteY46" fmla="*/ 618766 h 2710528"/>
                <a:gd name="connsiteX47" fmla="*/ 6854526 w 7372060"/>
                <a:gd name="connsiteY47" fmla="*/ 533451 h 2710528"/>
                <a:gd name="connsiteX48" fmla="*/ 6983910 w 7372060"/>
                <a:gd name="connsiteY48" fmla="*/ 495013 h 2710528"/>
                <a:gd name="connsiteX49" fmla="*/ 7113293 w 7372060"/>
                <a:gd name="connsiteY49" fmla="*/ 342196 h 2710528"/>
                <a:gd name="connsiteX50" fmla="*/ 7242677 w 7372060"/>
                <a:gd name="connsiteY50" fmla="*/ 281257 h 2710528"/>
                <a:gd name="connsiteX51" fmla="*/ 7350497 w 7372060"/>
                <a:gd name="connsiteY51" fmla="*/ 58126 h 2710528"/>
                <a:gd name="connsiteX52" fmla="*/ 7372061 w 7372060"/>
                <a:gd name="connsiteY52" fmla="*/ 0 h 2710528"/>
                <a:gd name="connsiteX53" fmla="*/ 7372061 w 7372060"/>
                <a:gd name="connsiteY53" fmla="*/ 196880 h 2710528"/>
                <a:gd name="connsiteX54" fmla="*/ 7350497 w 7372060"/>
                <a:gd name="connsiteY54" fmla="*/ 572827 h 2710528"/>
                <a:gd name="connsiteX55" fmla="*/ 7242677 w 7372060"/>
                <a:gd name="connsiteY55" fmla="*/ 2064427 h 2710528"/>
                <a:gd name="connsiteX56" fmla="*/ 7113293 w 7372060"/>
                <a:gd name="connsiteY56" fmla="*/ 2409436 h 2710528"/>
                <a:gd name="connsiteX57" fmla="*/ 6983910 w 7372060"/>
                <a:gd name="connsiteY57" fmla="*/ 2430999 h 2710528"/>
                <a:gd name="connsiteX58" fmla="*/ 6854526 w 7372060"/>
                <a:gd name="connsiteY58" fmla="*/ 2316621 h 2710528"/>
                <a:gd name="connsiteX59" fmla="*/ 6725142 w 7372060"/>
                <a:gd name="connsiteY59" fmla="*/ 2096303 h 2710528"/>
                <a:gd name="connsiteX60" fmla="*/ 6595758 w 7372060"/>
                <a:gd name="connsiteY60" fmla="*/ 2610066 h 2710528"/>
                <a:gd name="connsiteX61" fmla="*/ 6466375 w 7372060"/>
                <a:gd name="connsiteY61" fmla="*/ 2579127 h 2710528"/>
                <a:gd name="connsiteX62" fmla="*/ 6336991 w 7372060"/>
                <a:gd name="connsiteY62" fmla="*/ 2082240 h 2710528"/>
                <a:gd name="connsiteX63" fmla="*/ 6207607 w 7372060"/>
                <a:gd name="connsiteY63" fmla="*/ 2369122 h 2710528"/>
                <a:gd name="connsiteX64" fmla="*/ 6078223 w 7372060"/>
                <a:gd name="connsiteY64" fmla="*/ 2240682 h 2710528"/>
                <a:gd name="connsiteX65" fmla="*/ 5948840 w 7372060"/>
                <a:gd name="connsiteY65" fmla="*/ 2299746 h 2710528"/>
                <a:gd name="connsiteX66" fmla="*/ 5819456 w 7372060"/>
                <a:gd name="connsiteY66" fmla="*/ 2018488 h 2710528"/>
                <a:gd name="connsiteX67" fmla="*/ 5690072 w 7372060"/>
                <a:gd name="connsiteY67" fmla="*/ 1839421 h 2710528"/>
                <a:gd name="connsiteX68" fmla="*/ 5560688 w 7372060"/>
                <a:gd name="connsiteY68" fmla="*/ 1776607 h 2710528"/>
                <a:gd name="connsiteX69" fmla="*/ 5431305 w 7372060"/>
                <a:gd name="connsiteY69" fmla="*/ 1484100 h 2710528"/>
                <a:gd name="connsiteX70" fmla="*/ 5301921 w 7372060"/>
                <a:gd name="connsiteY70" fmla="*/ 1344409 h 2710528"/>
                <a:gd name="connsiteX71" fmla="*/ 5172537 w 7372060"/>
                <a:gd name="connsiteY71" fmla="*/ 1257219 h 2710528"/>
                <a:gd name="connsiteX72" fmla="*/ 5043154 w 7372060"/>
                <a:gd name="connsiteY72" fmla="*/ 1305033 h 2710528"/>
                <a:gd name="connsiteX73" fmla="*/ 4913769 w 7372060"/>
                <a:gd name="connsiteY73" fmla="*/ 1317221 h 2710528"/>
                <a:gd name="connsiteX74" fmla="*/ 4784386 w 7372060"/>
                <a:gd name="connsiteY74" fmla="*/ 1070652 h 2710528"/>
                <a:gd name="connsiteX75" fmla="*/ 4655002 w 7372060"/>
                <a:gd name="connsiteY75" fmla="*/ 907523 h 2710528"/>
                <a:gd name="connsiteX76" fmla="*/ 4525619 w 7372060"/>
                <a:gd name="connsiteY76" fmla="*/ 956274 h 2710528"/>
                <a:gd name="connsiteX77" fmla="*/ 4396235 w 7372060"/>
                <a:gd name="connsiteY77" fmla="*/ 932836 h 2710528"/>
                <a:gd name="connsiteX78" fmla="*/ 4266851 w 7372060"/>
                <a:gd name="connsiteY78" fmla="*/ 811895 h 2710528"/>
                <a:gd name="connsiteX79" fmla="*/ 4137467 w 7372060"/>
                <a:gd name="connsiteY79" fmla="*/ 831583 h 2710528"/>
                <a:gd name="connsiteX80" fmla="*/ 4008083 w 7372060"/>
                <a:gd name="connsiteY80" fmla="*/ 767832 h 2710528"/>
                <a:gd name="connsiteX81" fmla="*/ 3878700 w 7372060"/>
                <a:gd name="connsiteY81" fmla="*/ 795958 h 2710528"/>
                <a:gd name="connsiteX82" fmla="*/ 3749316 w 7372060"/>
                <a:gd name="connsiteY82" fmla="*/ 728456 h 2710528"/>
                <a:gd name="connsiteX83" fmla="*/ 3619932 w 7372060"/>
                <a:gd name="connsiteY83" fmla="*/ 733143 h 2710528"/>
                <a:gd name="connsiteX84" fmla="*/ 3490548 w 7372060"/>
                <a:gd name="connsiteY84" fmla="*/ 739706 h 2710528"/>
                <a:gd name="connsiteX85" fmla="*/ 3339601 w 7372060"/>
                <a:gd name="connsiteY85" fmla="*/ 674080 h 2710528"/>
                <a:gd name="connsiteX86" fmla="*/ 3123961 w 7372060"/>
                <a:gd name="connsiteY86" fmla="*/ 700330 h 2710528"/>
                <a:gd name="connsiteX87" fmla="*/ 2973013 w 7372060"/>
                <a:gd name="connsiteY87" fmla="*/ 727518 h 2710528"/>
                <a:gd name="connsiteX88" fmla="*/ 2843630 w 7372060"/>
                <a:gd name="connsiteY88" fmla="*/ 746269 h 2710528"/>
                <a:gd name="connsiteX89" fmla="*/ 2671118 w 7372060"/>
                <a:gd name="connsiteY89" fmla="*/ 729393 h 2710528"/>
                <a:gd name="connsiteX90" fmla="*/ 2348596 w 7372060"/>
                <a:gd name="connsiteY90" fmla="*/ 720956 h 2710528"/>
                <a:gd name="connsiteX91" fmla="*/ 2089829 w 7372060"/>
                <a:gd name="connsiteY91" fmla="*/ 702205 h 2710528"/>
                <a:gd name="connsiteX92" fmla="*/ 1938881 w 7372060"/>
                <a:gd name="connsiteY92" fmla="*/ 693768 h 2710528"/>
                <a:gd name="connsiteX93" fmla="*/ 1809497 w 7372060"/>
                <a:gd name="connsiteY93" fmla="*/ 785645 h 2710528"/>
                <a:gd name="connsiteX94" fmla="*/ 1680114 w 7372060"/>
                <a:gd name="connsiteY94" fmla="*/ 781895 h 2710528"/>
                <a:gd name="connsiteX95" fmla="*/ 1550730 w 7372060"/>
                <a:gd name="connsiteY95" fmla="*/ 795020 h 2710528"/>
                <a:gd name="connsiteX96" fmla="*/ 1421346 w 7372060"/>
                <a:gd name="connsiteY96" fmla="*/ 791270 h 2710528"/>
                <a:gd name="connsiteX97" fmla="*/ 1291962 w 7372060"/>
                <a:gd name="connsiteY97" fmla="*/ 747206 h 2710528"/>
                <a:gd name="connsiteX98" fmla="*/ 1162579 w 7372060"/>
                <a:gd name="connsiteY98" fmla="*/ 710643 h 2710528"/>
                <a:gd name="connsiteX99" fmla="*/ 1011631 w 7372060"/>
                <a:gd name="connsiteY99" fmla="*/ 689080 h 2710528"/>
                <a:gd name="connsiteX100" fmla="*/ 796929 w 7372060"/>
                <a:gd name="connsiteY100" fmla="*/ 710643 h 2710528"/>
                <a:gd name="connsiteX101" fmla="*/ 624417 w 7372060"/>
                <a:gd name="connsiteY101" fmla="*/ 737831 h 2710528"/>
                <a:gd name="connsiteX102" fmla="*/ 387214 w 7372060"/>
                <a:gd name="connsiteY102" fmla="*/ 749081 h 2710528"/>
                <a:gd name="connsiteX103" fmla="*/ 150948 w 7372060"/>
                <a:gd name="connsiteY103" fmla="*/ 760332 h 2710528"/>
                <a:gd name="connsiteX104" fmla="*/ 21564 w 7372060"/>
                <a:gd name="connsiteY104" fmla="*/ 721893 h 2710528"/>
                <a:gd name="connsiteX105" fmla="*/ 0 w 7372060"/>
                <a:gd name="connsiteY105" fmla="*/ 710643 h 2710528"/>
                <a:gd name="connsiteX106" fmla="*/ 0 w 7372060"/>
                <a:gd name="connsiteY106" fmla="*/ 709705 h 2710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372060" h="2710528">
                  <a:moveTo>
                    <a:pt x="0" y="709705"/>
                  </a:moveTo>
                  <a:lnTo>
                    <a:pt x="21564" y="720956"/>
                  </a:lnTo>
                  <a:cubicBezTo>
                    <a:pt x="43128" y="732206"/>
                    <a:pt x="86256" y="753769"/>
                    <a:pt x="150948" y="759394"/>
                  </a:cubicBezTo>
                  <a:cubicBezTo>
                    <a:pt x="215640" y="765019"/>
                    <a:pt x="301895" y="753769"/>
                    <a:pt x="387214" y="748144"/>
                  </a:cubicBezTo>
                  <a:cubicBezTo>
                    <a:pt x="473469" y="742519"/>
                    <a:pt x="559725" y="742519"/>
                    <a:pt x="624417" y="736893"/>
                  </a:cubicBezTo>
                  <a:cubicBezTo>
                    <a:pt x="689109" y="731269"/>
                    <a:pt x="732237" y="720018"/>
                    <a:pt x="796929" y="709705"/>
                  </a:cubicBezTo>
                  <a:cubicBezTo>
                    <a:pt x="861621" y="699393"/>
                    <a:pt x="947877" y="688142"/>
                    <a:pt x="1011631" y="688142"/>
                  </a:cubicBezTo>
                  <a:cubicBezTo>
                    <a:pt x="1075385" y="688142"/>
                    <a:pt x="1119451" y="699393"/>
                    <a:pt x="1162579" y="699393"/>
                  </a:cubicBezTo>
                  <a:cubicBezTo>
                    <a:pt x="1205707" y="699393"/>
                    <a:pt x="1248834" y="688142"/>
                    <a:pt x="1291962" y="692830"/>
                  </a:cubicBezTo>
                  <a:cubicBezTo>
                    <a:pt x="1335090" y="696580"/>
                    <a:pt x="1378218" y="716268"/>
                    <a:pt x="1421346" y="725643"/>
                  </a:cubicBezTo>
                  <a:cubicBezTo>
                    <a:pt x="1464474" y="735019"/>
                    <a:pt x="1507602" y="735019"/>
                    <a:pt x="1550730" y="740644"/>
                  </a:cubicBezTo>
                  <a:cubicBezTo>
                    <a:pt x="1593858" y="746269"/>
                    <a:pt x="1636986" y="757519"/>
                    <a:pt x="1680114" y="760332"/>
                  </a:cubicBezTo>
                  <a:cubicBezTo>
                    <a:pt x="1723241" y="764082"/>
                    <a:pt x="1766369" y="760332"/>
                    <a:pt x="1809497" y="742519"/>
                  </a:cubicBezTo>
                  <a:cubicBezTo>
                    <a:pt x="1852625" y="724706"/>
                    <a:pt x="1895753" y="691892"/>
                    <a:pt x="1938881" y="683455"/>
                  </a:cubicBezTo>
                  <a:cubicBezTo>
                    <a:pt x="1982009" y="675017"/>
                    <a:pt x="2025137" y="691892"/>
                    <a:pt x="2089829" y="691892"/>
                  </a:cubicBezTo>
                  <a:cubicBezTo>
                    <a:pt x="2154521" y="691892"/>
                    <a:pt x="2240776" y="675017"/>
                    <a:pt x="2348596" y="667517"/>
                  </a:cubicBezTo>
                  <a:cubicBezTo>
                    <a:pt x="2456416" y="659079"/>
                    <a:pt x="2585800" y="659079"/>
                    <a:pt x="2671118" y="653454"/>
                  </a:cubicBezTo>
                  <a:cubicBezTo>
                    <a:pt x="2756436" y="647829"/>
                    <a:pt x="2800502" y="636579"/>
                    <a:pt x="2843630" y="636579"/>
                  </a:cubicBezTo>
                  <a:cubicBezTo>
                    <a:pt x="2886758" y="636579"/>
                    <a:pt x="2929886" y="647829"/>
                    <a:pt x="2973013" y="650641"/>
                  </a:cubicBezTo>
                  <a:cubicBezTo>
                    <a:pt x="3016141" y="653454"/>
                    <a:pt x="3059269" y="647829"/>
                    <a:pt x="3123961" y="645016"/>
                  </a:cubicBezTo>
                  <a:cubicBezTo>
                    <a:pt x="3188653" y="642204"/>
                    <a:pt x="3274909" y="642204"/>
                    <a:pt x="3339601" y="662829"/>
                  </a:cubicBezTo>
                  <a:cubicBezTo>
                    <a:pt x="3404293" y="683455"/>
                    <a:pt x="3447421" y="724706"/>
                    <a:pt x="3490548" y="739706"/>
                  </a:cubicBezTo>
                  <a:cubicBezTo>
                    <a:pt x="3533676" y="754707"/>
                    <a:pt x="3576804" y="743456"/>
                    <a:pt x="3619932" y="733143"/>
                  </a:cubicBezTo>
                  <a:cubicBezTo>
                    <a:pt x="3663060" y="721893"/>
                    <a:pt x="3706188" y="711581"/>
                    <a:pt x="3749316" y="695643"/>
                  </a:cubicBezTo>
                  <a:cubicBezTo>
                    <a:pt x="3792444" y="680642"/>
                    <a:pt x="3835572" y="660954"/>
                    <a:pt x="3878700" y="653454"/>
                  </a:cubicBezTo>
                  <a:cubicBezTo>
                    <a:pt x="3921827" y="645954"/>
                    <a:pt x="3964955" y="651579"/>
                    <a:pt x="4008083" y="669392"/>
                  </a:cubicBezTo>
                  <a:cubicBezTo>
                    <a:pt x="4051211" y="687205"/>
                    <a:pt x="4094339" y="716268"/>
                    <a:pt x="4137467" y="733143"/>
                  </a:cubicBezTo>
                  <a:cubicBezTo>
                    <a:pt x="4180595" y="750019"/>
                    <a:pt x="4223723" y="753769"/>
                    <a:pt x="4266851" y="746269"/>
                  </a:cubicBezTo>
                  <a:cubicBezTo>
                    <a:pt x="4309979" y="738769"/>
                    <a:pt x="4353107" y="720956"/>
                    <a:pt x="4396235" y="714393"/>
                  </a:cubicBezTo>
                  <a:cubicBezTo>
                    <a:pt x="4439363" y="707830"/>
                    <a:pt x="4482491" y="712518"/>
                    <a:pt x="4525619" y="715331"/>
                  </a:cubicBezTo>
                  <a:cubicBezTo>
                    <a:pt x="4568746" y="718143"/>
                    <a:pt x="4611874" y="720956"/>
                    <a:pt x="4655002" y="720956"/>
                  </a:cubicBezTo>
                  <a:cubicBezTo>
                    <a:pt x="4698130" y="720956"/>
                    <a:pt x="4741258" y="719081"/>
                    <a:pt x="4784386" y="698455"/>
                  </a:cubicBezTo>
                  <a:cubicBezTo>
                    <a:pt x="4827514" y="677830"/>
                    <a:pt x="4870642" y="639391"/>
                    <a:pt x="4913769" y="616891"/>
                  </a:cubicBezTo>
                  <a:cubicBezTo>
                    <a:pt x="4956898" y="594390"/>
                    <a:pt x="5000025" y="588765"/>
                    <a:pt x="5043154" y="593452"/>
                  </a:cubicBezTo>
                  <a:cubicBezTo>
                    <a:pt x="5086281" y="598140"/>
                    <a:pt x="5129409" y="614078"/>
                    <a:pt x="5172537" y="622516"/>
                  </a:cubicBezTo>
                  <a:cubicBezTo>
                    <a:pt x="5215665" y="630953"/>
                    <a:pt x="5258793" y="631891"/>
                    <a:pt x="5301921" y="632829"/>
                  </a:cubicBezTo>
                  <a:cubicBezTo>
                    <a:pt x="5345049" y="633766"/>
                    <a:pt x="5388177" y="633766"/>
                    <a:pt x="5431305" y="619703"/>
                  </a:cubicBezTo>
                  <a:cubicBezTo>
                    <a:pt x="5474433" y="604703"/>
                    <a:pt x="5517560" y="575640"/>
                    <a:pt x="5560688" y="561577"/>
                  </a:cubicBezTo>
                  <a:cubicBezTo>
                    <a:pt x="5603816" y="547514"/>
                    <a:pt x="5646944" y="551264"/>
                    <a:pt x="5690072" y="569077"/>
                  </a:cubicBezTo>
                  <a:cubicBezTo>
                    <a:pt x="5733200" y="587827"/>
                    <a:pt x="5776328" y="621578"/>
                    <a:pt x="5819456" y="584077"/>
                  </a:cubicBezTo>
                  <a:cubicBezTo>
                    <a:pt x="5862584" y="546576"/>
                    <a:pt x="5905712" y="437824"/>
                    <a:pt x="5948840" y="417198"/>
                  </a:cubicBezTo>
                  <a:cubicBezTo>
                    <a:pt x="5991967" y="396573"/>
                    <a:pt x="6035096" y="465012"/>
                    <a:pt x="6078223" y="479074"/>
                  </a:cubicBezTo>
                  <a:cubicBezTo>
                    <a:pt x="6121351" y="492200"/>
                    <a:pt x="6164479" y="451886"/>
                    <a:pt x="6207607" y="465012"/>
                  </a:cubicBezTo>
                  <a:cubicBezTo>
                    <a:pt x="6250735" y="478137"/>
                    <a:pt x="6293863" y="547514"/>
                    <a:pt x="6336991" y="539076"/>
                  </a:cubicBezTo>
                  <a:cubicBezTo>
                    <a:pt x="6380119" y="531576"/>
                    <a:pt x="6423246" y="447199"/>
                    <a:pt x="6466375" y="434073"/>
                  </a:cubicBezTo>
                  <a:cubicBezTo>
                    <a:pt x="6509502" y="420948"/>
                    <a:pt x="6552631" y="479074"/>
                    <a:pt x="6595758" y="530638"/>
                  </a:cubicBezTo>
                  <a:cubicBezTo>
                    <a:pt x="6638886" y="582202"/>
                    <a:pt x="6682014" y="625328"/>
                    <a:pt x="6725142" y="618766"/>
                  </a:cubicBezTo>
                  <a:cubicBezTo>
                    <a:pt x="6768270" y="612203"/>
                    <a:pt x="6811398" y="554076"/>
                    <a:pt x="6854526" y="533451"/>
                  </a:cubicBezTo>
                  <a:cubicBezTo>
                    <a:pt x="6897654" y="512825"/>
                    <a:pt x="6940781" y="529701"/>
                    <a:pt x="6983910" y="495013"/>
                  </a:cubicBezTo>
                  <a:cubicBezTo>
                    <a:pt x="7027037" y="460324"/>
                    <a:pt x="7070165" y="375009"/>
                    <a:pt x="7113293" y="342196"/>
                  </a:cubicBezTo>
                  <a:cubicBezTo>
                    <a:pt x="7156421" y="309383"/>
                    <a:pt x="7199549" y="330008"/>
                    <a:pt x="7242677" y="281257"/>
                  </a:cubicBezTo>
                  <a:cubicBezTo>
                    <a:pt x="7285805" y="233443"/>
                    <a:pt x="7328933" y="116253"/>
                    <a:pt x="7350497" y="58126"/>
                  </a:cubicBezTo>
                  <a:lnTo>
                    <a:pt x="7372061" y="0"/>
                  </a:lnTo>
                  <a:lnTo>
                    <a:pt x="7372061" y="196880"/>
                  </a:lnTo>
                  <a:lnTo>
                    <a:pt x="7350497" y="572827"/>
                  </a:lnTo>
                  <a:cubicBezTo>
                    <a:pt x="7328933" y="948774"/>
                    <a:pt x="7285805" y="1699730"/>
                    <a:pt x="7242677" y="2064427"/>
                  </a:cubicBezTo>
                  <a:cubicBezTo>
                    <a:pt x="7199549" y="2430061"/>
                    <a:pt x="7156421" y="2409436"/>
                    <a:pt x="7113293" y="2409436"/>
                  </a:cubicBezTo>
                  <a:cubicBezTo>
                    <a:pt x="7070165" y="2409436"/>
                    <a:pt x="7027037" y="2429124"/>
                    <a:pt x="6983910" y="2430999"/>
                  </a:cubicBezTo>
                  <a:cubicBezTo>
                    <a:pt x="6940781" y="2432874"/>
                    <a:pt x="6897654" y="2415998"/>
                    <a:pt x="6854526" y="2316621"/>
                  </a:cubicBezTo>
                  <a:cubicBezTo>
                    <a:pt x="6811398" y="2217244"/>
                    <a:pt x="6768270" y="2034426"/>
                    <a:pt x="6725142" y="2096303"/>
                  </a:cubicBezTo>
                  <a:cubicBezTo>
                    <a:pt x="6682014" y="2158179"/>
                    <a:pt x="6638886" y="2463812"/>
                    <a:pt x="6595758" y="2610066"/>
                  </a:cubicBezTo>
                  <a:cubicBezTo>
                    <a:pt x="6552631" y="2755382"/>
                    <a:pt x="6509502" y="2741319"/>
                    <a:pt x="6466375" y="2579127"/>
                  </a:cubicBezTo>
                  <a:cubicBezTo>
                    <a:pt x="6423246" y="2416936"/>
                    <a:pt x="6380119" y="2107553"/>
                    <a:pt x="6336991" y="2082240"/>
                  </a:cubicBezTo>
                  <a:cubicBezTo>
                    <a:pt x="6293863" y="2056927"/>
                    <a:pt x="6250735" y="2316621"/>
                    <a:pt x="6207607" y="2369122"/>
                  </a:cubicBezTo>
                  <a:cubicBezTo>
                    <a:pt x="6164479" y="2421624"/>
                    <a:pt x="6121351" y="2265057"/>
                    <a:pt x="6078223" y="2240682"/>
                  </a:cubicBezTo>
                  <a:cubicBezTo>
                    <a:pt x="6035096" y="2216306"/>
                    <a:pt x="5991967" y="2323184"/>
                    <a:pt x="5948840" y="2299746"/>
                  </a:cubicBezTo>
                  <a:cubicBezTo>
                    <a:pt x="5905712" y="2276307"/>
                    <a:pt x="5862584" y="2123491"/>
                    <a:pt x="5819456" y="2018488"/>
                  </a:cubicBezTo>
                  <a:cubicBezTo>
                    <a:pt x="5776328" y="1913486"/>
                    <a:pt x="5733200" y="1857234"/>
                    <a:pt x="5690072" y="1839421"/>
                  </a:cubicBezTo>
                  <a:cubicBezTo>
                    <a:pt x="5646944" y="1820671"/>
                    <a:pt x="5603816" y="1839421"/>
                    <a:pt x="5560688" y="1776607"/>
                  </a:cubicBezTo>
                  <a:cubicBezTo>
                    <a:pt x="5517560" y="1713793"/>
                    <a:pt x="5474433" y="1568477"/>
                    <a:pt x="5431305" y="1484100"/>
                  </a:cubicBezTo>
                  <a:cubicBezTo>
                    <a:pt x="5388177" y="1399723"/>
                    <a:pt x="5345049" y="1378160"/>
                    <a:pt x="5301921" y="1344409"/>
                  </a:cubicBezTo>
                  <a:cubicBezTo>
                    <a:pt x="5258793" y="1310658"/>
                    <a:pt x="5215665" y="1265657"/>
                    <a:pt x="5172537" y="1257219"/>
                  </a:cubicBezTo>
                  <a:cubicBezTo>
                    <a:pt x="5129409" y="1248781"/>
                    <a:pt x="5086281" y="1276907"/>
                    <a:pt x="5043154" y="1305033"/>
                  </a:cubicBezTo>
                  <a:cubicBezTo>
                    <a:pt x="5000025" y="1333159"/>
                    <a:pt x="4956898" y="1360347"/>
                    <a:pt x="4913769" y="1317221"/>
                  </a:cubicBezTo>
                  <a:cubicBezTo>
                    <a:pt x="4870642" y="1274095"/>
                    <a:pt x="4827514" y="1158779"/>
                    <a:pt x="4784386" y="1070652"/>
                  </a:cubicBezTo>
                  <a:cubicBezTo>
                    <a:pt x="4741258" y="981587"/>
                    <a:pt x="4698130" y="917836"/>
                    <a:pt x="4655002" y="907523"/>
                  </a:cubicBezTo>
                  <a:cubicBezTo>
                    <a:pt x="4611874" y="896273"/>
                    <a:pt x="4568746" y="938461"/>
                    <a:pt x="4525619" y="956274"/>
                  </a:cubicBezTo>
                  <a:cubicBezTo>
                    <a:pt x="4482491" y="974087"/>
                    <a:pt x="4439363" y="970337"/>
                    <a:pt x="4396235" y="932836"/>
                  </a:cubicBezTo>
                  <a:cubicBezTo>
                    <a:pt x="4353107" y="896273"/>
                    <a:pt x="4309979" y="826896"/>
                    <a:pt x="4266851" y="811895"/>
                  </a:cubicBezTo>
                  <a:cubicBezTo>
                    <a:pt x="4223723" y="796895"/>
                    <a:pt x="4180595" y="837209"/>
                    <a:pt x="4137467" y="831583"/>
                  </a:cubicBezTo>
                  <a:cubicBezTo>
                    <a:pt x="4094339" y="825958"/>
                    <a:pt x="4051211" y="774394"/>
                    <a:pt x="4008083" y="767832"/>
                  </a:cubicBezTo>
                  <a:cubicBezTo>
                    <a:pt x="3964955" y="761269"/>
                    <a:pt x="3921827" y="799708"/>
                    <a:pt x="3878700" y="795958"/>
                  </a:cubicBezTo>
                  <a:cubicBezTo>
                    <a:pt x="3835572" y="792208"/>
                    <a:pt x="3792444" y="746269"/>
                    <a:pt x="3749316" y="728456"/>
                  </a:cubicBezTo>
                  <a:cubicBezTo>
                    <a:pt x="3706188" y="710643"/>
                    <a:pt x="3663060" y="721893"/>
                    <a:pt x="3619932" y="733143"/>
                  </a:cubicBezTo>
                  <a:cubicBezTo>
                    <a:pt x="3576804" y="744394"/>
                    <a:pt x="3533676" y="754707"/>
                    <a:pt x="3490548" y="739706"/>
                  </a:cubicBezTo>
                  <a:cubicBezTo>
                    <a:pt x="3447421" y="724706"/>
                    <a:pt x="3404293" y="683455"/>
                    <a:pt x="3339601" y="674080"/>
                  </a:cubicBezTo>
                  <a:cubicBezTo>
                    <a:pt x="3274909" y="664704"/>
                    <a:pt x="3188653" y="686267"/>
                    <a:pt x="3123961" y="700330"/>
                  </a:cubicBezTo>
                  <a:cubicBezTo>
                    <a:pt x="3059269" y="714393"/>
                    <a:pt x="3016141" y="719081"/>
                    <a:pt x="2973013" y="727518"/>
                  </a:cubicBezTo>
                  <a:cubicBezTo>
                    <a:pt x="2929886" y="735956"/>
                    <a:pt x="2886758" y="746269"/>
                    <a:pt x="2843630" y="746269"/>
                  </a:cubicBezTo>
                  <a:cubicBezTo>
                    <a:pt x="2800502" y="746269"/>
                    <a:pt x="2757374" y="735019"/>
                    <a:pt x="2671118" y="729393"/>
                  </a:cubicBezTo>
                  <a:cubicBezTo>
                    <a:pt x="2584862" y="723768"/>
                    <a:pt x="2455478" y="723768"/>
                    <a:pt x="2348596" y="720956"/>
                  </a:cubicBezTo>
                  <a:cubicBezTo>
                    <a:pt x="2240776" y="718143"/>
                    <a:pt x="2154521" y="712518"/>
                    <a:pt x="2089829" y="702205"/>
                  </a:cubicBezTo>
                  <a:cubicBezTo>
                    <a:pt x="2025137" y="690955"/>
                    <a:pt x="1982009" y="675017"/>
                    <a:pt x="1938881" y="693768"/>
                  </a:cubicBezTo>
                  <a:cubicBezTo>
                    <a:pt x="1895753" y="712518"/>
                    <a:pt x="1852625" y="767832"/>
                    <a:pt x="1809497" y="785645"/>
                  </a:cubicBezTo>
                  <a:cubicBezTo>
                    <a:pt x="1766369" y="803458"/>
                    <a:pt x="1723241" y="785645"/>
                    <a:pt x="1680114" y="781895"/>
                  </a:cubicBezTo>
                  <a:cubicBezTo>
                    <a:pt x="1636986" y="778145"/>
                    <a:pt x="1593858" y="789395"/>
                    <a:pt x="1550730" y="795020"/>
                  </a:cubicBezTo>
                  <a:cubicBezTo>
                    <a:pt x="1507602" y="800645"/>
                    <a:pt x="1464474" y="800645"/>
                    <a:pt x="1421346" y="791270"/>
                  </a:cubicBezTo>
                  <a:cubicBezTo>
                    <a:pt x="1378218" y="781895"/>
                    <a:pt x="1335090" y="762207"/>
                    <a:pt x="1291962" y="747206"/>
                  </a:cubicBezTo>
                  <a:cubicBezTo>
                    <a:pt x="1248834" y="732206"/>
                    <a:pt x="1205707" y="720956"/>
                    <a:pt x="1162579" y="710643"/>
                  </a:cubicBezTo>
                  <a:cubicBezTo>
                    <a:pt x="1119451" y="700330"/>
                    <a:pt x="1076323" y="689080"/>
                    <a:pt x="1011631" y="689080"/>
                  </a:cubicBezTo>
                  <a:cubicBezTo>
                    <a:pt x="946939" y="689080"/>
                    <a:pt x="860683" y="700330"/>
                    <a:pt x="796929" y="710643"/>
                  </a:cubicBezTo>
                  <a:cubicBezTo>
                    <a:pt x="733175" y="720956"/>
                    <a:pt x="689109" y="732206"/>
                    <a:pt x="624417" y="737831"/>
                  </a:cubicBezTo>
                  <a:cubicBezTo>
                    <a:pt x="559725" y="743456"/>
                    <a:pt x="473469" y="743456"/>
                    <a:pt x="387214" y="749081"/>
                  </a:cubicBezTo>
                  <a:cubicBezTo>
                    <a:pt x="300958" y="754707"/>
                    <a:pt x="214702" y="765957"/>
                    <a:pt x="150948" y="760332"/>
                  </a:cubicBezTo>
                  <a:cubicBezTo>
                    <a:pt x="86256" y="754707"/>
                    <a:pt x="43128" y="733143"/>
                    <a:pt x="21564" y="721893"/>
                  </a:cubicBezTo>
                  <a:lnTo>
                    <a:pt x="0" y="710643"/>
                  </a:lnTo>
                  <a:lnTo>
                    <a:pt x="0" y="709705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4148D96-2DFE-3CC0-0EC8-2D16F56EBBC5}"/>
                </a:ext>
              </a:extLst>
            </p:cNvPr>
            <p:cNvSpPr/>
            <p:nvPr/>
          </p:nvSpPr>
          <p:spPr>
            <a:xfrm>
              <a:off x="1866777" y="1038621"/>
              <a:ext cx="7372060" cy="2461684"/>
            </a:xfrm>
            <a:custGeom>
              <a:avLst/>
              <a:gdLst>
                <a:gd name="connsiteX0" fmla="*/ 0 w 7372060"/>
                <a:gd name="connsiteY0" fmla="*/ 2392598 h 2461684"/>
                <a:gd name="connsiteX1" fmla="*/ 21564 w 7372060"/>
                <a:gd name="connsiteY1" fmla="*/ 2392598 h 2461684"/>
                <a:gd name="connsiteX2" fmla="*/ 150948 w 7372060"/>
                <a:gd name="connsiteY2" fmla="*/ 2398224 h 2461684"/>
                <a:gd name="connsiteX3" fmla="*/ 387214 w 7372060"/>
                <a:gd name="connsiteY3" fmla="*/ 2409474 h 2461684"/>
                <a:gd name="connsiteX4" fmla="*/ 624417 w 7372060"/>
                <a:gd name="connsiteY4" fmla="*/ 2376661 h 2461684"/>
                <a:gd name="connsiteX5" fmla="*/ 796929 w 7372060"/>
                <a:gd name="connsiteY5" fmla="*/ 2382286 h 2461684"/>
                <a:gd name="connsiteX6" fmla="*/ 1011631 w 7372060"/>
                <a:gd name="connsiteY6" fmla="*/ 2360723 h 2461684"/>
                <a:gd name="connsiteX7" fmla="*/ 1162579 w 7372060"/>
                <a:gd name="connsiteY7" fmla="*/ 2339160 h 2461684"/>
                <a:gd name="connsiteX8" fmla="*/ 1291962 w 7372060"/>
                <a:gd name="connsiteY8" fmla="*/ 2342910 h 2461684"/>
                <a:gd name="connsiteX9" fmla="*/ 1421346 w 7372060"/>
                <a:gd name="connsiteY9" fmla="*/ 2331659 h 2461684"/>
                <a:gd name="connsiteX10" fmla="*/ 1550730 w 7372060"/>
                <a:gd name="connsiteY10" fmla="*/ 2445100 h 2461684"/>
                <a:gd name="connsiteX11" fmla="*/ 1680114 w 7372060"/>
                <a:gd name="connsiteY11" fmla="*/ 2443225 h 2461684"/>
                <a:gd name="connsiteX12" fmla="*/ 1809497 w 7372060"/>
                <a:gd name="connsiteY12" fmla="*/ 2381348 h 2461684"/>
                <a:gd name="connsiteX13" fmla="*/ 1938881 w 7372060"/>
                <a:gd name="connsiteY13" fmla="*/ 2343847 h 2461684"/>
                <a:gd name="connsiteX14" fmla="*/ 2089829 w 7372060"/>
                <a:gd name="connsiteY14" fmla="*/ 2329785 h 2461684"/>
                <a:gd name="connsiteX15" fmla="*/ 2348596 w 7372060"/>
                <a:gd name="connsiteY15" fmla="*/ 2348535 h 2461684"/>
                <a:gd name="connsiteX16" fmla="*/ 2671118 w 7372060"/>
                <a:gd name="connsiteY16" fmla="*/ 2389786 h 2461684"/>
                <a:gd name="connsiteX17" fmla="*/ 2843630 w 7372060"/>
                <a:gd name="connsiteY17" fmla="*/ 2372910 h 2461684"/>
                <a:gd name="connsiteX18" fmla="*/ 2973013 w 7372060"/>
                <a:gd name="connsiteY18" fmla="*/ 2342910 h 2461684"/>
                <a:gd name="connsiteX19" fmla="*/ 3123961 w 7372060"/>
                <a:gd name="connsiteY19" fmla="*/ 2326034 h 2461684"/>
                <a:gd name="connsiteX20" fmla="*/ 3339601 w 7372060"/>
                <a:gd name="connsiteY20" fmla="*/ 2311034 h 2461684"/>
                <a:gd name="connsiteX21" fmla="*/ 3490548 w 7372060"/>
                <a:gd name="connsiteY21" fmla="*/ 2266970 h 2461684"/>
                <a:gd name="connsiteX22" fmla="*/ 3619932 w 7372060"/>
                <a:gd name="connsiteY22" fmla="*/ 2281971 h 2461684"/>
                <a:gd name="connsiteX23" fmla="*/ 3749316 w 7372060"/>
                <a:gd name="connsiteY23" fmla="*/ 2299784 h 2461684"/>
                <a:gd name="connsiteX24" fmla="*/ 3878700 w 7372060"/>
                <a:gd name="connsiteY24" fmla="*/ 2279158 h 2461684"/>
                <a:gd name="connsiteX25" fmla="*/ 4008083 w 7372060"/>
                <a:gd name="connsiteY25" fmla="*/ 2295096 h 2461684"/>
                <a:gd name="connsiteX26" fmla="*/ 4137467 w 7372060"/>
                <a:gd name="connsiteY26" fmla="*/ 2217282 h 2461684"/>
                <a:gd name="connsiteX27" fmla="*/ 4266851 w 7372060"/>
                <a:gd name="connsiteY27" fmla="*/ 2251970 h 2461684"/>
                <a:gd name="connsiteX28" fmla="*/ 4396235 w 7372060"/>
                <a:gd name="connsiteY28" fmla="*/ 2176030 h 2461684"/>
                <a:gd name="connsiteX29" fmla="*/ 4525619 w 7372060"/>
                <a:gd name="connsiteY29" fmla="*/ 2242595 h 2461684"/>
                <a:gd name="connsiteX30" fmla="*/ 4655002 w 7372060"/>
                <a:gd name="connsiteY30" fmla="*/ 2248220 h 2461684"/>
                <a:gd name="connsiteX31" fmla="*/ 4784386 w 7372060"/>
                <a:gd name="connsiteY31" fmla="*/ 2116029 h 2461684"/>
                <a:gd name="connsiteX32" fmla="*/ 4913769 w 7372060"/>
                <a:gd name="connsiteY32" fmla="*/ 1958525 h 2461684"/>
                <a:gd name="connsiteX33" fmla="*/ 5043154 w 7372060"/>
                <a:gd name="connsiteY33" fmla="*/ 2033527 h 2461684"/>
                <a:gd name="connsiteX34" fmla="*/ 5172537 w 7372060"/>
                <a:gd name="connsiteY34" fmla="*/ 2029777 h 2461684"/>
                <a:gd name="connsiteX35" fmla="*/ 5301921 w 7372060"/>
                <a:gd name="connsiteY35" fmla="*/ 1908836 h 2461684"/>
                <a:gd name="connsiteX36" fmla="*/ 5431305 w 7372060"/>
                <a:gd name="connsiteY36" fmla="*/ 1687581 h 2461684"/>
                <a:gd name="connsiteX37" fmla="*/ 5560688 w 7372060"/>
                <a:gd name="connsiteY37" fmla="*/ 1399761 h 2461684"/>
                <a:gd name="connsiteX38" fmla="*/ 5690072 w 7372060"/>
                <a:gd name="connsiteY38" fmla="*/ 1396948 h 2461684"/>
                <a:gd name="connsiteX39" fmla="*/ 5819456 w 7372060"/>
                <a:gd name="connsiteY39" fmla="*/ 1291946 h 2461684"/>
                <a:gd name="connsiteX40" fmla="*/ 5948840 w 7372060"/>
                <a:gd name="connsiteY40" fmla="*/ 1179443 h 2461684"/>
                <a:gd name="connsiteX41" fmla="*/ 6078223 w 7372060"/>
                <a:gd name="connsiteY41" fmla="*/ 1087566 h 2461684"/>
                <a:gd name="connsiteX42" fmla="*/ 6207607 w 7372060"/>
                <a:gd name="connsiteY42" fmla="*/ 920686 h 2461684"/>
                <a:gd name="connsiteX43" fmla="*/ 6336991 w 7372060"/>
                <a:gd name="connsiteY43" fmla="*/ 1214131 h 2461684"/>
                <a:gd name="connsiteX44" fmla="*/ 6466375 w 7372060"/>
                <a:gd name="connsiteY44" fmla="*/ 660992 h 2461684"/>
                <a:gd name="connsiteX45" fmla="*/ 6595758 w 7372060"/>
                <a:gd name="connsiteY45" fmla="*/ 330984 h 2461684"/>
                <a:gd name="connsiteX46" fmla="*/ 6725142 w 7372060"/>
                <a:gd name="connsiteY46" fmla="*/ 200668 h 2461684"/>
                <a:gd name="connsiteX47" fmla="*/ 6854526 w 7372060"/>
                <a:gd name="connsiteY47" fmla="*/ 115354 h 2461684"/>
                <a:gd name="connsiteX48" fmla="*/ 6983910 w 7372060"/>
                <a:gd name="connsiteY48" fmla="*/ 38 h 2461684"/>
                <a:gd name="connsiteX49" fmla="*/ 7113293 w 7372060"/>
                <a:gd name="connsiteY49" fmla="*/ 120979 h 2461684"/>
                <a:gd name="connsiteX50" fmla="*/ 7242677 w 7372060"/>
                <a:gd name="connsiteY50" fmla="*/ 420986 h 2461684"/>
                <a:gd name="connsiteX51" fmla="*/ 7350497 w 7372060"/>
                <a:gd name="connsiteY51" fmla="*/ 1171005 h 2461684"/>
                <a:gd name="connsiteX52" fmla="*/ 7372061 w 7372060"/>
                <a:gd name="connsiteY52" fmla="*/ 1352885 h 2461684"/>
                <a:gd name="connsiteX53" fmla="*/ 7372061 w 7372060"/>
                <a:gd name="connsiteY53" fmla="*/ 1549765 h 2461684"/>
                <a:gd name="connsiteX54" fmla="*/ 7350497 w 7372060"/>
                <a:gd name="connsiteY54" fmla="*/ 1389448 h 2461684"/>
                <a:gd name="connsiteX55" fmla="*/ 7242677 w 7372060"/>
                <a:gd name="connsiteY55" fmla="*/ 792246 h 2461684"/>
                <a:gd name="connsiteX56" fmla="*/ 7113293 w 7372060"/>
                <a:gd name="connsiteY56" fmla="*/ 732244 h 2461684"/>
                <a:gd name="connsiteX57" fmla="*/ 6983910 w 7372060"/>
                <a:gd name="connsiteY57" fmla="*/ 491301 h 2461684"/>
                <a:gd name="connsiteX58" fmla="*/ 6854526 w 7372060"/>
                <a:gd name="connsiteY58" fmla="*/ 496926 h 2461684"/>
                <a:gd name="connsiteX59" fmla="*/ 6725142 w 7372060"/>
                <a:gd name="connsiteY59" fmla="*/ 473488 h 2461684"/>
                <a:gd name="connsiteX60" fmla="*/ 6595758 w 7372060"/>
                <a:gd name="connsiteY60" fmla="*/ 538177 h 2461684"/>
                <a:gd name="connsiteX61" fmla="*/ 6466375 w 7372060"/>
                <a:gd name="connsiteY61" fmla="*/ 824121 h 2461684"/>
                <a:gd name="connsiteX62" fmla="*/ 6336991 w 7372060"/>
                <a:gd name="connsiteY62" fmla="*/ 1257257 h 2461684"/>
                <a:gd name="connsiteX63" fmla="*/ 6207607 w 7372060"/>
                <a:gd name="connsiteY63" fmla="*/ 963812 h 2461684"/>
                <a:gd name="connsiteX64" fmla="*/ 6078223 w 7372060"/>
                <a:gd name="connsiteY64" fmla="*/ 1120379 h 2461684"/>
                <a:gd name="connsiteX65" fmla="*/ 5948840 w 7372060"/>
                <a:gd name="connsiteY65" fmla="*/ 1266633 h 2461684"/>
                <a:gd name="connsiteX66" fmla="*/ 5819456 w 7372060"/>
                <a:gd name="connsiteY66" fmla="*/ 1313509 h 2461684"/>
                <a:gd name="connsiteX67" fmla="*/ 5690072 w 7372060"/>
                <a:gd name="connsiteY67" fmla="*/ 1429762 h 2461684"/>
                <a:gd name="connsiteX68" fmla="*/ 5560688 w 7372060"/>
                <a:gd name="connsiteY68" fmla="*/ 1542265 h 2461684"/>
                <a:gd name="connsiteX69" fmla="*/ 5431305 w 7372060"/>
                <a:gd name="connsiteY69" fmla="*/ 1764458 h 2461684"/>
                <a:gd name="connsiteX70" fmla="*/ 5301921 w 7372060"/>
                <a:gd name="connsiteY70" fmla="*/ 1930399 h 2461684"/>
                <a:gd name="connsiteX71" fmla="*/ 5172537 w 7372060"/>
                <a:gd name="connsiteY71" fmla="*/ 2072903 h 2461684"/>
                <a:gd name="connsiteX72" fmla="*/ 5043154 w 7372060"/>
                <a:gd name="connsiteY72" fmla="*/ 2043840 h 2461684"/>
                <a:gd name="connsiteX73" fmla="*/ 4913769 w 7372060"/>
                <a:gd name="connsiteY73" fmla="*/ 1957588 h 2461684"/>
                <a:gd name="connsiteX74" fmla="*/ 4784386 w 7372060"/>
                <a:gd name="connsiteY74" fmla="*/ 2115092 h 2461684"/>
                <a:gd name="connsiteX75" fmla="*/ 4655002 w 7372060"/>
                <a:gd name="connsiteY75" fmla="*/ 2247282 h 2461684"/>
                <a:gd name="connsiteX76" fmla="*/ 4525619 w 7372060"/>
                <a:gd name="connsiteY76" fmla="*/ 2241657 h 2461684"/>
                <a:gd name="connsiteX77" fmla="*/ 4396235 w 7372060"/>
                <a:gd name="connsiteY77" fmla="*/ 2175093 h 2461684"/>
                <a:gd name="connsiteX78" fmla="*/ 4266851 w 7372060"/>
                <a:gd name="connsiteY78" fmla="*/ 2251032 h 2461684"/>
                <a:gd name="connsiteX79" fmla="*/ 4137467 w 7372060"/>
                <a:gd name="connsiteY79" fmla="*/ 2216344 h 2461684"/>
                <a:gd name="connsiteX80" fmla="*/ 4008083 w 7372060"/>
                <a:gd name="connsiteY80" fmla="*/ 2294159 h 2461684"/>
                <a:gd name="connsiteX81" fmla="*/ 3878700 w 7372060"/>
                <a:gd name="connsiteY81" fmla="*/ 2278221 h 2461684"/>
                <a:gd name="connsiteX82" fmla="*/ 3749316 w 7372060"/>
                <a:gd name="connsiteY82" fmla="*/ 2298846 h 2461684"/>
                <a:gd name="connsiteX83" fmla="*/ 3619932 w 7372060"/>
                <a:gd name="connsiteY83" fmla="*/ 2281033 h 2461684"/>
                <a:gd name="connsiteX84" fmla="*/ 3490548 w 7372060"/>
                <a:gd name="connsiteY84" fmla="*/ 2266033 h 2461684"/>
                <a:gd name="connsiteX85" fmla="*/ 3339601 w 7372060"/>
                <a:gd name="connsiteY85" fmla="*/ 2310097 h 2461684"/>
                <a:gd name="connsiteX86" fmla="*/ 3123961 w 7372060"/>
                <a:gd name="connsiteY86" fmla="*/ 2325097 h 2461684"/>
                <a:gd name="connsiteX87" fmla="*/ 2973013 w 7372060"/>
                <a:gd name="connsiteY87" fmla="*/ 2341972 h 2461684"/>
                <a:gd name="connsiteX88" fmla="*/ 2843630 w 7372060"/>
                <a:gd name="connsiteY88" fmla="*/ 2371973 h 2461684"/>
                <a:gd name="connsiteX89" fmla="*/ 2671118 w 7372060"/>
                <a:gd name="connsiteY89" fmla="*/ 2388848 h 2461684"/>
                <a:gd name="connsiteX90" fmla="*/ 2348596 w 7372060"/>
                <a:gd name="connsiteY90" fmla="*/ 2347597 h 2461684"/>
                <a:gd name="connsiteX91" fmla="*/ 2089829 w 7372060"/>
                <a:gd name="connsiteY91" fmla="*/ 2328847 h 2461684"/>
                <a:gd name="connsiteX92" fmla="*/ 1938881 w 7372060"/>
                <a:gd name="connsiteY92" fmla="*/ 2342910 h 2461684"/>
                <a:gd name="connsiteX93" fmla="*/ 1809497 w 7372060"/>
                <a:gd name="connsiteY93" fmla="*/ 2380411 h 2461684"/>
                <a:gd name="connsiteX94" fmla="*/ 1680114 w 7372060"/>
                <a:gd name="connsiteY94" fmla="*/ 2442287 h 2461684"/>
                <a:gd name="connsiteX95" fmla="*/ 1550730 w 7372060"/>
                <a:gd name="connsiteY95" fmla="*/ 2444162 h 2461684"/>
                <a:gd name="connsiteX96" fmla="*/ 1421346 w 7372060"/>
                <a:gd name="connsiteY96" fmla="*/ 2330722 h 2461684"/>
                <a:gd name="connsiteX97" fmla="*/ 1291962 w 7372060"/>
                <a:gd name="connsiteY97" fmla="*/ 2352285 h 2461684"/>
                <a:gd name="connsiteX98" fmla="*/ 1162579 w 7372060"/>
                <a:gd name="connsiteY98" fmla="*/ 2381348 h 2461684"/>
                <a:gd name="connsiteX99" fmla="*/ 1011631 w 7372060"/>
                <a:gd name="connsiteY99" fmla="*/ 2370098 h 2461684"/>
                <a:gd name="connsiteX100" fmla="*/ 796929 w 7372060"/>
                <a:gd name="connsiteY100" fmla="*/ 2381348 h 2461684"/>
                <a:gd name="connsiteX101" fmla="*/ 624417 w 7372060"/>
                <a:gd name="connsiteY101" fmla="*/ 2375723 h 2461684"/>
                <a:gd name="connsiteX102" fmla="*/ 387214 w 7372060"/>
                <a:gd name="connsiteY102" fmla="*/ 2408537 h 2461684"/>
                <a:gd name="connsiteX103" fmla="*/ 150948 w 7372060"/>
                <a:gd name="connsiteY103" fmla="*/ 2397286 h 2461684"/>
                <a:gd name="connsiteX104" fmla="*/ 21564 w 7372060"/>
                <a:gd name="connsiteY104" fmla="*/ 2391661 h 2461684"/>
                <a:gd name="connsiteX105" fmla="*/ 0 w 7372060"/>
                <a:gd name="connsiteY105" fmla="*/ 2391661 h 2461684"/>
                <a:gd name="connsiteX106" fmla="*/ 0 w 7372060"/>
                <a:gd name="connsiteY106" fmla="*/ 2392598 h 246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372060" h="2461684">
                  <a:moveTo>
                    <a:pt x="0" y="2392598"/>
                  </a:moveTo>
                  <a:lnTo>
                    <a:pt x="21564" y="2392598"/>
                  </a:lnTo>
                  <a:cubicBezTo>
                    <a:pt x="43128" y="2392598"/>
                    <a:pt x="86256" y="2392598"/>
                    <a:pt x="150948" y="2398224"/>
                  </a:cubicBezTo>
                  <a:cubicBezTo>
                    <a:pt x="215640" y="2403849"/>
                    <a:pt x="301895" y="2415099"/>
                    <a:pt x="387214" y="2409474"/>
                  </a:cubicBezTo>
                  <a:cubicBezTo>
                    <a:pt x="473469" y="2403849"/>
                    <a:pt x="559725" y="2382286"/>
                    <a:pt x="624417" y="2376661"/>
                  </a:cubicBezTo>
                  <a:cubicBezTo>
                    <a:pt x="689109" y="2371036"/>
                    <a:pt x="732237" y="2382286"/>
                    <a:pt x="796929" y="2382286"/>
                  </a:cubicBezTo>
                  <a:cubicBezTo>
                    <a:pt x="861621" y="2382286"/>
                    <a:pt x="947877" y="2371036"/>
                    <a:pt x="1011631" y="2360723"/>
                  </a:cubicBezTo>
                  <a:cubicBezTo>
                    <a:pt x="1076323" y="2349472"/>
                    <a:pt x="1119451" y="2339160"/>
                    <a:pt x="1162579" y="2339160"/>
                  </a:cubicBezTo>
                  <a:cubicBezTo>
                    <a:pt x="1205707" y="2339160"/>
                    <a:pt x="1248834" y="2350410"/>
                    <a:pt x="1291962" y="2342910"/>
                  </a:cubicBezTo>
                  <a:cubicBezTo>
                    <a:pt x="1335090" y="2336347"/>
                    <a:pt x="1378218" y="2311034"/>
                    <a:pt x="1421346" y="2331659"/>
                  </a:cubicBezTo>
                  <a:cubicBezTo>
                    <a:pt x="1464474" y="2352285"/>
                    <a:pt x="1507602" y="2417912"/>
                    <a:pt x="1550730" y="2445100"/>
                  </a:cubicBezTo>
                  <a:cubicBezTo>
                    <a:pt x="1593858" y="2472288"/>
                    <a:pt x="1636986" y="2461975"/>
                    <a:pt x="1680114" y="2443225"/>
                  </a:cubicBezTo>
                  <a:cubicBezTo>
                    <a:pt x="1723241" y="2425412"/>
                    <a:pt x="1766369" y="2399161"/>
                    <a:pt x="1809497" y="2381348"/>
                  </a:cubicBezTo>
                  <a:cubicBezTo>
                    <a:pt x="1852625" y="2363535"/>
                    <a:pt x="1895753" y="2352285"/>
                    <a:pt x="1938881" y="2343847"/>
                  </a:cubicBezTo>
                  <a:cubicBezTo>
                    <a:pt x="1982009" y="2335409"/>
                    <a:pt x="2025137" y="2329785"/>
                    <a:pt x="2089829" y="2329785"/>
                  </a:cubicBezTo>
                  <a:cubicBezTo>
                    <a:pt x="2154521" y="2329785"/>
                    <a:pt x="2240776" y="2335409"/>
                    <a:pt x="2348596" y="2348535"/>
                  </a:cubicBezTo>
                  <a:cubicBezTo>
                    <a:pt x="2456416" y="2362598"/>
                    <a:pt x="2585800" y="2384161"/>
                    <a:pt x="2671118" y="2389786"/>
                  </a:cubicBezTo>
                  <a:cubicBezTo>
                    <a:pt x="2757374" y="2395411"/>
                    <a:pt x="2800502" y="2384161"/>
                    <a:pt x="2843630" y="2372910"/>
                  </a:cubicBezTo>
                  <a:cubicBezTo>
                    <a:pt x="2886758" y="2361660"/>
                    <a:pt x="2929886" y="2351348"/>
                    <a:pt x="2973013" y="2342910"/>
                  </a:cubicBezTo>
                  <a:cubicBezTo>
                    <a:pt x="3016141" y="2334472"/>
                    <a:pt x="3059269" y="2328847"/>
                    <a:pt x="3123961" y="2326034"/>
                  </a:cubicBezTo>
                  <a:cubicBezTo>
                    <a:pt x="3188653" y="2323222"/>
                    <a:pt x="3274909" y="2323222"/>
                    <a:pt x="3339601" y="2311034"/>
                  </a:cubicBezTo>
                  <a:cubicBezTo>
                    <a:pt x="3404293" y="2298846"/>
                    <a:pt x="3447421" y="2274470"/>
                    <a:pt x="3490548" y="2266970"/>
                  </a:cubicBezTo>
                  <a:cubicBezTo>
                    <a:pt x="3533676" y="2260408"/>
                    <a:pt x="3576804" y="2270720"/>
                    <a:pt x="3619932" y="2281971"/>
                  </a:cubicBezTo>
                  <a:cubicBezTo>
                    <a:pt x="3663060" y="2293221"/>
                    <a:pt x="3706188" y="2303534"/>
                    <a:pt x="3749316" y="2299784"/>
                  </a:cubicBezTo>
                  <a:cubicBezTo>
                    <a:pt x="3792444" y="2295096"/>
                    <a:pt x="3835572" y="2275408"/>
                    <a:pt x="3878700" y="2279158"/>
                  </a:cubicBezTo>
                  <a:cubicBezTo>
                    <a:pt x="3921827" y="2282908"/>
                    <a:pt x="3964955" y="2310097"/>
                    <a:pt x="4008083" y="2295096"/>
                  </a:cubicBezTo>
                  <a:cubicBezTo>
                    <a:pt x="4051211" y="2280096"/>
                    <a:pt x="4094339" y="2221969"/>
                    <a:pt x="4137467" y="2217282"/>
                  </a:cubicBezTo>
                  <a:cubicBezTo>
                    <a:pt x="4180595" y="2212594"/>
                    <a:pt x="4223723" y="2259470"/>
                    <a:pt x="4266851" y="2251970"/>
                  </a:cubicBezTo>
                  <a:cubicBezTo>
                    <a:pt x="4309979" y="2244470"/>
                    <a:pt x="4353107" y="2182593"/>
                    <a:pt x="4396235" y="2176030"/>
                  </a:cubicBezTo>
                  <a:cubicBezTo>
                    <a:pt x="4439363" y="2169468"/>
                    <a:pt x="4482491" y="2217282"/>
                    <a:pt x="4525619" y="2242595"/>
                  </a:cubicBezTo>
                  <a:cubicBezTo>
                    <a:pt x="4568746" y="2267908"/>
                    <a:pt x="4611874" y="2269783"/>
                    <a:pt x="4655002" y="2248220"/>
                  </a:cubicBezTo>
                  <a:cubicBezTo>
                    <a:pt x="4698130" y="2226657"/>
                    <a:pt x="4741258" y="2180718"/>
                    <a:pt x="4784386" y="2116029"/>
                  </a:cubicBezTo>
                  <a:cubicBezTo>
                    <a:pt x="4827514" y="2052277"/>
                    <a:pt x="4870642" y="1969775"/>
                    <a:pt x="4913769" y="1958525"/>
                  </a:cubicBezTo>
                  <a:cubicBezTo>
                    <a:pt x="4956898" y="1947275"/>
                    <a:pt x="5000025" y="2007276"/>
                    <a:pt x="5043154" y="2033527"/>
                  </a:cubicBezTo>
                  <a:cubicBezTo>
                    <a:pt x="5086281" y="2060715"/>
                    <a:pt x="5129409" y="2054152"/>
                    <a:pt x="5172537" y="2029777"/>
                  </a:cubicBezTo>
                  <a:cubicBezTo>
                    <a:pt x="5215665" y="2005401"/>
                    <a:pt x="5258793" y="1963213"/>
                    <a:pt x="5301921" y="1908836"/>
                  </a:cubicBezTo>
                  <a:cubicBezTo>
                    <a:pt x="5345049" y="1854460"/>
                    <a:pt x="5388177" y="1789771"/>
                    <a:pt x="5431305" y="1687581"/>
                  </a:cubicBezTo>
                  <a:cubicBezTo>
                    <a:pt x="5474433" y="1585391"/>
                    <a:pt x="5517560" y="1446637"/>
                    <a:pt x="5560688" y="1399761"/>
                  </a:cubicBezTo>
                  <a:cubicBezTo>
                    <a:pt x="5603816" y="1352885"/>
                    <a:pt x="5646944" y="1399761"/>
                    <a:pt x="5690072" y="1396948"/>
                  </a:cubicBezTo>
                  <a:cubicBezTo>
                    <a:pt x="5733200" y="1393198"/>
                    <a:pt x="5776328" y="1340697"/>
                    <a:pt x="5819456" y="1291946"/>
                  </a:cubicBezTo>
                  <a:cubicBezTo>
                    <a:pt x="5862584" y="1243195"/>
                    <a:pt x="5905712" y="1200068"/>
                    <a:pt x="5948840" y="1179443"/>
                  </a:cubicBezTo>
                  <a:cubicBezTo>
                    <a:pt x="5991967" y="1158817"/>
                    <a:pt x="6035096" y="1161630"/>
                    <a:pt x="6078223" y="1087566"/>
                  </a:cubicBezTo>
                  <a:cubicBezTo>
                    <a:pt x="6121351" y="1013501"/>
                    <a:pt x="6164479" y="863497"/>
                    <a:pt x="6207607" y="920686"/>
                  </a:cubicBezTo>
                  <a:cubicBezTo>
                    <a:pt x="6250735" y="977875"/>
                    <a:pt x="6293863" y="1243195"/>
                    <a:pt x="6336991" y="1214131"/>
                  </a:cubicBezTo>
                  <a:cubicBezTo>
                    <a:pt x="6380119" y="1185068"/>
                    <a:pt x="6423246" y="859747"/>
                    <a:pt x="6466375" y="660992"/>
                  </a:cubicBezTo>
                  <a:cubicBezTo>
                    <a:pt x="6509502" y="462237"/>
                    <a:pt x="6552631" y="389111"/>
                    <a:pt x="6595758" y="330984"/>
                  </a:cubicBezTo>
                  <a:cubicBezTo>
                    <a:pt x="6638886" y="272858"/>
                    <a:pt x="6682014" y="228794"/>
                    <a:pt x="6725142" y="200668"/>
                  </a:cubicBezTo>
                  <a:cubicBezTo>
                    <a:pt x="6768270" y="172543"/>
                    <a:pt x="6811398" y="157542"/>
                    <a:pt x="6854526" y="115354"/>
                  </a:cubicBezTo>
                  <a:cubicBezTo>
                    <a:pt x="6897654" y="73165"/>
                    <a:pt x="6940781" y="1913"/>
                    <a:pt x="6983910" y="38"/>
                  </a:cubicBezTo>
                  <a:cubicBezTo>
                    <a:pt x="7027037" y="-1837"/>
                    <a:pt x="7070165" y="65665"/>
                    <a:pt x="7113293" y="120979"/>
                  </a:cubicBezTo>
                  <a:cubicBezTo>
                    <a:pt x="7156421" y="176293"/>
                    <a:pt x="7199549" y="217544"/>
                    <a:pt x="7242677" y="420986"/>
                  </a:cubicBezTo>
                  <a:cubicBezTo>
                    <a:pt x="7285805" y="624429"/>
                    <a:pt x="7328933" y="989126"/>
                    <a:pt x="7350497" y="1171005"/>
                  </a:cubicBezTo>
                  <a:lnTo>
                    <a:pt x="7372061" y="1352885"/>
                  </a:lnTo>
                  <a:lnTo>
                    <a:pt x="7372061" y="1549765"/>
                  </a:lnTo>
                  <a:lnTo>
                    <a:pt x="7350497" y="1389448"/>
                  </a:lnTo>
                  <a:cubicBezTo>
                    <a:pt x="7328933" y="1229132"/>
                    <a:pt x="7285805" y="908499"/>
                    <a:pt x="7242677" y="792246"/>
                  </a:cubicBezTo>
                  <a:cubicBezTo>
                    <a:pt x="7199549" y="675993"/>
                    <a:pt x="7156421" y="765995"/>
                    <a:pt x="7113293" y="732244"/>
                  </a:cubicBezTo>
                  <a:cubicBezTo>
                    <a:pt x="7070165" y="698493"/>
                    <a:pt x="7027037" y="543802"/>
                    <a:pt x="6983910" y="491301"/>
                  </a:cubicBezTo>
                  <a:cubicBezTo>
                    <a:pt x="6940781" y="437862"/>
                    <a:pt x="6897654" y="487551"/>
                    <a:pt x="6854526" y="496926"/>
                  </a:cubicBezTo>
                  <a:cubicBezTo>
                    <a:pt x="6811398" y="506301"/>
                    <a:pt x="6768270" y="477238"/>
                    <a:pt x="6725142" y="473488"/>
                  </a:cubicBezTo>
                  <a:cubicBezTo>
                    <a:pt x="6682014" y="469738"/>
                    <a:pt x="6638886" y="491301"/>
                    <a:pt x="6595758" y="538177"/>
                  </a:cubicBezTo>
                  <a:cubicBezTo>
                    <a:pt x="6552631" y="585053"/>
                    <a:pt x="6509502" y="658180"/>
                    <a:pt x="6466375" y="824121"/>
                  </a:cubicBezTo>
                  <a:cubicBezTo>
                    <a:pt x="6423246" y="990063"/>
                    <a:pt x="6380119" y="1248820"/>
                    <a:pt x="6336991" y="1257257"/>
                  </a:cubicBezTo>
                  <a:cubicBezTo>
                    <a:pt x="6293863" y="1265695"/>
                    <a:pt x="6250735" y="1021939"/>
                    <a:pt x="6207607" y="963812"/>
                  </a:cubicBezTo>
                  <a:cubicBezTo>
                    <a:pt x="6164479" y="905686"/>
                    <a:pt x="6121351" y="1035064"/>
                    <a:pt x="6078223" y="1120379"/>
                  </a:cubicBezTo>
                  <a:cubicBezTo>
                    <a:pt x="6035096" y="1205694"/>
                    <a:pt x="5991967" y="1246007"/>
                    <a:pt x="5948840" y="1266633"/>
                  </a:cubicBezTo>
                  <a:cubicBezTo>
                    <a:pt x="5905712" y="1287258"/>
                    <a:pt x="5862584" y="1287258"/>
                    <a:pt x="5819456" y="1313509"/>
                  </a:cubicBezTo>
                  <a:cubicBezTo>
                    <a:pt x="5776328" y="1339760"/>
                    <a:pt x="5733200" y="1393198"/>
                    <a:pt x="5690072" y="1429762"/>
                  </a:cubicBezTo>
                  <a:cubicBezTo>
                    <a:pt x="5646944" y="1466325"/>
                    <a:pt x="5603816" y="1485076"/>
                    <a:pt x="5560688" y="1542265"/>
                  </a:cubicBezTo>
                  <a:cubicBezTo>
                    <a:pt x="5517560" y="1599454"/>
                    <a:pt x="5474433" y="1695081"/>
                    <a:pt x="5431305" y="1764458"/>
                  </a:cubicBezTo>
                  <a:cubicBezTo>
                    <a:pt x="5388177" y="1833834"/>
                    <a:pt x="5345049" y="1876960"/>
                    <a:pt x="5301921" y="1930399"/>
                  </a:cubicBezTo>
                  <a:cubicBezTo>
                    <a:pt x="5258793" y="1983838"/>
                    <a:pt x="5215665" y="2048527"/>
                    <a:pt x="5172537" y="2072903"/>
                  </a:cubicBezTo>
                  <a:cubicBezTo>
                    <a:pt x="5129409" y="2097279"/>
                    <a:pt x="5086281" y="2081341"/>
                    <a:pt x="5043154" y="2043840"/>
                  </a:cubicBezTo>
                  <a:cubicBezTo>
                    <a:pt x="5000025" y="2006339"/>
                    <a:pt x="4956898" y="1946337"/>
                    <a:pt x="4913769" y="1957588"/>
                  </a:cubicBezTo>
                  <a:cubicBezTo>
                    <a:pt x="4870642" y="1968838"/>
                    <a:pt x="4827514" y="2051340"/>
                    <a:pt x="4784386" y="2115092"/>
                  </a:cubicBezTo>
                  <a:cubicBezTo>
                    <a:pt x="4741258" y="2178843"/>
                    <a:pt x="4698130" y="2224782"/>
                    <a:pt x="4655002" y="2247282"/>
                  </a:cubicBezTo>
                  <a:cubicBezTo>
                    <a:pt x="4611874" y="2268846"/>
                    <a:pt x="4568746" y="2266970"/>
                    <a:pt x="4525619" y="2241657"/>
                  </a:cubicBezTo>
                  <a:cubicBezTo>
                    <a:pt x="4482491" y="2216344"/>
                    <a:pt x="4439363" y="2167593"/>
                    <a:pt x="4396235" y="2175093"/>
                  </a:cubicBezTo>
                  <a:cubicBezTo>
                    <a:pt x="4353107" y="2181656"/>
                    <a:pt x="4309979" y="2243532"/>
                    <a:pt x="4266851" y="2251032"/>
                  </a:cubicBezTo>
                  <a:cubicBezTo>
                    <a:pt x="4223723" y="2258533"/>
                    <a:pt x="4180595" y="2210719"/>
                    <a:pt x="4137467" y="2216344"/>
                  </a:cubicBezTo>
                  <a:cubicBezTo>
                    <a:pt x="4094339" y="2221969"/>
                    <a:pt x="4051211" y="2279158"/>
                    <a:pt x="4008083" y="2294159"/>
                  </a:cubicBezTo>
                  <a:cubicBezTo>
                    <a:pt x="3964955" y="2309159"/>
                    <a:pt x="3921827" y="2281971"/>
                    <a:pt x="3878700" y="2278221"/>
                  </a:cubicBezTo>
                  <a:cubicBezTo>
                    <a:pt x="3835572" y="2274470"/>
                    <a:pt x="3792444" y="2294159"/>
                    <a:pt x="3749316" y="2298846"/>
                  </a:cubicBezTo>
                  <a:cubicBezTo>
                    <a:pt x="3706188" y="2303534"/>
                    <a:pt x="3663060" y="2292284"/>
                    <a:pt x="3619932" y="2281033"/>
                  </a:cubicBezTo>
                  <a:cubicBezTo>
                    <a:pt x="3576804" y="2269783"/>
                    <a:pt x="3533676" y="2259470"/>
                    <a:pt x="3490548" y="2266033"/>
                  </a:cubicBezTo>
                  <a:cubicBezTo>
                    <a:pt x="3447421" y="2272596"/>
                    <a:pt x="3404293" y="2297909"/>
                    <a:pt x="3339601" y="2310097"/>
                  </a:cubicBezTo>
                  <a:cubicBezTo>
                    <a:pt x="3274909" y="2322284"/>
                    <a:pt x="3188653" y="2322284"/>
                    <a:pt x="3123961" y="2325097"/>
                  </a:cubicBezTo>
                  <a:cubicBezTo>
                    <a:pt x="3059269" y="2327909"/>
                    <a:pt x="3016141" y="2333535"/>
                    <a:pt x="2973013" y="2341972"/>
                  </a:cubicBezTo>
                  <a:cubicBezTo>
                    <a:pt x="2929886" y="2350410"/>
                    <a:pt x="2886758" y="2360723"/>
                    <a:pt x="2843630" y="2371973"/>
                  </a:cubicBezTo>
                  <a:cubicBezTo>
                    <a:pt x="2800502" y="2383223"/>
                    <a:pt x="2757374" y="2393536"/>
                    <a:pt x="2671118" y="2388848"/>
                  </a:cubicBezTo>
                  <a:cubicBezTo>
                    <a:pt x="2584862" y="2383223"/>
                    <a:pt x="2455478" y="2361660"/>
                    <a:pt x="2348596" y="2347597"/>
                  </a:cubicBezTo>
                  <a:cubicBezTo>
                    <a:pt x="2240776" y="2333535"/>
                    <a:pt x="2154521" y="2328847"/>
                    <a:pt x="2089829" y="2328847"/>
                  </a:cubicBezTo>
                  <a:cubicBezTo>
                    <a:pt x="2025137" y="2328847"/>
                    <a:pt x="1982009" y="2334472"/>
                    <a:pt x="1938881" y="2342910"/>
                  </a:cubicBezTo>
                  <a:cubicBezTo>
                    <a:pt x="1895753" y="2351348"/>
                    <a:pt x="1852625" y="2361660"/>
                    <a:pt x="1809497" y="2380411"/>
                  </a:cubicBezTo>
                  <a:cubicBezTo>
                    <a:pt x="1766369" y="2398224"/>
                    <a:pt x="1723241" y="2424474"/>
                    <a:pt x="1680114" y="2442287"/>
                  </a:cubicBezTo>
                  <a:cubicBezTo>
                    <a:pt x="1636986" y="2460100"/>
                    <a:pt x="1593858" y="2471350"/>
                    <a:pt x="1550730" y="2444162"/>
                  </a:cubicBezTo>
                  <a:cubicBezTo>
                    <a:pt x="1507602" y="2416974"/>
                    <a:pt x="1464474" y="2351348"/>
                    <a:pt x="1421346" y="2330722"/>
                  </a:cubicBezTo>
                  <a:cubicBezTo>
                    <a:pt x="1378218" y="2310097"/>
                    <a:pt x="1335090" y="2334472"/>
                    <a:pt x="1291962" y="2352285"/>
                  </a:cubicBezTo>
                  <a:cubicBezTo>
                    <a:pt x="1248834" y="2370098"/>
                    <a:pt x="1205707" y="2381348"/>
                    <a:pt x="1162579" y="2381348"/>
                  </a:cubicBezTo>
                  <a:cubicBezTo>
                    <a:pt x="1119451" y="2381348"/>
                    <a:pt x="1076323" y="2370098"/>
                    <a:pt x="1011631" y="2370098"/>
                  </a:cubicBezTo>
                  <a:cubicBezTo>
                    <a:pt x="946939" y="2370098"/>
                    <a:pt x="860683" y="2381348"/>
                    <a:pt x="796929" y="2381348"/>
                  </a:cubicBezTo>
                  <a:cubicBezTo>
                    <a:pt x="733175" y="2381348"/>
                    <a:pt x="689109" y="2370098"/>
                    <a:pt x="624417" y="2375723"/>
                  </a:cubicBezTo>
                  <a:cubicBezTo>
                    <a:pt x="559725" y="2381348"/>
                    <a:pt x="473469" y="2402911"/>
                    <a:pt x="387214" y="2408537"/>
                  </a:cubicBezTo>
                  <a:cubicBezTo>
                    <a:pt x="300958" y="2414162"/>
                    <a:pt x="214702" y="2402911"/>
                    <a:pt x="150948" y="2397286"/>
                  </a:cubicBezTo>
                  <a:cubicBezTo>
                    <a:pt x="86256" y="2391661"/>
                    <a:pt x="43128" y="2391661"/>
                    <a:pt x="21564" y="2391661"/>
                  </a:cubicBezTo>
                  <a:lnTo>
                    <a:pt x="0" y="2391661"/>
                  </a:lnTo>
                  <a:lnTo>
                    <a:pt x="0" y="2392598"/>
                  </a:lnTo>
                  <a:close/>
                </a:path>
              </a:pathLst>
            </a:custGeom>
            <a:solidFill>
              <a:srgbClr val="F4A988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CD31784-DDBA-2887-9949-E4B6DC3A2105}"/>
                </a:ext>
              </a:extLst>
            </p:cNvPr>
            <p:cNvSpPr/>
            <p:nvPr/>
          </p:nvSpPr>
          <p:spPr>
            <a:xfrm>
              <a:off x="1866777" y="1506478"/>
              <a:ext cx="7372060" cy="1993827"/>
            </a:xfrm>
            <a:custGeom>
              <a:avLst/>
              <a:gdLst>
                <a:gd name="connsiteX0" fmla="*/ 0 w 7372060"/>
                <a:gd name="connsiteY0" fmla="*/ 1924741 h 1993827"/>
                <a:gd name="connsiteX1" fmla="*/ 21564 w 7372060"/>
                <a:gd name="connsiteY1" fmla="*/ 1924741 h 1993827"/>
                <a:gd name="connsiteX2" fmla="*/ 150948 w 7372060"/>
                <a:gd name="connsiteY2" fmla="*/ 1930366 h 1993827"/>
                <a:gd name="connsiteX3" fmla="*/ 387214 w 7372060"/>
                <a:gd name="connsiteY3" fmla="*/ 1941617 h 1993827"/>
                <a:gd name="connsiteX4" fmla="*/ 624417 w 7372060"/>
                <a:gd name="connsiteY4" fmla="*/ 1908804 h 1993827"/>
                <a:gd name="connsiteX5" fmla="*/ 796929 w 7372060"/>
                <a:gd name="connsiteY5" fmla="*/ 1914428 h 1993827"/>
                <a:gd name="connsiteX6" fmla="*/ 1011631 w 7372060"/>
                <a:gd name="connsiteY6" fmla="*/ 1903178 h 1993827"/>
                <a:gd name="connsiteX7" fmla="*/ 1162579 w 7372060"/>
                <a:gd name="connsiteY7" fmla="*/ 1914428 h 1993827"/>
                <a:gd name="connsiteX8" fmla="*/ 1291962 w 7372060"/>
                <a:gd name="connsiteY8" fmla="*/ 1885365 h 1993827"/>
                <a:gd name="connsiteX9" fmla="*/ 1421346 w 7372060"/>
                <a:gd name="connsiteY9" fmla="*/ 1863802 h 1993827"/>
                <a:gd name="connsiteX10" fmla="*/ 1550730 w 7372060"/>
                <a:gd name="connsiteY10" fmla="*/ 1977243 h 1993827"/>
                <a:gd name="connsiteX11" fmla="*/ 1680114 w 7372060"/>
                <a:gd name="connsiteY11" fmla="*/ 1975367 h 1993827"/>
                <a:gd name="connsiteX12" fmla="*/ 1809497 w 7372060"/>
                <a:gd name="connsiteY12" fmla="*/ 1913491 h 1993827"/>
                <a:gd name="connsiteX13" fmla="*/ 1938881 w 7372060"/>
                <a:gd name="connsiteY13" fmla="*/ 1875990 h 1993827"/>
                <a:gd name="connsiteX14" fmla="*/ 2089829 w 7372060"/>
                <a:gd name="connsiteY14" fmla="*/ 1861927 h 1993827"/>
                <a:gd name="connsiteX15" fmla="*/ 2348596 w 7372060"/>
                <a:gd name="connsiteY15" fmla="*/ 1880678 h 1993827"/>
                <a:gd name="connsiteX16" fmla="*/ 2671118 w 7372060"/>
                <a:gd name="connsiteY16" fmla="*/ 1921929 h 1993827"/>
                <a:gd name="connsiteX17" fmla="*/ 2843630 w 7372060"/>
                <a:gd name="connsiteY17" fmla="*/ 1905053 h 1993827"/>
                <a:gd name="connsiteX18" fmla="*/ 2973013 w 7372060"/>
                <a:gd name="connsiteY18" fmla="*/ 1875053 h 1993827"/>
                <a:gd name="connsiteX19" fmla="*/ 3123961 w 7372060"/>
                <a:gd name="connsiteY19" fmla="*/ 1858177 h 1993827"/>
                <a:gd name="connsiteX20" fmla="*/ 3339601 w 7372060"/>
                <a:gd name="connsiteY20" fmla="*/ 1843177 h 1993827"/>
                <a:gd name="connsiteX21" fmla="*/ 3490548 w 7372060"/>
                <a:gd name="connsiteY21" fmla="*/ 1799113 h 1993827"/>
                <a:gd name="connsiteX22" fmla="*/ 3619932 w 7372060"/>
                <a:gd name="connsiteY22" fmla="*/ 1814114 h 1993827"/>
                <a:gd name="connsiteX23" fmla="*/ 3749316 w 7372060"/>
                <a:gd name="connsiteY23" fmla="*/ 1831926 h 1993827"/>
                <a:gd name="connsiteX24" fmla="*/ 3878700 w 7372060"/>
                <a:gd name="connsiteY24" fmla="*/ 1811301 h 1993827"/>
                <a:gd name="connsiteX25" fmla="*/ 4008083 w 7372060"/>
                <a:gd name="connsiteY25" fmla="*/ 1827239 h 1993827"/>
                <a:gd name="connsiteX26" fmla="*/ 4137467 w 7372060"/>
                <a:gd name="connsiteY26" fmla="*/ 1749425 h 1993827"/>
                <a:gd name="connsiteX27" fmla="*/ 4266851 w 7372060"/>
                <a:gd name="connsiteY27" fmla="*/ 1784113 h 1993827"/>
                <a:gd name="connsiteX28" fmla="*/ 4396235 w 7372060"/>
                <a:gd name="connsiteY28" fmla="*/ 1708173 h 1993827"/>
                <a:gd name="connsiteX29" fmla="*/ 4525619 w 7372060"/>
                <a:gd name="connsiteY29" fmla="*/ 1774737 h 1993827"/>
                <a:gd name="connsiteX30" fmla="*/ 4655002 w 7372060"/>
                <a:gd name="connsiteY30" fmla="*/ 1780363 h 1993827"/>
                <a:gd name="connsiteX31" fmla="*/ 4784386 w 7372060"/>
                <a:gd name="connsiteY31" fmla="*/ 1648172 h 1993827"/>
                <a:gd name="connsiteX32" fmla="*/ 4913769 w 7372060"/>
                <a:gd name="connsiteY32" fmla="*/ 1490668 h 1993827"/>
                <a:gd name="connsiteX33" fmla="*/ 5043154 w 7372060"/>
                <a:gd name="connsiteY33" fmla="*/ 1576920 h 1993827"/>
                <a:gd name="connsiteX34" fmla="*/ 5172537 w 7372060"/>
                <a:gd name="connsiteY34" fmla="*/ 1605983 h 1993827"/>
                <a:gd name="connsiteX35" fmla="*/ 5301921 w 7372060"/>
                <a:gd name="connsiteY35" fmla="*/ 1463480 h 1993827"/>
                <a:gd name="connsiteX36" fmla="*/ 5431305 w 7372060"/>
                <a:gd name="connsiteY36" fmla="*/ 1297538 h 1993827"/>
                <a:gd name="connsiteX37" fmla="*/ 5560688 w 7372060"/>
                <a:gd name="connsiteY37" fmla="*/ 1075345 h 1993827"/>
                <a:gd name="connsiteX38" fmla="*/ 5690072 w 7372060"/>
                <a:gd name="connsiteY38" fmla="*/ 962842 h 1993827"/>
                <a:gd name="connsiteX39" fmla="*/ 5819456 w 7372060"/>
                <a:gd name="connsiteY39" fmla="*/ 846589 h 1993827"/>
                <a:gd name="connsiteX40" fmla="*/ 5948840 w 7372060"/>
                <a:gd name="connsiteY40" fmla="*/ 799713 h 1993827"/>
                <a:gd name="connsiteX41" fmla="*/ 6078223 w 7372060"/>
                <a:gd name="connsiteY41" fmla="*/ 653459 h 1993827"/>
                <a:gd name="connsiteX42" fmla="*/ 6207607 w 7372060"/>
                <a:gd name="connsiteY42" fmla="*/ 496893 h 1993827"/>
                <a:gd name="connsiteX43" fmla="*/ 6336991 w 7372060"/>
                <a:gd name="connsiteY43" fmla="*/ 790338 h 1993827"/>
                <a:gd name="connsiteX44" fmla="*/ 6466375 w 7372060"/>
                <a:gd name="connsiteY44" fmla="*/ 357202 h 1993827"/>
                <a:gd name="connsiteX45" fmla="*/ 6595758 w 7372060"/>
                <a:gd name="connsiteY45" fmla="*/ 71257 h 1993827"/>
                <a:gd name="connsiteX46" fmla="*/ 6725142 w 7372060"/>
                <a:gd name="connsiteY46" fmla="*/ 6568 h 1993827"/>
                <a:gd name="connsiteX47" fmla="*/ 6854526 w 7372060"/>
                <a:gd name="connsiteY47" fmla="*/ 30006 h 1993827"/>
                <a:gd name="connsiteX48" fmla="*/ 6983910 w 7372060"/>
                <a:gd name="connsiteY48" fmla="*/ 24381 h 1993827"/>
                <a:gd name="connsiteX49" fmla="*/ 7113293 w 7372060"/>
                <a:gd name="connsiteY49" fmla="*/ 265325 h 1993827"/>
                <a:gd name="connsiteX50" fmla="*/ 7242677 w 7372060"/>
                <a:gd name="connsiteY50" fmla="*/ 325326 h 1993827"/>
                <a:gd name="connsiteX51" fmla="*/ 7350497 w 7372060"/>
                <a:gd name="connsiteY51" fmla="*/ 922529 h 1993827"/>
                <a:gd name="connsiteX52" fmla="*/ 7372061 w 7372060"/>
                <a:gd name="connsiteY52" fmla="*/ 1082845 h 1993827"/>
                <a:gd name="connsiteX53" fmla="*/ 7372061 w 7372060"/>
                <a:gd name="connsiteY53" fmla="*/ 1148472 h 1993827"/>
                <a:gd name="connsiteX54" fmla="*/ 7350497 w 7372060"/>
                <a:gd name="connsiteY54" fmla="*/ 1009718 h 1993827"/>
                <a:gd name="connsiteX55" fmla="*/ 7242677 w 7372060"/>
                <a:gd name="connsiteY55" fmla="*/ 489393 h 1993827"/>
                <a:gd name="connsiteX56" fmla="*/ 7113293 w 7372060"/>
                <a:gd name="connsiteY56" fmla="*/ 484705 h 1993827"/>
                <a:gd name="connsiteX57" fmla="*/ 6983910 w 7372060"/>
                <a:gd name="connsiteY57" fmla="*/ 495018 h 1993827"/>
                <a:gd name="connsiteX58" fmla="*/ 6854526 w 7372060"/>
                <a:gd name="connsiteY58" fmla="*/ 413453 h 1993827"/>
                <a:gd name="connsiteX59" fmla="*/ 6725142 w 7372060"/>
                <a:gd name="connsiteY59" fmla="*/ 345952 h 1993827"/>
                <a:gd name="connsiteX60" fmla="*/ 6595758 w 7372060"/>
                <a:gd name="connsiteY60" fmla="*/ 269075 h 1993827"/>
                <a:gd name="connsiteX61" fmla="*/ 6466375 w 7372060"/>
                <a:gd name="connsiteY61" fmla="*/ 599083 h 1993827"/>
                <a:gd name="connsiteX62" fmla="*/ 6336991 w 7372060"/>
                <a:gd name="connsiteY62" fmla="*/ 1032219 h 1993827"/>
                <a:gd name="connsiteX63" fmla="*/ 6207607 w 7372060"/>
                <a:gd name="connsiteY63" fmla="*/ 640334 h 1993827"/>
                <a:gd name="connsiteX64" fmla="*/ 6078223 w 7372060"/>
                <a:gd name="connsiteY64" fmla="*/ 741586 h 1993827"/>
                <a:gd name="connsiteX65" fmla="*/ 5948840 w 7372060"/>
                <a:gd name="connsiteY65" fmla="*/ 909403 h 1993827"/>
                <a:gd name="connsiteX66" fmla="*/ 5819456 w 7372060"/>
                <a:gd name="connsiteY66" fmla="*/ 933779 h 1993827"/>
                <a:gd name="connsiteX67" fmla="*/ 5690072 w 7372060"/>
                <a:gd name="connsiteY67" fmla="*/ 1060345 h 1993827"/>
                <a:gd name="connsiteX68" fmla="*/ 5560688 w 7372060"/>
                <a:gd name="connsiteY68" fmla="*/ 1107221 h 1993827"/>
                <a:gd name="connsiteX69" fmla="*/ 5431305 w 7372060"/>
                <a:gd name="connsiteY69" fmla="*/ 1339727 h 1993827"/>
                <a:gd name="connsiteX70" fmla="*/ 5301921 w 7372060"/>
                <a:gd name="connsiteY70" fmla="*/ 1484105 h 1993827"/>
                <a:gd name="connsiteX71" fmla="*/ 5172537 w 7372060"/>
                <a:gd name="connsiteY71" fmla="*/ 1648172 h 1993827"/>
                <a:gd name="connsiteX72" fmla="*/ 5043154 w 7372060"/>
                <a:gd name="connsiteY72" fmla="*/ 1586295 h 1993827"/>
                <a:gd name="connsiteX73" fmla="*/ 4913769 w 7372060"/>
                <a:gd name="connsiteY73" fmla="*/ 1488793 h 1993827"/>
                <a:gd name="connsiteX74" fmla="*/ 4784386 w 7372060"/>
                <a:gd name="connsiteY74" fmla="*/ 1657547 h 1993827"/>
                <a:gd name="connsiteX75" fmla="*/ 4655002 w 7372060"/>
                <a:gd name="connsiteY75" fmla="*/ 1822551 h 1993827"/>
                <a:gd name="connsiteX76" fmla="*/ 4525619 w 7372060"/>
                <a:gd name="connsiteY76" fmla="*/ 1795363 h 1993827"/>
                <a:gd name="connsiteX77" fmla="*/ 4396235 w 7372060"/>
                <a:gd name="connsiteY77" fmla="*/ 1750362 h 1993827"/>
                <a:gd name="connsiteX78" fmla="*/ 4266851 w 7372060"/>
                <a:gd name="connsiteY78" fmla="*/ 1793488 h 1993827"/>
                <a:gd name="connsiteX79" fmla="*/ 4137467 w 7372060"/>
                <a:gd name="connsiteY79" fmla="*/ 1747549 h 1993827"/>
                <a:gd name="connsiteX80" fmla="*/ 4008083 w 7372060"/>
                <a:gd name="connsiteY80" fmla="*/ 1825364 h 1993827"/>
                <a:gd name="connsiteX81" fmla="*/ 3878700 w 7372060"/>
                <a:gd name="connsiteY81" fmla="*/ 1809426 h 1993827"/>
                <a:gd name="connsiteX82" fmla="*/ 3749316 w 7372060"/>
                <a:gd name="connsiteY82" fmla="*/ 1830051 h 1993827"/>
                <a:gd name="connsiteX83" fmla="*/ 3619932 w 7372060"/>
                <a:gd name="connsiteY83" fmla="*/ 1812238 h 1993827"/>
                <a:gd name="connsiteX84" fmla="*/ 3490548 w 7372060"/>
                <a:gd name="connsiteY84" fmla="*/ 1797238 h 1993827"/>
                <a:gd name="connsiteX85" fmla="*/ 3339601 w 7372060"/>
                <a:gd name="connsiteY85" fmla="*/ 1841302 h 1993827"/>
                <a:gd name="connsiteX86" fmla="*/ 3123961 w 7372060"/>
                <a:gd name="connsiteY86" fmla="*/ 1856302 h 1993827"/>
                <a:gd name="connsiteX87" fmla="*/ 2973013 w 7372060"/>
                <a:gd name="connsiteY87" fmla="*/ 1873177 h 1993827"/>
                <a:gd name="connsiteX88" fmla="*/ 2843630 w 7372060"/>
                <a:gd name="connsiteY88" fmla="*/ 1903178 h 1993827"/>
                <a:gd name="connsiteX89" fmla="*/ 2671118 w 7372060"/>
                <a:gd name="connsiteY89" fmla="*/ 1930366 h 1993827"/>
                <a:gd name="connsiteX90" fmla="*/ 2348596 w 7372060"/>
                <a:gd name="connsiteY90" fmla="*/ 1933179 h 1993827"/>
                <a:gd name="connsiteX91" fmla="*/ 2089829 w 7372060"/>
                <a:gd name="connsiteY91" fmla="*/ 1924741 h 1993827"/>
                <a:gd name="connsiteX92" fmla="*/ 1938881 w 7372060"/>
                <a:gd name="connsiteY92" fmla="*/ 1927554 h 1993827"/>
                <a:gd name="connsiteX93" fmla="*/ 1809497 w 7372060"/>
                <a:gd name="connsiteY93" fmla="*/ 1920991 h 1993827"/>
                <a:gd name="connsiteX94" fmla="*/ 1680114 w 7372060"/>
                <a:gd name="connsiteY94" fmla="*/ 1971617 h 1993827"/>
                <a:gd name="connsiteX95" fmla="*/ 1550730 w 7372060"/>
                <a:gd name="connsiteY95" fmla="*/ 1984743 h 1993827"/>
                <a:gd name="connsiteX96" fmla="*/ 1421346 w 7372060"/>
                <a:gd name="connsiteY96" fmla="*/ 1904116 h 1993827"/>
                <a:gd name="connsiteX97" fmla="*/ 1291962 w 7372060"/>
                <a:gd name="connsiteY97" fmla="*/ 1892866 h 1993827"/>
                <a:gd name="connsiteX98" fmla="*/ 1162579 w 7372060"/>
                <a:gd name="connsiteY98" fmla="*/ 1921929 h 1993827"/>
                <a:gd name="connsiteX99" fmla="*/ 1011631 w 7372060"/>
                <a:gd name="connsiteY99" fmla="*/ 1943492 h 1993827"/>
                <a:gd name="connsiteX100" fmla="*/ 796929 w 7372060"/>
                <a:gd name="connsiteY100" fmla="*/ 1921929 h 1993827"/>
                <a:gd name="connsiteX101" fmla="*/ 624417 w 7372060"/>
                <a:gd name="connsiteY101" fmla="*/ 1905053 h 1993827"/>
                <a:gd name="connsiteX102" fmla="*/ 387214 w 7372060"/>
                <a:gd name="connsiteY102" fmla="*/ 1937867 h 1993827"/>
                <a:gd name="connsiteX103" fmla="*/ 150948 w 7372060"/>
                <a:gd name="connsiteY103" fmla="*/ 1937867 h 1993827"/>
                <a:gd name="connsiteX104" fmla="*/ 21564 w 7372060"/>
                <a:gd name="connsiteY104" fmla="*/ 1976305 h 1993827"/>
                <a:gd name="connsiteX105" fmla="*/ 0 w 7372060"/>
                <a:gd name="connsiteY105" fmla="*/ 1987555 h 1993827"/>
                <a:gd name="connsiteX106" fmla="*/ 0 w 7372060"/>
                <a:gd name="connsiteY106" fmla="*/ 1921929 h 1993827"/>
                <a:gd name="connsiteX107" fmla="*/ 0 w 7372060"/>
                <a:gd name="connsiteY107" fmla="*/ 1924741 h 199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7372060" h="1993827">
                  <a:moveTo>
                    <a:pt x="0" y="1924741"/>
                  </a:moveTo>
                  <a:lnTo>
                    <a:pt x="21564" y="1924741"/>
                  </a:lnTo>
                  <a:cubicBezTo>
                    <a:pt x="43128" y="1924741"/>
                    <a:pt x="86256" y="1924741"/>
                    <a:pt x="150948" y="1930366"/>
                  </a:cubicBezTo>
                  <a:cubicBezTo>
                    <a:pt x="215640" y="1935992"/>
                    <a:pt x="301895" y="1947242"/>
                    <a:pt x="387214" y="1941617"/>
                  </a:cubicBezTo>
                  <a:cubicBezTo>
                    <a:pt x="473469" y="1935992"/>
                    <a:pt x="559725" y="1914428"/>
                    <a:pt x="624417" y="1908804"/>
                  </a:cubicBezTo>
                  <a:cubicBezTo>
                    <a:pt x="689109" y="1903178"/>
                    <a:pt x="732237" y="1914428"/>
                    <a:pt x="796929" y="1914428"/>
                  </a:cubicBezTo>
                  <a:cubicBezTo>
                    <a:pt x="861621" y="1914428"/>
                    <a:pt x="947877" y="1903178"/>
                    <a:pt x="1011631" y="1903178"/>
                  </a:cubicBezTo>
                  <a:cubicBezTo>
                    <a:pt x="1075385" y="1903178"/>
                    <a:pt x="1119451" y="1914428"/>
                    <a:pt x="1162579" y="1914428"/>
                  </a:cubicBezTo>
                  <a:cubicBezTo>
                    <a:pt x="1205707" y="1914428"/>
                    <a:pt x="1248834" y="1903178"/>
                    <a:pt x="1291962" y="1885365"/>
                  </a:cubicBezTo>
                  <a:cubicBezTo>
                    <a:pt x="1335090" y="1867552"/>
                    <a:pt x="1378218" y="1843177"/>
                    <a:pt x="1421346" y="1863802"/>
                  </a:cubicBezTo>
                  <a:cubicBezTo>
                    <a:pt x="1464474" y="1884428"/>
                    <a:pt x="1507602" y="1950055"/>
                    <a:pt x="1550730" y="1977243"/>
                  </a:cubicBezTo>
                  <a:cubicBezTo>
                    <a:pt x="1593858" y="2004431"/>
                    <a:pt x="1636986" y="1994118"/>
                    <a:pt x="1680114" y="1975367"/>
                  </a:cubicBezTo>
                  <a:cubicBezTo>
                    <a:pt x="1723241" y="1957555"/>
                    <a:pt x="1766369" y="1931304"/>
                    <a:pt x="1809497" y="1913491"/>
                  </a:cubicBezTo>
                  <a:cubicBezTo>
                    <a:pt x="1852625" y="1895678"/>
                    <a:pt x="1895753" y="1884428"/>
                    <a:pt x="1938881" y="1875990"/>
                  </a:cubicBezTo>
                  <a:cubicBezTo>
                    <a:pt x="1982009" y="1867552"/>
                    <a:pt x="2025137" y="1861927"/>
                    <a:pt x="2089829" y="1861927"/>
                  </a:cubicBezTo>
                  <a:cubicBezTo>
                    <a:pt x="2154521" y="1861927"/>
                    <a:pt x="2240776" y="1867552"/>
                    <a:pt x="2348596" y="1880678"/>
                  </a:cubicBezTo>
                  <a:cubicBezTo>
                    <a:pt x="2456416" y="1894741"/>
                    <a:pt x="2585800" y="1916304"/>
                    <a:pt x="2671118" y="1921929"/>
                  </a:cubicBezTo>
                  <a:cubicBezTo>
                    <a:pt x="2757374" y="1927554"/>
                    <a:pt x="2800502" y="1916304"/>
                    <a:pt x="2843630" y="1905053"/>
                  </a:cubicBezTo>
                  <a:cubicBezTo>
                    <a:pt x="2886758" y="1893803"/>
                    <a:pt x="2929886" y="1883490"/>
                    <a:pt x="2973013" y="1875053"/>
                  </a:cubicBezTo>
                  <a:cubicBezTo>
                    <a:pt x="3016141" y="1866615"/>
                    <a:pt x="3059269" y="1860990"/>
                    <a:pt x="3123961" y="1858177"/>
                  </a:cubicBezTo>
                  <a:cubicBezTo>
                    <a:pt x="3188653" y="1855365"/>
                    <a:pt x="3274909" y="1855365"/>
                    <a:pt x="3339601" y="1843177"/>
                  </a:cubicBezTo>
                  <a:cubicBezTo>
                    <a:pt x="3404293" y="1830989"/>
                    <a:pt x="3447421" y="1806613"/>
                    <a:pt x="3490548" y="1799113"/>
                  </a:cubicBezTo>
                  <a:cubicBezTo>
                    <a:pt x="3533676" y="1792550"/>
                    <a:pt x="3576804" y="1802863"/>
                    <a:pt x="3619932" y="1814114"/>
                  </a:cubicBezTo>
                  <a:cubicBezTo>
                    <a:pt x="3663060" y="1825364"/>
                    <a:pt x="3706188" y="1835677"/>
                    <a:pt x="3749316" y="1831926"/>
                  </a:cubicBezTo>
                  <a:cubicBezTo>
                    <a:pt x="3792444" y="1827239"/>
                    <a:pt x="3835572" y="1807551"/>
                    <a:pt x="3878700" y="1811301"/>
                  </a:cubicBezTo>
                  <a:cubicBezTo>
                    <a:pt x="3921827" y="1815051"/>
                    <a:pt x="3964955" y="1842239"/>
                    <a:pt x="4008083" y="1827239"/>
                  </a:cubicBezTo>
                  <a:cubicBezTo>
                    <a:pt x="4051211" y="1812238"/>
                    <a:pt x="4094339" y="1754112"/>
                    <a:pt x="4137467" y="1749425"/>
                  </a:cubicBezTo>
                  <a:cubicBezTo>
                    <a:pt x="4180595" y="1744737"/>
                    <a:pt x="4223723" y="1791613"/>
                    <a:pt x="4266851" y="1784113"/>
                  </a:cubicBezTo>
                  <a:cubicBezTo>
                    <a:pt x="4309979" y="1776613"/>
                    <a:pt x="4353107" y="1714736"/>
                    <a:pt x="4396235" y="1708173"/>
                  </a:cubicBezTo>
                  <a:cubicBezTo>
                    <a:pt x="4439363" y="1701611"/>
                    <a:pt x="4482491" y="1749425"/>
                    <a:pt x="4525619" y="1774737"/>
                  </a:cubicBezTo>
                  <a:cubicBezTo>
                    <a:pt x="4568746" y="1800051"/>
                    <a:pt x="4611874" y="1801926"/>
                    <a:pt x="4655002" y="1780363"/>
                  </a:cubicBezTo>
                  <a:cubicBezTo>
                    <a:pt x="4698130" y="1758800"/>
                    <a:pt x="4741258" y="1712861"/>
                    <a:pt x="4784386" y="1648172"/>
                  </a:cubicBezTo>
                  <a:cubicBezTo>
                    <a:pt x="4827514" y="1584420"/>
                    <a:pt x="4870642" y="1501918"/>
                    <a:pt x="4913769" y="1490668"/>
                  </a:cubicBezTo>
                  <a:cubicBezTo>
                    <a:pt x="4956898" y="1479418"/>
                    <a:pt x="5000025" y="1539419"/>
                    <a:pt x="5043154" y="1576920"/>
                  </a:cubicBezTo>
                  <a:cubicBezTo>
                    <a:pt x="5086281" y="1614421"/>
                    <a:pt x="5129409" y="1630359"/>
                    <a:pt x="5172537" y="1605983"/>
                  </a:cubicBezTo>
                  <a:cubicBezTo>
                    <a:pt x="5215665" y="1581608"/>
                    <a:pt x="5258793" y="1516918"/>
                    <a:pt x="5301921" y="1463480"/>
                  </a:cubicBezTo>
                  <a:cubicBezTo>
                    <a:pt x="5345049" y="1410041"/>
                    <a:pt x="5388177" y="1365977"/>
                    <a:pt x="5431305" y="1297538"/>
                  </a:cubicBezTo>
                  <a:cubicBezTo>
                    <a:pt x="5474433" y="1228161"/>
                    <a:pt x="5517560" y="1132534"/>
                    <a:pt x="5560688" y="1075345"/>
                  </a:cubicBezTo>
                  <a:cubicBezTo>
                    <a:pt x="5603816" y="1018156"/>
                    <a:pt x="5646944" y="999405"/>
                    <a:pt x="5690072" y="962842"/>
                  </a:cubicBezTo>
                  <a:cubicBezTo>
                    <a:pt x="5733200" y="926279"/>
                    <a:pt x="5776328" y="873777"/>
                    <a:pt x="5819456" y="846589"/>
                  </a:cubicBezTo>
                  <a:cubicBezTo>
                    <a:pt x="5862584" y="820339"/>
                    <a:pt x="5905712" y="820339"/>
                    <a:pt x="5948840" y="799713"/>
                  </a:cubicBezTo>
                  <a:cubicBezTo>
                    <a:pt x="5991967" y="779087"/>
                    <a:pt x="6035096" y="737836"/>
                    <a:pt x="6078223" y="653459"/>
                  </a:cubicBezTo>
                  <a:cubicBezTo>
                    <a:pt x="6121351" y="568145"/>
                    <a:pt x="6164479" y="439704"/>
                    <a:pt x="6207607" y="496893"/>
                  </a:cubicBezTo>
                  <a:cubicBezTo>
                    <a:pt x="6250735" y="554082"/>
                    <a:pt x="6293863" y="797838"/>
                    <a:pt x="6336991" y="790338"/>
                  </a:cubicBezTo>
                  <a:cubicBezTo>
                    <a:pt x="6380119" y="782838"/>
                    <a:pt x="6423246" y="523143"/>
                    <a:pt x="6466375" y="357202"/>
                  </a:cubicBezTo>
                  <a:cubicBezTo>
                    <a:pt x="6509502" y="191260"/>
                    <a:pt x="6552631" y="118133"/>
                    <a:pt x="6595758" y="71257"/>
                  </a:cubicBezTo>
                  <a:cubicBezTo>
                    <a:pt x="6638886" y="24381"/>
                    <a:pt x="6682014" y="1880"/>
                    <a:pt x="6725142" y="6568"/>
                  </a:cubicBezTo>
                  <a:cubicBezTo>
                    <a:pt x="6768270" y="10318"/>
                    <a:pt x="6811398" y="40319"/>
                    <a:pt x="6854526" y="30006"/>
                  </a:cubicBezTo>
                  <a:cubicBezTo>
                    <a:pt x="6897654" y="20631"/>
                    <a:pt x="6940781" y="-29058"/>
                    <a:pt x="6983910" y="24381"/>
                  </a:cubicBezTo>
                  <a:cubicBezTo>
                    <a:pt x="7027037" y="77820"/>
                    <a:pt x="7070165" y="232511"/>
                    <a:pt x="7113293" y="265325"/>
                  </a:cubicBezTo>
                  <a:cubicBezTo>
                    <a:pt x="7156421" y="298138"/>
                    <a:pt x="7199549" y="209073"/>
                    <a:pt x="7242677" y="325326"/>
                  </a:cubicBezTo>
                  <a:cubicBezTo>
                    <a:pt x="7285805" y="441579"/>
                    <a:pt x="7328933" y="762212"/>
                    <a:pt x="7350497" y="922529"/>
                  </a:cubicBezTo>
                  <a:lnTo>
                    <a:pt x="7372061" y="1082845"/>
                  </a:lnTo>
                  <a:lnTo>
                    <a:pt x="7372061" y="1148472"/>
                  </a:lnTo>
                  <a:lnTo>
                    <a:pt x="7350497" y="1009718"/>
                  </a:lnTo>
                  <a:cubicBezTo>
                    <a:pt x="7328933" y="870965"/>
                    <a:pt x="7285805" y="594395"/>
                    <a:pt x="7242677" y="489393"/>
                  </a:cubicBezTo>
                  <a:cubicBezTo>
                    <a:pt x="7199549" y="384390"/>
                    <a:pt x="7156421" y="451892"/>
                    <a:pt x="7113293" y="484705"/>
                  </a:cubicBezTo>
                  <a:cubicBezTo>
                    <a:pt x="7070165" y="517518"/>
                    <a:pt x="7027037" y="515643"/>
                    <a:pt x="6983910" y="495018"/>
                  </a:cubicBezTo>
                  <a:cubicBezTo>
                    <a:pt x="6940781" y="474392"/>
                    <a:pt x="6897654" y="435954"/>
                    <a:pt x="6854526" y="413453"/>
                  </a:cubicBezTo>
                  <a:cubicBezTo>
                    <a:pt x="6811398" y="390953"/>
                    <a:pt x="6768270" y="382515"/>
                    <a:pt x="6725142" y="345952"/>
                  </a:cubicBezTo>
                  <a:cubicBezTo>
                    <a:pt x="6682014" y="309388"/>
                    <a:pt x="6638886" y="243761"/>
                    <a:pt x="6595758" y="269075"/>
                  </a:cubicBezTo>
                  <a:cubicBezTo>
                    <a:pt x="6552631" y="294388"/>
                    <a:pt x="6509502" y="411578"/>
                    <a:pt x="6466375" y="599083"/>
                  </a:cubicBezTo>
                  <a:cubicBezTo>
                    <a:pt x="6423246" y="786588"/>
                    <a:pt x="6380119" y="1046282"/>
                    <a:pt x="6336991" y="1032219"/>
                  </a:cubicBezTo>
                  <a:cubicBezTo>
                    <a:pt x="6293863" y="1018156"/>
                    <a:pt x="6250735" y="731274"/>
                    <a:pt x="6207607" y="640334"/>
                  </a:cubicBezTo>
                  <a:cubicBezTo>
                    <a:pt x="6164479" y="550332"/>
                    <a:pt x="6121351" y="657209"/>
                    <a:pt x="6078223" y="741586"/>
                  </a:cubicBezTo>
                  <a:cubicBezTo>
                    <a:pt x="6035096" y="826901"/>
                    <a:pt x="5991967" y="889715"/>
                    <a:pt x="5948840" y="909403"/>
                  </a:cubicBezTo>
                  <a:cubicBezTo>
                    <a:pt x="5905712" y="929091"/>
                    <a:pt x="5862584" y="907528"/>
                    <a:pt x="5819456" y="933779"/>
                  </a:cubicBezTo>
                  <a:cubicBezTo>
                    <a:pt x="5776328" y="960029"/>
                    <a:pt x="5733200" y="1035031"/>
                    <a:pt x="5690072" y="1060345"/>
                  </a:cubicBezTo>
                  <a:cubicBezTo>
                    <a:pt x="5646944" y="1085658"/>
                    <a:pt x="5603816" y="1060345"/>
                    <a:pt x="5560688" y="1107221"/>
                  </a:cubicBezTo>
                  <a:cubicBezTo>
                    <a:pt x="5517560" y="1154097"/>
                    <a:pt x="5474433" y="1270350"/>
                    <a:pt x="5431305" y="1339727"/>
                  </a:cubicBezTo>
                  <a:cubicBezTo>
                    <a:pt x="5388177" y="1409103"/>
                    <a:pt x="5345049" y="1430666"/>
                    <a:pt x="5301921" y="1484105"/>
                  </a:cubicBezTo>
                  <a:cubicBezTo>
                    <a:pt x="5258793" y="1537544"/>
                    <a:pt x="5215665" y="1623796"/>
                    <a:pt x="5172537" y="1648172"/>
                  </a:cubicBezTo>
                  <a:cubicBezTo>
                    <a:pt x="5129409" y="1672547"/>
                    <a:pt x="5086281" y="1635047"/>
                    <a:pt x="5043154" y="1586295"/>
                  </a:cubicBezTo>
                  <a:cubicBezTo>
                    <a:pt x="5000025" y="1537544"/>
                    <a:pt x="4956898" y="1477543"/>
                    <a:pt x="4913769" y="1488793"/>
                  </a:cubicBezTo>
                  <a:cubicBezTo>
                    <a:pt x="4870642" y="1500043"/>
                    <a:pt x="4827514" y="1582545"/>
                    <a:pt x="4784386" y="1657547"/>
                  </a:cubicBezTo>
                  <a:cubicBezTo>
                    <a:pt x="4741258" y="1732549"/>
                    <a:pt x="4698130" y="1800051"/>
                    <a:pt x="4655002" y="1822551"/>
                  </a:cubicBezTo>
                  <a:cubicBezTo>
                    <a:pt x="4611874" y="1844114"/>
                    <a:pt x="4568746" y="1820676"/>
                    <a:pt x="4525619" y="1795363"/>
                  </a:cubicBezTo>
                  <a:cubicBezTo>
                    <a:pt x="4482491" y="1770050"/>
                    <a:pt x="4439363" y="1743799"/>
                    <a:pt x="4396235" y="1750362"/>
                  </a:cubicBezTo>
                  <a:cubicBezTo>
                    <a:pt x="4353107" y="1756925"/>
                    <a:pt x="4309979" y="1797238"/>
                    <a:pt x="4266851" y="1793488"/>
                  </a:cubicBezTo>
                  <a:cubicBezTo>
                    <a:pt x="4223723" y="1789738"/>
                    <a:pt x="4180595" y="1742862"/>
                    <a:pt x="4137467" y="1747549"/>
                  </a:cubicBezTo>
                  <a:cubicBezTo>
                    <a:pt x="4094339" y="1752237"/>
                    <a:pt x="4051211" y="1810364"/>
                    <a:pt x="4008083" y="1825364"/>
                  </a:cubicBezTo>
                  <a:cubicBezTo>
                    <a:pt x="3964955" y="1840364"/>
                    <a:pt x="3921827" y="1813176"/>
                    <a:pt x="3878700" y="1809426"/>
                  </a:cubicBezTo>
                  <a:cubicBezTo>
                    <a:pt x="3835572" y="1805676"/>
                    <a:pt x="3792444" y="1825364"/>
                    <a:pt x="3749316" y="1830051"/>
                  </a:cubicBezTo>
                  <a:cubicBezTo>
                    <a:pt x="3706188" y="1834739"/>
                    <a:pt x="3663060" y="1823489"/>
                    <a:pt x="3619932" y="1812238"/>
                  </a:cubicBezTo>
                  <a:cubicBezTo>
                    <a:pt x="3576804" y="1800988"/>
                    <a:pt x="3533676" y="1790675"/>
                    <a:pt x="3490548" y="1797238"/>
                  </a:cubicBezTo>
                  <a:cubicBezTo>
                    <a:pt x="3447421" y="1803801"/>
                    <a:pt x="3404293" y="1829114"/>
                    <a:pt x="3339601" y="1841302"/>
                  </a:cubicBezTo>
                  <a:cubicBezTo>
                    <a:pt x="3274909" y="1853489"/>
                    <a:pt x="3188653" y="1853489"/>
                    <a:pt x="3123961" y="1856302"/>
                  </a:cubicBezTo>
                  <a:cubicBezTo>
                    <a:pt x="3059269" y="1859115"/>
                    <a:pt x="3016141" y="1864740"/>
                    <a:pt x="2973013" y="1873177"/>
                  </a:cubicBezTo>
                  <a:cubicBezTo>
                    <a:pt x="2929886" y="1881615"/>
                    <a:pt x="2886758" y="1891928"/>
                    <a:pt x="2843630" y="1903178"/>
                  </a:cubicBezTo>
                  <a:cubicBezTo>
                    <a:pt x="2800502" y="1914428"/>
                    <a:pt x="2757374" y="1924741"/>
                    <a:pt x="2671118" y="1930366"/>
                  </a:cubicBezTo>
                  <a:cubicBezTo>
                    <a:pt x="2584862" y="1935992"/>
                    <a:pt x="2455478" y="1935992"/>
                    <a:pt x="2348596" y="1933179"/>
                  </a:cubicBezTo>
                  <a:cubicBezTo>
                    <a:pt x="2240776" y="1930366"/>
                    <a:pt x="2154521" y="1924741"/>
                    <a:pt x="2089829" y="1924741"/>
                  </a:cubicBezTo>
                  <a:cubicBezTo>
                    <a:pt x="2025137" y="1924741"/>
                    <a:pt x="1982009" y="1930366"/>
                    <a:pt x="1938881" y="1927554"/>
                  </a:cubicBezTo>
                  <a:cubicBezTo>
                    <a:pt x="1895753" y="1924741"/>
                    <a:pt x="1852625" y="1913491"/>
                    <a:pt x="1809497" y="1920991"/>
                  </a:cubicBezTo>
                  <a:cubicBezTo>
                    <a:pt x="1766369" y="1928491"/>
                    <a:pt x="1723241" y="1953805"/>
                    <a:pt x="1680114" y="1971617"/>
                  </a:cubicBezTo>
                  <a:cubicBezTo>
                    <a:pt x="1636986" y="1989430"/>
                    <a:pt x="1593858" y="2000681"/>
                    <a:pt x="1550730" y="1984743"/>
                  </a:cubicBezTo>
                  <a:cubicBezTo>
                    <a:pt x="1507602" y="1968805"/>
                    <a:pt x="1464474" y="1924741"/>
                    <a:pt x="1421346" y="1904116"/>
                  </a:cubicBezTo>
                  <a:cubicBezTo>
                    <a:pt x="1378218" y="1883490"/>
                    <a:pt x="1335090" y="1886303"/>
                    <a:pt x="1291962" y="1892866"/>
                  </a:cubicBezTo>
                  <a:cubicBezTo>
                    <a:pt x="1248834" y="1899428"/>
                    <a:pt x="1205707" y="1910678"/>
                    <a:pt x="1162579" y="1921929"/>
                  </a:cubicBezTo>
                  <a:cubicBezTo>
                    <a:pt x="1119451" y="1933179"/>
                    <a:pt x="1076323" y="1943492"/>
                    <a:pt x="1011631" y="1943492"/>
                  </a:cubicBezTo>
                  <a:cubicBezTo>
                    <a:pt x="946939" y="1943492"/>
                    <a:pt x="860683" y="1932242"/>
                    <a:pt x="796929" y="1921929"/>
                  </a:cubicBezTo>
                  <a:cubicBezTo>
                    <a:pt x="733175" y="1911616"/>
                    <a:pt x="689109" y="1900366"/>
                    <a:pt x="624417" y="1905053"/>
                  </a:cubicBezTo>
                  <a:cubicBezTo>
                    <a:pt x="559725" y="1910678"/>
                    <a:pt x="473469" y="1932242"/>
                    <a:pt x="387214" y="1937867"/>
                  </a:cubicBezTo>
                  <a:cubicBezTo>
                    <a:pt x="300958" y="1943492"/>
                    <a:pt x="214702" y="1932242"/>
                    <a:pt x="150948" y="1937867"/>
                  </a:cubicBezTo>
                  <a:cubicBezTo>
                    <a:pt x="86256" y="1943492"/>
                    <a:pt x="43128" y="1965055"/>
                    <a:pt x="21564" y="1976305"/>
                  </a:cubicBezTo>
                  <a:lnTo>
                    <a:pt x="0" y="1987555"/>
                  </a:lnTo>
                  <a:lnTo>
                    <a:pt x="0" y="1921929"/>
                  </a:lnTo>
                  <a:lnTo>
                    <a:pt x="0" y="1924741"/>
                  </a:lnTo>
                  <a:close/>
                </a:path>
              </a:pathLst>
            </a:custGeom>
            <a:solidFill>
              <a:srgbClr val="C04E3F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2881E97-94C3-5216-7EF7-93BFD4F3E169}"/>
                </a:ext>
              </a:extLst>
            </p:cNvPr>
            <p:cNvSpPr/>
            <p:nvPr/>
          </p:nvSpPr>
          <p:spPr>
            <a:xfrm>
              <a:off x="1866777" y="2139986"/>
              <a:ext cx="7372060" cy="1409741"/>
            </a:xfrm>
            <a:custGeom>
              <a:avLst/>
              <a:gdLst>
                <a:gd name="connsiteX0" fmla="*/ 0 w 7372060"/>
                <a:gd name="connsiteY0" fmla="*/ 1356860 h 1409741"/>
                <a:gd name="connsiteX1" fmla="*/ 21564 w 7372060"/>
                <a:gd name="connsiteY1" fmla="*/ 1345610 h 1409741"/>
                <a:gd name="connsiteX2" fmla="*/ 150948 w 7372060"/>
                <a:gd name="connsiteY2" fmla="*/ 1307172 h 1409741"/>
                <a:gd name="connsiteX3" fmla="*/ 387214 w 7372060"/>
                <a:gd name="connsiteY3" fmla="*/ 1307172 h 1409741"/>
                <a:gd name="connsiteX4" fmla="*/ 624417 w 7372060"/>
                <a:gd name="connsiteY4" fmla="*/ 1274358 h 1409741"/>
                <a:gd name="connsiteX5" fmla="*/ 796929 w 7372060"/>
                <a:gd name="connsiteY5" fmla="*/ 1291234 h 1409741"/>
                <a:gd name="connsiteX6" fmla="*/ 1011631 w 7372060"/>
                <a:gd name="connsiteY6" fmla="*/ 1312797 h 1409741"/>
                <a:gd name="connsiteX7" fmla="*/ 1162579 w 7372060"/>
                <a:gd name="connsiteY7" fmla="*/ 1301546 h 1409741"/>
                <a:gd name="connsiteX8" fmla="*/ 1291962 w 7372060"/>
                <a:gd name="connsiteY8" fmla="*/ 1305296 h 1409741"/>
                <a:gd name="connsiteX9" fmla="*/ 1421346 w 7372060"/>
                <a:gd name="connsiteY9" fmla="*/ 1283733 h 1409741"/>
                <a:gd name="connsiteX10" fmla="*/ 1550730 w 7372060"/>
                <a:gd name="connsiteY10" fmla="*/ 1353110 h 1409741"/>
                <a:gd name="connsiteX11" fmla="*/ 1680114 w 7372060"/>
                <a:gd name="connsiteY11" fmla="*/ 1362485 h 1409741"/>
                <a:gd name="connsiteX12" fmla="*/ 1809497 w 7372060"/>
                <a:gd name="connsiteY12" fmla="*/ 1377486 h 1409741"/>
                <a:gd name="connsiteX13" fmla="*/ 1938881 w 7372060"/>
                <a:gd name="connsiteY13" fmla="*/ 1318422 h 1409741"/>
                <a:gd name="connsiteX14" fmla="*/ 2089829 w 7372060"/>
                <a:gd name="connsiteY14" fmla="*/ 1294046 h 1409741"/>
                <a:gd name="connsiteX15" fmla="*/ 2348596 w 7372060"/>
                <a:gd name="connsiteY15" fmla="*/ 1302484 h 1409741"/>
                <a:gd name="connsiteX16" fmla="*/ 2671118 w 7372060"/>
                <a:gd name="connsiteY16" fmla="*/ 1299671 h 1409741"/>
                <a:gd name="connsiteX17" fmla="*/ 2843630 w 7372060"/>
                <a:gd name="connsiteY17" fmla="*/ 1272483 h 1409741"/>
                <a:gd name="connsiteX18" fmla="*/ 2973013 w 7372060"/>
                <a:gd name="connsiteY18" fmla="*/ 1253733 h 1409741"/>
                <a:gd name="connsiteX19" fmla="*/ 3123961 w 7372060"/>
                <a:gd name="connsiteY19" fmla="*/ 1280921 h 1409741"/>
                <a:gd name="connsiteX20" fmla="*/ 3339601 w 7372060"/>
                <a:gd name="connsiteY20" fmla="*/ 1277171 h 1409741"/>
                <a:gd name="connsiteX21" fmla="*/ 3490548 w 7372060"/>
                <a:gd name="connsiteY21" fmla="*/ 1233107 h 1409741"/>
                <a:gd name="connsiteX22" fmla="*/ 3619932 w 7372060"/>
                <a:gd name="connsiteY22" fmla="*/ 1248107 h 1409741"/>
                <a:gd name="connsiteX23" fmla="*/ 3749316 w 7372060"/>
                <a:gd name="connsiteY23" fmla="*/ 1265921 h 1409741"/>
                <a:gd name="connsiteX24" fmla="*/ 3878700 w 7372060"/>
                <a:gd name="connsiteY24" fmla="*/ 1234982 h 1409741"/>
                <a:gd name="connsiteX25" fmla="*/ 4008083 w 7372060"/>
                <a:gd name="connsiteY25" fmla="*/ 1218107 h 1409741"/>
                <a:gd name="connsiteX26" fmla="*/ 4137467 w 7372060"/>
                <a:gd name="connsiteY26" fmla="*/ 1161855 h 1409741"/>
                <a:gd name="connsiteX27" fmla="*/ 4266851 w 7372060"/>
                <a:gd name="connsiteY27" fmla="*/ 1207794 h 1409741"/>
                <a:gd name="connsiteX28" fmla="*/ 4396235 w 7372060"/>
                <a:gd name="connsiteY28" fmla="*/ 1251858 h 1409741"/>
                <a:gd name="connsiteX29" fmla="*/ 4525619 w 7372060"/>
                <a:gd name="connsiteY29" fmla="*/ 1209669 h 1409741"/>
                <a:gd name="connsiteX30" fmla="*/ 4655002 w 7372060"/>
                <a:gd name="connsiteY30" fmla="*/ 1259358 h 1409741"/>
                <a:gd name="connsiteX31" fmla="*/ 4784386 w 7372060"/>
                <a:gd name="connsiteY31" fmla="*/ 1149667 h 1409741"/>
                <a:gd name="connsiteX32" fmla="*/ 4913769 w 7372060"/>
                <a:gd name="connsiteY32" fmla="*/ 992164 h 1409741"/>
                <a:gd name="connsiteX33" fmla="*/ 5043154 w 7372060"/>
                <a:gd name="connsiteY33" fmla="*/ 1078416 h 1409741"/>
                <a:gd name="connsiteX34" fmla="*/ 5172537 w 7372060"/>
                <a:gd name="connsiteY34" fmla="*/ 1118729 h 1409741"/>
                <a:gd name="connsiteX35" fmla="*/ 5301921 w 7372060"/>
                <a:gd name="connsiteY35" fmla="*/ 1030602 h 1409741"/>
                <a:gd name="connsiteX36" fmla="*/ 5431305 w 7372060"/>
                <a:gd name="connsiteY36" fmla="*/ 940600 h 1409741"/>
                <a:gd name="connsiteX37" fmla="*/ 5560688 w 7372060"/>
                <a:gd name="connsiteY37" fmla="*/ 816847 h 1409741"/>
                <a:gd name="connsiteX38" fmla="*/ 5690072 w 7372060"/>
                <a:gd name="connsiteY38" fmla="*/ 704344 h 1409741"/>
                <a:gd name="connsiteX39" fmla="*/ 5819456 w 7372060"/>
                <a:gd name="connsiteY39" fmla="*/ 512151 h 1409741"/>
                <a:gd name="connsiteX40" fmla="*/ 5948840 w 7372060"/>
                <a:gd name="connsiteY40" fmla="*/ 498089 h 1409741"/>
                <a:gd name="connsiteX41" fmla="*/ 6078223 w 7372060"/>
                <a:gd name="connsiteY41" fmla="*/ 439025 h 1409741"/>
                <a:gd name="connsiteX42" fmla="*/ 6207607 w 7372060"/>
                <a:gd name="connsiteY42" fmla="*/ 380898 h 1409741"/>
                <a:gd name="connsiteX43" fmla="*/ 6336991 w 7372060"/>
                <a:gd name="connsiteY43" fmla="*/ 575903 h 1409741"/>
                <a:gd name="connsiteX44" fmla="*/ 6466375 w 7372060"/>
                <a:gd name="connsiteY44" fmla="*/ 285271 h 1409741"/>
                <a:gd name="connsiteX45" fmla="*/ 6595758 w 7372060"/>
                <a:gd name="connsiteY45" fmla="*/ 140892 h 1409741"/>
                <a:gd name="connsiteX46" fmla="*/ 6725142 w 7372060"/>
                <a:gd name="connsiteY46" fmla="*/ 240270 h 1409741"/>
                <a:gd name="connsiteX47" fmla="*/ 6854526 w 7372060"/>
                <a:gd name="connsiteY47" fmla="*/ 66828 h 1409741"/>
                <a:gd name="connsiteX48" fmla="*/ 6983910 w 7372060"/>
                <a:gd name="connsiteY48" fmla="*/ 28389 h 1409741"/>
                <a:gd name="connsiteX49" fmla="*/ 7113293 w 7372060"/>
                <a:gd name="connsiteY49" fmla="*/ 269333 h 1409741"/>
                <a:gd name="connsiteX50" fmla="*/ 7242677 w 7372060"/>
                <a:gd name="connsiteY50" fmla="*/ 329334 h 1409741"/>
                <a:gd name="connsiteX51" fmla="*/ 7350497 w 7372060"/>
                <a:gd name="connsiteY51" fmla="*/ 478401 h 1409741"/>
                <a:gd name="connsiteX52" fmla="*/ 7372061 w 7372060"/>
                <a:gd name="connsiteY52" fmla="*/ 518714 h 1409741"/>
                <a:gd name="connsiteX53" fmla="*/ 7372061 w 7372060"/>
                <a:gd name="connsiteY53" fmla="*/ 584341 h 1409741"/>
                <a:gd name="connsiteX54" fmla="*/ 7350497 w 7372060"/>
                <a:gd name="connsiteY54" fmla="*/ 599341 h 1409741"/>
                <a:gd name="connsiteX55" fmla="*/ 7242677 w 7372060"/>
                <a:gd name="connsiteY55" fmla="*/ 647155 h 1409741"/>
                <a:gd name="connsiteX56" fmla="*/ 7113293 w 7372060"/>
                <a:gd name="connsiteY56" fmla="*/ 631217 h 1409741"/>
                <a:gd name="connsiteX57" fmla="*/ 6983910 w 7372060"/>
                <a:gd name="connsiteY57" fmla="*/ 663093 h 1409741"/>
                <a:gd name="connsiteX58" fmla="*/ 6854526 w 7372060"/>
                <a:gd name="connsiteY58" fmla="*/ 745595 h 1409741"/>
                <a:gd name="connsiteX59" fmla="*/ 6725142 w 7372060"/>
                <a:gd name="connsiteY59" fmla="*/ 919037 h 1409741"/>
                <a:gd name="connsiteX60" fmla="*/ 6595758 w 7372060"/>
                <a:gd name="connsiteY60" fmla="*/ 688406 h 1409741"/>
                <a:gd name="connsiteX61" fmla="*/ 6466375 w 7372060"/>
                <a:gd name="connsiteY61" fmla="*/ 711844 h 1409741"/>
                <a:gd name="connsiteX62" fmla="*/ 6336991 w 7372060"/>
                <a:gd name="connsiteY62" fmla="*/ 859973 h 1409741"/>
                <a:gd name="connsiteX63" fmla="*/ 6207607 w 7372060"/>
                <a:gd name="connsiteY63" fmla="*/ 818722 h 1409741"/>
                <a:gd name="connsiteX64" fmla="*/ 6078223 w 7372060"/>
                <a:gd name="connsiteY64" fmla="*/ 931225 h 1409741"/>
                <a:gd name="connsiteX65" fmla="*/ 5948840 w 7372060"/>
                <a:gd name="connsiteY65" fmla="*/ 760595 h 1409741"/>
                <a:gd name="connsiteX66" fmla="*/ 5819456 w 7372060"/>
                <a:gd name="connsiteY66" fmla="*/ 894661 h 1409741"/>
                <a:gd name="connsiteX67" fmla="*/ 5690072 w 7372060"/>
                <a:gd name="connsiteY67" fmla="*/ 1021227 h 1409741"/>
                <a:gd name="connsiteX68" fmla="*/ 5560688 w 7372060"/>
                <a:gd name="connsiteY68" fmla="*/ 991226 h 1409741"/>
                <a:gd name="connsiteX69" fmla="*/ 5431305 w 7372060"/>
                <a:gd name="connsiteY69" fmla="*/ 1103729 h 1409741"/>
                <a:gd name="connsiteX70" fmla="*/ 5301921 w 7372060"/>
                <a:gd name="connsiteY70" fmla="*/ 1105604 h 1409741"/>
                <a:gd name="connsiteX71" fmla="*/ 5172537 w 7372060"/>
                <a:gd name="connsiteY71" fmla="*/ 1138417 h 1409741"/>
                <a:gd name="connsiteX72" fmla="*/ 5043154 w 7372060"/>
                <a:gd name="connsiteY72" fmla="*/ 1142167 h 1409741"/>
                <a:gd name="connsiteX73" fmla="*/ 4913769 w 7372060"/>
                <a:gd name="connsiteY73" fmla="*/ 1099979 h 1409741"/>
                <a:gd name="connsiteX74" fmla="*/ 4784386 w 7372060"/>
                <a:gd name="connsiteY74" fmla="*/ 1214357 h 1409741"/>
                <a:gd name="connsiteX75" fmla="*/ 4655002 w 7372060"/>
                <a:gd name="connsiteY75" fmla="*/ 1291234 h 1409741"/>
                <a:gd name="connsiteX76" fmla="*/ 4525619 w 7372060"/>
                <a:gd name="connsiteY76" fmla="*/ 1296859 h 1409741"/>
                <a:gd name="connsiteX77" fmla="*/ 4396235 w 7372060"/>
                <a:gd name="connsiteY77" fmla="*/ 1284671 h 1409741"/>
                <a:gd name="connsiteX78" fmla="*/ 4266851 w 7372060"/>
                <a:gd name="connsiteY78" fmla="*/ 1273421 h 1409741"/>
                <a:gd name="connsiteX79" fmla="*/ 4137467 w 7372060"/>
                <a:gd name="connsiteY79" fmla="*/ 1271546 h 1409741"/>
                <a:gd name="connsiteX80" fmla="*/ 4008083 w 7372060"/>
                <a:gd name="connsiteY80" fmla="*/ 1283733 h 1409741"/>
                <a:gd name="connsiteX81" fmla="*/ 3878700 w 7372060"/>
                <a:gd name="connsiteY81" fmla="*/ 1246233 h 1409741"/>
                <a:gd name="connsiteX82" fmla="*/ 3749316 w 7372060"/>
                <a:gd name="connsiteY82" fmla="*/ 1277171 h 1409741"/>
                <a:gd name="connsiteX83" fmla="*/ 3619932 w 7372060"/>
                <a:gd name="connsiteY83" fmla="*/ 1314672 h 1409741"/>
                <a:gd name="connsiteX84" fmla="*/ 3490548 w 7372060"/>
                <a:gd name="connsiteY84" fmla="*/ 1332485 h 1409741"/>
                <a:gd name="connsiteX85" fmla="*/ 3339601 w 7372060"/>
                <a:gd name="connsiteY85" fmla="*/ 1299671 h 1409741"/>
                <a:gd name="connsiteX86" fmla="*/ 3123961 w 7372060"/>
                <a:gd name="connsiteY86" fmla="*/ 1293109 h 1409741"/>
                <a:gd name="connsiteX87" fmla="*/ 2973013 w 7372060"/>
                <a:gd name="connsiteY87" fmla="*/ 1298734 h 1409741"/>
                <a:gd name="connsiteX88" fmla="*/ 2843630 w 7372060"/>
                <a:gd name="connsiteY88" fmla="*/ 1284671 h 1409741"/>
                <a:gd name="connsiteX89" fmla="*/ 2671118 w 7372060"/>
                <a:gd name="connsiteY89" fmla="*/ 1301546 h 1409741"/>
                <a:gd name="connsiteX90" fmla="*/ 2348596 w 7372060"/>
                <a:gd name="connsiteY90" fmla="*/ 1315609 h 1409741"/>
                <a:gd name="connsiteX91" fmla="*/ 2089829 w 7372060"/>
                <a:gd name="connsiteY91" fmla="*/ 1339985 h 1409741"/>
                <a:gd name="connsiteX92" fmla="*/ 1938881 w 7372060"/>
                <a:gd name="connsiteY92" fmla="*/ 1331547 h 1409741"/>
                <a:gd name="connsiteX93" fmla="*/ 1809497 w 7372060"/>
                <a:gd name="connsiteY93" fmla="*/ 1390611 h 1409741"/>
                <a:gd name="connsiteX94" fmla="*/ 1680114 w 7372060"/>
                <a:gd name="connsiteY94" fmla="*/ 1408424 h 1409741"/>
                <a:gd name="connsiteX95" fmla="*/ 1550730 w 7372060"/>
                <a:gd name="connsiteY95" fmla="*/ 1388736 h 1409741"/>
                <a:gd name="connsiteX96" fmla="*/ 1421346 w 7372060"/>
                <a:gd name="connsiteY96" fmla="*/ 1373736 h 1409741"/>
                <a:gd name="connsiteX97" fmla="*/ 1291962 w 7372060"/>
                <a:gd name="connsiteY97" fmla="*/ 1340922 h 1409741"/>
                <a:gd name="connsiteX98" fmla="*/ 1162579 w 7372060"/>
                <a:gd name="connsiteY98" fmla="*/ 1347485 h 1409741"/>
                <a:gd name="connsiteX99" fmla="*/ 1011631 w 7372060"/>
                <a:gd name="connsiteY99" fmla="*/ 1336235 h 1409741"/>
                <a:gd name="connsiteX100" fmla="*/ 796929 w 7372060"/>
                <a:gd name="connsiteY100" fmla="*/ 1357798 h 1409741"/>
                <a:gd name="connsiteX101" fmla="*/ 624417 w 7372060"/>
                <a:gd name="connsiteY101" fmla="*/ 1374673 h 1409741"/>
                <a:gd name="connsiteX102" fmla="*/ 387214 w 7372060"/>
                <a:gd name="connsiteY102" fmla="*/ 1330610 h 1409741"/>
                <a:gd name="connsiteX103" fmla="*/ 150948 w 7372060"/>
                <a:gd name="connsiteY103" fmla="*/ 1309046 h 1409741"/>
                <a:gd name="connsiteX104" fmla="*/ 21564 w 7372060"/>
                <a:gd name="connsiteY104" fmla="*/ 1347485 h 1409741"/>
                <a:gd name="connsiteX105" fmla="*/ 0 w 7372060"/>
                <a:gd name="connsiteY105" fmla="*/ 1358735 h 1409741"/>
                <a:gd name="connsiteX106" fmla="*/ 0 w 7372060"/>
                <a:gd name="connsiteY106" fmla="*/ 1356860 h 140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372060" h="1409741">
                  <a:moveTo>
                    <a:pt x="0" y="1356860"/>
                  </a:moveTo>
                  <a:lnTo>
                    <a:pt x="21564" y="1345610"/>
                  </a:lnTo>
                  <a:cubicBezTo>
                    <a:pt x="43128" y="1334360"/>
                    <a:pt x="86256" y="1312797"/>
                    <a:pt x="150948" y="1307172"/>
                  </a:cubicBezTo>
                  <a:cubicBezTo>
                    <a:pt x="215640" y="1301546"/>
                    <a:pt x="301895" y="1312797"/>
                    <a:pt x="387214" y="1307172"/>
                  </a:cubicBezTo>
                  <a:cubicBezTo>
                    <a:pt x="473469" y="1301546"/>
                    <a:pt x="559725" y="1279983"/>
                    <a:pt x="624417" y="1274358"/>
                  </a:cubicBezTo>
                  <a:cubicBezTo>
                    <a:pt x="689109" y="1268733"/>
                    <a:pt x="732237" y="1279983"/>
                    <a:pt x="796929" y="1291234"/>
                  </a:cubicBezTo>
                  <a:cubicBezTo>
                    <a:pt x="861621" y="1302484"/>
                    <a:pt x="947877" y="1312797"/>
                    <a:pt x="1011631" y="1312797"/>
                  </a:cubicBezTo>
                  <a:cubicBezTo>
                    <a:pt x="1075385" y="1312797"/>
                    <a:pt x="1119451" y="1301546"/>
                    <a:pt x="1162579" y="1301546"/>
                  </a:cubicBezTo>
                  <a:cubicBezTo>
                    <a:pt x="1205707" y="1301546"/>
                    <a:pt x="1248834" y="1312797"/>
                    <a:pt x="1291962" y="1305296"/>
                  </a:cubicBezTo>
                  <a:cubicBezTo>
                    <a:pt x="1335090" y="1298734"/>
                    <a:pt x="1378218" y="1273421"/>
                    <a:pt x="1421346" y="1283733"/>
                  </a:cubicBezTo>
                  <a:cubicBezTo>
                    <a:pt x="1464474" y="1293109"/>
                    <a:pt x="1507602" y="1337172"/>
                    <a:pt x="1550730" y="1353110"/>
                  </a:cubicBezTo>
                  <a:cubicBezTo>
                    <a:pt x="1593858" y="1369048"/>
                    <a:pt x="1636986" y="1358735"/>
                    <a:pt x="1680114" y="1362485"/>
                  </a:cubicBezTo>
                  <a:cubicBezTo>
                    <a:pt x="1723241" y="1366235"/>
                    <a:pt x="1766369" y="1384048"/>
                    <a:pt x="1809497" y="1377486"/>
                  </a:cubicBezTo>
                  <a:cubicBezTo>
                    <a:pt x="1852625" y="1370923"/>
                    <a:pt x="1895753" y="1337172"/>
                    <a:pt x="1938881" y="1318422"/>
                  </a:cubicBezTo>
                  <a:cubicBezTo>
                    <a:pt x="1982009" y="1299671"/>
                    <a:pt x="2025137" y="1294046"/>
                    <a:pt x="2089829" y="1294046"/>
                  </a:cubicBezTo>
                  <a:cubicBezTo>
                    <a:pt x="2154521" y="1294046"/>
                    <a:pt x="2240776" y="1299671"/>
                    <a:pt x="2348596" y="1302484"/>
                  </a:cubicBezTo>
                  <a:cubicBezTo>
                    <a:pt x="2456416" y="1305296"/>
                    <a:pt x="2585800" y="1305296"/>
                    <a:pt x="2671118" y="1299671"/>
                  </a:cubicBezTo>
                  <a:cubicBezTo>
                    <a:pt x="2756436" y="1294046"/>
                    <a:pt x="2800502" y="1282796"/>
                    <a:pt x="2843630" y="1272483"/>
                  </a:cubicBezTo>
                  <a:cubicBezTo>
                    <a:pt x="2886758" y="1261233"/>
                    <a:pt x="2929886" y="1250920"/>
                    <a:pt x="2973013" y="1253733"/>
                  </a:cubicBezTo>
                  <a:cubicBezTo>
                    <a:pt x="3016141" y="1256545"/>
                    <a:pt x="3059269" y="1272483"/>
                    <a:pt x="3123961" y="1280921"/>
                  </a:cubicBezTo>
                  <a:cubicBezTo>
                    <a:pt x="3188653" y="1289359"/>
                    <a:pt x="3274909" y="1289359"/>
                    <a:pt x="3339601" y="1277171"/>
                  </a:cubicBezTo>
                  <a:cubicBezTo>
                    <a:pt x="3404293" y="1264983"/>
                    <a:pt x="3447421" y="1240607"/>
                    <a:pt x="3490548" y="1233107"/>
                  </a:cubicBezTo>
                  <a:cubicBezTo>
                    <a:pt x="3533676" y="1226544"/>
                    <a:pt x="3576804" y="1236857"/>
                    <a:pt x="3619932" y="1248107"/>
                  </a:cubicBezTo>
                  <a:cubicBezTo>
                    <a:pt x="3663060" y="1259358"/>
                    <a:pt x="3706188" y="1269671"/>
                    <a:pt x="3749316" y="1265921"/>
                  </a:cubicBezTo>
                  <a:cubicBezTo>
                    <a:pt x="3792444" y="1261233"/>
                    <a:pt x="3835572" y="1241545"/>
                    <a:pt x="3878700" y="1234982"/>
                  </a:cubicBezTo>
                  <a:cubicBezTo>
                    <a:pt x="3921827" y="1228420"/>
                    <a:pt x="3964955" y="1233107"/>
                    <a:pt x="4008083" y="1218107"/>
                  </a:cubicBezTo>
                  <a:cubicBezTo>
                    <a:pt x="4051211" y="1203106"/>
                    <a:pt x="4094339" y="1166543"/>
                    <a:pt x="4137467" y="1161855"/>
                  </a:cubicBezTo>
                  <a:cubicBezTo>
                    <a:pt x="4180595" y="1156230"/>
                    <a:pt x="4223723" y="1182481"/>
                    <a:pt x="4266851" y="1207794"/>
                  </a:cubicBezTo>
                  <a:cubicBezTo>
                    <a:pt x="4309979" y="1233107"/>
                    <a:pt x="4353107" y="1258420"/>
                    <a:pt x="4396235" y="1251858"/>
                  </a:cubicBezTo>
                  <a:cubicBezTo>
                    <a:pt x="4439363" y="1245295"/>
                    <a:pt x="4482491" y="1205919"/>
                    <a:pt x="4525619" y="1209669"/>
                  </a:cubicBezTo>
                  <a:cubicBezTo>
                    <a:pt x="4568746" y="1213419"/>
                    <a:pt x="4611874" y="1259358"/>
                    <a:pt x="4655002" y="1259358"/>
                  </a:cubicBezTo>
                  <a:cubicBezTo>
                    <a:pt x="4698130" y="1259358"/>
                    <a:pt x="4741258" y="1213419"/>
                    <a:pt x="4784386" y="1149667"/>
                  </a:cubicBezTo>
                  <a:cubicBezTo>
                    <a:pt x="4827514" y="1085916"/>
                    <a:pt x="4870642" y="1003414"/>
                    <a:pt x="4913769" y="992164"/>
                  </a:cubicBezTo>
                  <a:cubicBezTo>
                    <a:pt x="4956898" y="980913"/>
                    <a:pt x="5000025" y="1040915"/>
                    <a:pt x="5043154" y="1078416"/>
                  </a:cubicBezTo>
                  <a:cubicBezTo>
                    <a:pt x="5086281" y="1115917"/>
                    <a:pt x="5129409" y="1131855"/>
                    <a:pt x="5172537" y="1118729"/>
                  </a:cubicBezTo>
                  <a:cubicBezTo>
                    <a:pt x="5215665" y="1105604"/>
                    <a:pt x="5258793" y="1062478"/>
                    <a:pt x="5301921" y="1030602"/>
                  </a:cubicBezTo>
                  <a:cubicBezTo>
                    <a:pt x="5345049" y="998726"/>
                    <a:pt x="5388177" y="977163"/>
                    <a:pt x="5431305" y="940600"/>
                  </a:cubicBezTo>
                  <a:cubicBezTo>
                    <a:pt x="5474433" y="904036"/>
                    <a:pt x="5517560" y="852473"/>
                    <a:pt x="5560688" y="816847"/>
                  </a:cubicBezTo>
                  <a:cubicBezTo>
                    <a:pt x="5603816" y="781221"/>
                    <a:pt x="5646944" y="762470"/>
                    <a:pt x="5690072" y="704344"/>
                  </a:cubicBezTo>
                  <a:cubicBezTo>
                    <a:pt x="5733200" y="646217"/>
                    <a:pt x="5776328" y="549652"/>
                    <a:pt x="5819456" y="512151"/>
                  </a:cubicBezTo>
                  <a:cubicBezTo>
                    <a:pt x="5862584" y="474651"/>
                    <a:pt x="5905712" y="497151"/>
                    <a:pt x="5948840" y="498089"/>
                  </a:cubicBezTo>
                  <a:cubicBezTo>
                    <a:pt x="5991967" y="499964"/>
                    <a:pt x="6035096" y="480276"/>
                    <a:pt x="6078223" y="439025"/>
                  </a:cubicBezTo>
                  <a:cubicBezTo>
                    <a:pt x="6121351" y="397774"/>
                    <a:pt x="6164479" y="334959"/>
                    <a:pt x="6207607" y="380898"/>
                  </a:cubicBezTo>
                  <a:cubicBezTo>
                    <a:pt x="6250735" y="426837"/>
                    <a:pt x="6293863" y="583403"/>
                    <a:pt x="6336991" y="575903"/>
                  </a:cubicBezTo>
                  <a:cubicBezTo>
                    <a:pt x="6380119" y="568403"/>
                    <a:pt x="6423246" y="396836"/>
                    <a:pt x="6466375" y="285271"/>
                  </a:cubicBezTo>
                  <a:cubicBezTo>
                    <a:pt x="6509502" y="173705"/>
                    <a:pt x="6552631" y="123079"/>
                    <a:pt x="6595758" y="140892"/>
                  </a:cubicBezTo>
                  <a:cubicBezTo>
                    <a:pt x="6638886" y="158705"/>
                    <a:pt x="6682014" y="246832"/>
                    <a:pt x="6725142" y="240270"/>
                  </a:cubicBezTo>
                  <a:cubicBezTo>
                    <a:pt x="6768270" y="233707"/>
                    <a:pt x="6811398" y="131517"/>
                    <a:pt x="6854526" y="66828"/>
                  </a:cubicBezTo>
                  <a:cubicBezTo>
                    <a:pt x="6897654" y="2139"/>
                    <a:pt x="6940781" y="-25050"/>
                    <a:pt x="6983910" y="28389"/>
                  </a:cubicBezTo>
                  <a:cubicBezTo>
                    <a:pt x="7027037" y="81828"/>
                    <a:pt x="7070165" y="214957"/>
                    <a:pt x="7113293" y="269333"/>
                  </a:cubicBezTo>
                  <a:cubicBezTo>
                    <a:pt x="7156421" y="323709"/>
                    <a:pt x="7199549" y="300271"/>
                    <a:pt x="7242677" y="329334"/>
                  </a:cubicBezTo>
                  <a:cubicBezTo>
                    <a:pt x="7285805" y="357460"/>
                    <a:pt x="7328933" y="438087"/>
                    <a:pt x="7350497" y="478401"/>
                  </a:cubicBezTo>
                  <a:lnTo>
                    <a:pt x="7372061" y="518714"/>
                  </a:lnTo>
                  <a:lnTo>
                    <a:pt x="7372061" y="584341"/>
                  </a:lnTo>
                  <a:lnTo>
                    <a:pt x="7350497" y="599341"/>
                  </a:lnTo>
                  <a:cubicBezTo>
                    <a:pt x="7328933" y="614342"/>
                    <a:pt x="7285805" y="643405"/>
                    <a:pt x="7242677" y="647155"/>
                  </a:cubicBezTo>
                  <a:cubicBezTo>
                    <a:pt x="7199549" y="651842"/>
                    <a:pt x="7156421" y="631217"/>
                    <a:pt x="7113293" y="631217"/>
                  </a:cubicBezTo>
                  <a:cubicBezTo>
                    <a:pt x="7070165" y="631217"/>
                    <a:pt x="7027037" y="650905"/>
                    <a:pt x="6983910" y="663093"/>
                  </a:cubicBezTo>
                  <a:cubicBezTo>
                    <a:pt x="6940781" y="675281"/>
                    <a:pt x="6897654" y="680906"/>
                    <a:pt x="6854526" y="745595"/>
                  </a:cubicBezTo>
                  <a:cubicBezTo>
                    <a:pt x="6811398" y="810284"/>
                    <a:pt x="6768270" y="933100"/>
                    <a:pt x="6725142" y="919037"/>
                  </a:cubicBezTo>
                  <a:cubicBezTo>
                    <a:pt x="6682014" y="904036"/>
                    <a:pt x="6638886" y="751220"/>
                    <a:pt x="6595758" y="688406"/>
                  </a:cubicBezTo>
                  <a:cubicBezTo>
                    <a:pt x="6552631" y="625592"/>
                    <a:pt x="6509502" y="655593"/>
                    <a:pt x="6466375" y="711844"/>
                  </a:cubicBezTo>
                  <a:cubicBezTo>
                    <a:pt x="6423246" y="768095"/>
                    <a:pt x="6380119" y="852473"/>
                    <a:pt x="6336991" y="859973"/>
                  </a:cubicBezTo>
                  <a:cubicBezTo>
                    <a:pt x="6293863" y="867473"/>
                    <a:pt x="6250735" y="799034"/>
                    <a:pt x="6207607" y="818722"/>
                  </a:cubicBezTo>
                  <a:cubicBezTo>
                    <a:pt x="6164479" y="838410"/>
                    <a:pt x="6121351" y="944350"/>
                    <a:pt x="6078223" y="931225"/>
                  </a:cubicBezTo>
                  <a:cubicBezTo>
                    <a:pt x="6035096" y="918099"/>
                    <a:pt x="5991967" y="784033"/>
                    <a:pt x="5948840" y="760595"/>
                  </a:cubicBezTo>
                  <a:cubicBezTo>
                    <a:pt x="5905712" y="737157"/>
                    <a:pt x="5862584" y="824347"/>
                    <a:pt x="5819456" y="894661"/>
                  </a:cubicBezTo>
                  <a:cubicBezTo>
                    <a:pt x="5776328" y="964975"/>
                    <a:pt x="5733200" y="1018414"/>
                    <a:pt x="5690072" y="1021227"/>
                  </a:cubicBezTo>
                  <a:cubicBezTo>
                    <a:pt x="5646944" y="1024977"/>
                    <a:pt x="5603816" y="978101"/>
                    <a:pt x="5560688" y="991226"/>
                  </a:cubicBezTo>
                  <a:cubicBezTo>
                    <a:pt x="5517560" y="1004351"/>
                    <a:pt x="5474433" y="1078416"/>
                    <a:pt x="5431305" y="1103729"/>
                  </a:cubicBezTo>
                  <a:cubicBezTo>
                    <a:pt x="5388177" y="1129042"/>
                    <a:pt x="5345049" y="1106542"/>
                    <a:pt x="5301921" y="1105604"/>
                  </a:cubicBezTo>
                  <a:cubicBezTo>
                    <a:pt x="5258793" y="1105604"/>
                    <a:pt x="5215665" y="1125292"/>
                    <a:pt x="5172537" y="1138417"/>
                  </a:cubicBezTo>
                  <a:cubicBezTo>
                    <a:pt x="5129409" y="1151543"/>
                    <a:pt x="5086281" y="1158105"/>
                    <a:pt x="5043154" y="1142167"/>
                  </a:cubicBezTo>
                  <a:cubicBezTo>
                    <a:pt x="5000025" y="1126229"/>
                    <a:pt x="4956898" y="1088728"/>
                    <a:pt x="4913769" y="1099979"/>
                  </a:cubicBezTo>
                  <a:cubicBezTo>
                    <a:pt x="4870642" y="1111229"/>
                    <a:pt x="4827514" y="1171231"/>
                    <a:pt x="4784386" y="1214357"/>
                  </a:cubicBezTo>
                  <a:cubicBezTo>
                    <a:pt x="4741258" y="1256545"/>
                    <a:pt x="4698130" y="1280921"/>
                    <a:pt x="4655002" y="1291234"/>
                  </a:cubicBezTo>
                  <a:cubicBezTo>
                    <a:pt x="4611874" y="1302484"/>
                    <a:pt x="4568746" y="1299671"/>
                    <a:pt x="4525619" y="1296859"/>
                  </a:cubicBezTo>
                  <a:cubicBezTo>
                    <a:pt x="4482491" y="1294046"/>
                    <a:pt x="4439363" y="1288421"/>
                    <a:pt x="4396235" y="1284671"/>
                  </a:cubicBezTo>
                  <a:cubicBezTo>
                    <a:pt x="4353107" y="1280921"/>
                    <a:pt x="4309979" y="1277171"/>
                    <a:pt x="4266851" y="1273421"/>
                  </a:cubicBezTo>
                  <a:cubicBezTo>
                    <a:pt x="4223723" y="1269671"/>
                    <a:pt x="4180595" y="1265921"/>
                    <a:pt x="4137467" y="1271546"/>
                  </a:cubicBezTo>
                  <a:cubicBezTo>
                    <a:pt x="4094339" y="1277171"/>
                    <a:pt x="4051211" y="1291234"/>
                    <a:pt x="4008083" y="1283733"/>
                  </a:cubicBezTo>
                  <a:cubicBezTo>
                    <a:pt x="3964955" y="1277171"/>
                    <a:pt x="3921827" y="1249983"/>
                    <a:pt x="3878700" y="1246233"/>
                  </a:cubicBezTo>
                  <a:cubicBezTo>
                    <a:pt x="3835572" y="1242483"/>
                    <a:pt x="3792444" y="1262170"/>
                    <a:pt x="3749316" y="1277171"/>
                  </a:cubicBezTo>
                  <a:cubicBezTo>
                    <a:pt x="3706188" y="1292171"/>
                    <a:pt x="3663060" y="1303422"/>
                    <a:pt x="3619932" y="1314672"/>
                  </a:cubicBezTo>
                  <a:cubicBezTo>
                    <a:pt x="3576804" y="1325922"/>
                    <a:pt x="3533676" y="1336235"/>
                    <a:pt x="3490548" y="1332485"/>
                  </a:cubicBezTo>
                  <a:cubicBezTo>
                    <a:pt x="3447421" y="1328735"/>
                    <a:pt x="3404293" y="1309046"/>
                    <a:pt x="3339601" y="1299671"/>
                  </a:cubicBezTo>
                  <a:cubicBezTo>
                    <a:pt x="3274909" y="1290296"/>
                    <a:pt x="3188653" y="1290296"/>
                    <a:pt x="3123961" y="1293109"/>
                  </a:cubicBezTo>
                  <a:cubicBezTo>
                    <a:pt x="3059269" y="1295921"/>
                    <a:pt x="3016141" y="1301546"/>
                    <a:pt x="2973013" y="1298734"/>
                  </a:cubicBezTo>
                  <a:cubicBezTo>
                    <a:pt x="2929886" y="1295921"/>
                    <a:pt x="2886758" y="1284671"/>
                    <a:pt x="2843630" y="1284671"/>
                  </a:cubicBezTo>
                  <a:cubicBezTo>
                    <a:pt x="2800502" y="1284671"/>
                    <a:pt x="2757374" y="1295921"/>
                    <a:pt x="2671118" y="1301546"/>
                  </a:cubicBezTo>
                  <a:cubicBezTo>
                    <a:pt x="2584862" y="1307172"/>
                    <a:pt x="2455478" y="1307172"/>
                    <a:pt x="2348596" y="1315609"/>
                  </a:cubicBezTo>
                  <a:cubicBezTo>
                    <a:pt x="2240776" y="1324047"/>
                    <a:pt x="2154521" y="1339985"/>
                    <a:pt x="2089829" y="1339985"/>
                  </a:cubicBezTo>
                  <a:cubicBezTo>
                    <a:pt x="2025137" y="1339985"/>
                    <a:pt x="1982009" y="1323109"/>
                    <a:pt x="1938881" y="1331547"/>
                  </a:cubicBezTo>
                  <a:cubicBezTo>
                    <a:pt x="1895753" y="1339985"/>
                    <a:pt x="1852625" y="1372798"/>
                    <a:pt x="1809497" y="1390611"/>
                  </a:cubicBezTo>
                  <a:cubicBezTo>
                    <a:pt x="1766369" y="1408424"/>
                    <a:pt x="1723241" y="1412174"/>
                    <a:pt x="1680114" y="1408424"/>
                  </a:cubicBezTo>
                  <a:cubicBezTo>
                    <a:pt x="1636986" y="1404674"/>
                    <a:pt x="1593858" y="1393424"/>
                    <a:pt x="1550730" y="1388736"/>
                  </a:cubicBezTo>
                  <a:cubicBezTo>
                    <a:pt x="1507602" y="1383111"/>
                    <a:pt x="1464474" y="1383111"/>
                    <a:pt x="1421346" y="1373736"/>
                  </a:cubicBezTo>
                  <a:cubicBezTo>
                    <a:pt x="1378218" y="1364361"/>
                    <a:pt x="1335090" y="1344673"/>
                    <a:pt x="1291962" y="1340922"/>
                  </a:cubicBezTo>
                  <a:cubicBezTo>
                    <a:pt x="1248834" y="1337172"/>
                    <a:pt x="1205707" y="1347485"/>
                    <a:pt x="1162579" y="1347485"/>
                  </a:cubicBezTo>
                  <a:cubicBezTo>
                    <a:pt x="1119451" y="1347485"/>
                    <a:pt x="1076323" y="1336235"/>
                    <a:pt x="1011631" y="1336235"/>
                  </a:cubicBezTo>
                  <a:cubicBezTo>
                    <a:pt x="946939" y="1336235"/>
                    <a:pt x="860683" y="1347485"/>
                    <a:pt x="796929" y="1357798"/>
                  </a:cubicBezTo>
                  <a:cubicBezTo>
                    <a:pt x="733175" y="1368111"/>
                    <a:pt x="689109" y="1379361"/>
                    <a:pt x="624417" y="1374673"/>
                  </a:cubicBezTo>
                  <a:cubicBezTo>
                    <a:pt x="559725" y="1369048"/>
                    <a:pt x="473469" y="1347485"/>
                    <a:pt x="387214" y="1330610"/>
                  </a:cubicBezTo>
                  <a:cubicBezTo>
                    <a:pt x="300958" y="1313734"/>
                    <a:pt x="214702" y="1303422"/>
                    <a:pt x="150948" y="1309046"/>
                  </a:cubicBezTo>
                  <a:cubicBezTo>
                    <a:pt x="86256" y="1314672"/>
                    <a:pt x="43128" y="1336235"/>
                    <a:pt x="21564" y="1347485"/>
                  </a:cubicBezTo>
                  <a:lnTo>
                    <a:pt x="0" y="1358735"/>
                  </a:lnTo>
                  <a:lnTo>
                    <a:pt x="0" y="1356860"/>
                  </a:lnTo>
                  <a:close/>
                </a:path>
              </a:pathLst>
            </a:custGeom>
            <a:solidFill>
              <a:srgbClr val="339999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87BA29A-199C-92C4-8581-70D77058E37E}"/>
                </a:ext>
              </a:extLst>
            </p:cNvPr>
            <p:cNvSpPr/>
            <p:nvPr/>
          </p:nvSpPr>
          <p:spPr>
            <a:xfrm>
              <a:off x="1866777" y="1772702"/>
              <a:ext cx="7372060" cy="1745585"/>
            </a:xfrm>
            <a:custGeom>
              <a:avLst/>
              <a:gdLst>
                <a:gd name="connsiteX0" fmla="*/ 0 w 7372060"/>
                <a:gd name="connsiteY0" fmla="*/ 1724144 h 1745585"/>
                <a:gd name="connsiteX1" fmla="*/ 21564 w 7372060"/>
                <a:gd name="connsiteY1" fmla="*/ 1712894 h 1745585"/>
                <a:gd name="connsiteX2" fmla="*/ 150948 w 7372060"/>
                <a:gd name="connsiteY2" fmla="*/ 1674455 h 1745585"/>
                <a:gd name="connsiteX3" fmla="*/ 387214 w 7372060"/>
                <a:gd name="connsiteY3" fmla="*/ 1674455 h 1745585"/>
                <a:gd name="connsiteX4" fmla="*/ 624417 w 7372060"/>
                <a:gd name="connsiteY4" fmla="*/ 1641642 h 1745585"/>
                <a:gd name="connsiteX5" fmla="*/ 796929 w 7372060"/>
                <a:gd name="connsiteY5" fmla="*/ 1658517 h 1745585"/>
                <a:gd name="connsiteX6" fmla="*/ 1011631 w 7372060"/>
                <a:gd name="connsiteY6" fmla="*/ 1680080 h 1745585"/>
                <a:gd name="connsiteX7" fmla="*/ 1162579 w 7372060"/>
                <a:gd name="connsiteY7" fmla="*/ 1658517 h 1745585"/>
                <a:gd name="connsiteX8" fmla="*/ 1291962 w 7372060"/>
                <a:gd name="connsiteY8" fmla="*/ 1629454 h 1745585"/>
                <a:gd name="connsiteX9" fmla="*/ 1421346 w 7372060"/>
                <a:gd name="connsiteY9" fmla="*/ 1640704 h 1745585"/>
                <a:gd name="connsiteX10" fmla="*/ 1550730 w 7372060"/>
                <a:gd name="connsiteY10" fmla="*/ 1721331 h 1745585"/>
                <a:gd name="connsiteX11" fmla="*/ 1680114 w 7372060"/>
                <a:gd name="connsiteY11" fmla="*/ 1708206 h 1745585"/>
                <a:gd name="connsiteX12" fmla="*/ 1809497 w 7372060"/>
                <a:gd name="connsiteY12" fmla="*/ 1657580 h 1745585"/>
                <a:gd name="connsiteX13" fmla="*/ 1938881 w 7372060"/>
                <a:gd name="connsiteY13" fmla="*/ 1664142 h 1745585"/>
                <a:gd name="connsiteX14" fmla="*/ 2089829 w 7372060"/>
                <a:gd name="connsiteY14" fmla="*/ 1661330 h 1745585"/>
                <a:gd name="connsiteX15" fmla="*/ 2348596 w 7372060"/>
                <a:gd name="connsiteY15" fmla="*/ 1669768 h 1745585"/>
                <a:gd name="connsiteX16" fmla="*/ 2671118 w 7372060"/>
                <a:gd name="connsiteY16" fmla="*/ 1666955 h 1745585"/>
                <a:gd name="connsiteX17" fmla="*/ 2843630 w 7372060"/>
                <a:gd name="connsiteY17" fmla="*/ 1639767 h 1745585"/>
                <a:gd name="connsiteX18" fmla="*/ 2973013 w 7372060"/>
                <a:gd name="connsiteY18" fmla="*/ 1609766 h 1745585"/>
                <a:gd name="connsiteX19" fmla="*/ 3123961 w 7372060"/>
                <a:gd name="connsiteY19" fmla="*/ 1592890 h 1745585"/>
                <a:gd name="connsiteX20" fmla="*/ 3339601 w 7372060"/>
                <a:gd name="connsiteY20" fmla="*/ 1577890 h 1745585"/>
                <a:gd name="connsiteX21" fmla="*/ 3490548 w 7372060"/>
                <a:gd name="connsiteY21" fmla="*/ 1533827 h 1745585"/>
                <a:gd name="connsiteX22" fmla="*/ 3619932 w 7372060"/>
                <a:gd name="connsiteY22" fmla="*/ 1548827 h 1745585"/>
                <a:gd name="connsiteX23" fmla="*/ 3749316 w 7372060"/>
                <a:gd name="connsiteY23" fmla="*/ 1566640 h 1745585"/>
                <a:gd name="connsiteX24" fmla="*/ 3878700 w 7372060"/>
                <a:gd name="connsiteY24" fmla="*/ 1546014 h 1745585"/>
                <a:gd name="connsiteX25" fmla="*/ 4008083 w 7372060"/>
                <a:gd name="connsiteY25" fmla="*/ 1561952 h 1745585"/>
                <a:gd name="connsiteX26" fmla="*/ 4137467 w 7372060"/>
                <a:gd name="connsiteY26" fmla="*/ 1484138 h 1745585"/>
                <a:gd name="connsiteX27" fmla="*/ 4266851 w 7372060"/>
                <a:gd name="connsiteY27" fmla="*/ 1530077 h 1745585"/>
                <a:gd name="connsiteX28" fmla="*/ 4396235 w 7372060"/>
                <a:gd name="connsiteY28" fmla="*/ 1486950 h 1745585"/>
                <a:gd name="connsiteX29" fmla="*/ 4525619 w 7372060"/>
                <a:gd name="connsiteY29" fmla="*/ 1531951 h 1745585"/>
                <a:gd name="connsiteX30" fmla="*/ 4655002 w 7372060"/>
                <a:gd name="connsiteY30" fmla="*/ 1559140 h 1745585"/>
                <a:gd name="connsiteX31" fmla="*/ 4784386 w 7372060"/>
                <a:gd name="connsiteY31" fmla="*/ 1394135 h 1745585"/>
                <a:gd name="connsiteX32" fmla="*/ 4913769 w 7372060"/>
                <a:gd name="connsiteY32" fmla="*/ 1225381 h 1745585"/>
                <a:gd name="connsiteX33" fmla="*/ 5043154 w 7372060"/>
                <a:gd name="connsiteY33" fmla="*/ 1322884 h 1745585"/>
                <a:gd name="connsiteX34" fmla="*/ 5172537 w 7372060"/>
                <a:gd name="connsiteY34" fmla="*/ 1384760 h 1745585"/>
                <a:gd name="connsiteX35" fmla="*/ 5301921 w 7372060"/>
                <a:gd name="connsiteY35" fmla="*/ 1220694 h 1745585"/>
                <a:gd name="connsiteX36" fmla="*/ 5431305 w 7372060"/>
                <a:gd name="connsiteY36" fmla="*/ 1076315 h 1745585"/>
                <a:gd name="connsiteX37" fmla="*/ 5560688 w 7372060"/>
                <a:gd name="connsiteY37" fmla="*/ 843809 h 1745585"/>
                <a:gd name="connsiteX38" fmla="*/ 5690072 w 7372060"/>
                <a:gd name="connsiteY38" fmla="*/ 796933 h 1745585"/>
                <a:gd name="connsiteX39" fmla="*/ 5819456 w 7372060"/>
                <a:gd name="connsiteY39" fmla="*/ 670367 h 1745585"/>
                <a:gd name="connsiteX40" fmla="*/ 5948840 w 7372060"/>
                <a:gd name="connsiteY40" fmla="*/ 645992 h 1745585"/>
                <a:gd name="connsiteX41" fmla="*/ 6078223 w 7372060"/>
                <a:gd name="connsiteY41" fmla="*/ 478175 h 1745585"/>
                <a:gd name="connsiteX42" fmla="*/ 6207607 w 7372060"/>
                <a:gd name="connsiteY42" fmla="*/ 376922 h 1745585"/>
                <a:gd name="connsiteX43" fmla="*/ 6336991 w 7372060"/>
                <a:gd name="connsiteY43" fmla="*/ 768807 h 1745585"/>
                <a:gd name="connsiteX44" fmla="*/ 6466375 w 7372060"/>
                <a:gd name="connsiteY44" fmla="*/ 335671 h 1745585"/>
                <a:gd name="connsiteX45" fmla="*/ 6595758 w 7372060"/>
                <a:gd name="connsiteY45" fmla="*/ 5663 h 1745585"/>
                <a:gd name="connsiteX46" fmla="*/ 6725142 w 7372060"/>
                <a:gd name="connsiteY46" fmla="*/ 82540 h 1745585"/>
                <a:gd name="connsiteX47" fmla="*/ 6854526 w 7372060"/>
                <a:gd name="connsiteY47" fmla="*/ 150042 h 1745585"/>
                <a:gd name="connsiteX48" fmla="*/ 6983910 w 7372060"/>
                <a:gd name="connsiteY48" fmla="*/ 231606 h 1745585"/>
                <a:gd name="connsiteX49" fmla="*/ 7113293 w 7372060"/>
                <a:gd name="connsiteY49" fmla="*/ 221293 h 1745585"/>
                <a:gd name="connsiteX50" fmla="*/ 7242677 w 7372060"/>
                <a:gd name="connsiteY50" fmla="*/ 225981 h 1745585"/>
                <a:gd name="connsiteX51" fmla="*/ 7350497 w 7372060"/>
                <a:gd name="connsiteY51" fmla="*/ 746307 h 1745585"/>
                <a:gd name="connsiteX52" fmla="*/ 7372061 w 7372060"/>
                <a:gd name="connsiteY52" fmla="*/ 885060 h 1745585"/>
                <a:gd name="connsiteX53" fmla="*/ 7372061 w 7372060"/>
                <a:gd name="connsiteY53" fmla="*/ 885060 h 1745585"/>
                <a:gd name="connsiteX54" fmla="*/ 7350497 w 7372060"/>
                <a:gd name="connsiteY54" fmla="*/ 844747 h 1745585"/>
                <a:gd name="connsiteX55" fmla="*/ 7242677 w 7372060"/>
                <a:gd name="connsiteY55" fmla="*/ 695680 h 1745585"/>
                <a:gd name="connsiteX56" fmla="*/ 7113293 w 7372060"/>
                <a:gd name="connsiteY56" fmla="*/ 635679 h 1745585"/>
                <a:gd name="connsiteX57" fmla="*/ 6983910 w 7372060"/>
                <a:gd name="connsiteY57" fmla="*/ 394735 h 1745585"/>
                <a:gd name="connsiteX58" fmla="*/ 6854526 w 7372060"/>
                <a:gd name="connsiteY58" fmla="*/ 433174 h 1745585"/>
                <a:gd name="connsiteX59" fmla="*/ 6725142 w 7372060"/>
                <a:gd name="connsiteY59" fmla="*/ 606616 h 1745585"/>
                <a:gd name="connsiteX60" fmla="*/ 6595758 w 7372060"/>
                <a:gd name="connsiteY60" fmla="*/ 507238 h 1745585"/>
                <a:gd name="connsiteX61" fmla="*/ 6466375 w 7372060"/>
                <a:gd name="connsiteY61" fmla="*/ 651617 h 1745585"/>
                <a:gd name="connsiteX62" fmla="*/ 6336991 w 7372060"/>
                <a:gd name="connsiteY62" fmla="*/ 942249 h 1745585"/>
                <a:gd name="connsiteX63" fmla="*/ 6207607 w 7372060"/>
                <a:gd name="connsiteY63" fmla="*/ 747244 h 1745585"/>
                <a:gd name="connsiteX64" fmla="*/ 6078223 w 7372060"/>
                <a:gd name="connsiteY64" fmla="*/ 805371 h 1745585"/>
                <a:gd name="connsiteX65" fmla="*/ 5948840 w 7372060"/>
                <a:gd name="connsiteY65" fmla="*/ 864435 h 1745585"/>
                <a:gd name="connsiteX66" fmla="*/ 5819456 w 7372060"/>
                <a:gd name="connsiteY66" fmla="*/ 878497 h 1745585"/>
                <a:gd name="connsiteX67" fmla="*/ 5690072 w 7372060"/>
                <a:gd name="connsiteY67" fmla="*/ 1070690 h 1745585"/>
                <a:gd name="connsiteX68" fmla="*/ 5560688 w 7372060"/>
                <a:gd name="connsiteY68" fmla="*/ 1183193 h 1745585"/>
                <a:gd name="connsiteX69" fmla="*/ 5431305 w 7372060"/>
                <a:gd name="connsiteY69" fmla="*/ 1306946 h 1745585"/>
                <a:gd name="connsiteX70" fmla="*/ 5301921 w 7372060"/>
                <a:gd name="connsiteY70" fmla="*/ 1396948 h 1745585"/>
                <a:gd name="connsiteX71" fmla="*/ 5172537 w 7372060"/>
                <a:gd name="connsiteY71" fmla="*/ 1485075 h 1745585"/>
                <a:gd name="connsiteX72" fmla="*/ 5043154 w 7372060"/>
                <a:gd name="connsiteY72" fmla="*/ 1444762 h 1745585"/>
                <a:gd name="connsiteX73" fmla="*/ 4913769 w 7372060"/>
                <a:gd name="connsiteY73" fmla="*/ 1358510 h 1745585"/>
                <a:gd name="connsiteX74" fmla="*/ 4784386 w 7372060"/>
                <a:gd name="connsiteY74" fmla="*/ 1516014 h 1745585"/>
                <a:gd name="connsiteX75" fmla="*/ 4655002 w 7372060"/>
                <a:gd name="connsiteY75" fmla="*/ 1625704 h 1745585"/>
                <a:gd name="connsiteX76" fmla="*/ 4525619 w 7372060"/>
                <a:gd name="connsiteY76" fmla="*/ 1576015 h 1745585"/>
                <a:gd name="connsiteX77" fmla="*/ 4396235 w 7372060"/>
                <a:gd name="connsiteY77" fmla="*/ 1618204 h 1745585"/>
                <a:gd name="connsiteX78" fmla="*/ 4266851 w 7372060"/>
                <a:gd name="connsiteY78" fmla="*/ 1574140 h 1745585"/>
                <a:gd name="connsiteX79" fmla="*/ 4137467 w 7372060"/>
                <a:gd name="connsiteY79" fmla="*/ 1528201 h 1745585"/>
                <a:gd name="connsiteX80" fmla="*/ 4008083 w 7372060"/>
                <a:gd name="connsiteY80" fmla="*/ 1584453 h 1745585"/>
                <a:gd name="connsiteX81" fmla="*/ 3878700 w 7372060"/>
                <a:gd name="connsiteY81" fmla="*/ 1601328 h 1745585"/>
                <a:gd name="connsiteX82" fmla="*/ 3749316 w 7372060"/>
                <a:gd name="connsiteY82" fmla="*/ 1632267 h 1745585"/>
                <a:gd name="connsiteX83" fmla="*/ 3619932 w 7372060"/>
                <a:gd name="connsiteY83" fmla="*/ 1614454 h 1745585"/>
                <a:gd name="connsiteX84" fmla="*/ 3490548 w 7372060"/>
                <a:gd name="connsiteY84" fmla="*/ 1599453 h 1745585"/>
                <a:gd name="connsiteX85" fmla="*/ 3339601 w 7372060"/>
                <a:gd name="connsiteY85" fmla="*/ 1643517 h 1745585"/>
                <a:gd name="connsiteX86" fmla="*/ 3123961 w 7372060"/>
                <a:gd name="connsiteY86" fmla="*/ 1647267 h 1745585"/>
                <a:gd name="connsiteX87" fmla="*/ 2973013 w 7372060"/>
                <a:gd name="connsiteY87" fmla="*/ 1620079 h 1745585"/>
                <a:gd name="connsiteX88" fmla="*/ 2843630 w 7372060"/>
                <a:gd name="connsiteY88" fmla="*/ 1638829 h 1745585"/>
                <a:gd name="connsiteX89" fmla="*/ 2671118 w 7372060"/>
                <a:gd name="connsiteY89" fmla="*/ 1666017 h 1745585"/>
                <a:gd name="connsiteX90" fmla="*/ 2348596 w 7372060"/>
                <a:gd name="connsiteY90" fmla="*/ 1668830 h 1745585"/>
                <a:gd name="connsiteX91" fmla="*/ 2089829 w 7372060"/>
                <a:gd name="connsiteY91" fmla="*/ 1660392 h 1745585"/>
                <a:gd name="connsiteX92" fmla="*/ 1938881 w 7372060"/>
                <a:gd name="connsiteY92" fmla="*/ 1684768 h 1745585"/>
                <a:gd name="connsiteX93" fmla="*/ 1809497 w 7372060"/>
                <a:gd name="connsiteY93" fmla="*/ 1743832 h 1745585"/>
                <a:gd name="connsiteX94" fmla="*/ 1680114 w 7372060"/>
                <a:gd name="connsiteY94" fmla="*/ 1728831 h 1745585"/>
                <a:gd name="connsiteX95" fmla="*/ 1550730 w 7372060"/>
                <a:gd name="connsiteY95" fmla="*/ 1719456 h 1745585"/>
                <a:gd name="connsiteX96" fmla="*/ 1421346 w 7372060"/>
                <a:gd name="connsiteY96" fmla="*/ 1650079 h 1745585"/>
                <a:gd name="connsiteX97" fmla="*/ 1291962 w 7372060"/>
                <a:gd name="connsiteY97" fmla="*/ 1671642 h 1745585"/>
                <a:gd name="connsiteX98" fmla="*/ 1162579 w 7372060"/>
                <a:gd name="connsiteY98" fmla="*/ 1667892 h 1745585"/>
                <a:gd name="connsiteX99" fmla="*/ 1011631 w 7372060"/>
                <a:gd name="connsiteY99" fmla="*/ 1679143 h 1745585"/>
                <a:gd name="connsiteX100" fmla="*/ 796929 w 7372060"/>
                <a:gd name="connsiteY100" fmla="*/ 1657580 h 1745585"/>
                <a:gd name="connsiteX101" fmla="*/ 624417 w 7372060"/>
                <a:gd name="connsiteY101" fmla="*/ 1640704 h 1745585"/>
                <a:gd name="connsiteX102" fmla="*/ 387214 w 7372060"/>
                <a:gd name="connsiteY102" fmla="*/ 1673518 h 1745585"/>
                <a:gd name="connsiteX103" fmla="*/ 150948 w 7372060"/>
                <a:gd name="connsiteY103" fmla="*/ 1673518 h 1745585"/>
                <a:gd name="connsiteX104" fmla="*/ 21564 w 7372060"/>
                <a:gd name="connsiteY104" fmla="*/ 1711956 h 1745585"/>
                <a:gd name="connsiteX105" fmla="*/ 0 w 7372060"/>
                <a:gd name="connsiteY105" fmla="*/ 1723206 h 1745585"/>
                <a:gd name="connsiteX106" fmla="*/ 0 w 7372060"/>
                <a:gd name="connsiteY106" fmla="*/ 1724144 h 174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372060" h="1745585">
                  <a:moveTo>
                    <a:pt x="0" y="1724144"/>
                  </a:moveTo>
                  <a:lnTo>
                    <a:pt x="21564" y="1712894"/>
                  </a:lnTo>
                  <a:cubicBezTo>
                    <a:pt x="43128" y="1701643"/>
                    <a:pt x="86256" y="1680080"/>
                    <a:pt x="150948" y="1674455"/>
                  </a:cubicBezTo>
                  <a:cubicBezTo>
                    <a:pt x="215640" y="1668830"/>
                    <a:pt x="301895" y="1680080"/>
                    <a:pt x="387214" y="1674455"/>
                  </a:cubicBezTo>
                  <a:cubicBezTo>
                    <a:pt x="473469" y="1668830"/>
                    <a:pt x="559725" y="1647267"/>
                    <a:pt x="624417" y="1641642"/>
                  </a:cubicBezTo>
                  <a:cubicBezTo>
                    <a:pt x="689109" y="1636017"/>
                    <a:pt x="732237" y="1647267"/>
                    <a:pt x="796929" y="1658517"/>
                  </a:cubicBezTo>
                  <a:cubicBezTo>
                    <a:pt x="861621" y="1669768"/>
                    <a:pt x="947877" y="1680080"/>
                    <a:pt x="1011631" y="1680080"/>
                  </a:cubicBezTo>
                  <a:cubicBezTo>
                    <a:pt x="1075385" y="1680080"/>
                    <a:pt x="1119451" y="1668830"/>
                    <a:pt x="1162579" y="1658517"/>
                  </a:cubicBezTo>
                  <a:cubicBezTo>
                    <a:pt x="1205707" y="1648204"/>
                    <a:pt x="1248834" y="1636954"/>
                    <a:pt x="1291962" y="1629454"/>
                  </a:cubicBezTo>
                  <a:cubicBezTo>
                    <a:pt x="1335090" y="1622891"/>
                    <a:pt x="1378218" y="1620079"/>
                    <a:pt x="1421346" y="1640704"/>
                  </a:cubicBezTo>
                  <a:cubicBezTo>
                    <a:pt x="1464474" y="1661330"/>
                    <a:pt x="1507602" y="1705393"/>
                    <a:pt x="1550730" y="1721331"/>
                  </a:cubicBezTo>
                  <a:cubicBezTo>
                    <a:pt x="1593858" y="1737269"/>
                    <a:pt x="1636986" y="1726957"/>
                    <a:pt x="1680114" y="1708206"/>
                  </a:cubicBezTo>
                  <a:cubicBezTo>
                    <a:pt x="1723241" y="1690393"/>
                    <a:pt x="1766369" y="1664142"/>
                    <a:pt x="1809497" y="1657580"/>
                  </a:cubicBezTo>
                  <a:cubicBezTo>
                    <a:pt x="1852625" y="1651017"/>
                    <a:pt x="1895753" y="1661330"/>
                    <a:pt x="1938881" y="1664142"/>
                  </a:cubicBezTo>
                  <a:cubicBezTo>
                    <a:pt x="1982009" y="1666955"/>
                    <a:pt x="2025137" y="1661330"/>
                    <a:pt x="2089829" y="1661330"/>
                  </a:cubicBezTo>
                  <a:cubicBezTo>
                    <a:pt x="2154521" y="1661330"/>
                    <a:pt x="2240776" y="1666955"/>
                    <a:pt x="2348596" y="1669768"/>
                  </a:cubicBezTo>
                  <a:cubicBezTo>
                    <a:pt x="2456416" y="1672580"/>
                    <a:pt x="2585800" y="1672580"/>
                    <a:pt x="2671118" y="1666955"/>
                  </a:cubicBezTo>
                  <a:cubicBezTo>
                    <a:pt x="2756436" y="1661330"/>
                    <a:pt x="2800502" y="1650079"/>
                    <a:pt x="2843630" y="1639767"/>
                  </a:cubicBezTo>
                  <a:cubicBezTo>
                    <a:pt x="2886758" y="1628517"/>
                    <a:pt x="2929886" y="1618204"/>
                    <a:pt x="2973013" y="1609766"/>
                  </a:cubicBezTo>
                  <a:cubicBezTo>
                    <a:pt x="3016141" y="1601328"/>
                    <a:pt x="3059269" y="1595703"/>
                    <a:pt x="3123961" y="1592890"/>
                  </a:cubicBezTo>
                  <a:cubicBezTo>
                    <a:pt x="3188653" y="1590078"/>
                    <a:pt x="3274909" y="1590078"/>
                    <a:pt x="3339601" y="1577890"/>
                  </a:cubicBezTo>
                  <a:cubicBezTo>
                    <a:pt x="3404293" y="1565702"/>
                    <a:pt x="3447421" y="1541327"/>
                    <a:pt x="3490548" y="1533827"/>
                  </a:cubicBezTo>
                  <a:cubicBezTo>
                    <a:pt x="3533676" y="1527264"/>
                    <a:pt x="3576804" y="1537577"/>
                    <a:pt x="3619932" y="1548827"/>
                  </a:cubicBezTo>
                  <a:cubicBezTo>
                    <a:pt x="3663060" y="1560077"/>
                    <a:pt x="3706188" y="1570390"/>
                    <a:pt x="3749316" y="1566640"/>
                  </a:cubicBezTo>
                  <a:cubicBezTo>
                    <a:pt x="3792444" y="1561952"/>
                    <a:pt x="3835572" y="1542264"/>
                    <a:pt x="3878700" y="1546014"/>
                  </a:cubicBezTo>
                  <a:cubicBezTo>
                    <a:pt x="3921827" y="1549764"/>
                    <a:pt x="3964955" y="1576953"/>
                    <a:pt x="4008083" y="1561952"/>
                  </a:cubicBezTo>
                  <a:cubicBezTo>
                    <a:pt x="4051211" y="1546952"/>
                    <a:pt x="4094339" y="1488825"/>
                    <a:pt x="4137467" y="1484138"/>
                  </a:cubicBezTo>
                  <a:cubicBezTo>
                    <a:pt x="4180595" y="1479450"/>
                    <a:pt x="4223723" y="1526326"/>
                    <a:pt x="4266851" y="1530077"/>
                  </a:cubicBezTo>
                  <a:cubicBezTo>
                    <a:pt x="4309979" y="1533827"/>
                    <a:pt x="4353107" y="1493513"/>
                    <a:pt x="4396235" y="1486950"/>
                  </a:cubicBezTo>
                  <a:cubicBezTo>
                    <a:pt x="4439363" y="1480388"/>
                    <a:pt x="4482491" y="1506638"/>
                    <a:pt x="4525619" y="1531951"/>
                  </a:cubicBezTo>
                  <a:cubicBezTo>
                    <a:pt x="4568746" y="1557265"/>
                    <a:pt x="4611874" y="1581640"/>
                    <a:pt x="4655002" y="1559140"/>
                  </a:cubicBezTo>
                  <a:cubicBezTo>
                    <a:pt x="4698130" y="1537577"/>
                    <a:pt x="4741258" y="1469138"/>
                    <a:pt x="4784386" y="1394135"/>
                  </a:cubicBezTo>
                  <a:cubicBezTo>
                    <a:pt x="4827514" y="1319134"/>
                    <a:pt x="4870642" y="1236631"/>
                    <a:pt x="4913769" y="1225381"/>
                  </a:cubicBezTo>
                  <a:cubicBezTo>
                    <a:pt x="4956898" y="1214131"/>
                    <a:pt x="5000025" y="1274132"/>
                    <a:pt x="5043154" y="1322884"/>
                  </a:cubicBezTo>
                  <a:cubicBezTo>
                    <a:pt x="5086281" y="1371635"/>
                    <a:pt x="5129409" y="1409136"/>
                    <a:pt x="5172537" y="1384760"/>
                  </a:cubicBezTo>
                  <a:cubicBezTo>
                    <a:pt x="5215665" y="1360385"/>
                    <a:pt x="5258793" y="1274132"/>
                    <a:pt x="5301921" y="1220694"/>
                  </a:cubicBezTo>
                  <a:cubicBezTo>
                    <a:pt x="5345049" y="1167255"/>
                    <a:pt x="5388177" y="1145692"/>
                    <a:pt x="5431305" y="1076315"/>
                  </a:cubicBezTo>
                  <a:cubicBezTo>
                    <a:pt x="5474433" y="1006938"/>
                    <a:pt x="5517560" y="889748"/>
                    <a:pt x="5560688" y="843809"/>
                  </a:cubicBezTo>
                  <a:cubicBezTo>
                    <a:pt x="5603816" y="797871"/>
                    <a:pt x="5646944" y="822246"/>
                    <a:pt x="5690072" y="796933"/>
                  </a:cubicBezTo>
                  <a:cubicBezTo>
                    <a:pt x="5733200" y="771620"/>
                    <a:pt x="5776328" y="696618"/>
                    <a:pt x="5819456" y="670367"/>
                  </a:cubicBezTo>
                  <a:cubicBezTo>
                    <a:pt x="5862584" y="644117"/>
                    <a:pt x="5905712" y="665680"/>
                    <a:pt x="5948840" y="645992"/>
                  </a:cubicBezTo>
                  <a:cubicBezTo>
                    <a:pt x="5991967" y="626304"/>
                    <a:pt x="6035096" y="562552"/>
                    <a:pt x="6078223" y="478175"/>
                  </a:cubicBezTo>
                  <a:cubicBezTo>
                    <a:pt x="6121351" y="392860"/>
                    <a:pt x="6164479" y="286920"/>
                    <a:pt x="6207607" y="376922"/>
                  </a:cubicBezTo>
                  <a:cubicBezTo>
                    <a:pt x="6250735" y="466925"/>
                    <a:pt x="6293863" y="754744"/>
                    <a:pt x="6336991" y="768807"/>
                  </a:cubicBezTo>
                  <a:cubicBezTo>
                    <a:pt x="6380119" y="782870"/>
                    <a:pt x="6423246" y="524114"/>
                    <a:pt x="6466375" y="335671"/>
                  </a:cubicBezTo>
                  <a:cubicBezTo>
                    <a:pt x="6509502" y="147229"/>
                    <a:pt x="6552631" y="30976"/>
                    <a:pt x="6595758" y="5663"/>
                  </a:cubicBezTo>
                  <a:cubicBezTo>
                    <a:pt x="6638886" y="-19650"/>
                    <a:pt x="6682014" y="45977"/>
                    <a:pt x="6725142" y="82540"/>
                  </a:cubicBezTo>
                  <a:cubicBezTo>
                    <a:pt x="6768270" y="119103"/>
                    <a:pt x="6811398" y="126604"/>
                    <a:pt x="6854526" y="150042"/>
                  </a:cubicBezTo>
                  <a:cubicBezTo>
                    <a:pt x="6897654" y="173480"/>
                    <a:pt x="6940781" y="211918"/>
                    <a:pt x="6983910" y="231606"/>
                  </a:cubicBezTo>
                  <a:cubicBezTo>
                    <a:pt x="7027037" y="251294"/>
                    <a:pt x="7070165" y="254107"/>
                    <a:pt x="7113293" y="221293"/>
                  </a:cubicBezTo>
                  <a:cubicBezTo>
                    <a:pt x="7156421" y="188480"/>
                    <a:pt x="7199549" y="120978"/>
                    <a:pt x="7242677" y="225981"/>
                  </a:cubicBezTo>
                  <a:cubicBezTo>
                    <a:pt x="7285805" y="330984"/>
                    <a:pt x="7328933" y="607553"/>
                    <a:pt x="7350497" y="746307"/>
                  </a:cubicBezTo>
                  <a:lnTo>
                    <a:pt x="7372061" y="885060"/>
                  </a:lnTo>
                  <a:lnTo>
                    <a:pt x="7372061" y="885060"/>
                  </a:lnTo>
                  <a:lnTo>
                    <a:pt x="7350497" y="844747"/>
                  </a:lnTo>
                  <a:cubicBezTo>
                    <a:pt x="7328933" y="804433"/>
                    <a:pt x="7285805" y="724744"/>
                    <a:pt x="7242677" y="695680"/>
                  </a:cubicBezTo>
                  <a:cubicBezTo>
                    <a:pt x="7199549" y="667555"/>
                    <a:pt x="7156421" y="690993"/>
                    <a:pt x="7113293" y="635679"/>
                  </a:cubicBezTo>
                  <a:cubicBezTo>
                    <a:pt x="7070165" y="580365"/>
                    <a:pt x="7027037" y="447237"/>
                    <a:pt x="6983910" y="394735"/>
                  </a:cubicBezTo>
                  <a:cubicBezTo>
                    <a:pt x="6940781" y="342234"/>
                    <a:pt x="6897654" y="368485"/>
                    <a:pt x="6854526" y="433174"/>
                  </a:cubicBezTo>
                  <a:cubicBezTo>
                    <a:pt x="6811398" y="497863"/>
                    <a:pt x="6768270" y="599115"/>
                    <a:pt x="6725142" y="606616"/>
                  </a:cubicBezTo>
                  <a:cubicBezTo>
                    <a:pt x="6682014" y="614116"/>
                    <a:pt x="6638886" y="525989"/>
                    <a:pt x="6595758" y="507238"/>
                  </a:cubicBezTo>
                  <a:cubicBezTo>
                    <a:pt x="6552631" y="488488"/>
                    <a:pt x="6509502" y="540052"/>
                    <a:pt x="6466375" y="651617"/>
                  </a:cubicBezTo>
                  <a:cubicBezTo>
                    <a:pt x="6423246" y="763182"/>
                    <a:pt x="6380119" y="934749"/>
                    <a:pt x="6336991" y="942249"/>
                  </a:cubicBezTo>
                  <a:cubicBezTo>
                    <a:pt x="6293863" y="949749"/>
                    <a:pt x="6250735" y="794120"/>
                    <a:pt x="6207607" y="747244"/>
                  </a:cubicBezTo>
                  <a:cubicBezTo>
                    <a:pt x="6164479" y="700368"/>
                    <a:pt x="6121351" y="764120"/>
                    <a:pt x="6078223" y="805371"/>
                  </a:cubicBezTo>
                  <a:cubicBezTo>
                    <a:pt x="6035096" y="846622"/>
                    <a:pt x="5991967" y="865372"/>
                    <a:pt x="5948840" y="864435"/>
                  </a:cubicBezTo>
                  <a:cubicBezTo>
                    <a:pt x="5905712" y="862560"/>
                    <a:pt x="5862584" y="840997"/>
                    <a:pt x="5819456" y="878497"/>
                  </a:cubicBezTo>
                  <a:cubicBezTo>
                    <a:pt x="5776328" y="915998"/>
                    <a:pt x="5733200" y="1012563"/>
                    <a:pt x="5690072" y="1070690"/>
                  </a:cubicBezTo>
                  <a:cubicBezTo>
                    <a:pt x="5646944" y="1128816"/>
                    <a:pt x="5603816" y="1147567"/>
                    <a:pt x="5560688" y="1183193"/>
                  </a:cubicBezTo>
                  <a:cubicBezTo>
                    <a:pt x="5517560" y="1218819"/>
                    <a:pt x="5474433" y="1270382"/>
                    <a:pt x="5431305" y="1306946"/>
                  </a:cubicBezTo>
                  <a:cubicBezTo>
                    <a:pt x="5388177" y="1343509"/>
                    <a:pt x="5345049" y="1365072"/>
                    <a:pt x="5301921" y="1396948"/>
                  </a:cubicBezTo>
                  <a:cubicBezTo>
                    <a:pt x="5258793" y="1428824"/>
                    <a:pt x="5215665" y="1471012"/>
                    <a:pt x="5172537" y="1485075"/>
                  </a:cubicBezTo>
                  <a:cubicBezTo>
                    <a:pt x="5129409" y="1499138"/>
                    <a:pt x="5086281" y="1483200"/>
                    <a:pt x="5043154" y="1444762"/>
                  </a:cubicBezTo>
                  <a:cubicBezTo>
                    <a:pt x="5000025" y="1406323"/>
                    <a:pt x="4956898" y="1347259"/>
                    <a:pt x="4913769" y="1358510"/>
                  </a:cubicBezTo>
                  <a:cubicBezTo>
                    <a:pt x="4870642" y="1369760"/>
                    <a:pt x="4827514" y="1452262"/>
                    <a:pt x="4784386" y="1516014"/>
                  </a:cubicBezTo>
                  <a:cubicBezTo>
                    <a:pt x="4741258" y="1579765"/>
                    <a:pt x="4698130" y="1625704"/>
                    <a:pt x="4655002" y="1625704"/>
                  </a:cubicBezTo>
                  <a:cubicBezTo>
                    <a:pt x="4611874" y="1625704"/>
                    <a:pt x="4568746" y="1579765"/>
                    <a:pt x="4525619" y="1576015"/>
                  </a:cubicBezTo>
                  <a:cubicBezTo>
                    <a:pt x="4482491" y="1572265"/>
                    <a:pt x="4439363" y="1611641"/>
                    <a:pt x="4396235" y="1618204"/>
                  </a:cubicBezTo>
                  <a:cubicBezTo>
                    <a:pt x="4353107" y="1624766"/>
                    <a:pt x="4309979" y="1599453"/>
                    <a:pt x="4266851" y="1574140"/>
                  </a:cubicBezTo>
                  <a:cubicBezTo>
                    <a:pt x="4223723" y="1548827"/>
                    <a:pt x="4180595" y="1523514"/>
                    <a:pt x="4137467" y="1528201"/>
                  </a:cubicBezTo>
                  <a:cubicBezTo>
                    <a:pt x="4094339" y="1533827"/>
                    <a:pt x="4051211" y="1569452"/>
                    <a:pt x="4008083" y="1584453"/>
                  </a:cubicBezTo>
                  <a:cubicBezTo>
                    <a:pt x="3964955" y="1599453"/>
                    <a:pt x="3921827" y="1593828"/>
                    <a:pt x="3878700" y="1601328"/>
                  </a:cubicBezTo>
                  <a:cubicBezTo>
                    <a:pt x="3835572" y="1608828"/>
                    <a:pt x="3792444" y="1628517"/>
                    <a:pt x="3749316" y="1632267"/>
                  </a:cubicBezTo>
                  <a:cubicBezTo>
                    <a:pt x="3706188" y="1636954"/>
                    <a:pt x="3663060" y="1625704"/>
                    <a:pt x="3619932" y="1614454"/>
                  </a:cubicBezTo>
                  <a:cubicBezTo>
                    <a:pt x="3576804" y="1603203"/>
                    <a:pt x="3533676" y="1592890"/>
                    <a:pt x="3490548" y="1599453"/>
                  </a:cubicBezTo>
                  <a:cubicBezTo>
                    <a:pt x="3447421" y="1606016"/>
                    <a:pt x="3404293" y="1631329"/>
                    <a:pt x="3339601" y="1643517"/>
                  </a:cubicBezTo>
                  <a:cubicBezTo>
                    <a:pt x="3274909" y="1655705"/>
                    <a:pt x="3188653" y="1655705"/>
                    <a:pt x="3123961" y="1647267"/>
                  </a:cubicBezTo>
                  <a:cubicBezTo>
                    <a:pt x="3059269" y="1638829"/>
                    <a:pt x="3016141" y="1622891"/>
                    <a:pt x="2973013" y="1620079"/>
                  </a:cubicBezTo>
                  <a:cubicBezTo>
                    <a:pt x="2929886" y="1617266"/>
                    <a:pt x="2886758" y="1628517"/>
                    <a:pt x="2843630" y="1638829"/>
                  </a:cubicBezTo>
                  <a:cubicBezTo>
                    <a:pt x="2800502" y="1650079"/>
                    <a:pt x="2757374" y="1660392"/>
                    <a:pt x="2671118" y="1666017"/>
                  </a:cubicBezTo>
                  <a:cubicBezTo>
                    <a:pt x="2584862" y="1671642"/>
                    <a:pt x="2455478" y="1671642"/>
                    <a:pt x="2348596" y="1668830"/>
                  </a:cubicBezTo>
                  <a:cubicBezTo>
                    <a:pt x="2240776" y="1666017"/>
                    <a:pt x="2154521" y="1660392"/>
                    <a:pt x="2089829" y="1660392"/>
                  </a:cubicBezTo>
                  <a:cubicBezTo>
                    <a:pt x="2025137" y="1660392"/>
                    <a:pt x="1982009" y="1666017"/>
                    <a:pt x="1938881" y="1684768"/>
                  </a:cubicBezTo>
                  <a:cubicBezTo>
                    <a:pt x="1895753" y="1703518"/>
                    <a:pt x="1852625" y="1736332"/>
                    <a:pt x="1809497" y="1743832"/>
                  </a:cubicBezTo>
                  <a:cubicBezTo>
                    <a:pt x="1766369" y="1751332"/>
                    <a:pt x="1723241" y="1732581"/>
                    <a:pt x="1680114" y="1728831"/>
                  </a:cubicBezTo>
                  <a:cubicBezTo>
                    <a:pt x="1636986" y="1725081"/>
                    <a:pt x="1593858" y="1736332"/>
                    <a:pt x="1550730" y="1719456"/>
                  </a:cubicBezTo>
                  <a:cubicBezTo>
                    <a:pt x="1507602" y="1702581"/>
                    <a:pt x="1464474" y="1659455"/>
                    <a:pt x="1421346" y="1650079"/>
                  </a:cubicBezTo>
                  <a:cubicBezTo>
                    <a:pt x="1378218" y="1640704"/>
                    <a:pt x="1335090" y="1665080"/>
                    <a:pt x="1291962" y="1671642"/>
                  </a:cubicBezTo>
                  <a:cubicBezTo>
                    <a:pt x="1248834" y="1678205"/>
                    <a:pt x="1205707" y="1667892"/>
                    <a:pt x="1162579" y="1667892"/>
                  </a:cubicBezTo>
                  <a:cubicBezTo>
                    <a:pt x="1119451" y="1667892"/>
                    <a:pt x="1076323" y="1679143"/>
                    <a:pt x="1011631" y="1679143"/>
                  </a:cubicBezTo>
                  <a:cubicBezTo>
                    <a:pt x="946939" y="1679143"/>
                    <a:pt x="860683" y="1667892"/>
                    <a:pt x="796929" y="1657580"/>
                  </a:cubicBezTo>
                  <a:cubicBezTo>
                    <a:pt x="733175" y="1647267"/>
                    <a:pt x="689109" y="1636017"/>
                    <a:pt x="624417" y="1640704"/>
                  </a:cubicBezTo>
                  <a:cubicBezTo>
                    <a:pt x="559725" y="1646329"/>
                    <a:pt x="473469" y="1667892"/>
                    <a:pt x="387214" y="1673518"/>
                  </a:cubicBezTo>
                  <a:cubicBezTo>
                    <a:pt x="300958" y="1679143"/>
                    <a:pt x="214702" y="1667892"/>
                    <a:pt x="150948" y="1673518"/>
                  </a:cubicBezTo>
                  <a:cubicBezTo>
                    <a:pt x="86256" y="1679143"/>
                    <a:pt x="43128" y="1700706"/>
                    <a:pt x="21564" y="1711956"/>
                  </a:cubicBezTo>
                  <a:lnTo>
                    <a:pt x="0" y="1723206"/>
                  </a:lnTo>
                  <a:lnTo>
                    <a:pt x="0" y="1724144"/>
                  </a:lnTo>
                  <a:close/>
                </a:path>
              </a:pathLst>
            </a:custGeom>
            <a:solidFill>
              <a:srgbClr val="F4E1A1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D8E8EBF-119B-3343-9D9D-ED9F60D27CDD}"/>
                </a:ext>
              </a:extLst>
            </p:cNvPr>
            <p:cNvSpPr/>
            <p:nvPr/>
          </p:nvSpPr>
          <p:spPr>
            <a:xfrm>
              <a:off x="1866777" y="2789015"/>
              <a:ext cx="7372060" cy="759774"/>
            </a:xfrm>
            <a:custGeom>
              <a:avLst/>
              <a:gdLst>
                <a:gd name="connsiteX0" fmla="*/ 0 w 7372060"/>
                <a:gd name="connsiteY0" fmla="*/ 707830 h 759774"/>
                <a:gd name="connsiteX1" fmla="*/ 21564 w 7372060"/>
                <a:gd name="connsiteY1" fmla="*/ 719081 h 759774"/>
                <a:gd name="connsiteX2" fmla="*/ 150948 w 7372060"/>
                <a:gd name="connsiteY2" fmla="*/ 757519 h 759774"/>
                <a:gd name="connsiteX3" fmla="*/ 387214 w 7372060"/>
                <a:gd name="connsiteY3" fmla="*/ 746269 h 759774"/>
                <a:gd name="connsiteX4" fmla="*/ 624417 w 7372060"/>
                <a:gd name="connsiteY4" fmla="*/ 735018 h 759774"/>
                <a:gd name="connsiteX5" fmla="*/ 796929 w 7372060"/>
                <a:gd name="connsiteY5" fmla="*/ 707830 h 759774"/>
                <a:gd name="connsiteX6" fmla="*/ 1011631 w 7372060"/>
                <a:gd name="connsiteY6" fmla="*/ 686267 h 759774"/>
                <a:gd name="connsiteX7" fmla="*/ 1162579 w 7372060"/>
                <a:gd name="connsiteY7" fmla="*/ 697518 h 759774"/>
                <a:gd name="connsiteX8" fmla="*/ 1291962 w 7372060"/>
                <a:gd name="connsiteY8" fmla="*/ 690955 h 759774"/>
                <a:gd name="connsiteX9" fmla="*/ 1421346 w 7372060"/>
                <a:gd name="connsiteY9" fmla="*/ 723768 h 759774"/>
                <a:gd name="connsiteX10" fmla="*/ 1550730 w 7372060"/>
                <a:gd name="connsiteY10" fmla="*/ 738769 h 759774"/>
                <a:gd name="connsiteX11" fmla="*/ 1680114 w 7372060"/>
                <a:gd name="connsiteY11" fmla="*/ 758457 h 759774"/>
                <a:gd name="connsiteX12" fmla="*/ 1809497 w 7372060"/>
                <a:gd name="connsiteY12" fmla="*/ 740644 h 759774"/>
                <a:gd name="connsiteX13" fmla="*/ 1938881 w 7372060"/>
                <a:gd name="connsiteY13" fmla="*/ 681580 h 759774"/>
                <a:gd name="connsiteX14" fmla="*/ 2089829 w 7372060"/>
                <a:gd name="connsiteY14" fmla="*/ 690017 h 759774"/>
                <a:gd name="connsiteX15" fmla="*/ 2348596 w 7372060"/>
                <a:gd name="connsiteY15" fmla="*/ 665642 h 759774"/>
                <a:gd name="connsiteX16" fmla="*/ 2671118 w 7372060"/>
                <a:gd name="connsiteY16" fmla="*/ 651579 h 759774"/>
                <a:gd name="connsiteX17" fmla="*/ 2843630 w 7372060"/>
                <a:gd name="connsiteY17" fmla="*/ 634704 h 759774"/>
                <a:gd name="connsiteX18" fmla="*/ 2973013 w 7372060"/>
                <a:gd name="connsiteY18" fmla="*/ 648766 h 759774"/>
                <a:gd name="connsiteX19" fmla="*/ 3123961 w 7372060"/>
                <a:gd name="connsiteY19" fmla="*/ 643141 h 759774"/>
                <a:gd name="connsiteX20" fmla="*/ 3339601 w 7372060"/>
                <a:gd name="connsiteY20" fmla="*/ 660954 h 759774"/>
                <a:gd name="connsiteX21" fmla="*/ 3490548 w 7372060"/>
                <a:gd name="connsiteY21" fmla="*/ 737831 h 759774"/>
                <a:gd name="connsiteX22" fmla="*/ 3619932 w 7372060"/>
                <a:gd name="connsiteY22" fmla="*/ 731268 h 759774"/>
                <a:gd name="connsiteX23" fmla="*/ 3749316 w 7372060"/>
                <a:gd name="connsiteY23" fmla="*/ 693767 h 759774"/>
                <a:gd name="connsiteX24" fmla="*/ 3878700 w 7372060"/>
                <a:gd name="connsiteY24" fmla="*/ 651579 h 759774"/>
                <a:gd name="connsiteX25" fmla="*/ 4008083 w 7372060"/>
                <a:gd name="connsiteY25" fmla="*/ 667517 h 759774"/>
                <a:gd name="connsiteX26" fmla="*/ 4137467 w 7372060"/>
                <a:gd name="connsiteY26" fmla="*/ 720956 h 759774"/>
                <a:gd name="connsiteX27" fmla="*/ 4266851 w 7372060"/>
                <a:gd name="connsiteY27" fmla="*/ 690017 h 759774"/>
                <a:gd name="connsiteX28" fmla="*/ 4396235 w 7372060"/>
                <a:gd name="connsiteY28" fmla="*/ 658142 h 759774"/>
                <a:gd name="connsiteX29" fmla="*/ 4525619 w 7372060"/>
                <a:gd name="connsiteY29" fmla="*/ 691893 h 759774"/>
                <a:gd name="connsiteX30" fmla="*/ 4655002 w 7372060"/>
                <a:gd name="connsiteY30" fmla="*/ 675955 h 759774"/>
                <a:gd name="connsiteX31" fmla="*/ 4784386 w 7372060"/>
                <a:gd name="connsiteY31" fmla="*/ 686267 h 759774"/>
                <a:gd name="connsiteX32" fmla="*/ 4913769 w 7372060"/>
                <a:gd name="connsiteY32" fmla="*/ 615953 h 759774"/>
                <a:gd name="connsiteX33" fmla="*/ 5043154 w 7372060"/>
                <a:gd name="connsiteY33" fmla="*/ 582202 h 759774"/>
                <a:gd name="connsiteX34" fmla="*/ 5172537 w 7372060"/>
                <a:gd name="connsiteY34" fmla="*/ 567202 h 759774"/>
                <a:gd name="connsiteX35" fmla="*/ 5301921 w 7372060"/>
                <a:gd name="connsiteY35" fmla="*/ 567202 h 759774"/>
                <a:gd name="connsiteX36" fmla="*/ 5431305 w 7372060"/>
                <a:gd name="connsiteY36" fmla="*/ 554077 h 759774"/>
                <a:gd name="connsiteX37" fmla="*/ 5560688 w 7372060"/>
                <a:gd name="connsiteY37" fmla="*/ 507200 h 759774"/>
                <a:gd name="connsiteX38" fmla="*/ 5690072 w 7372060"/>
                <a:gd name="connsiteY38" fmla="*/ 558764 h 759774"/>
                <a:gd name="connsiteX39" fmla="*/ 5819456 w 7372060"/>
                <a:gd name="connsiteY39" fmla="*/ 552201 h 759774"/>
                <a:gd name="connsiteX40" fmla="*/ 5948840 w 7372060"/>
                <a:gd name="connsiteY40" fmla="*/ 275632 h 759774"/>
                <a:gd name="connsiteX41" fmla="*/ 6078223 w 7372060"/>
                <a:gd name="connsiteY41" fmla="*/ 391885 h 759774"/>
                <a:gd name="connsiteX42" fmla="*/ 6207607 w 7372060"/>
                <a:gd name="connsiteY42" fmla="*/ 356259 h 759774"/>
                <a:gd name="connsiteX43" fmla="*/ 6336991 w 7372060"/>
                <a:gd name="connsiteY43" fmla="*/ 299070 h 759774"/>
                <a:gd name="connsiteX44" fmla="*/ 6466375 w 7372060"/>
                <a:gd name="connsiteY44" fmla="*/ 325321 h 759774"/>
                <a:gd name="connsiteX45" fmla="*/ 6595758 w 7372060"/>
                <a:gd name="connsiteY45" fmla="*/ 465949 h 759774"/>
                <a:gd name="connsiteX46" fmla="*/ 6725142 w 7372060"/>
                <a:gd name="connsiteY46" fmla="*/ 542826 h 759774"/>
                <a:gd name="connsiteX47" fmla="*/ 6854526 w 7372060"/>
                <a:gd name="connsiteY47" fmla="*/ 424698 h 759774"/>
                <a:gd name="connsiteX48" fmla="*/ 6983910 w 7372060"/>
                <a:gd name="connsiteY48" fmla="*/ 407823 h 759774"/>
                <a:gd name="connsiteX49" fmla="*/ 7113293 w 7372060"/>
                <a:gd name="connsiteY49" fmla="*/ 222193 h 759774"/>
                <a:gd name="connsiteX50" fmla="*/ 7242677 w 7372060"/>
                <a:gd name="connsiteY50" fmla="*/ 172504 h 759774"/>
                <a:gd name="connsiteX51" fmla="*/ 7350497 w 7372060"/>
                <a:gd name="connsiteY51" fmla="*/ 36564 h 759774"/>
                <a:gd name="connsiteX52" fmla="*/ 7372061 w 7372060"/>
                <a:gd name="connsiteY52" fmla="*/ 0 h 759774"/>
                <a:gd name="connsiteX53" fmla="*/ 7372061 w 7372060"/>
                <a:gd name="connsiteY53" fmla="*/ 0 h 759774"/>
                <a:gd name="connsiteX54" fmla="*/ 7350497 w 7372060"/>
                <a:gd name="connsiteY54" fmla="*/ 58127 h 759774"/>
                <a:gd name="connsiteX55" fmla="*/ 7242677 w 7372060"/>
                <a:gd name="connsiteY55" fmla="*/ 270007 h 759774"/>
                <a:gd name="connsiteX56" fmla="*/ 7113293 w 7372060"/>
                <a:gd name="connsiteY56" fmla="*/ 298133 h 759774"/>
                <a:gd name="connsiteX57" fmla="*/ 6983910 w 7372060"/>
                <a:gd name="connsiteY57" fmla="*/ 472512 h 759774"/>
                <a:gd name="connsiteX58" fmla="*/ 6854526 w 7372060"/>
                <a:gd name="connsiteY58" fmla="*/ 478137 h 759774"/>
                <a:gd name="connsiteX59" fmla="*/ 6725142 w 7372060"/>
                <a:gd name="connsiteY59" fmla="*/ 553139 h 759774"/>
                <a:gd name="connsiteX60" fmla="*/ 6595758 w 7372060"/>
                <a:gd name="connsiteY60" fmla="*/ 476262 h 759774"/>
                <a:gd name="connsiteX61" fmla="*/ 6466375 w 7372060"/>
                <a:gd name="connsiteY61" fmla="*/ 401260 h 759774"/>
                <a:gd name="connsiteX62" fmla="*/ 6336991 w 7372060"/>
                <a:gd name="connsiteY62" fmla="*/ 450949 h 759774"/>
                <a:gd name="connsiteX63" fmla="*/ 6207607 w 7372060"/>
                <a:gd name="connsiteY63" fmla="*/ 431261 h 759774"/>
                <a:gd name="connsiteX64" fmla="*/ 6078223 w 7372060"/>
                <a:gd name="connsiteY64" fmla="*/ 412510 h 759774"/>
                <a:gd name="connsiteX65" fmla="*/ 5948840 w 7372060"/>
                <a:gd name="connsiteY65" fmla="*/ 317821 h 759774"/>
                <a:gd name="connsiteX66" fmla="*/ 5819456 w 7372060"/>
                <a:gd name="connsiteY66" fmla="*/ 561577 h 759774"/>
                <a:gd name="connsiteX67" fmla="*/ 5690072 w 7372060"/>
                <a:gd name="connsiteY67" fmla="*/ 568139 h 759774"/>
                <a:gd name="connsiteX68" fmla="*/ 5560688 w 7372060"/>
                <a:gd name="connsiteY68" fmla="*/ 549389 h 759774"/>
                <a:gd name="connsiteX69" fmla="*/ 5431305 w 7372060"/>
                <a:gd name="connsiteY69" fmla="*/ 563452 h 759774"/>
                <a:gd name="connsiteX70" fmla="*/ 5301921 w 7372060"/>
                <a:gd name="connsiteY70" fmla="*/ 576577 h 759774"/>
                <a:gd name="connsiteX71" fmla="*/ 5172537 w 7372060"/>
                <a:gd name="connsiteY71" fmla="*/ 609390 h 759774"/>
                <a:gd name="connsiteX72" fmla="*/ 5043154 w 7372060"/>
                <a:gd name="connsiteY72" fmla="*/ 591577 h 759774"/>
                <a:gd name="connsiteX73" fmla="*/ 4913769 w 7372060"/>
                <a:gd name="connsiteY73" fmla="*/ 615016 h 759774"/>
                <a:gd name="connsiteX74" fmla="*/ 4784386 w 7372060"/>
                <a:gd name="connsiteY74" fmla="*/ 685330 h 759774"/>
                <a:gd name="connsiteX75" fmla="*/ 4655002 w 7372060"/>
                <a:gd name="connsiteY75" fmla="*/ 675017 h 759774"/>
                <a:gd name="connsiteX76" fmla="*/ 4525619 w 7372060"/>
                <a:gd name="connsiteY76" fmla="*/ 690955 h 759774"/>
                <a:gd name="connsiteX77" fmla="*/ 4396235 w 7372060"/>
                <a:gd name="connsiteY77" fmla="*/ 667517 h 759774"/>
                <a:gd name="connsiteX78" fmla="*/ 4266851 w 7372060"/>
                <a:gd name="connsiteY78" fmla="*/ 732206 h 759774"/>
                <a:gd name="connsiteX79" fmla="*/ 4137467 w 7372060"/>
                <a:gd name="connsiteY79" fmla="*/ 730331 h 759774"/>
                <a:gd name="connsiteX80" fmla="*/ 4008083 w 7372060"/>
                <a:gd name="connsiteY80" fmla="*/ 666579 h 759774"/>
                <a:gd name="connsiteX81" fmla="*/ 3878700 w 7372060"/>
                <a:gd name="connsiteY81" fmla="*/ 650641 h 759774"/>
                <a:gd name="connsiteX82" fmla="*/ 3749316 w 7372060"/>
                <a:gd name="connsiteY82" fmla="*/ 692830 h 759774"/>
                <a:gd name="connsiteX83" fmla="*/ 3619932 w 7372060"/>
                <a:gd name="connsiteY83" fmla="*/ 730331 h 759774"/>
                <a:gd name="connsiteX84" fmla="*/ 3490548 w 7372060"/>
                <a:gd name="connsiteY84" fmla="*/ 736894 h 759774"/>
                <a:gd name="connsiteX85" fmla="*/ 3339601 w 7372060"/>
                <a:gd name="connsiteY85" fmla="*/ 660017 h 759774"/>
                <a:gd name="connsiteX86" fmla="*/ 3123961 w 7372060"/>
                <a:gd name="connsiteY86" fmla="*/ 642204 h 759774"/>
                <a:gd name="connsiteX87" fmla="*/ 2973013 w 7372060"/>
                <a:gd name="connsiteY87" fmla="*/ 647829 h 759774"/>
                <a:gd name="connsiteX88" fmla="*/ 2843630 w 7372060"/>
                <a:gd name="connsiteY88" fmla="*/ 633766 h 759774"/>
                <a:gd name="connsiteX89" fmla="*/ 2671118 w 7372060"/>
                <a:gd name="connsiteY89" fmla="*/ 650641 h 759774"/>
                <a:gd name="connsiteX90" fmla="*/ 2348596 w 7372060"/>
                <a:gd name="connsiteY90" fmla="*/ 664704 h 759774"/>
                <a:gd name="connsiteX91" fmla="*/ 2089829 w 7372060"/>
                <a:gd name="connsiteY91" fmla="*/ 689080 h 759774"/>
                <a:gd name="connsiteX92" fmla="*/ 1938881 w 7372060"/>
                <a:gd name="connsiteY92" fmla="*/ 680642 h 759774"/>
                <a:gd name="connsiteX93" fmla="*/ 1809497 w 7372060"/>
                <a:gd name="connsiteY93" fmla="*/ 739706 h 759774"/>
                <a:gd name="connsiteX94" fmla="*/ 1680114 w 7372060"/>
                <a:gd name="connsiteY94" fmla="*/ 757519 h 759774"/>
                <a:gd name="connsiteX95" fmla="*/ 1550730 w 7372060"/>
                <a:gd name="connsiteY95" fmla="*/ 737831 h 759774"/>
                <a:gd name="connsiteX96" fmla="*/ 1421346 w 7372060"/>
                <a:gd name="connsiteY96" fmla="*/ 722831 h 759774"/>
                <a:gd name="connsiteX97" fmla="*/ 1291962 w 7372060"/>
                <a:gd name="connsiteY97" fmla="*/ 690017 h 759774"/>
                <a:gd name="connsiteX98" fmla="*/ 1162579 w 7372060"/>
                <a:gd name="connsiteY98" fmla="*/ 696580 h 759774"/>
                <a:gd name="connsiteX99" fmla="*/ 1011631 w 7372060"/>
                <a:gd name="connsiteY99" fmla="*/ 685330 h 759774"/>
                <a:gd name="connsiteX100" fmla="*/ 796929 w 7372060"/>
                <a:gd name="connsiteY100" fmla="*/ 706893 h 759774"/>
                <a:gd name="connsiteX101" fmla="*/ 624417 w 7372060"/>
                <a:gd name="connsiteY101" fmla="*/ 734081 h 759774"/>
                <a:gd name="connsiteX102" fmla="*/ 387214 w 7372060"/>
                <a:gd name="connsiteY102" fmla="*/ 745331 h 759774"/>
                <a:gd name="connsiteX103" fmla="*/ 150948 w 7372060"/>
                <a:gd name="connsiteY103" fmla="*/ 756582 h 759774"/>
                <a:gd name="connsiteX104" fmla="*/ 21564 w 7372060"/>
                <a:gd name="connsiteY104" fmla="*/ 718143 h 759774"/>
                <a:gd name="connsiteX105" fmla="*/ 0 w 7372060"/>
                <a:gd name="connsiteY105" fmla="*/ 706893 h 759774"/>
                <a:gd name="connsiteX106" fmla="*/ 0 w 7372060"/>
                <a:gd name="connsiteY106" fmla="*/ 707830 h 75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372060" h="759774">
                  <a:moveTo>
                    <a:pt x="0" y="707830"/>
                  </a:moveTo>
                  <a:lnTo>
                    <a:pt x="21564" y="719081"/>
                  </a:lnTo>
                  <a:cubicBezTo>
                    <a:pt x="43128" y="730331"/>
                    <a:pt x="86256" y="751894"/>
                    <a:pt x="150948" y="757519"/>
                  </a:cubicBezTo>
                  <a:cubicBezTo>
                    <a:pt x="215640" y="763144"/>
                    <a:pt x="301895" y="751894"/>
                    <a:pt x="387214" y="746269"/>
                  </a:cubicBezTo>
                  <a:cubicBezTo>
                    <a:pt x="473469" y="740644"/>
                    <a:pt x="559725" y="740644"/>
                    <a:pt x="624417" y="735018"/>
                  </a:cubicBezTo>
                  <a:cubicBezTo>
                    <a:pt x="689109" y="729394"/>
                    <a:pt x="732237" y="718143"/>
                    <a:pt x="796929" y="707830"/>
                  </a:cubicBezTo>
                  <a:cubicBezTo>
                    <a:pt x="861621" y="697518"/>
                    <a:pt x="947877" y="686267"/>
                    <a:pt x="1011631" y="686267"/>
                  </a:cubicBezTo>
                  <a:cubicBezTo>
                    <a:pt x="1075385" y="686267"/>
                    <a:pt x="1119451" y="697518"/>
                    <a:pt x="1162579" y="697518"/>
                  </a:cubicBezTo>
                  <a:cubicBezTo>
                    <a:pt x="1205707" y="697518"/>
                    <a:pt x="1248834" y="686267"/>
                    <a:pt x="1291962" y="690955"/>
                  </a:cubicBezTo>
                  <a:cubicBezTo>
                    <a:pt x="1335090" y="694705"/>
                    <a:pt x="1378218" y="714393"/>
                    <a:pt x="1421346" y="723768"/>
                  </a:cubicBezTo>
                  <a:cubicBezTo>
                    <a:pt x="1464474" y="733144"/>
                    <a:pt x="1507602" y="733144"/>
                    <a:pt x="1550730" y="738769"/>
                  </a:cubicBezTo>
                  <a:cubicBezTo>
                    <a:pt x="1593858" y="744394"/>
                    <a:pt x="1636986" y="755644"/>
                    <a:pt x="1680114" y="758457"/>
                  </a:cubicBezTo>
                  <a:cubicBezTo>
                    <a:pt x="1723241" y="762207"/>
                    <a:pt x="1766369" y="758457"/>
                    <a:pt x="1809497" y="740644"/>
                  </a:cubicBezTo>
                  <a:cubicBezTo>
                    <a:pt x="1852625" y="722831"/>
                    <a:pt x="1895753" y="690017"/>
                    <a:pt x="1938881" y="681580"/>
                  </a:cubicBezTo>
                  <a:cubicBezTo>
                    <a:pt x="1982009" y="673142"/>
                    <a:pt x="2025137" y="690017"/>
                    <a:pt x="2089829" y="690017"/>
                  </a:cubicBezTo>
                  <a:cubicBezTo>
                    <a:pt x="2154521" y="690017"/>
                    <a:pt x="2240776" y="673142"/>
                    <a:pt x="2348596" y="665642"/>
                  </a:cubicBezTo>
                  <a:cubicBezTo>
                    <a:pt x="2456416" y="657204"/>
                    <a:pt x="2585800" y="657204"/>
                    <a:pt x="2671118" y="651579"/>
                  </a:cubicBezTo>
                  <a:cubicBezTo>
                    <a:pt x="2756436" y="645954"/>
                    <a:pt x="2800502" y="634704"/>
                    <a:pt x="2843630" y="634704"/>
                  </a:cubicBezTo>
                  <a:cubicBezTo>
                    <a:pt x="2886758" y="634704"/>
                    <a:pt x="2929886" y="645954"/>
                    <a:pt x="2973013" y="648766"/>
                  </a:cubicBezTo>
                  <a:cubicBezTo>
                    <a:pt x="3016141" y="651579"/>
                    <a:pt x="3059269" y="645954"/>
                    <a:pt x="3123961" y="643141"/>
                  </a:cubicBezTo>
                  <a:cubicBezTo>
                    <a:pt x="3188653" y="640329"/>
                    <a:pt x="3274909" y="640329"/>
                    <a:pt x="3339601" y="660954"/>
                  </a:cubicBezTo>
                  <a:cubicBezTo>
                    <a:pt x="3404293" y="681580"/>
                    <a:pt x="3447421" y="722831"/>
                    <a:pt x="3490548" y="737831"/>
                  </a:cubicBezTo>
                  <a:cubicBezTo>
                    <a:pt x="3533676" y="752832"/>
                    <a:pt x="3576804" y="741581"/>
                    <a:pt x="3619932" y="731268"/>
                  </a:cubicBezTo>
                  <a:cubicBezTo>
                    <a:pt x="3663060" y="720018"/>
                    <a:pt x="3706188" y="709706"/>
                    <a:pt x="3749316" y="693767"/>
                  </a:cubicBezTo>
                  <a:cubicBezTo>
                    <a:pt x="3792444" y="678767"/>
                    <a:pt x="3835572" y="659079"/>
                    <a:pt x="3878700" y="651579"/>
                  </a:cubicBezTo>
                  <a:cubicBezTo>
                    <a:pt x="3921827" y="644079"/>
                    <a:pt x="3964955" y="649704"/>
                    <a:pt x="4008083" y="667517"/>
                  </a:cubicBezTo>
                  <a:cubicBezTo>
                    <a:pt x="4051211" y="685330"/>
                    <a:pt x="4094339" y="714393"/>
                    <a:pt x="4137467" y="720956"/>
                  </a:cubicBezTo>
                  <a:cubicBezTo>
                    <a:pt x="4180595" y="727518"/>
                    <a:pt x="4223723" y="708768"/>
                    <a:pt x="4266851" y="690017"/>
                  </a:cubicBezTo>
                  <a:cubicBezTo>
                    <a:pt x="4309979" y="672205"/>
                    <a:pt x="4353107" y="653454"/>
                    <a:pt x="4396235" y="658142"/>
                  </a:cubicBezTo>
                  <a:cubicBezTo>
                    <a:pt x="4439363" y="662829"/>
                    <a:pt x="4482491" y="689080"/>
                    <a:pt x="4525619" y="691893"/>
                  </a:cubicBezTo>
                  <a:cubicBezTo>
                    <a:pt x="4568746" y="694705"/>
                    <a:pt x="4611874" y="675955"/>
                    <a:pt x="4655002" y="675955"/>
                  </a:cubicBezTo>
                  <a:cubicBezTo>
                    <a:pt x="4698130" y="675955"/>
                    <a:pt x="4741258" y="695643"/>
                    <a:pt x="4784386" y="686267"/>
                  </a:cubicBezTo>
                  <a:cubicBezTo>
                    <a:pt x="4827514" y="676892"/>
                    <a:pt x="4870642" y="638454"/>
                    <a:pt x="4913769" y="615953"/>
                  </a:cubicBezTo>
                  <a:cubicBezTo>
                    <a:pt x="4956898" y="593453"/>
                    <a:pt x="5000025" y="587827"/>
                    <a:pt x="5043154" y="582202"/>
                  </a:cubicBezTo>
                  <a:cubicBezTo>
                    <a:pt x="5086281" y="576577"/>
                    <a:pt x="5129409" y="570015"/>
                    <a:pt x="5172537" y="567202"/>
                  </a:cubicBezTo>
                  <a:cubicBezTo>
                    <a:pt x="5215665" y="564389"/>
                    <a:pt x="5258793" y="566264"/>
                    <a:pt x="5301921" y="567202"/>
                  </a:cubicBezTo>
                  <a:cubicBezTo>
                    <a:pt x="5345049" y="568139"/>
                    <a:pt x="5388177" y="568139"/>
                    <a:pt x="5431305" y="554077"/>
                  </a:cubicBezTo>
                  <a:cubicBezTo>
                    <a:pt x="5474433" y="539076"/>
                    <a:pt x="5517560" y="510013"/>
                    <a:pt x="5560688" y="507200"/>
                  </a:cubicBezTo>
                  <a:cubicBezTo>
                    <a:pt x="5603816" y="504388"/>
                    <a:pt x="5646944" y="529701"/>
                    <a:pt x="5690072" y="558764"/>
                  </a:cubicBezTo>
                  <a:cubicBezTo>
                    <a:pt x="5733200" y="587827"/>
                    <a:pt x="5776328" y="622516"/>
                    <a:pt x="5819456" y="552201"/>
                  </a:cubicBezTo>
                  <a:cubicBezTo>
                    <a:pt x="5862584" y="481887"/>
                    <a:pt x="5905712" y="307508"/>
                    <a:pt x="5948840" y="275632"/>
                  </a:cubicBezTo>
                  <a:cubicBezTo>
                    <a:pt x="5991967" y="244694"/>
                    <a:pt x="6035096" y="356259"/>
                    <a:pt x="6078223" y="391885"/>
                  </a:cubicBezTo>
                  <a:cubicBezTo>
                    <a:pt x="6121351" y="427511"/>
                    <a:pt x="6164479" y="386260"/>
                    <a:pt x="6207607" y="356259"/>
                  </a:cubicBezTo>
                  <a:cubicBezTo>
                    <a:pt x="6250735" y="326258"/>
                    <a:pt x="6293863" y="307508"/>
                    <a:pt x="6336991" y="299070"/>
                  </a:cubicBezTo>
                  <a:cubicBezTo>
                    <a:pt x="6380119" y="290632"/>
                    <a:pt x="6423246" y="294383"/>
                    <a:pt x="6466375" y="325321"/>
                  </a:cubicBezTo>
                  <a:cubicBezTo>
                    <a:pt x="6509502" y="356259"/>
                    <a:pt x="6552631" y="414386"/>
                    <a:pt x="6595758" y="465949"/>
                  </a:cubicBezTo>
                  <a:cubicBezTo>
                    <a:pt x="6638886" y="517513"/>
                    <a:pt x="6682014" y="560639"/>
                    <a:pt x="6725142" y="542826"/>
                  </a:cubicBezTo>
                  <a:cubicBezTo>
                    <a:pt x="6768270" y="525013"/>
                    <a:pt x="6811398" y="445324"/>
                    <a:pt x="6854526" y="424698"/>
                  </a:cubicBezTo>
                  <a:cubicBezTo>
                    <a:pt x="6897654" y="404073"/>
                    <a:pt x="6940781" y="442511"/>
                    <a:pt x="6983910" y="407823"/>
                  </a:cubicBezTo>
                  <a:cubicBezTo>
                    <a:pt x="7027037" y="373134"/>
                    <a:pt x="7070165" y="266257"/>
                    <a:pt x="7113293" y="222193"/>
                  </a:cubicBezTo>
                  <a:cubicBezTo>
                    <a:pt x="7156421" y="178129"/>
                    <a:pt x="7199549" y="198755"/>
                    <a:pt x="7242677" y="172504"/>
                  </a:cubicBezTo>
                  <a:cubicBezTo>
                    <a:pt x="7285805" y="146254"/>
                    <a:pt x="7328933" y="73127"/>
                    <a:pt x="7350497" y="36564"/>
                  </a:cubicBezTo>
                  <a:lnTo>
                    <a:pt x="7372061" y="0"/>
                  </a:lnTo>
                  <a:lnTo>
                    <a:pt x="7372061" y="0"/>
                  </a:lnTo>
                  <a:lnTo>
                    <a:pt x="7350497" y="58127"/>
                  </a:lnTo>
                  <a:cubicBezTo>
                    <a:pt x="7328933" y="116253"/>
                    <a:pt x="7285805" y="233443"/>
                    <a:pt x="7242677" y="270007"/>
                  </a:cubicBezTo>
                  <a:cubicBezTo>
                    <a:pt x="7199549" y="307508"/>
                    <a:pt x="7156421" y="265319"/>
                    <a:pt x="7113293" y="298133"/>
                  </a:cubicBezTo>
                  <a:cubicBezTo>
                    <a:pt x="7070165" y="330946"/>
                    <a:pt x="7027037" y="437824"/>
                    <a:pt x="6983910" y="472512"/>
                  </a:cubicBezTo>
                  <a:cubicBezTo>
                    <a:pt x="6940781" y="507200"/>
                    <a:pt x="6897654" y="468762"/>
                    <a:pt x="6854526" y="478137"/>
                  </a:cubicBezTo>
                  <a:cubicBezTo>
                    <a:pt x="6811398" y="487512"/>
                    <a:pt x="6768270" y="545639"/>
                    <a:pt x="6725142" y="553139"/>
                  </a:cubicBezTo>
                  <a:cubicBezTo>
                    <a:pt x="6682014" y="559702"/>
                    <a:pt x="6638886" y="516576"/>
                    <a:pt x="6595758" y="476262"/>
                  </a:cubicBezTo>
                  <a:cubicBezTo>
                    <a:pt x="6552631" y="435948"/>
                    <a:pt x="6509502" y="399385"/>
                    <a:pt x="6466375" y="401260"/>
                  </a:cubicBezTo>
                  <a:cubicBezTo>
                    <a:pt x="6423246" y="403135"/>
                    <a:pt x="6380119" y="443449"/>
                    <a:pt x="6336991" y="450949"/>
                  </a:cubicBezTo>
                  <a:cubicBezTo>
                    <a:pt x="6293863" y="458449"/>
                    <a:pt x="6250735" y="434074"/>
                    <a:pt x="6207607" y="431261"/>
                  </a:cubicBezTo>
                  <a:cubicBezTo>
                    <a:pt x="6164479" y="428448"/>
                    <a:pt x="6121351" y="448136"/>
                    <a:pt x="6078223" y="412510"/>
                  </a:cubicBezTo>
                  <a:cubicBezTo>
                    <a:pt x="6035096" y="376885"/>
                    <a:pt x="5991967" y="286882"/>
                    <a:pt x="5948840" y="317821"/>
                  </a:cubicBezTo>
                  <a:cubicBezTo>
                    <a:pt x="5905712" y="348759"/>
                    <a:pt x="5862584" y="502513"/>
                    <a:pt x="5819456" y="561577"/>
                  </a:cubicBezTo>
                  <a:cubicBezTo>
                    <a:pt x="5776328" y="620641"/>
                    <a:pt x="5733200" y="586890"/>
                    <a:pt x="5690072" y="568139"/>
                  </a:cubicBezTo>
                  <a:cubicBezTo>
                    <a:pt x="5646944" y="549389"/>
                    <a:pt x="5603816" y="546576"/>
                    <a:pt x="5560688" y="549389"/>
                  </a:cubicBezTo>
                  <a:cubicBezTo>
                    <a:pt x="5517560" y="552201"/>
                    <a:pt x="5474433" y="559702"/>
                    <a:pt x="5431305" y="563452"/>
                  </a:cubicBezTo>
                  <a:cubicBezTo>
                    <a:pt x="5388177" y="567202"/>
                    <a:pt x="5345049" y="566264"/>
                    <a:pt x="5301921" y="576577"/>
                  </a:cubicBezTo>
                  <a:cubicBezTo>
                    <a:pt x="5258793" y="586890"/>
                    <a:pt x="5215665" y="607515"/>
                    <a:pt x="5172537" y="609390"/>
                  </a:cubicBezTo>
                  <a:cubicBezTo>
                    <a:pt x="5129409" y="611266"/>
                    <a:pt x="5086281" y="596265"/>
                    <a:pt x="5043154" y="591577"/>
                  </a:cubicBezTo>
                  <a:cubicBezTo>
                    <a:pt x="5000025" y="586890"/>
                    <a:pt x="4956898" y="592515"/>
                    <a:pt x="4913769" y="615016"/>
                  </a:cubicBezTo>
                  <a:cubicBezTo>
                    <a:pt x="4870642" y="637516"/>
                    <a:pt x="4827514" y="675955"/>
                    <a:pt x="4784386" y="685330"/>
                  </a:cubicBezTo>
                  <a:cubicBezTo>
                    <a:pt x="4741258" y="694705"/>
                    <a:pt x="4698130" y="675017"/>
                    <a:pt x="4655002" y="675017"/>
                  </a:cubicBezTo>
                  <a:cubicBezTo>
                    <a:pt x="4611874" y="675017"/>
                    <a:pt x="4568746" y="694705"/>
                    <a:pt x="4525619" y="690955"/>
                  </a:cubicBezTo>
                  <a:cubicBezTo>
                    <a:pt x="4482491" y="687205"/>
                    <a:pt x="4439363" y="660954"/>
                    <a:pt x="4396235" y="667517"/>
                  </a:cubicBezTo>
                  <a:cubicBezTo>
                    <a:pt x="4353107" y="674079"/>
                    <a:pt x="4309979" y="714393"/>
                    <a:pt x="4266851" y="732206"/>
                  </a:cubicBezTo>
                  <a:cubicBezTo>
                    <a:pt x="4223723" y="750019"/>
                    <a:pt x="4180595" y="747206"/>
                    <a:pt x="4137467" y="730331"/>
                  </a:cubicBezTo>
                  <a:cubicBezTo>
                    <a:pt x="4094339" y="713456"/>
                    <a:pt x="4051211" y="684392"/>
                    <a:pt x="4008083" y="666579"/>
                  </a:cubicBezTo>
                  <a:cubicBezTo>
                    <a:pt x="3964955" y="648766"/>
                    <a:pt x="3921827" y="643141"/>
                    <a:pt x="3878700" y="650641"/>
                  </a:cubicBezTo>
                  <a:cubicBezTo>
                    <a:pt x="3835572" y="658142"/>
                    <a:pt x="3792444" y="677830"/>
                    <a:pt x="3749316" y="692830"/>
                  </a:cubicBezTo>
                  <a:cubicBezTo>
                    <a:pt x="3706188" y="707830"/>
                    <a:pt x="3663060" y="719081"/>
                    <a:pt x="3619932" y="730331"/>
                  </a:cubicBezTo>
                  <a:cubicBezTo>
                    <a:pt x="3576804" y="741581"/>
                    <a:pt x="3533676" y="751894"/>
                    <a:pt x="3490548" y="736894"/>
                  </a:cubicBezTo>
                  <a:cubicBezTo>
                    <a:pt x="3447421" y="721893"/>
                    <a:pt x="3404293" y="680642"/>
                    <a:pt x="3339601" y="660017"/>
                  </a:cubicBezTo>
                  <a:cubicBezTo>
                    <a:pt x="3274909" y="639391"/>
                    <a:pt x="3188653" y="639391"/>
                    <a:pt x="3123961" y="642204"/>
                  </a:cubicBezTo>
                  <a:cubicBezTo>
                    <a:pt x="3059269" y="645016"/>
                    <a:pt x="3016141" y="650641"/>
                    <a:pt x="2973013" y="647829"/>
                  </a:cubicBezTo>
                  <a:cubicBezTo>
                    <a:pt x="2929886" y="645016"/>
                    <a:pt x="2886758" y="633766"/>
                    <a:pt x="2843630" y="633766"/>
                  </a:cubicBezTo>
                  <a:cubicBezTo>
                    <a:pt x="2800502" y="633766"/>
                    <a:pt x="2757374" y="645016"/>
                    <a:pt x="2671118" y="650641"/>
                  </a:cubicBezTo>
                  <a:cubicBezTo>
                    <a:pt x="2584862" y="656267"/>
                    <a:pt x="2455478" y="656267"/>
                    <a:pt x="2348596" y="664704"/>
                  </a:cubicBezTo>
                  <a:cubicBezTo>
                    <a:pt x="2240776" y="673142"/>
                    <a:pt x="2154521" y="689080"/>
                    <a:pt x="2089829" y="689080"/>
                  </a:cubicBezTo>
                  <a:cubicBezTo>
                    <a:pt x="2025137" y="689080"/>
                    <a:pt x="1982009" y="672205"/>
                    <a:pt x="1938881" y="680642"/>
                  </a:cubicBezTo>
                  <a:cubicBezTo>
                    <a:pt x="1895753" y="689080"/>
                    <a:pt x="1852625" y="721893"/>
                    <a:pt x="1809497" y="739706"/>
                  </a:cubicBezTo>
                  <a:cubicBezTo>
                    <a:pt x="1766369" y="757519"/>
                    <a:pt x="1723241" y="761269"/>
                    <a:pt x="1680114" y="757519"/>
                  </a:cubicBezTo>
                  <a:cubicBezTo>
                    <a:pt x="1636986" y="753769"/>
                    <a:pt x="1593858" y="742519"/>
                    <a:pt x="1550730" y="737831"/>
                  </a:cubicBezTo>
                  <a:cubicBezTo>
                    <a:pt x="1507602" y="732206"/>
                    <a:pt x="1464474" y="732206"/>
                    <a:pt x="1421346" y="722831"/>
                  </a:cubicBezTo>
                  <a:cubicBezTo>
                    <a:pt x="1378218" y="713456"/>
                    <a:pt x="1335090" y="693767"/>
                    <a:pt x="1291962" y="690017"/>
                  </a:cubicBezTo>
                  <a:cubicBezTo>
                    <a:pt x="1248834" y="686267"/>
                    <a:pt x="1205707" y="696580"/>
                    <a:pt x="1162579" y="696580"/>
                  </a:cubicBezTo>
                  <a:cubicBezTo>
                    <a:pt x="1119451" y="696580"/>
                    <a:pt x="1076323" y="685330"/>
                    <a:pt x="1011631" y="685330"/>
                  </a:cubicBezTo>
                  <a:cubicBezTo>
                    <a:pt x="946939" y="685330"/>
                    <a:pt x="860683" y="696580"/>
                    <a:pt x="796929" y="706893"/>
                  </a:cubicBezTo>
                  <a:cubicBezTo>
                    <a:pt x="733175" y="717206"/>
                    <a:pt x="689109" y="728456"/>
                    <a:pt x="624417" y="734081"/>
                  </a:cubicBezTo>
                  <a:cubicBezTo>
                    <a:pt x="559725" y="739706"/>
                    <a:pt x="473469" y="739706"/>
                    <a:pt x="387214" y="745331"/>
                  </a:cubicBezTo>
                  <a:cubicBezTo>
                    <a:pt x="300958" y="750956"/>
                    <a:pt x="214702" y="762207"/>
                    <a:pt x="150948" y="756582"/>
                  </a:cubicBezTo>
                  <a:cubicBezTo>
                    <a:pt x="86256" y="750956"/>
                    <a:pt x="43128" y="729394"/>
                    <a:pt x="21564" y="718143"/>
                  </a:cubicBezTo>
                  <a:lnTo>
                    <a:pt x="0" y="706893"/>
                  </a:lnTo>
                  <a:lnTo>
                    <a:pt x="0" y="707830"/>
                  </a:lnTo>
                  <a:close/>
                </a:path>
              </a:pathLst>
            </a:custGeom>
            <a:solidFill>
              <a:srgbClr val="FFC3C2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525B1BF-B2D7-1B19-AA5F-1C9599C9BC2D}"/>
                </a:ext>
              </a:extLst>
            </p:cNvPr>
            <p:cNvSpPr/>
            <p:nvPr/>
          </p:nvSpPr>
          <p:spPr>
            <a:xfrm>
              <a:off x="1866777" y="2789953"/>
              <a:ext cx="7372060" cy="761649"/>
            </a:xfrm>
            <a:custGeom>
              <a:avLst/>
              <a:gdLst>
                <a:gd name="connsiteX0" fmla="*/ 0 w 7372060"/>
                <a:gd name="connsiteY0" fmla="*/ 706893 h 761649"/>
                <a:gd name="connsiteX1" fmla="*/ 21564 w 7372060"/>
                <a:gd name="connsiteY1" fmla="*/ 718143 h 761649"/>
                <a:gd name="connsiteX2" fmla="*/ 150948 w 7372060"/>
                <a:gd name="connsiteY2" fmla="*/ 756582 h 761649"/>
                <a:gd name="connsiteX3" fmla="*/ 387214 w 7372060"/>
                <a:gd name="connsiteY3" fmla="*/ 745331 h 761649"/>
                <a:gd name="connsiteX4" fmla="*/ 624417 w 7372060"/>
                <a:gd name="connsiteY4" fmla="*/ 734081 h 761649"/>
                <a:gd name="connsiteX5" fmla="*/ 796929 w 7372060"/>
                <a:gd name="connsiteY5" fmla="*/ 706893 h 761649"/>
                <a:gd name="connsiteX6" fmla="*/ 1011631 w 7372060"/>
                <a:gd name="connsiteY6" fmla="*/ 685330 h 761649"/>
                <a:gd name="connsiteX7" fmla="*/ 1162579 w 7372060"/>
                <a:gd name="connsiteY7" fmla="*/ 696580 h 761649"/>
                <a:gd name="connsiteX8" fmla="*/ 1291962 w 7372060"/>
                <a:gd name="connsiteY8" fmla="*/ 690017 h 761649"/>
                <a:gd name="connsiteX9" fmla="*/ 1421346 w 7372060"/>
                <a:gd name="connsiteY9" fmla="*/ 722831 h 761649"/>
                <a:gd name="connsiteX10" fmla="*/ 1550730 w 7372060"/>
                <a:gd name="connsiteY10" fmla="*/ 737831 h 761649"/>
                <a:gd name="connsiteX11" fmla="*/ 1680114 w 7372060"/>
                <a:gd name="connsiteY11" fmla="*/ 757519 h 761649"/>
                <a:gd name="connsiteX12" fmla="*/ 1809497 w 7372060"/>
                <a:gd name="connsiteY12" fmla="*/ 739706 h 761649"/>
                <a:gd name="connsiteX13" fmla="*/ 1938881 w 7372060"/>
                <a:gd name="connsiteY13" fmla="*/ 680642 h 761649"/>
                <a:gd name="connsiteX14" fmla="*/ 2089829 w 7372060"/>
                <a:gd name="connsiteY14" fmla="*/ 689080 h 761649"/>
                <a:gd name="connsiteX15" fmla="*/ 2348596 w 7372060"/>
                <a:gd name="connsiteY15" fmla="*/ 664704 h 761649"/>
                <a:gd name="connsiteX16" fmla="*/ 2671118 w 7372060"/>
                <a:gd name="connsiteY16" fmla="*/ 650641 h 761649"/>
                <a:gd name="connsiteX17" fmla="*/ 2843630 w 7372060"/>
                <a:gd name="connsiteY17" fmla="*/ 633766 h 761649"/>
                <a:gd name="connsiteX18" fmla="*/ 2973013 w 7372060"/>
                <a:gd name="connsiteY18" fmla="*/ 647829 h 761649"/>
                <a:gd name="connsiteX19" fmla="*/ 3123961 w 7372060"/>
                <a:gd name="connsiteY19" fmla="*/ 642204 h 761649"/>
                <a:gd name="connsiteX20" fmla="*/ 3339601 w 7372060"/>
                <a:gd name="connsiteY20" fmla="*/ 660017 h 761649"/>
                <a:gd name="connsiteX21" fmla="*/ 3490548 w 7372060"/>
                <a:gd name="connsiteY21" fmla="*/ 736894 h 761649"/>
                <a:gd name="connsiteX22" fmla="*/ 3619932 w 7372060"/>
                <a:gd name="connsiteY22" fmla="*/ 730331 h 761649"/>
                <a:gd name="connsiteX23" fmla="*/ 3749316 w 7372060"/>
                <a:gd name="connsiteY23" fmla="*/ 692830 h 761649"/>
                <a:gd name="connsiteX24" fmla="*/ 3878700 w 7372060"/>
                <a:gd name="connsiteY24" fmla="*/ 650641 h 761649"/>
                <a:gd name="connsiteX25" fmla="*/ 4008083 w 7372060"/>
                <a:gd name="connsiteY25" fmla="*/ 666579 h 761649"/>
                <a:gd name="connsiteX26" fmla="*/ 4137467 w 7372060"/>
                <a:gd name="connsiteY26" fmla="*/ 730331 h 761649"/>
                <a:gd name="connsiteX27" fmla="*/ 4266851 w 7372060"/>
                <a:gd name="connsiteY27" fmla="*/ 732206 h 761649"/>
                <a:gd name="connsiteX28" fmla="*/ 4396235 w 7372060"/>
                <a:gd name="connsiteY28" fmla="*/ 667517 h 761649"/>
                <a:gd name="connsiteX29" fmla="*/ 4525619 w 7372060"/>
                <a:gd name="connsiteY29" fmla="*/ 690955 h 761649"/>
                <a:gd name="connsiteX30" fmla="*/ 4655002 w 7372060"/>
                <a:gd name="connsiteY30" fmla="*/ 675017 h 761649"/>
                <a:gd name="connsiteX31" fmla="*/ 4784386 w 7372060"/>
                <a:gd name="connsiteY31" fmla="*/ 685330 h 761649"/>
                <a:gd name="connsiteX32" fmla="*/ 4913769 w 7372060"/>
                <a:gd name="connsiteY32" fmla="*/ 615016 h 761649"/>
                <a:gd name="connsiteX33" fmla="*/ 5043154 w 7372060"/>
                <a:gd name="connsiteY33" fmla="*/ 591577 h 761649"/>
                <a:gd name="connsiteX34" fmla="*/ 5172537 w 7372060"/>
                <a:gd name="connsiteY34" fmla="*/ 609390 h 761649"/>
                <a:gd name="connsiteX35" fmla="*/ 5301921 w 7372060"/>
                <a:gd name="connsiteY35" fmla="*/ 576577 h 761649"/>
                <a:gd name="connsiteX36" fmla="*/ 5431305 w 7372060"/>
                <a:gd name="connsiteY36" fmla="*/ 563452 h 761649"/>
                <a:gd name="connsiteX37" fmla="*/ 5560688 w 7372060"/>
                <a:gd name="connsiteY37" fmla="*/ 549389 h 761649"/>
                <a:gd name="connsiteX38" fmla="*/ 5690072 w 7372060"/>
                <a:gd name="connsiteY38" fmla="*/ 568139 h 761649"/>
                <a:gd name="connsiteX39" fmla="*/ 5819456 w 7372060"/>
                <a:gd name="connsiteY39" fmla="*/ 561577 h 761649"/>
                <a:gd name="connsiteX40" fmla="*/ 5948840 w 7372060"/>
                <a:gd name="connsiteY40" fmla="*/ 317820 h 761649"/>
                <a:gd name="connsiteX41" fmla="*/ 6078223 w 7372060"/>
                <a:gd name="connsiteY41" fmla="*/ 412510 h 761649"/>
                <a:gd name="connsiteX42" fmla="*/ 6207607 w 7372060"/>
                <a:gd name="connsiteY42" fmla="*/ 431261 h 761649"/>
                <a:gd name="connsiteX43" fmla="*/ 6336991 w 7372060"/>
                <a:gd name="connsiteY43" fmla="*/ 450949 h 761649"/>
                <a:gd name="connsiteX44" fmla="*/ 6466375 w 7372060"/>
                <a:gd name="connsiteY44" fmla="*/ 401260 h 761649"/>
                <a:gd name="connsiteX45" fmla="*/ 6595758 w 7372060"/>
                <a:gd name="connsiteY45" fmla="*/ 476262 h 761649"/>
                <a:gd name="connsiteX46" fmla="*/ 6725142 w 7372060"/>
                <a:gd name="connsiteY46" fmla="*/ 553139 h 761649"/>
                <a:gd name="connsiteX47" fmla="*/ 6854526 w 7372060"/>
                <a:gd name="connsiteY47" fmla="*/ 478137 h 761649"/>
                <a:gd name="connsiteX48" fmla="*/ 6983910 w 7372060"/>
                <a:gd name="connsiteY48" fmla="*/ 472512 h 761649"/>
                <a:gd name="connsiteX49" fmla="*/ 7113293 w 7372060"/>
                <a:gd name="connsiteY49" fmla="*/ 298133 h 761649"/>
                <a:gd name="connsiteX50" fmla="*/ 7242677 w 7372060"/>
                <a:gd name="connsiteY50" fmla="*/ 270007 h 761649"/>
                <a:gd name="connsiteX51" fmla="*/ 7350497 w 7372060"/>
                <a:gd name="connsiteY51" fmla="*/ 58126 h 761649"/>
                <a:gd name="connsiteX52" fmla="*/ 7372061 w 7372060"/>
                <a:gd name="connsiteY52" fmla="*/ 0 h 761649"/>
                <a:gd name="connsiteX53" fmla="*/ 7372061 w 7372060"/>
                <a:gd name="connsiteY53" fmla="*/ 0 h 761649"/>
                <a:gd name="connsiteX54" fmla="*/ 7350497 w 7372060"/>
                <a:gd name="connsiteY54" fmla="*/ 58126 h 761649"/>
                <a:gd name="connsiteX55" fmla="*/ 7242677 w 7372060"/>
                <a:gd name="connsiteY55" fmla="*/ 281257 h 761649"/>
                <a:gd name="connsiteX56" fmla="*/ 7113293 w 7372060"/>
                <a:gd name="connsiteY56" fmla="*/ 342196 h 761649"/>
                <a:gd name="connsiteX57" fmla="*/ 6983910 w 7372060"/>
                <a:gd name="connsiteY57" fmla="*/ 495012 h 761649"/>
                <a:gd name="connsiteX58" fmla="*/ 6854526 w 7372060"/>
                <a:gd name="connsiteY58" fmla="*/ 533451 h 761649"/>
                <a:gd name="connsiteX59" fmla="*/ 6725142 w 7372060"/>
                <a:gd name="connsiteY59" fmla="*/ 618766 h 761649"/>
                <a:gd name="connsiteX60" fmla="*/ 6595758 w 7372060"/>
                <a:gd name="connsiteY60" fmla="*/ 530638 h 761649"/>
                <a:gd name="connsiteX61" fmla="*/ 6466375 w 7372060"/>
                <a:gd name="connsiteY61" fmla="*/ 434073 h 761649"/>
                <a:gd name="connsiteX62" fmla="*/ 6336991 w 7372060"/>
                <a:gd name="connsiteY62" fmla="*/ 539076 h 761649"/>
                <a:gd name="connsiteX63" fmla="*/ 6207607 w 7372060"/>
                <a:gd name="connsiteY63" fmla="*/ 465012 h 761649"/>
                <a:gd name="connsiteX64" fmla="*/ 6078223 w 7372060"/>
                <a:gd name="connsiteY64" fmla="*/ 479075 h 761649"/>
                <a:gd name="connsiteX65" fmla="*/ 5948840 w 7372060"/>
                <a:gd name="connsiteY65" fmla="*/ 417198 h 761649"/>
                <a:gd name="connsiteX66" fmla="*/ 5819456 w 7372060"/>
                <a:gd name="connsiteY66" fmla="*/ 584077 h 761649"/>
                <a:gd name="connsiteX67" fmla="*/ 5690072 w 7372060"/>
                <a:gd name="connsiteY67" fmla="*/ 569077 h 761649"/>
                <a:gd name="connsiteX68" fmla="*/ 5560688 w 7372060"/>
                <a:gd name="connsiteY68" fmla="*/ 561577 h 761649"/>
                <a:gd name="connsiteX69" fmla="*/ 5431305 w 7372060"/>
                <a:gd name="connsiteY69" fmla="*/ 619703 h 761649"/>
                <a:gd name="connsiteX70" fmla="*/ 5301921 w 7372060"/>
                <a:gd name="connsiteY70" fmla="*/ 632828 h 761649"/>
                <a:gd name="connsiteX71" fmla="*/ 5172537 w 7372060"/>
                <a:gd name="connsiteY71" fmla="*/ 622516 h 761649"/>
                <a:gd name="connsiteX72" fmla="*/ 5043154 w 7372060"/>
                <a:gd name="connsiteY72" fmla="*/ 593452 h 761649"/>
                <a:gd name="connsiteX73" fmla="*/ 4913769 w 7372060"/>
                <a:gd name="connsiteY73" fmla="*/ 616890 h 761649"/>
                <a:gd name="connsiteX74" fmla="*/ 4784386 w 7372060"/>
                <a:gd name="connsiteY74" fmla="*/ 698455 h 761649"/>
                <a:gd name="connsiteX75" fmla="*/ 4655002 w 7372060"/>
                <a:gd name="connsiteY75" fmla="*/ 720956 h 761649"/>
                <a:gd name="connsiteX76" fmla="*/ 4525619 w 7372060"/>
                <a:gd name="connsiteY76" fmla="*/ 715330 h 761649"/>
                <a:gd name="connsiteX77" fmla="*/ 4396235 w 7372060"/>
                <a:gd name="connsiteY77" fmla="*/ 714393 h 761649"/>
                <a:gd name="connsiteX78" fmla="*/ 4266851 w 7372060"/>
                <a:gd name="connsiteY78" fmla="*/ 746269 h 761649"/>
                <a:gd name="connsiteX79" fmla="*/ 4137467 w 7372060"/>
                <a:gd name="connsiteY79" fmla="*/ 733144 h 761649"/>
                <a:gd name="connsiteX80" fmla="*/ 4008083 w 7372060"/>
                <a:gd name="connsiteY80" fmla="*/ 669392 h 761649"/>
                <a:gd name="connsiteX81" fmla="*/ 3878700 w 7372060"/>
                <a:gd name="connsiteY81" fmla="*/ 653454 h 761649"/>
                <a:gd name="connsiteX82" fmla="*/ 3749316 w 7372060"/>
                <a:gd name="connsiteY82" fmla="*/ 695643 h 761649"/>
                <a:gd name="connsiteX83" fmla="*/ 3619932 w 7372060"/>
                <a:gd name="connsiteY83" fmla="*/ 733144 h 761649"/>
                <a:gd name="connsiteX84" fmla="*/ 3490548 w 7372060"/>
                <a:gd name="connsiteY84" fmla="*/ 739706 h 761649"/>
                <a:gd name="connsiteX85" fmla="*/ 3339601 w 7372060"/>
                <a:gd name="connsiteY85" fmla="*/ 662829 h 761649"/>
                <a:gd name="connsiteX86" fmla="*/ 3123961 w 7372060"/>
                <a:gd name="connsiteY86" fmla="*/ 645016 h 761649"/>
                <a:gd name="connsiteX87" fmla="*/ 2973013 w 7372060"/>
                <a:gd name="connsiteY87" fmla="*/ 650641 h 761649"/>
                <a:gd name="connsiteX88" fmla="*/ 2843630 w 7372060"/>
                <a:gd name="connsiteY88" fmla="*/ 636578 h 761649"/>
                <a:gd name="connsiteX89" fmla="*/ 2671118 w 7372060"/>
                <a:gd name="connsiteY89" fmla="*/ 653454 h 761649"/>
                <a:gd name="connsiteX90" fmla="*/ 2348596 w 7372060"/>
                <a:gd name="connsiteY90" fmla="*/ 667517 h 761649"/>
                <a:gd name="connsiteX91" fmla="*/ 2089829 w 7372060"/>
                <a:gd name="connsiteY91" fmla="*/ 691892 h 761649"/>
                <a:gd name="connsiteX92" fmla="*/ 1938881 w 7372060"/>
                <a:gd name="connsiteY92" fmla="*/ 683455 h 761649"/>
                <a:gd name="connsiteX93" fmla="*/ 1809497 w 7372060"/>
                <a:gd name="connsiteY93" fmla="*/ 742519 h 761649"/>
                <a:gd name="connsiteX94" fmla="*/ 1680114 w 7372060"/>
                <a:gd name="connsiteY94" fmla="*/ 760332 h 761649"/>
                <a:gd name="connsiteX95" fmla="*/ 1550730 w 7372060"/>
                <a:gd name="connsiteY95" fmla="*/ 740644 h 761649"/>
                <a:gd name="connsiteX96" fmla="*/ 1421346 w 7372060"/>
                <a:gd name="connsiteY96" fmla="*/ 725643 h 761649"/>
                <a:gd name="connsiteX97" fmla="*/ 1291962 w 7372060"/>
                <a:gd name="connsiteY97" fmla="*/ 692830 h 761649"/>
                <a:gd name="connsiteX98" fmla="*/ 1162579 w 7372060"/>
                <a:gd name="connsiteY98" fmla="*/ 699393 h 761649"/>
                <a:gd name="connsiteX99" fmla="*/ 1011631 w 7372060"/>
                <a:gd name="connsiteY99" fmla="*/ 688142 h 761649"/>
                <a:gd name="connsiteX100" fmla="*/ 796929 w 7372060"/>
                <a:gd name="connsiteY100" fmla="*/ 709706 h 761649"/>
                <a:gd name="connsiteX101" fmla="*/ 624417 w 7372060"/>
                <a:gd name="connsiteY101" fmla="*/ 736894 h 761649"/>
                <a:gd name="connsiteX102" fmla="*/ 387214 w 7372060"/>
                <a:gd name="connsiteY102" fmla="*/ 748144 h 761649"/>
                <a:gd name="connsiteX103" fmla="*/ 150948 w 7372060"/>
                <a:gd name="connsiteY103" fmla="*/ 759394 h 761649"/>
                <a:gd name="connsiteX104" fmla="*/ 21564 w 7372060"/>
                <a:gd name="connsiteY104" fmla="*/ 720956 h 761649"/>
                <a:gd name="connsiteX105" fmla="*/ 0 w 7372060"/>
                <a:gd name="connsiteY105" fmla="*/ 709706 h 761649"/>
                <a:gd name="connsiteX106" fmla="*/ 0 w 7372060"/>
                <a:gd name="connsiteY106" fmla="*/ 706893 h 76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7372060" h="761649">
                  <a:moveTo>
                    <a:pt x="0" y="706893"/>
                  </a:moveTo>
                  <a:lnTo>
                    <a:pt x="21564" y="718143"/>
                  </a:lnTo>
                  <a:cubicBezTo>
                    <a:pt x="43128" y="729393"/>
                    <a:pt x="86256" y="750956"/>
                    <a:pt x="150948" y="756582"/>
                  </a:cubicBezTo>
                  <a:cubicBezTo>
                    <a:pt x="215640" y="762207"/>
                    <a:pt x="301895" y="750956"/>
                    <a:pt x="387214" y="745331"/>
                  </a:cubicBezTo>
                  <a:cubicBezTo>
                    <a:pt x="473469" y="739706"/>
                    <a:pt x="559725" y="739706"/>
                    <a:pt x="624417" y="734081"/>
                  </a:cubicBezTo>
                  <a:cubicBezTo>
                    <a:pt x="689109" y="728456"/>
                    <a:pt x="732237" y="717206"/>
                    <a:pt x="796929" y="706893"/>
                  </a:cubicBezTo>
                  <a:cubicBezTo>
                    <a:pt x="861621" y="696580"/>
                    <a:pt x="947877" y="685330"/>
                    <a:pt x="1011631" y="685330"/>
                  </a:cubicBezTo>
                  <a:cubicBezTo>
                    <a:pt x="1075385" y="685330"/>
                    <a:pt x="1119451" y="696580"/>
                    <a:pt x="1162579" y="696580"/>
                  </a:cubicBezTo>
                  <a:cubicBezTo>
                    <a:pt x="1205707" y="696580"/>
                    <a:pt x="1248834" y="685330"/>
                    <a:pt x="1291962" y="690017"/>
                  </a:cubicBezTo>
                  <a:cubicBezTo>
                    <a:pt x="1335090" y="693767"/>
                    <a:pt x="1378218" y="713456"/>
                    <a:pt x="1421346" y="722831"/>
                  </a:cubicBezTo>
                  <a:cubicBezTo>
                    <a:pt x="1464474" y="732206"/>
                    <a:pt x="1507602" y="732206"/>
                    <a:pt x="1550730" y="737831"/>
                  </a:cubicBezTo>
                  <a:cubicBezTo>
                    <a:pt x="1593858" y="743456"/>
                    <a:pt x="1636986" y="754707"/>
                    <a:pt x="1680114" y="757519"/>
                  </a:cubicBezTo>
                  <a:cubicBezTo>
                    <a:pt x="1723241" y="761269"/>
                    <a:pt x="1766369" y="757519"/>
                    <a:pt x="1809497" y="739706"/>
                  </a:cubicBezTo>
                  <a:cubicBezTo>
                    <a:pt x="1852625" y="721893"/>
                    <a:pt x="1895753" y="689080"/>
                    <a:pt x="1938881" y="680642"/>
                  </a:cubicBezTo>
                  <a:cubicBezTo>
                    <a:pt x="1982009" y="672205"/>
                    <a:pt x="2025137" y="689080"/>
                    <a:pt x="2089829" y="689080"/>
                  </a:cubicBezTo>
                  <a:cubicBezTo>
                    <a:pt x="2154521" y="689080"/>
                    <a:pt x="2240776" y="672205"/>
                    <a:pt x="2348596" y="664704"/>
                  </a:cubicBezTo>
                  <a:cubicBezTo>
                    <a:pt x="2456416" y="656267"/>
                    <a:pt x="2585800" y="656267"/>
                    <a:pt x="2671118" y="650641"/>
                  </a:cubicBezTo>
                  <a:cubicBezTo>
                    <a:pt x="2756436" y="645016"/>
                    <a:pt x="2800502" y="633766"/>
                    <a:pt x="2843630" y="633766"/>
                  </a:cubicBezTo>
                  <a:cubicBezTo>
                    <a:pt x="2886758" y="633766"/>
                    <a:pt x="2929886" y="645016"/>
                    <a:pt x="2973013" y="647829"/>
                  </a:cubicBezTo>
                  <a:cubicBezTo>
                    <a:pt x="3016141" y="650641"/>
                    <a:pt x="3059269" y="645016"/>
                    <a:pt x="3123961" y="642204"/>
                  </a:cubicBezTo>
                  <a:cubicBezTo>
                    <a:pt x="3188653" y="639391"/>
                    <a:pt x="3274909" y="639391"/>
                    <a:pt x="3339601" y="660017"/>
                  </a:cubicBezTo>
                  <a:cubicBezTo>
                    <a:pt x="3404293" y="680642"/>
                    <a:pt x="3447421" y="721893"/>
                    <a:pt x="3490548" y="736894"/>
                  </a:cubicBezTo>
                  <a:cubicBezTo>
                    <a:pt x="3533676" y="751894"/>
                    <a:pt x="3576804" y="740644"/>
                    <a:pt x="3619932" y="730331"/>
                  </a:cubicBezTo>
                  <a:cubicBezTo>
                    <a:pt x="3663060" y="719081"/>
                    <a:pt x="3706188" y="708768"/>
                    <a:pt x="3749316" y="692830"/>
                  </a:cubicBezTo>
                  <a:cubicBezTo>
                    <a:pt x="3792444" y="677829"/>
                    <a:pt x="3835572" y="658142"/>
                    <a:pt x="3878700" y="650641"/>
                  </a:cubicBezTo>
                  <a:cubicBezTo>
                    <a:pt x="3921827" y="643141"/>
                    <a:pt x="3964955" y="648766"/>
                    <a:pt x="4008083" y="666579"/>
                  </a:cubicBezTo>
                  <a:cubicBezTo>
                    <a:pt x="4051211" y="684392"/>
                    <a:pt x="4094339" y="713456"/>
                    <a:pt x="4137467" y="730331"/>
                  </a:cubicBezTo>
                  <a:cubicBezTo>
                    <a:pt x="4180595" y="747206"/>
                    <a:pt x="4223723" y="750956"/>
                    <a:pt x="4266851" y="732206"/>
                  </a:cubicBezTo>
                  <a:cubicBezTo>
                    <a:pt x="4309979" y="714393"/>
                    <a:pt x="4353107" y="674079"/>
                    <a:pt x="4396235" y="667517"/>
                  </a:cubicBezTo>
                  <a:cubicBezTo>
                    <a:pt x="4439363" y="660954"/>
                    <a:pt x="4482491" y="687205"/>
                    <a:pt x="4525619" y="690955"/>
                  </a:cubicBezTo>
                  <a:cubicBezTo>
                    <a:pt x="4568746" y="694705"/>
                    <a:pt x="4611874" y="675017"/>
                    <a:pt x="4655002" y="675017"/>
                  </a:cubicBezTo>
                  <a:cubicBezTo>
                    <a:pt x="4698130" y="675017"/>
                    <a:pt x="4741258" y="694705"/>
                    <a:pt x="4784386" y="685330"/>
                  </a:cubicBezTo>
                  <a:cubicBezTo>
                    <a:pt x="4827514" y="675955"/>
                    <a:pt x="4870642" y="637516"/>
                    <a:pt x="4913769" y="615016"/>
                  </a:cubicBezTo>
                  <a:cubicBezTo>
                    <a:pt x="4956898" y="592515"/>
                    <a:pt x="5000025" y="586890"/>
                    <a:pt x="5043154" y="591577"/>
                  </a:cubicBezTo>
                  <a:cubicBezTo>
                    <a:pt x="5086281" y="596265"/>
                    <a:pt x="5129409" y="612203"/>
                    <a:pt x="5172537" y="609390"/>
                  </a:cubicBezTo>
                  <a:cubicBezTo>
                    <a:pt x="5215665" y="606578"/>
                    <a:pt x="5258793" y="585952"/>
                    <a:pt x="5301921" y="576577"/>
                  </a:cubicBezTo>
                  <a:cubicBezTo>
                    <a:pt x="5345049" y="566264"/>
                    <a:pt x="5388177" y="567202"/>
                    <a:pt x="5431305" y="563452"/>
                  </a:cubicBezTo>
                  <a:cubicBezTo>
                    <a:pt x="5474433" y="559702"/>
                    <a:pt x="5517560" y="552201"/>
                    <a:pt x="5560688" y="549389"/>
                  </a:cubicBezTo>
                  <a:cubicBezTo>
                    <a:pt x="5603816" y="546576"/>
                    <a:pt x="5646944" y="549389"/>
                    <a:pt x="5690072" y="568139"/>
                  </a:cubicBezTo>
                  <a:cubicBezTo>
                    <a:pt x="5733200" y="586890"/>
                    <a:pt x="5776328" y="620641"/>
                    <a:pt x="5819456" y="561577"/>
                  </a:cubicBezTo>
                  <a:cubicBezTo>
                    <a:pt x="5862584" y="502513"/>
                    <a:pt x="5905712" y="349696"/>
                    <a:pt x="5948840" y="317820"/>
                  </a:cubicBezTo>
                  <a:cubicBezTo>
                    <a:pt x="5991967" y="285945"/>
                    <a:pt x="6035096" y="376884"/>
                    <a:pt x="6078223" y="412510"/>
                  </a:cubicBezTo>
                  <a:cubicBezTo>
                    <a:pt x="6121351" y="448136"/>
                    <a:pt x="6164479" y="428448"/>
                    <a:pt x="6207607" y="431261"/>
                  </a:cubicBezTo>
                  <a:cubicBezTo>
                    <a:pt x="6250735" y="434073"/>
                    <a:pt x="6293863" y="458449"/>
                    <a:pt x="6336991" y="450949"/>
                  </a:cubicBezTo>
                  <a:cubicBezTo>
                    <a:pt x="6380119" y="443449"/>
                    <a:pt x="6423246" y="403135"/>
                    <a:pt x="6466375" y="401260"/>
                  </a:cubicBezTo>
                  <a:cubicBezTo>
                    <a:pt x="6509502" y="399385"/>
                    <a:pt x="6552631" y="435948"/>
                    <a:pt x="6595758" y="476262"/>
                  </a:cubicBezTo>
                  <a:cubicBezTo>
                    <a:pt x="6638886" y="516576"/>
                    <a:pt x="6682014" y="560639"/>
                    <a:pt x="6725142" y="553139"/>
                  </a:cubicBezTo>
                  <a:cubicBezTo>
                    <a:pt x="6768270" y="546576"/>
                    <a:pt x="6811398" y="488450"/>
                    <a:pt x="6854526" y="478137"/>
                  </a:cubicBezTo>
                  <a:cubicBezTo>
                    <a:pt x="6897654" y="468762"/>
                    <a:pt x="6940781" y="507200"/>
                    <a:pt x="6983910" y="472512"/>
                  </a:cubicBezTo>
                  <a:cubicBezTo>
                    <a:pt x="7027037" y="437824"/>
                    <a:pt x="7070165" y="330946"/>
                    <a:pt x="7113293" y="298133"/>
                  </a:cubicBezTo>
                  <a:cubicBezTo>
                    <a:pt x="7156421" y="265319"/>
                    <a:pt x="7199549" y="307508"/>
                    <a:pt x="7242677" y="270007"/>
                  </a:cubicBezTo>
                  <a:cubicBezTo>
                    <a:pt x="7285805" y="232506"/>
                    <a:pt x="7328933" y="116253"/>
                    <a:pt x="7350497" y="58126"/>
                  </a:cubicBezTo>
                  <a:lnTo>
                    <a:pt x="7372061" y="0"/>
                  </a:lnTo>
                  <a:lnTo>
                    <a:pt x="7372061" y="0"/>
                  </a:lnTo>
                  <a:lnTo>
                    <a:pt x="7350497" y="58126"/>
                  </a:lnTo>
                  <a:cubicBezTo>
                    <a:pt x="7328933" y="116253"/>
                    <a:pt x="7285805" y="233443"/>
                    <a:pt x="7242677" y="281257"/>
                  </a:cubicBezTo>
                  <a:cubicBezTo>
                    <a:pt x="7199549" y="329071"/>
                    <a:pt x="7156421" y="309383"/>
                    <a:pt x="7113293" y="342196"/>
                  </a:cubicBezTo>
                  <a:cubicBezTo>
                    <a:pt x="7070165" y="375009"/>
                    <a:pt x="7027037" y="460324"/>
                    <a:pt x="6983910" y="495012"/>
                  </a:cubicBezTo>
                  <a:cubicBezTo>
                    <a:pt x="6940781" y="529701"/>
                    <a:pt x="6897654" y="512826"/>
                    <a:pt x="6854526" y="533451"/>
                  </a:cubicBezTo>
                  <a:cubicBezTo>
                    <a:pt x="6811398" y="554077"/>
                    <a:pt x="6768270" y="612203"/>
                    <a:pt x="6725142" y="618766"/>
                  </a:cubicBezTo>
                  <a:cubicBezTo>
                    <a:pt x="6682014" y="625328"/>
                    <a:pt x="6638886" y="582202"/>
                    <a:pt x="6595758" y="530638"/>
                  </a:cubicBezTo>
                  <a:cubicBezTo>
                    <a:pt x="6552631" y="479075"/>
                    <a:pt x="6509502" y="420948"/>
                    <a:pt x="6466375" y="434073"/>
                  </a:cubicBezTo>
                  <a:cubicBezTo>
                    <a:pt x="6423246" y="447199"/>
                    <a:pt x="6380119" y="530638"/>
                    <a:pt x="6336991" y="539076"/>
                  </a:cubicBezTo>
                  <a:cubicBezTo>
                    <a:pt x="6293863" y="546576"/>
                    <a:pt x="6250735" y="478137"/>
                    <a:pt x="6207607" y="465012"/>
                  </a:cubicBezTo>
                  <a:cubicBezTo>
                    <a:pt x="6164479" y="451887"/>
                    <a:pt x="6121351" y="492200"/>
                    <a:pt x="6078223" y="479075"/>
                  </a:cubicBezTo>
                  <a:cubicBezTo>
                    <a:pt x="6035096" y="465949"/>
                    <a:pt x="5991967" y="397510"/>
                    <a:pt x="5948840" y="417198"/>
                  </a:cubicBezTo>
                  <a:cubicBezTo>
                    <a:pt x="5905712" y="436886"/>
                    <a:pt x="5862584" y="546576"/>
                    <a:pt x="5819456" y="584077"/>
                  </a:cubicBezTo>
                  <a:cubicBezTo>
                    <a:pt x="5776328" y="621578"/>
                    <a:pt x="5733200" y="586890"/>
                    <a:pt x="5690072" y="569077"/>
                  </a:cubicBezTo>
                  <a:cubicBezTo>
                    <a:pt x="5646944" y="550326"/>
                    <a:pt x="5603816" y="547514"/>
                    <a:pt x="5560688" y="561577"/>
                  </a:cubicBezTo>
                  <a:cubicBezTo>
                    <a:pt x="5517560" y="575639"/>
                    <a:pt x="5474433" y="604703"/>
                    <a:pt x="5431305" y="619703"/>
                  </a:cubicBezTo>
                  <a:cubicBezTo>
                    <a:pt x="5388177" y="634704"/>
                    <a:pt x="5345049" y="633766"/>
                    <a:pt x="5301921" y="632828"/>
                  </a:cubicBezTo>
                  <a:cubicBezTo>
                    <a:pt x="5258793" y="631891"/>
                    <a:pt x="5215665" y="630953"/>
                    <a:pt x="5172537" y="622516"/>
                  </a:cubicBezTo>
                  <a:cubicBezTo>
                    <a:pt x="5129409" y="614078"/>
                    <a:pt x="5086281" y="598140"/>
                    <a:pt x="5043154" y="593452"/>
                  </a:cubicBezTo>
                  <a:cubicBezTo>
                    <a:pt x="5000025" y="588765"/>
                    <a:pt x="4956898" y="594390"/>
                    <a:pt x="4913769" y="616890"/>
                  </a:cubicBezTo>
                  <a:cubicBezTo>
                    <a:pt x="4870642" y="639391"/>
                    <a:pt x="4827514" y="677829"/>
                    <a:pt x="4784386" y="698455"/>
                  </a:cubicBezTo>
                  <a:cubicBezTo>
                    <a:pt x="4741258" y="719081"/>
                    <a:pt x="4698130" y="720956"/>
                    <a:pt x="4655002" y="720956"/>
                  </a:cubicBezTo>
                  <a:cubicBezTo>
                    <a:pt x="4611874" y="720956"/>
                    <a:pt x="4568746" y="719081"/>
                    <a:pt x="4525619" y="715330"/>
                  </a:cubicBezTo>
                  <a:cubicBezTo>
                    <a:pt x="4482491" y="711580"/>
                    <a:pt x="4439363" y="706893"/>
                    <a:pt x="4396235" y="714393"/>
                  </a:cubicBezTo>
                  <a:cubicBezTo>
                    <a:pt x="4353107" y="720956"/>
                    <a:pt x="4309979" y="739706"/>
                    <a:pt x="4266851" y="746269"/>
                  </a:cubicBezTo>
                  <a:cubicBezTo>
                    <a:pt x="4223723" y="752831"/>
                    <a:pt x="4180595" y="750019"/>
                    <a:pt x="4137467" y="733144"/>
                  </a:cubicBezTo>
                  <a:cubicBezTo>
                    <a:pt x="4094339" y="716268"/>
                    <a:pt x="4051211" y="687205"/>
                    <a:pt x="4008083" y="669392"/>
                  </a:cubicBezTo>
                  <a:cubicBezTo>
                    <a:pt x="3964955" y="651579"/>
                    <a:pt x="3921827" y="645954"/>
                    <a:pt x="3878700" y="653454"/>
                  </a:cubicBezTo>
                  <a:cubicBezTo>
                    <a:pt x="3835572" y="660954"/>
                    <a:pt x="3792444" y="680642"/>
                    <a:pt x="3749316" y="695643"/>
                  </a:cubicBezTo>
                  <a:cubicBezTo>
                    <a:pt x="3706188" y="710643"/>
                    <a:pt x="3663060" y="721893"/>
                    <a:pt x="3619932" y="733144"/>
                  </a:cubicBezTo>
                  <a:cubicBezTo>
                    <a:pt x="3576804" y="744394"/>
                    <a:pt x="3533676" y="754707"/>
                    <a:pt x="3490548" y="739706"/>
                  </a:cubicBezTo>
                  <a:cubicBezTo>
                    <a:pt x="3447421" y="724706"/>
                    <a:pt x="3404293" y="683455"/>
                    <a:pt x="3339601" y="662829"/>
                  </a:cubicBezTo>
                  <a:cubicBezTo>
                    <a:pt x="3274909" y="642204"/>
                    <a:pt x="3188653" y="642204"/>
                    <a:pt x="3123961" y="645016"/>
                  </a:cubicBezTo>
                  <a:cubicBezTo>
                    <a:pt x="3059269" y="647829"/>
                    <a:pt x="3016141" y="653454"/>
                    <a:pt x="2973013" y="650641"/>
                  </a:cubicBezTo>
                  <a:cubicBezTo>
                    <a:pt x="2929886" y="647829"/>
                    <a:pt x="2886758" y="636578"/>
                    <a:pt x="2843630" y="636578"/>
                  </a:cubicBezTo>
                  <a:cubicBezTo>
                    <a:pt x="2800502" y="636578"/>
                    <a:pt x="2757374" y="647829"/>
                    <a:pt x="2671118" y="653454"/>
                  </a:cubicBezTo>
                  <a:cubicBezTo>
                    <a:pt x="2584862" y="659079"/>
                    <a:pt x="2455478" y="659079"/>
                    <a:pt x="2348596" y="667517"/>
                  </a:cubicBezTo>
                  <a:cubicBezTo>
                    <a:pt x="2240776" y="675955"/>
                    <a:pt x="2154521" y="691892"/>
                    <a:pt x="2089829" y="691892"/>
                  </a:cubicBezTo>
                  <a:cubicBezTo>
                    <a:pt x="2025137" y="691892"/>
                    <a:pt x="1982009" y="675017"/>
                    <a:pt x="1938881" y="683455"/>
                  </a:cubicBezTo>
                  <a:cubicBezTo>
                    <a:pt x="1895753" y="691892"/>
                    <a:pt x="1852625" y="724706"/>
                    <a:pt x="1809497" y="742519"/>
                  </a:cubicBezTo>
                  <a:cubicBezTo>
                    <a:pt x="1766369" y="760332"/>
                    <a:pt x="1723241" y="764082"/>
                    <a:pt x="1680114" y="760332"/>
                  </a:cubicBezTo>
                  <a:cubicBezTo>
                    <a:pt x="1636986" y="756582"/>
                    <a:pt x="1593858" y="745331"/>
                    <a:pt x="1550730" y="740644"/>
                  </a:cubicBezTo>
                  <a:cubicBezTo>
                    <a:pt x="1507602" y="735018"/>
                    <a:pt x="1464474" y="735018"/>
                    <a:pt x="1421346" y="725643"/>
                  </a:cubicBezTo>
                  <a:cubicBezTo>
                    <a:pt x="1378218" y="716268"/>
                    <a:pt x="1335090" y="696580"/>
                    <a:pt x="1291962" y="692830"/>
                  </a:cubicBezTo>
                  <a:cubicBezTo>
                    <a:pt x="1248834" y="689080"/>
                    <a:pt x="1205707" y="699393"/>
                    <a:pt x="1162579" y="699393"/>
                  </a:cubicBezTo>
                  <a:cubicBezTo>
                    <a:pt x="1119451" y="699393"/>
                    <a:pt x="1076323" y="688142"/>
                    <a:pt x="1011631" y="688142"/>
                  </a:cubicBezTo>
                  <a:cubicBezTo>
                    <a:pt x="946939" y="688142"/>
                    <a:pt x="860683" y="699393"/>
                    <a:pt x="796929" y="709706"/>
                  </a:cubicBezTo>
                  <a:cubicBezTo>
                    <a:pt x="733175" y="720018"/>
                    <a:pt x="689109" y="731268"/>
                    <a:pt x="624417" y="736894"/>
                  </a:cubicBezTo>
                  <a:cubicBezTo>
                    <a:pt x="559725" y="742519"/>
                    <a:pt x="473469" y="742519"/>
                    <a:pt x="387214" y="748144"/>
                  </a:cubicBezTo>
                  <a:cubicBezTo>
                    <a:pt x="300958" y="753769"/>
                    <a:pt x="214702" y="765019"/>
                    <a:pt x="150948" y="759394"/>
                  </a:cubicBezTo>
                  <a:cubicBezTo>
                    <a:pt x="86256" y="753769"/>
                    <a:pt x="43128" y="732206"/>
                    <a:pt x="21564" y="720956"/>
                  </a:cubicBezTo>
                  <a:lnTo>
                    <a:pt x="0" y="709706"/>
                  </a:lnTo>
                  <a:lnTo>
                    <a:pt x="0" y="706893"/>
                  </a:lnTo>
                  <a:close/>
                </a:path>
              </a:pathLst>
            </a:custGeom>
            <a:solidFill>
              <a:srgbClr val="005F56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853FE60-7549-45C6-567A-22991F722776}"/>
                </a:ext>
              </a:extLst>
            </p:cNvPr>
            <p:cNvSpPr/>
            <p:nvPr/>
          </p:nvSpPr>
          <p:spPr>
            <a:xfrm>
              <a:off x="1866777" y="5595961"/>
              <a:ext cx="7359872" cy="9375"/>
            </a:xfrm>
            <a:custGeom>
              <a:avLst/>
              <a:gdLst>
                <a:gd name="connsiteX0" fmla="*/ 0 w 7359872"/>
                <a:gd name="connsiteY0" fmla="*/ 0 h 9375"/>
                <a:gd name="connsiteX1" fmla="*/ 7359872 w 7359872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59872" h="9375">
                  <a:moveTo>
                    <a:pt x="0" y="0"/>
                  </a:moveTo>
                  <a:lnTo>
                    <a:pt x="7359872" y="0"/>
                  </a:lnTo>
                </a:path>
              </a:pathLst>
            </a:custGeom>
            <a:noFill/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B177AE6-D98C-D6E5-51BD-053468E8F511}"/>
                </a:ext>
              </a:extLst>
            </p:cNvPr>
            <p:cNvSpPr/>
            <p:nvPr/>
          </p:nvSpPr>
          <p:spPr>
            <a:xfrm>
              <a:off x="2124607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F94BFB-2285-4470-B771-76B840EE75AB}"/>
                </a:ext>
              </a:extLst>
            </p:cNvPr>
            <p:cNvSpPr txBox="1"/>
            <p:nvPr/>
          </p:nvSpPr>
          <p:spPr>
            <a:xfrm>
              <a:off x="1929097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1970</a:t>
              </a: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7BBFE4B-26C3-F18C-82FD-E4E9F878C08A}"/>
                </a:ext>
              </a:extLst>
            </p:cNvPr>
            <p:cNvSpPr/>
            <p:nvPr/>
          </p:nvSpPr>
          <p:spPr>
            <a:xfrm>
              <a:off x="2770588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04A3B2-DE0B-32F3-EFCF-86048FF1065C}"/>
                </a:ext>
              </a:extLst>
            </p:cNvPr>
            <p:cNvSpPr txBox="1"/>
            <p:nvPr/>
          </p:nvSpPr>
          <p:spPr>
            <a:xfrm>
              <a:off x="2574141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1975</a:t>
              </a: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CBB243E-37E4-7B5F-30F4-E81A085922FD}"/>
                </a:ext>
              </a:extLst>
            </p:cNvPr>
            <p:cNvSpPr/>
            <p:nvPr/>
          </p:nvSpPr>
          <p:spPr>
            <a:xfrm>
              <a:off x="3415631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98EE61-EA0F-B9DB-1661-8D791F04C2E4}"/>
                </a:ext>
              </a:extLst>
            </p:cNvPr>
            <p:cNvSpPr txBox="1"/>
            <p:nvPr/>
          </p:nvSpPr>
          <p:spPr>
            <a:xfrm>
              <a:off x="3220122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1980</a:t>
              </a: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6CA2D12-5866-4784-4909-FECF4DDF9CCE}"/>
                </a:ext>
              </a:extLst>
            </p:cNvPr>
            <p:cNvSpPr/>
            <p:nvPr/>
          </p:nvSpPr>
          <p:spPr>
            <a:xfrm>
              <a:off x="4061612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F3B129-BE1D-A26F-4900-FCBB9ED7804B}"/>
                </a:ext>
              </a:extLst>
            </p:cNvPr>
            <p:cNvSpPr txBox="1"/>
            <p:nvPr/>
          </p:nvSpPr>
          <p:spPr>
            <a:xfrm>
              <a:off x="3866103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1985</a:t>
              </a: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30B6AE5-0C22-79FB-F97B-6B4A4D78833A}"/>
                </a:ext>
              </a:extLst>
            </p:cNvPr>
            <p:cNvSpPr/>
            <p:nvPr/>
          </p:nvSpPr>
          <p:spPr>
            <a:xfrm>
              <a:off x="4707593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9B89998-4F9B-9A98-EAB8-94754A0669E0}"/>
                </a:ext>
              </a:extLst>
            </p:cNvPr>
            <p:cNvSpPr txBox="1"/>
            <p:nvPr/>
          </p:nvSpPr>
          <p:spPr>
            <a:xfrm>
              <a:off x="4511146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1990</a:t>
              </a: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2B403C6-E2E0-33EF-C84E-0F93D20820A4}"/>
                </a:ext>
              </a:extLst>
            </p:cNvPr>
            <p:cNvSpPr/>
            <p:nvPr/>
          </p:nvSpPr>
          <p:spPr>
            <a:xfrm>
              <a:off x="5352637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FE282B-670F-0BC6-58E6-CAF223BF30A5}"/>
                </a:ext>
              </a:extLst>
            </p:cNvPr>
            <p:cNvSpPr txBox="1"/>
            <p:nvPr/>
          </p:nvSpPr>
          <p:spPr>
            <a:xfrm>
              <a:off x="5157128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1995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13D0B7F-D212-672D-D724-792218B0C493}"/>
                </a:ext>
              </a:extLst>
            </p:cNvPr>
            <p:cNvSpPr/>
            <p:nvPr/>
          </p:nvSpPr>
          <p:spPr>
            <a:xfrm>
              <a:off x="5997681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6366C3-CF39-2A60-733E-403E35D0B324}"/>
                </a:ext>
              </a:extLst>
            </p:cNvPr>
            <p:cNvSpPr txBox="1"/>
            <p:nvPr/>
          </p:nvSpPr>
          <p:spPr>
            <a:xfrm>
              <a:off x="5802171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2000</a:t>
              </a: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FCD116E-DDC6-63B8-9DCA-C140066FF629}"/>
                </a:ext>
              </a:extLst>
            </p:cNvPr>
            <p:cNvSpPr/>
            <p:nvPr/>
          </p:nvSpPr>
          <p:spPr>
            <a:xfrm>
              <a:off x="6643662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5891EC-01A6-1AFC-57FA-0B96A441FF10}"/>
                </a:ext>
              </a:extLst>
            </p:cNvPr>
            <p:cNvSpPr txBox="1"/>
            <p:nvPr/>
          </p:nvSpPr>
          <p:spPr>
            <a:xfrm>
              <a:off x="6448152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2005</a:t>
              </a: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AC8B87-5C36-36C6-7483-D9FAF75873DE}"/>
                </a:ext>
              </a:extLst>
            </p:cNvPr>
            <p:cNvSpPr/>
            <p:nvPr/>
          </p:nvSpPr>
          <p:spPr>
            <a:xfrm>
              <a:off x="7289643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B18340-CD06-1797-6765-9AB090769EE5}"/>
                </a:ext>
              </a:extLst>
            </p:cNvPr>
            <p:cNvSpPr txBox="1"/>
            <p:nvPr/>
          </p:nvSpPr>
          <p:spPr>
            <a:xfrm>
              <a:off x="7094133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2010</a:t>
              </a: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32612FA-7076-5152-751B-69C47BFBE1BD}"/>
                </a:ext>
              </a:extLst>
            </p:cNvPr>
            <p:cNvSpPr/>
            <p:nvPr/>
          </p:nvSpPr>
          <p:spPr>
            <a:xfrm>
              <a:off x="7934686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6D050D3-9434-4E63-8FB4-BC2DD0674812}"/>
                </a:ext>
              </a:extLst>
            </p:cNvPr>
            <p:cNvSpPr txBox="1"/>
            <p:nvPr/>
          </p:nvSpPr>
          <p:spPr>
            <a:xfrm>
              <a:off x="7739177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2015</a:t>
              </a: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5CA54BD-A0AE-8437-94E2-979EA765CB2B}"/>
                </a:ext>
              </a:extLst>
            </p:cNvPr>
            <p:cNvSpPr/>
            <p:nvPr/>
          </p:nvSpPr>
          <p:spPr>
            <a:xfrm>
              <a:off x="8580668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FE6F9A8-5F66-DE93-5D2D-B64C20CA9B77}"/>
                </a:ext>
              </a:extLst>
            </p:cNvPr>
            <p:cNvSpPr txBox="1"/>
            <p:nvPr/>
          </p:nvSpPr>
          <p:spPr>
            <a:xfrm>
              <a:off x="8385158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2020</a:t>
              </a: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E3C0350-B643-EA0E-5BF3-C54284661F2E}"/>
                </a:ext>
              </a:extLst>
            </p:cNvPr>
            <p:cNvSpPr/>
            <p:nvPr/>
          </p:nvSpPr>
          <p:spPr>
            <a:xfrm>
              <a:off x="9226649" y="5595961"/>
              <a:ext cx="9375" cy="56251"/>
            </a:xfrm>
            <a:custGeom>
              <a:avLst/>
              <a:gdLst>
                <a:gd name="connsiteX0" fmla="*/ 0 w 9375"/>
                <a:gd name="connsiteY0" fmla="*/ 0 h 56251"/>
                <a:gd name="connsiteX1" fmla="*/ 0 w 9375"/>
                <a:gd name="connsiteY1" fmla="*/ 56252 h 5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56251">
                  <a:moveTo>
                    <a:pt x="0" y="0"/>
                  </a:moveTo>
                  <a:lnTo>
                    <a:pt x="0" y="56252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098468-F035-9908-140B-8F49085F908B}"/>
                </a:ext>
              </a:extLst>
            </p:cNvPr>
            <p:cNvSpPr txBox="1"/>
            <p:nvPr/>
          </p:nvSpPr>
          <p:spPr>
            <a:xfrm>
              <a:off x="9030202" y="5598055"/>
              <a:ext cx="445397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2025</a:t>
              </a: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D0EF7DE-D091-D6E6-FE6B-E1C8ABFE753D}"/>
                </a:ext>
              </a:extLst>
            </p:cNvPr>
            <p:cNvSpPr/>
            <p:nvPr/>
          </p:nvSpPr>
          <p:spPr>
            <a:xfrm>
              <a:off x="1866777" y="871780"/>
              <a:ext cx="9375" cy="4724181"/>
            </a:xfrm>
            <a:custGeom>
              <a:avLst/>
              <a:gdLst>
                <a:gd name="connsiteX0" fmla="*/ 0 w 9375"/>
                <a:gd name="connsiteY0" fmla="*/ 4724182 h 4724181"/>
                <a:gd name="connsiteX1" fmla="*/ 0 w 9375"/>
                <a:gd name="connsiteY1" fmla="*/ 0 h 472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5" h="4724181">
                  <a:moveTo>
                    <a:pt x="0" y="4724182"/>
                  </a:moveTo>
                  <a:lnTo>
                    <a:pt x="0" y="0"/>
                  </a:lnTo>
                </a:path>
              </a:pathLst>
            </a:custGeom>
            <a:noFill/>
            <a:ln w="8438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4" name="Graphic 6">
              <a:extLst>
                <a:ext uri="{FF2B5EF4-FFF2-40B4-BE49-F238E27FC236}">
                  <a16:creationId xmlns:a16="http://schemas.microsoft.com/office/drawing/2014/main" id="{AAA7480F-9029-94F4-B896-56AAB044E406}"/>
                </a:ext>
              </a:extLst>
            </p:cNvPr>
            <p:cNvGrpSpPr/>
            <p:nvPr/>
          </p:nvGrpSpPr>
          <p:grpSpPr>
            <a:xfrm>
              <a:off x="1613635" y="5383143"/>
              <a:ext cx="243766" cy="140628"/>
              <a:chOff x="1613635" y="5383143"/>
              <a:chExt cx="243766" cy="140628"/>
            </a:xfrm>
            <a:solidFill>
              <a:srgbClr val="000000"/>
            </a:solidFill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E558C0F8-BB46-A5E7-B6E7-A74535ED5E90}"/>
                  </a:ext>
                </a:extLst>
              </p:cNvPr>
              <p:cNvSpPr/>
              <p:nvPr/>
            </p:nvSpPr>
            <p:spPr>
              <a:xfrm>
                <a:off x="1801147" y="5465645"/>
                <a:ext cx="56253" cy="9375"/>
              </a:xfrm>
              <a:custGeom>
                <a:avLst/>
                <a:gdLst>
                  <a:gd name="connsiteX0" fmla="*/ 56254 w 56253"/>
                  <a:gd name="connsiteY0" fmla="*/ 0 h 9375"/>
                  <a:gd name="connsiteX1" fmla="*/ 0 w 56253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253" h="9375">
                    <a:moveTo>
                      <a:pt x="56254" y="0"/>
                    </a:moveTo>
                    <a:lnTo>
                      <a:pt x="0" y="0"/>
                    </a:lnTo>
                  </a:path>
                </a:pathLst>
              </a:custGeom>
              <a:ln w="93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DA5BD4E-72B4-01AA-10CE-1589239ACA89}"/>
                  </a:ext>
                </a:extLst>
              </p:cNvPr>
              <p:cNvSpPr txBox="1"/>
              <p:nvPr/>
            </p:nvSpPr>
            <p:spPr>
              <a:xfrm>
                <a:off x="1522195" y="5337423"/>
                <a:ext cx="314138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30</a:t>
                </a:r>
              </a:p>
            </p:txBody>
          </p:sp>
        </p:grpSp>
        <p:grpSp>
          <p:nvGrpSpPr>
            <p:cNvPr id="47" name="Graphic 6">
              <a:extLst>
                <a:ext uri="{FF2B5EF4-FFF2-40B4-BE49-F238E27FC236}">
                  <a16:creationId xmlns:a16="http://schemas.microsoft.com/office/drawing/2014/main" id="{C02B66FA-74D0-BA35-108F-2B33C8B0136F}"/>
                </a:ext>
              </a:extLst>
            </p:cNvPr>
            <p:cNvGrpSpPr/>
            <p:nvPr/>
          </p:nvGrpSpPr>
          <p:grpSpPr>
            <a:xfrm>
              <a:off x="1613635" y="4726877"/>
              <a:ext cx="243766" cy="140628"/>
              <a:chOff x="1613635" y="4726877"/>
              <a:chExt cx="243766" cy="140628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270ABDA-C71E-504B-C97C-276E57DD5398}"/>
                  </a:ext>
                </a:extLst>
              </p:cNvPr>
              <p:cNvSpPr/>
              <p:nvPr/>
            </p:nvSpPr>
            <p:spPr>
              <a:xfrm>
                <a:off x="1801147" y="4809379"/>
                <a:ext cx="56253" cy="9375"/>
              </a:xfrm>
              <a:custGeom>
                <a:avLst/>
                <a:gdLst>
                  <a:gd name="connsiteX0" fmla="*/ 56254 w 56253"/>
                  <a:gd name="connsiteY0" fmla="*/ 0 h 9375"/>
                  <a:gd name="connsiteX1" fmla="*/ 0 w 56253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253" h="9375">
                    <a:moveTo>
                      <a:pt x="56254" y="0"/>
                    </a:moveTo>
                    <a:lnTo>
                      <a:pt x="0" y="0"/>
                    </a:lnTo>
                  </a:path>
                </a:pathLst>
              </a:custGeom>
              <a:ln w="93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F2390D-A0F8-C494-D79C-D38954D9742B}"/>
                  </a:ext>
                </a:extLst>
              </p:cNvPr>
              <p:cNvSpPr txBox="1"/>
              <p:nvPr/>
            </p:nvSpPr>
            <p:spPr>
              <a:xfrm>
                <a:off x="1522195" y="4681157"/>
                <a:ext cx="314138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</a:t>
                </a:r>
              </a:p>
            </p:txBody>
          </p:sp>
        </p:grpSp>
        <p:grpSp>
          <p:nvGrpSpPr>
            <p:cNvPr id="50" name="Graphic 6">
              <a:extLst>
                <a:ext uri="{FF2B5EF4-FFF2-40B4-BE49-F238E27FC236}">
                  <a16:creationId xmlns:a16="http://schemas.microsoft.com/office/drawing/2014/main" id="{F6B134E0-9372-C73D-59BB-A9ED4B9AB372}"/>
                </a:ext>
              </a:extLst>
            </p:cNvPr>
            <p:cNvGrpSpPr/>
            <p:nvPr/>
          </p:nvGrpSpPr>
          <p:grpSpPr>
            <a:xfrm>
              <a:off x="1613635" y="4070610"/>
              <a:ext cx="243766" cy="140628"/>
              <a:chOff x="1613635" y="4070610"/>
              <a:chExt cx="243766" cy="140628"/>
            </a:xfrm>
            <a:solidFill>
              <a:srgbClr val="000000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8AFDC75-26B0-F868-B0A6-BACEB4A649D2}"/>
                  </a:ext>
                </a:extLst>
              </p:cNvPr>
              <p:cNvSpPr/>
              <p:nvPr/>
            </p:nvSpPr>
            <p:spPr>
              <a:xfrm>
                <a:off x="1801147" y="4153112"/>
                <a:ext cx="56253" cy="9375"/>
              </a:xfrm>
              <a:custGeom>
                <a:avLst/>
                <a:gdLst>
                  <a:gd name="connsiteX0" fmla="*/ 56254 w 56253"/>
                  <a:gd name="connsiteY0" fmla="*/ 0 h 9375"/>
                  <a:gd name="connsiteX1" fmla="*/ 0 w 56253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253" h="9375">
                    <a:moveTo>
                      <a:pt x="56254" y="0"/>
                    </a:moveTo>
                    <a:lnTo>
                      <a:pt x="0" y="0"/>
                    </a:lnTo>
                  </a:path>
                </a:pathLst>
              </a:custGeom>
              <a:ln w="93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45302A6-721A-C6F9-835D-AC9646BC0B99}"/>
                  </a:ext>
                </a:extLst>
              </p:cNvPr>
              <p:cNvSpPr txBox="1"/>
              <p:nvPr/>
            </p:nvSpPr>
            <p:spPr>
              <a:xfrm>
                <a:off x="1522195" y="4024890"/>
                <a:ext cx="314138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10</a:t>
                </a:r>
              </a:p>
            </p:txBody>
          </p:sp>
        </p:grpSp>
        <p:grpSp>
          <p:nvGrpSpPr>
            <p:cNvPr id="53" name="Graphic 6">
              <a:extLst>
                <a:ext uri="{FF2B5EF4-FFF2-40B4-BE49-F238E27FC236}">
                  <a16:creationId xmlns:a16="http://schemas.microsoft.com/office/drawing/2014/main" id="{D9D7BA24-9049-BA74-3545-9B8900DBE7F0}"/>
                </a:ext>
              </a:extLst>
            </p:cNvPr>
            <p:cNvGrpSpPr/>
            <p:nvPr/>
          </p:nvGrpSpPr>
          <p:grpSpPr>
            <a:xfrm>
              <a:off x="1729892" y="3414344"/>
              <a:ext cx="136884" cy="140628"/>
              <a:chOff x="1729892" y="3414344"/>
              <a:chExt cx="136884" cy="140628"/>
            </a:xfrm>
            <a:solidFill>
              <a:srgbClr val="000000"/>
            </a:solidFill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F343B810-A8C9-EE9E-573F-F7A814B70034}"/>
                  </a:ext>
                </a:extLst>
              </p:cNvPr>
              <p:cNvSpPr/>
              <p:nvPr/>
            </p:nvSpPr>
            <p:spPr>
              <a:xfrm>
                <a:off x="1810523" y="3496846"/>
                <a:ext cx="56253" cy="9375"/>
              </a:xfrm>
              <a:custGeom>
                <a:avLst/>
                <a:gdLst>
                  <a:gd name="connsiteX0" fmla="*/ 56254 w 56253"/>
                  <a:gd name="connsiteY0" fmla="*/ 0 h 9375"/>
                  <a:gd name="connsiteX1" fmla="*/ 0 w 56253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253" h="9375">
                    <a:moveTo>
                      <a:pt x="56254" y="0"/>
                    </a:moveTo>
                    <a:lnTo>
                      <a:pt x="0" y="0"/>
                    </a:lnTo>
                  </a:path>
                </a:pathLst>
              </a:custGeom>
              <a:ln w="93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C77078-E54A-D77F-0737-E63EE6038FD8}"/>
                  </a:ext>
                </a:extLst>
              </p:cNvPr>
              <p:cNvSpPr txBox="1"/>
              <p:nvPr/>
            </p:nvSpPr>
            <p:spPr>
              <a:xfrm>
                <a:off x="1638452" y="3368624"/>
                <a:ext cx="248509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</a:t>
                </a:r>
              </a:p>
            </p:txBody>
          </p:sp>
        </p:grpSp>
        <p:grpSp>
          <p:nvGrpSpPr>
            <p:cNvPr id="56" name="Graphic 6">
              <a:extLst>
                <a:ext uri="{FF2B5EF4-FFF2-40B4-BE49-F238E27FC236}">
                  <a16:creationId xmlns:a16="http://schemas.microsoft.com/office/drawing/2014/main" id="{8B11076C-50FC-11E3-9CC1-0829A7C31DC0}"/>
                </a:ext>
              </a:extLst>
            </p:cNvPr>
            <p:cNvGrpSpPr/>
            <p:nvPr/>
          </p:nvGrpSpPr>
          <p:grpSpPr>
            <a:xfrm>
              <a:off x="1668013" y="2758077"/>
              <a:ext cx="189387" cy="140628"/>
              <a:chOff x="1668013" y="2758077"/>
              <a:chExt cx="189387" cy="140628"/>
            </a:xfrm>
            <a:solidFill>
              <a:srgbClr val="000000"/>
            </a:solidFill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0D8B7D90-D2A7-75EA-36EC-E0E9078B9EBC}"/>
                  </a:ext>
                </a:extLst>
              </p:cNvPr>
              <p:cNvSpPr/>
              <p:nvPr/>
            </p:nvSpPr>
            <p:spPr>
              <a:xfrm>
                <a:off x="1801147" y="2840579"/>
                <a:ext cx="56253" cy="9375"/>
              </a:xfrm>
              <a:custGeom>
                <a:avLst/>
                <a:gdLst>
                  <a:gd name="connsiteX0" fmla="*/ 56254 w 56253"/>
                  <a:gd name="connsiteY0" fmla="*/ 0 h 9375"/>
                  <a:gd name="connsiteX1" fmla="*/ 0 w 56253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253" h="9375">
                    <a:moveTo>
                      <a:pt x="56254" y="0"/>
                    </a:moveTo>
                    <a:lnTo>
                      <a:pt x="0" y="0"/>
                    </a:lnTo>
                  </a:path>
                </a:pathLst>
              </a:custGeom>
              <a:ln w="93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19BEDE2-2313-C239-44A8-6254387315EA}"/>
                  </a:ext>
                </a:extLst>
              </p:cNvPr>
              <p:cNvSpPr txBox="1"/>
              <p:nvPr/>
            </p:nvSpPr>
            <p:spPr>
              <a:xfrm>
                <a:off x="1576573" y="2712357"/>
                <a:ext cx="314138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10</a:t>
                </a:r>
              </a:p>
            </p:txBody>
          </p:sp>
        </p:grpSp>
        <p:grpSp>
          <p:nvGrpSpPr>
            <p:cNvPr id="59" name="Graphic 6">
              <a:extLst>
                <a:ext uri="{FF2B5EF4-FFF2-40B4-BE49-F238E27FC236}">
                  <a16:creationId xmlns:a16="http://schemas.microsoft.com/office/drawing/2014/main" id="{0A7A5BF4-8911-78A3-A992-4CABF02C08AA}"/>
                </a:ext>
              </a:extLst>
            </p:cNvPr>
            <p:cNvGrpSpPr/>
            <p:nvPr/>
          </p:nvGrpSpPr>
          <p:grpSpPr>
            <a:xfrm>
              <a:off x="1668013" y="2101811"/>
              <a:ext cx="189387" cy="140628"/>
              <a:chOff x="1668013" y="2101811"/>
              <a:chExt cx="189387" cy="140628"/>
            </a:xfrm>
            <a:solidFill>
              <a:srgbClr val="000000"/>
            </a:solidFill>
          </p:grpSpPr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0A1C395E-1EB4-16DB-9267-B54D05229543}"/>
                  </a:ext>
                </a:extLst>
              </p:cNvPr>
              <p:cNvSpPr/>
              <p:nvPr/>
            </p:nvSpPr>
            <p:spPr>
              <a:xfrm>
                <a:off x="1801147" y="2184313"/>
                <a:ext cx="56253" cy="9375"/>
              </a:xfrm>
              <a:custGeom>
                <a:avLst/>
                <a:gdLst>
                  <a:gd name="connsiteX0" fmla="*/ 56254 w 56253"/>
                  <a:gd name="connsiteY0" fmla="*/ 0 h 9375"/>
                  <a:gd name="connsiteX1" fmla="*/ 0 w 56253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253" h="9375">
                    <a:moveTo>
                      <a:pt x="56254" y="0"/>
                    </a:moveTo>
                    <a:lnTo>
                      <a:pt x="0" y="0"/>
                    </a:lnTo>
                  </a:path>
                </a:pathLst>
              </a:custGeom>
              <a:ln w="93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EAD50FE-73F0-0CF3-F949-8A90A1F7F051}"/>
                  </a:ext>
                </a:extLst>
              </p:cNvPr>
              <p:cNvSpPr txBox="1"/>
              <p:nvPr/>
            </p:nvSpPr>
            <p:spPr>
              <a:xfrm>
                <a:off x="1576573" y="2056091"/>
                <a:ext cx="314138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</a:t>
                </a:r>
              </a:p>
            </p:txBody>
          </p:sp>
        </p:grpSp>
        <p:grpSp>
          <p:nvGrpSpPr>
            <p:cNvPr id="62" name="Graphic 6">
              <a:extLst>
                <a:ext uri="{FF2B5EF4-FFF2-40B4-BE49-F238E27FC236}">
                  <a16:creationId xmlns:a16="http://schemas.microsoft.com/office/drawing/2014/main" id="{9E98AE46-8D94-3B8D-859E-026B5A657F8B}"/>
                </a:ext>
              </a:extLst>
            </p:cNvPr>
            <p:cNvGrpSpPr/>
            <p:nvPr/>
          </p:nvGrpSpPr>
          <p:grpSpPr>
            <a:xfrm>
              <a:off x="1668013" y="1445544"/>
              <a:ext cx="189387" cy="140628"/>
              <a:chOff x="1668013" y="1445544"/>
              <a:chExt cx="189387" cy="140628"/>
            </a:xfrm>
            <a:solidFill>
              <a:srgbClr val="000000"/>
            </a:solidFill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E5373B39-236E-1A45-0D5A-C582D1C48FD2}"/>
                  </a:ext>
                </a:extLst>
              </p:cNvPr>
              <p:cNvSpPr/>
              <p:nvPr/>
            </p:nvSpPr>
            <p:spPr>
              <a:xfrm>
                <a:off x="1801147" y="1528046"/>
                <a:ext cx="56253" cy="9375"/>
              </a:xfrm>
              <a:custGeom>
                <a:avLst/>
                <a:gdLst>
                  <a:gd name="connsiteX0" fmla="*/ 56254 w 56253"/>
                  <a:gd name="connsiteY0" fmla="*/ 0 h 9375"/>
                  <a:gd name="connsiteX1" fmla="*/ 0 w 56253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253" h="9375">
                    <a:moveTo>
                      <a:pt x="56254" y="0"/>
                    </a:moveTo>
                    <a:lnTo>
                      <a:pt x="0" y="0"/>
                    </a:lnTo>
                  </a:path>
                </a:pathLst>
              </a:custGeom>
              <a:ln w="93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5FE4A1A-FE59-187C-F011-3C0B218932F5}"/>
                  </a:ext>
                </a:extLst>
              </p:cNvPr>
              <p:cNvSpPr txBox="1"/>
              <p:nvPr/>
            </p:nvSpPr>
            <p:spPr>
              <a:xfrm>
                <a:off x="1576573" y="1399824"/>
                <a:ext cx="314138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30</a:t>
                </a:r>
              </a:p>
            </p:txBody>
          </p:sp>
        </p:grpSp>
        <p:grpSp>
          <p:nvGrpSpPr>
            <p:cNvPr id="65" name="Graphic 6">
              <a:extLst>
                <a:ext uri="{FF2B5EF4-FFF2-40B4-BE49-F238E27FC236}">
                  <a16:creationId xmlns:a16="http://schemas.microsoft.com/office/drawing/2014/main" id="{70DD5C65-0135-91B2-A6FD-32962FE9CB4E}"/>
                </a:ext>
              </a:extLst>
            </p:cNvPr>
            <p:cNvGrpSpPr/>
            <p:nvPr/>
          </p:nvGrpSpPr>
          <p:grpSpPr>
            <a:xfrm>
              <a:off x="1668013" y="789278"/>
              <a:ext cx="189387" cy="140628"/>
              <a:chOff x="1668013" y="789278"/>
              <a:chExt cx="189387" cy="140628"/>
            </a:xfrm>
            <a:solidFill>
              <a:srgbClr val="000000"/>
            </a:solidFill>
          </p:grpSpPr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EAFA8452-9DBC-FFA4-D428-F6191E4F3CE5}"/>
                  </a:ext>
                </a:extLst>
              </p:cNvPr>
              <p:cNvSpPr/>
              <p:nvPr/>
            </p:nvSpPr>
            <p:spPr>
              <a:xfrm>
                <a:off x="1801147" y="871780"/>
                <a:ext cx="56253" cy="9375"/>
              </a:xfrm>
              <a:custGeom>
                <a:avLst/>
                <a:gdLst>
                  <a:gd name="connsiteX0" fmla="*/ 56254 w 56253"/>
                  <a:gd name="connsiteY0" fmla="*/ 0 h 9375"/>
                  <a:gd name="connsiteX1" fmla="*/ 0 w 56253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253" h="9375">
                    <a:moveTo>
                      <a:pt x="56254" y="0"/>
                    </a:moveTo>
                    <a:lnTo>
                      <a:pt x="0" y="0"/>
                    </a:lnTo>
                  </a:path>
                </a:pathLst>
              </a:custGeom>
              <a:ln w="93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696B042-1349-A60E-B72B-E0A89A65F0B2}"/>
                  </a:ext>
                </a:extLst>
              </p:cNvPr>
              <p:cNvSpPr txBox="1"/>
              <p:nvPr/>
            </p:nvSpPr>
            <p:spPr>
              <a:xfrm>
                <a:off x="1576573" y="743558"/>
                <a:ext cx="314138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40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6B00759-BA80-25EC-D6A9-E4DBA1951D47}"/>
                </a:ext>
              </a:extLst>
            </p:cNvPr>
            <p:cNvSpPr txBox="1"/>
            <p:nvPr/>
          </p:nvSpPr>
          <p:spPr>
            <a:xfrm>
              <a:off x="7366027" y="3804853"/>
              <a:ext cx="1636103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Regression-based Measures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39E053-60D2-FC54-000D-13596D0A265D}"/>
                </a:ext>
              </a:extLst>
            </p:cNvPr>
            <p:cNvSpPr txBox="1"/>
            <p:nvPr/>
          </p:nvSpPr>
          <p:spPr>
            <a:xfrm>
              <a:off x="8299840" y="1966088"/>
              <a:ext cx="52977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Others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F3705A5-57D8-551E-7139-FC29AB205368}"/>
                </a:ext>
              </a:extLst>
            </p:cNvPr>
            <p:cNvSpPr txBox="1"/>
            <p:nvPr/>
          </p:nvSpPr>
          <p:spPr>
            <a:xfrm>
              <a:off x="6992314" y="1232945"/>
              <a:ext cx="1336082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Rank-based Measures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64132CD-DD9F-32B4-AC45-0332CEF44675}"/>
                </a:ext>
              </a:extLst>
            </p:cNvPr>
            <p:cNvSpPr txBox="1"/>
            <p:nvPr/>
          </p:nvSpPr>
          <p:spPr>
            <a:xfrm>
              <a:off x="6466528" y="1617142"/>
              <a:ext cx="1682981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Absolute Mobility Measures</a:t>
              </a:r>
            </a:p>
          </p:txBody>
        </p:sp>
        <p:grpSp>
          <p:nvGrpSpPr>
            <p:cNvPr id="72" name="Graphic 6">
              <a:extLst>
                <a:ext uri="{FF2B5EF4-FFF2-40B4-BE49-F238E27FC236}">
                  <a16:creationId xmlns:a16="http://schemas.microsoft.com/office/drawing/2014/main" id="{3084BE30-E930-B99A-F97A-D25D964DA989}"/>
                </a:ext>
              </a:extLst>
            </p:cNvPr>
            <p:cNvGrpSpPr/>
            <p:nvPr/>
          </p:nvGrpSpPr>
          <p:grpSpPr>
            <a:xfrm>
              <a:off x="5918269" y="2285378"/>
              <a:ext cx="1161922" cy="275631"/>
              <a:chOff x="5918269" y="2285378"/>
              <a:chExt cx="1161922" cy="275631"/>
            </a:xfrm>
            <a:solidFill>
              <a:srgbClr val="000000"/>
            </a:solidFill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239B360-D6E6-2D64-5D89-60EDE7ABD5C6}"/>
                  </a:ext>
                </a:extLst>
              </p:cNvPr>
              <p:cNvSpPr txBox="1"/>
              <p:nvPr/>
            </p:nvSpPr>
            <p:spPr>
              <a:xfrm>
                <a:off x="6125630" y="2239658"/>
                <a:ext cx="1026686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Decomposition/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FD17B1E-2CBF-5830-C22E-893022769143}"/>
                  </a:ext>
                </a:extLst>
              </p:cNvPr>
              <p:cNvSpPr txBox="1"/>
              <p:nvPr/>
            </p:nvSpPr>
            <p:spPr>
              <a:xfrm>
                <a:off x="5826829" y="2374661"/>
                <a:ext cx="698539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Structural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B686E4-8A89-DC01-EC4A-961E4B0E54DE}"/>
                  </a:ext>
                </a:extLst>
              </p:cNvPr>
              <p:cNvSpPr txBox="1"/>
              <p:nvPr/>
            </p:nvSpPr>
            <p:spPr>
              <a:xfrm>
                <a:off x="6344458" y="2374661"/>
                <a:ext cx="220382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-84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 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1E16BA-0872-2FCA-5003-F37458318650}"/>
                  </a:ext>
                </a:extLst>
              </p:cNvPr>
              <p:cNvSpPr txBox="1"/>
              <p:nvPr/>
            </p:nvSpPr>
            <p:spPr>
              <a:xfrm>
                <a:off x="6369959" y="2374661"/>
                <a:ext cx="801671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Approaches</a:t>
                </a:r>
              </a:p>
            </p:txBody>
          </p:sp>
        </p:grpSp>
        <p:grpSp>
          <p:nvGrpSpPr>
            <p:cNvPr id="77" name="Graphic 6">
              <a:extLst>
                <a:ext uri="{FF2B5EF4-FFF2-40B4-BE49-F238E27FC236}">
                  <a16:creationId xmlns:a16="http://schemas.microsoft.com/office/drawing/2014/main" id="{E6F13338-9C0A-791A-76D4-ABFDF6984177}"/>
                </a:ext>
              </a:extLst>
            </p:cNvPr>
            <p:cNvGrpSpPr/>
            <p:nvPr/>
          </p:nvGrpSpPr>
          <p:grpSpPr>
            <a:xfrm>
              <a:off x="4456795" y="2921675"/>
              <a:ext cx="1115700" cy="275631"/>
              <a:chOff x="4456795" y="2921675"/>
              <a:chExt cx="1115700" cy="275631"/>
            </a:xfrm>
            <a:solidFill>
              <a:srgbClr val="000000"/>
            </a:solidFill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BC42238-AED2-CE39-D4B9-F9FCDAD36CCE}"/>
                  </a:ext>
                </a:extLst>
              </p:cNvPr>
              <p:cNvSpPr txBox="1"/>
              <p:nvPr/>
            </p:nvSpPr>
            <p:spPr>
              <a:xfrm>
                <a:off x="4490239" y="2875955"/>
                <a:ext cx="267260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-56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T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753A3CC-57F5-C900-05E3-971010675061}"/>
                  </a:ext>
                </a:extLst>
              </p:cNvPr>
              <p:cNvSpPr txBox="1"/>
              <p:nvPr/>
            </p:nvSpPr>
            <p:spPr>
              <a:xfrm>
                <a:off x="4565806" y="2875955"/>
                <a:ext cx="1073565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ransition Matrix/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C1450EC-FB13-D6A8-04B8-5BCC1871CB46}"/>
                  </a:ext>
                </a:extLst>
              </p:cNvPr>
              <p:cNvSpPr txBox="1"/>
              <p:nvPr/>
            </p:nvSpPr>
            <p:spPr>
              <a:xfrm>
                <a:off x="4365355" y="3010958"/>
                <a:ext cx="1298580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Probability Measures</a:t>
                </a: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7855580-050C-7DDA-26C9-2FB5EE5CCDAD}"/>
                </a:ext>
              </a:extLst>
            </p:cNvPr>
            <p:cNvSpPr txBox="1"/>
            <p:nvPr/>
          </p:nvSpPr>
          <p:spPr>
            <a:xfrm>
              <a:off x="4568338" y="3716445"/>
              <a:ext cx="100793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Non-parametric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8700897-D1D0-E7DA-D994-B5E4DD6E02EB}"/>
                </a:ext>
              </a:extLst>
            </p:cNvPr>
            <p:cNvSpPr txBox="1"/>
            <p:nvPr/>
          </p:nvSpPr>
          <p:spPr>
            <a:xfrm>
              <a:off x="5399206" y="3716445"/>
              <a:ext cx="220382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-84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 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A2F4388-5CA0-5B44-F050-D091E4DA0C71}"/>
                </a:ext>
              </a:extLst>
            </p:cNvPr>
            <p:cNvSpPr txBox="1"/>
            <p:nvPr/>
          </p:nvSpPr>
          <p:spPr>
            <a:xfrm>
              <a:off x="5424802" y="3716445"/>
              <a:ext cx="801671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Approaches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2F04EA2-4835-AC66-FBF7-4C16F8E190DB}"/>
                </a:ext>
              </a:extLst>
            </p:cNvPr>
            <p:cNvSpPr txBox="1"/>
            <p:nvPr/>
          </p:nvSpPr>
          <p:spPr>
            <a:xfrm>
              <a:off x="5623659" y="2651231"/>
              <a:ext cx="115794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Multigenerational 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94A3854-1FDA-7584-17C1-A9222E2091C6}"/>
                </a:ext>
              </a:extLst>
            </p:cNvPr>
            <p:cNvSpPr txBox="1"/>
            <p:nvPr/>
          </p:nvSpPr>
          <p:spPr>
            <a:xfrm>
              <a:off x="6093941" y="2808735"/>
              <a:ext cx="67978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Measures</a:t>
              </a:r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C79AE0B9-5A4F-2792-AEB9-E4C9F4AC013F}"/>
                </a:ext>
              </a:extLst>
            </p:cNvPr>
            <p:cNvSpPr/>
            <p:nvPr/>
          </p:nvSpPr>
          <p:spPr>
            <a:xfrm>
              <a:off x="8136263" y="1741802"/>
              <a:ext cx="284081" cy="9375"/>
            </a:xfrm>
            <a:custGeom>
              <a:avLst/>
              <a:gdLst>
                <a:gd name="connsiteX0" fmla="*/ 284082 w 284081"/>
                <a:gd name="connsiteY0" fmla="*/ 0 h 9375"/>
                <a:gd name="connsiteX1" fmla="*/ 0 w 284081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4081" h="9375">
                  <a:moveTo>
                    <a:pt x="284082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05C87F52-87D7-8711-A093-E14B2C43F22C}"/>
                </a:ext>
              </a:extLst>
            </p:cNvPr>
            <p:cNvSpPr/>
            <p:nvPr/>
          </p:nvSpPr>
          <p:spPr>
            <a:xfrm>
              <a:off x="8338776" y="1363980"/>
              <a:ext cx="285019" cy="9375"/>
            </a:xfrm>
            <a:custGeom>
              <a:avLst/>
              <a:gdLst>
                <a:gd name="connsiteX0" fmla="*/ 285019 w 285019"/>
                <a:gd name="connsiteY0" fmla="*/ 0 h 9375"/>
                <a:gd name="connsiteX1" fmla="*/ 0 w 285019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019" h="9375">
                  <a:moveTo>
                    <a:pt x="285019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81D351C-2FD4-35C4-4237-FF97D8857C75}"/>
                </a:ext>
              </a:extLst>
            </p:cNvPr>
            <p:cNvSpPr/>
            <p:nvPr/>
          </p:nvSpPr>
          <p:spPr>
            <a:xfrm>
              <a:off x="6098000" y="3492158"/>
              <a:ext cx="136884" cy="236255"/>
            </a:xfrm>
            <a:custGeom>
              <a:avLst/>
              <a:gdLst>
                <a:gd name="connsiteX0" fmla="*/ 0 w 136884"/>
                <a:gd name="connsiteY0" fmla="*/ 236256 h 236255"/>
                <a:gd name="connsiteX1" fmla="*/ 136884 w 136884"/>
                <a:gd name="connsiteY1" fmla="*/ 0 h 236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6884" h="236255">
                  <a:moveTo>
                    <a:pt x="0" y="236256"/>
                  </a:moveTo>
                  <a:lnTo>
                    <a:pt x="136884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786944D-FEBE-4CBA-2B20-97E4886FA530}"/>
                </a:ext>
              </a:extLst>
            </p:cNvPr>
            <p:cNvSpPr/>
            <p:nvPr/>
          </p:nvSpPr>
          <p:spPr>
            <a:xfrm>
              <a:off x="6731980" y="2775890"/>
              <a:ext cx="317646" cy="602827"/>
            </a:xfrm>
            <a:custGeom>
              <a:avLst/>
              <a:gdLst>
                <a:gd name="connsiteX0" fmla="*/ 317646 w 317646"/>
                <a:gd name="connsiteY0" fmla="*/ 602828 h 602827"/>
                <a:gd name="connsiteX1" fmla="*/ 0 w 317646"/>
                <a:gd name="connsiteY1" fmla="*/ 0 h 602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46" h="602827">
                  <a:moveTo>
                    <a:pt x="317646" y="602828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B36D89F8-0E1D-18DC-50E6-F28BE457A842}"/>
                </a:ext>
              </a:extLst>
            </p:cNvPr>
            <p:cNvSpPr/>
            <p:nvPr/>
          </p:nvSpPr>
          <p:spPr>
            <a:xfrm>
              <a:off x="7161197" y="2522759"/>
              <a:ext cx="441592" cy="347821"/>
            </a:xfrm>
            <a:custGeom>
              <a:avLst/>
              <a:gdLst>
                <a:gd name="connsiteX0" fmla="*/ 441592 w 441592"/>
                <a:gd name="connsiteY0" fmla="*/ 347821 h 347821"/>
                <a:gd name="connsiteX1" fmla="*/ 0 w 441592"/>
                <a:gd name="connsiteY1" fmla="*/ 0 h 347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592" h="347821">
                  <a:moveTo>
                    <a:pt x="441592" y="347821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96F71FC7-866D-138B-B8A3-F001C26A2565}"/>
                </a:ext>
              </a:extLst>
            </p:cNvPr>
            <p:cNvSpPr/>
            <p:nvPr/>
          </p:nvSpPr>
          <p:spPr>
            <a:xfrm>
              <a:off x="6069967" y="3685382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8" y="67127"/>
                    <a:pt x="0" y="52100"/>
                    <a:pt x="0" y="33563"/>
                  </a:cubicBezTo>
                  <a:cubicBezTo>
                    <a:pt x="0" y="15027"/>
                    <a:pt x="15028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005F56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539FDA86-515F-3C6A-9F1D-7D8759E38D74}"/>
                </a:ext>
              </a:extLst>
            </p:cNvPr>
            <p:cNvSpPr/>
            <p:nvPr/>
          </p:nvSpPr>
          <p:spPr>
            <a:xfrm>
              <a:off x="6698415" y="2742327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F7A7A1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F0CDD77-4717-3C1B-3E77-DC129294306D}"/>
                </a:ext>
              </a:extLst>
            </p:cNvPr>
            <p:cNvSpPr/>
            <p:nvPr/>
          </p:nvSpPr>
          <p:spPr>
            <a:xfrm>
              <a:off x="7119850" y="2483102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339999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F550C5A1-9CD1-2940-946E-86722DF5E5AB}"/>
                </a:ext>
              </a:extLst>
            </p:cNvPr>
            <p:cNvSpPr/>
            <p:nvPr/>
          </p:nvSpPr>
          <p:spPr>
            <a:xfrm>
              <a:off x="8102698" y="1708238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8" y="67127"/>
                    <a:pt x="0" y="52100"/>
                    <a:pt x="0" y="33563"/>
                  </a:cubicBezTo>
                  <a:cubicBezTo>
                    <a:pt x="0" y="15027"/>
                    <a:pt x="15028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C04E3F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6F23CD6-6146-2468-5673-AC3AEF6A4A98}"/>
                </a:ext>
              </a:extLst>
            </p:cNvPr>
            <p:cNvSpPr/>
            <p:nvPr/>
          </p:nvSpPr>
          <p:spPr>
            <a:xfrm>
              <a:off x="8278303" y="1330416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F4A988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71CCE1B-C33C-D724-6A11-759A17290BD3}"/>
                </a:ext>
              </a:extLst>
            </p:cNvPr>
            <p:cNvSpPr/>
            <p:nvPr/>
          </p:nvSpPr>
          <p:spPr>
            <a:xfrm>
              <a:off x="5635781" y="3135899"/>
              <a:ext cx="95631" cy="283132"/>
            </a:xfrm>
            <a:custGeom>
              <a:avLst/>
              <a:gdLst>
                <a:gd name="connsiteX0" fmla="*/ 0 w 95631"/>
                <a:gd name="connsiteY0" fmla="*/ 0 h 283132"/>
                <a:gd name="connsiteX1" fmla="*/ 95632 w 95631"/>
                <a:gd name="connsiteY1" fmla="*/ 283132 h 28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631" h="283132">
                  <a:moveTo>
                    <a:pt x="0" y="0"/>
                  </a:moveTo>
                  <a:lnTo>
                    <a:pt x="95632" y="283132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9809EE5-66B0-5B43-A3DA-B2A920BF3924}"/>
                </a:ext>
              </a:extLst>
            </p:cNvPr>
            <p:cNvSpPr/>
            <p:nvPr/>
          </p:nvSpPr>
          <p:spPr>
            <a:xfrm>
              <a:off x="5601935" y="3101586"/>
              <a:ext cx="67129" cy="67126"/>
            </a:xfrm>
            <a:custGeom>
              <a:avLst/>
              <a:gdLst>
                <a:gd name="connsiteX0" fmla="*/ 67129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29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29" y="33563"/>
                  </a:moveTo>
                  <a:cubicBezTo>
                    <a:pt x="67129" y="52100"/>
                    <a:pt x="52102" y="67127"/>
                    <a:pt x="33565" y="67127"/>
                  </a:cubicBezTo>
                  <a:cubicBezTo>
                    <a:pt x="15028" y="67127"/>
                    <a:pt x="0" y="52100"/>
                    <a:pt x="0" y="33563"/>
                  </a:cubicBezTo>
                  <a:cubicBezTo>
                    <a:pt x="0" y="15027"/>
                    <a:pt x="15028" y="0"/>
                    <a:pt x="33565" y="0"/>
                  </a:cubicBezTo>
                  <a:cubicBezTo>
                    <a:pt x="52102" y="0"/>
                    <a:pt x="67129" y="15027"/>
                    <a:pt x="67129" y="33563"/>
                  </a:cubicBezTo>
                  <a:close/>
                </a:path>
              </a:pathLst>
            </a:custGeom>
            <a:solidFill>
              <a:srgbClr val="CB7729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34B5EA7C-A145-6A92-89E8-A122288DF460}"/>
                </a:ext>
              </a:extLst>
            </p:cNvPr>
            <p:cNvSpPr/>
            <p:nvPr/>
          </p:nvSpPr>
          <p:spPr>
            <a:xfrm>
              <a:off x="2281180" y="2584917"/>
              <a:ext cx="2449759" cy="9375"/>
            </a:xfrm>
            <a:custGeom>
              <a:avLst/>
              <a:gdLst>
                <a:gd name="connsiteX0" fmla="*/ 0 w 2449759"/>
                <a:gd name="connsiteY0" fmla="*/ 0 h 9375"/>
                <a:gd name="connsiteX1" fmla="*/ 2449759 w 2449759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9759" h="9375">
                  <a:moveTo>
                    <a:pt x="0" y="0"/>
                  </a:moveTo>
                  <a:lnTo>
                    <a:pt x="2449759" y="0"/>
                  </a:lnTo>
                </a:path>
              </a:pathLst>
            </a:custGeom>
            <a:solidFill>
              <a:srgbClr val="000000"/>
            </a:solidFill>
            <a:ln w="909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9" name="Graphic 6">
              <a:extLst>
                <a:ext uri="{FF2B5EF4-FFF2-40B4-BE49-F238E27FC236}">
                  <a16:creationId xmlns:a16="http://schemas.microsoft.com/office/drawing/2014/main" id="{D39D7A7A-C8DA-7235-8BA9-F497D43FC61D}"/>
                </a:ext>
              </a:extLst>
            </p:cNvPr>
            <p:cNvGrpSpPr/>
            <p:nvPr/>
          </p:nvGrpSpPr>
          <p:grpSpPr>
            <a:xfrm>
              <a:off x="2383093" y="1033409"/>
              <a:ext cx="2414788" cy="1551507"/>
              <a:chOff x="2383093" y="1033409"/>
              <a:chExt cx="2414788" cy="1551507"/>
            </a:xfrm>
          </p:grpSpPr>
          <p:grpSp>
            <p:nvGrpSpPr>
              <p:cNvPr id="100" name="Graphic 6">
                <a:extLst>
                  <a:ext uri="{FF2B5EF4-FFF2-40B4-BE49-F238E27FC236}">
                    <a16:creationId xmlns:a16="http://schemas.microsoft.com/office/drawing/2014/main" id="{E0AFBFA7-8FBF-F187-49EA-0F0737E5949A}"/>
                  </a:ext>
                </a:extLst>
              </p:cNvPr>
              <p:cNvGrpSpPr/>
              <p:nvPr/>
            </p:nvGrpSpPr>
            <p:grpSpPr>
              <a:xfrm>
                <a:off x="2383093" y="2067779"/>
                <a:ext cx="2414788" cy="517138"/>
                <a:chOff x="2383093" y="2067779"/>
                <a:chExt cx="2414788" cy="517138"/>
              </a:xfrm>
              <a:solidFill>
                <a:srgbClr val="C04E3F"/>
              </a:solidFill>
            </p:grpSpPr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41A498B1-11EF-52A1-4609-09E1125EC02E}"/>
                    </a:ext>
                  </a:extLst>
                </p:cNvPr>
                <p:cNvSpPr/>
                <p:nvPr/>
              </p:nvSpPr>
              <p:spPr>
                <a:xfrm>
                  <a:off x="2383093" y="2067779"/>
                  <a:ext cx="315021" cy="517138"/>
                </a:xfrm>
                <a:custGeom>
                  <a:avLst/>
                  <a:gdLst>
                    <a:gd name="connsiteX0" fmla="*/ 0 w 315021"/>
                    <a:gd name="connsiteY0" fmla="*/ 517138 h 517138"/>
                    <a:gd name="connsiteX1" fmla="*/ 0 w 315021"/>
                    <a:gd name="connsiteY1" fmla="*/ 0 h 517138"/>
                    <a:gd name="connsiteX2" fmla="*/ 315021 w 315021"/>
                    <a:gd name="connsiteY2" fmla="*/ 0 h 517138"/>
                    <a:gd name="connsiteX3" fmla="*/ 315021 w 315021"/>
                    <a:gd name="connsiteY3" fmla="*/ 517138 h 517138"/>
                    <a:gd name="connsiteX4" fmla="*/ 0 w 315021"/>
                    <a:gd name="connsiteY4" fmla="*/ 517138 h 517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517138">
                      <a:moveTo>
                        <a:pt x="0" y="517138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517138"/>
                      </a:lnTo>
                      <a:lnTo>
                        <a:pt x="0" y="517138"/>
                      </a:lnTo>
                      <a:close/>
                    </a:path>
                  </a:pathLst>
                </a:custGeom>
                <a:solidFill>
                  <a:srgbClr val="C04E3F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0CF5CE57-8319-1B36-DE68-CE21BDE1F520}"/>
                    </a:ext>
                  </a:extLst>
                </p:cNvPr>
                <p:cNvSpPr/>
                <p:nvPr/>
              </p:nvSpPr>
              <p:spPr>
                <a:xfrm>
                  <a:off x="2733085" y="2346223"/>
                  <a:ext cx="315021" cy="238693"/>
                </a:xfrm>
                <a:custGeom>
                  <a:avLst/>
                  <a:gdLst>
                    <a:gd name="connsiteX0" fmla="*/ 0 w 315021"/>
                    <a:gd name="connsiteY0" fmla="*/ 238694 h 238693"/>
                    <a:gd name="connsiteX1" fmla="*/ 0 w 315021"/>
                    <a:gd name="connsiteY1" fmla="*/ 0 h 238693"/>
                    <a:gd name="connsiteX2" fmla="*/ 315021 w 315021"/>
                    <a:gd name="connsiteY2" fmla="*/ 0 h 238693"/>
                    <a:gd name="connsiteX3" fmla="*/ 315021 w 315021"/>
                    <a:gd name="connsiteY3" fmla="*/ 238694 h 238693"/>
                    <a:gd name="connsiteX4" fmla="*/ 0 w 315021"/>
                    <a:gd name="connsiteY4" fmla="*/ 238694 h 238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38693">
                      <a:moveTo>
                        <a:pt x="0" y="238694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38694"/>
                      </a:lnTo>
                      <a:lnTo>
                        <a:pt x="0" y="238694"/>
                      </a:lnTo>
                      <a:close/>
                    </a:path>
                  </a:pathLst>
                </a:custGeom>
                <a:solidFill>
                  <a:srgbClr val="C04E3F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92080888-F378-D2D3-E6B5-19D8253FEA3C}"/>
                    </a:ext>
                  </a:extLst>
                </p:cNvPr>
                <p:cNvSpPr/>
                <p:nvPr/>
              </p:nvSpPr>
              <p:spPr>
                <a:xfrm>
                  <a:off x="3082984" y="2161812"/>
                  <a:ext cx="315021" cy="423104"/>
                </a:xfrm>
                <a:custGeom>
                  <a:avLst/>
                  <a:gdLst>
                    <a:gd name="connsiteX0" fmla="*/ 0 w 315021"/>
                    <a:gd name="connsiteY0" fmla="*/ 423104 h 423104"/>
                    <a:gd name="connsiteX1" fmla="*/ 0 w 315021"/>
                    <a:gd name="connsiteY1" fmla="*/ 0 h 423104"/>
                    <a:gd name="connsiteX2" fmla="*/ 315021 w 315021"/>
                    <a:gd name="connsiteY2" fmla="*/ 0 h 423104"/>
                    <a:gd name="connsiteX3" fmla="*/ 315021 w 315021"/>
                    <a:gd name="connsiteY3" fmla="*/ 423104 h 423104"/>
                    <a:gd name="connsiteX4" fmla="*/ 0 w 315021"/>
                    <a:gd name="connsiteY4" fmla="*/ 423104 h 423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423104">
                      <a:moveTo>
                        <a:pt x="0" y="423104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423104"/>
                      </a:lnTo>
                      <a:lnTo>
                        <a:pt x="0" y="423104"/>
                      </a:lnTo>
                      <a:close/>
                    </a:path>
                  </a:pathLst>
                </a:custGeom>
                <a:solidFill>
                  <a:srgbClr val="C04E3F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Freeform 103">
                  <a:extLst>
                    <a:ext uri="{FF2B5EF4-FFF2-40B4-BE49-F238E27FC236}">
                      <a16:creationId xmlns:a16="http://schemas.microsoft.com/office/drawing/2014/main" id="{C5AC494B-4D5C-9EDC-FE41-35C2E13818A6}"/>
                    </a:ext>
                  </a:extLst>
                </p:cNvPr>
                <p:cNvSpPr/>
                <p:nvPr/>
              </p:nvSpPr>
              <p:spPr>
                <a:xfrm>
                  <a:off x="3432976" y="2584917"/>
                  <a:ext cx="314927" cy="9375"/>
                </a:xfrm>
                <a:custGeom>
                  <a:avLst/>
                  <a:gdLst>
                    <a:gd name="connsiteX0" fmla="*/ 0 w 314927"/>
                    <a:gd name="connsiteY0" fmla="*/ 0 h 9375"/>
                    <a:gd name="connsiteX1" fmla="*/ 314928 w 314927"/>
                    <a:gd name="connsiteY1" fmla="*/ 0 h 9375"/>
                    <a:gd name="connsiteX2" fmla="*/ 0 w 314927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927" h="9375">
                      <a:moveTo>
                        <a:pt x="0" y="0"/>
                      </a:moveTo>
                      <a:lnTo>
                        <a:pt x="314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4E3F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" name="Freeform 104">
                  <a:extLst>
                    <a:ext uri="{FF2B5EF4-FFF2-40B4-BE49-F238E27FC236}">
                      <a16:creationId xmlns:a16="http://schemas.microsoft.com/office/drawing/2014/main" id="{BD918DC6-8489-DA54-5FD8-D733BF4A7CD5}"/>
                    </a:ext>
                  </a:extLst>
                </p:cNvPr>
                <p:cNvSpPr/>
                <p:nvPr/>
              </p:nvSpPr>
              <p:spPr>
                <a:xfrm>
                  <a:off x="3782969" y="2541416"/>
                  <a:ext cx="315021" cy="43501"/>
                </a:xfrm>
                <a:custGeom>
                  <a:avLst/>
                  <a:gdLst>
                    <a:gd name="connsiteX0" fmla="*/ 0 w 315021"/>
                    <a:gd name="connsiteY0" fmla="*/ 43501 h 43501"/>
                    <a:gd name="connsiteX1" fmla="*/ 0 w 315021"/>
                    <a:gd name="connsiteY1" fmla="*/ 0 h 43501"/>
                    <a:gd name="connsiteX2" fmla="*/ 315021 w 315021"/>
                    <a:gd name="connsiteY2" fmla="*/ 0 h 43501"/>
                    <a:gd name="connsiteX3" fmla="*/ 315021 w 315021"/>
                    <a:gd name="connsiteY3" fmla="*/ 43501 h 43501"/>
                    <a:gd name="connsiteX4" fmla="*/ 0 w 315021"/>
                    <a:gd name="connsiteY4" fmla="*/ 43501 h 43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43501">
                      <a:moveTo>
                        <a:pt x="0" y="43501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43501"/>
                      </a:lnTo>
                      <a:lnTo>
                        <a:pt x="0" y="43501"/>
                      </a:lnTo>
                      <a:close/>
                    </a:path>
                  </a:pathLst>
                </a:custGeom>
                <a:solidFill>
                  <a:srgbClr val="C04E3F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0C29B6D2-5E1E-3D8C-9565-3BD22CDE6CE5}"/>
                    </a:ext>
                  </a:extLst>
                </p:cNvPr>
                <p:cNvSpPr/>
                <p:nvPr/>
              </p:nvSpPr>
              <p:spPr>
                <a:xfrm>
                  <a:off x="4132867" y="2515259"/>
                  <a:ext cx="315021" cy="69658"/>
                </a:xfrm>
                <a:custGeom>
                  <a:avLst/>
                  <a:gdLst>
                    <a:gd name="connsiteX0" fmla="*/ 0 w 315021"/>
                    <a:gd name="connsiteY0" fmla="*/ 69658 h 69658"/>
                    <a:gd name="connsiteX1" fmla="*/ 0 w 315021"/>
                    <a:gd name="connsiteY1" fmla="*/ 0 h 69658"/>
                    <a:gd name="connsiteX2" fmla="*/ 315021 w 315021"/>
                    <a:gd name="connsiteY2" fmla="*/ 0 h 69658"/>
                    <a:gd name="connsiteX3" fmla="*/ 315021 w 315021"/>
                    <a:gd name="connsiteY3" fmla="*/ 69658 h 69658"/>
                    <a:gd name="connsiteX4" fmla="*/ 0 w 315021"/>
                    <a:gd name="connsiteY4" fmla="*/ 69658 h 69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69658">
                      <a:moveTo>
                        <a:pt x="0" y="69658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69658"/>
                      </a:lnTo>
                      <a:lnTo>
                        <a:pt x="0" y="69658"/>
                      </a:lnTo>
                      <a:close/>
                    </a:path>
                  </a:pathLst>
                </a:custGeom>
                <a:solidFill>
                  <a:srgbClr val="C04E3F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AD9B60A0-121F-BD82-550A-189E61C47B7F}"/>
                    </a:ext>
                  </a:extLst>
                </p:cNvPr>
                <p:cNvSpPr/>
                <p:nvPr/>
              </p:nvSpPr>
              <p:spPr>
                <a:xfrm>
                  <a:off x="4482860" y="2453945"/>
                  <a:ext cx="315021" cy="130972"/>
                </a:xfrm>
                <a:custGeom>
                  <a:avLst/>
                  <a:gdLst>
                    <a:gd name="connsiteX0" fmla="*/ 0 w 315021"/>
                    <a:gd name="connsiteY0" fmla="*/ 130972 h 130972"/>
                    <a:gd name="connsiteX1" fmla="*/ 0 w 315021"/>
                    <a:gd name="connsiteY1" fmla="*/ 0 h 130972"/>
                    <a:gd name="connsiteX2" fmla="*/ 315021 w 315021"/>
                    <a:gd name="connsiteY2" fmla="*/ 0 h 130972"/>
                    <a:gd name="connsiteX3" fmla="*/ 315021 w 315021"/>
                    <a:gd name="connsiteY3" fmla="*/ 130972 h 130972"/>
                    <a:gd name="connsiteX4" fmla="*/ 0 w 315021"/>
                    <a:gd name="connsiteY4" fmla="*/ 130972 h 13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30972">
                      <a:moveTo>
                        <a:pt x="0" y="130972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30972"/>
                      </a:lnTo>
                      <a:lnTo>
                        <a:pt x="0" y="130972"/>
                      </a:lnTo>
                      <a:close/>
                    </a:path>
                  </a:pathLst>
                </a:custGeom>
                <a:solidFill>
                  <a:srgbClr val="C04E3F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8" name="Graphic 6">
                <a:extLst>
                  <a:ext uri="{FF2B5EF4-FFF2-40B4-BE49-F238E27FC236}">
                    <a16:creationId xmlns:a16="http://schemas.microsoft.com/office/drawing/2014/main" id="{E5293E86-7D88-D9FB-FCD8-C5B306F2CD05}"/>
                  </a:ext>
                </a:extLst>
              </p:cNvPr>
              <p:cNvGrpSpPr/>
              <p:nvPr/>
            </p:nvGrpSpPr>
            <p:grpSpPr>
              <a:xfrm>
                <a:off x="2383093" y="1630236"/>
                <a:ext cx="2414788" cy="954680"/>
                <a:chOff x="2383093" y="1630236"/>
                <a:chExt cx="2414788" cy="954680"/>
              </a:xfrm>
              <a:solidFill>
                <a:srgbClr val="339999"/>
              </a:solidFill>
            </p:grpSpPr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F0C3E7E0-0BA7-2A12-3E2D-6B8E2C04DC4C}"/>
                    </a:ext>
                  </a:extLst>
                </p:cNvPr>
                <p:cNvSpPr/>
                <p:nvPr/>
              </p:nvSpPr>
              <p:spPr>
                <a:xfrm>
                  <a:off x="2383093" y="2067779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999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FA848CBC-DA86-225D-CE00-DB2D5C0E4267}"/>
                    </a:ext>
                  </a:extLst>
                </p:cNvPr>
                <p:cNvSpPr/>
                <p:nvPr/>
              </p:nvSpPr>
              <p:spPr>
                <a:xfrm>
                  <a:off x="2733085" y="1630236"/>
                  <a:ext cx="315021" cy="715986"/>
                </a:xfrm>
                <a:custGeom>
                  <a:avLst/>
                  <a:gdLst>
                    <a:gd name="connsiteX0" fmla="*/ 0 w 315021"/>
                    <a:gd name="connsiteY0" fmla="*/ 715987 h 715986"/>
                    <a:gd name="connsiteX1" fmla="*/ 0 w 315021"/>
                    <a:gd name="connsiteY1" fmla="*/ 0 h 715986"/>
                    <a:gd name="connsiteX2" fmla="*/ 315021 w 315021"/>
                    <a:gd name="connsiteY2" fmla="*/ 0 h 715986"/>
                    <a:gd name="connsiteX3" fmla="*/ 315021 w 315021"/>
                    <a:gd name="connsiteY3" fmla="*/ 715987 h 715986"/>
                    <a:gd name="connsiteX4" fmla="*/ 0 w 315021"/>
                    <a:gd name="connsiteY4" fmla="*/ 715987 h 715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715986">
                      <a:moveTo>
                        <a:pt x="0" y="715987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715987"/>
                      </a:lnTo>
                      <a:lnTo>
                        <a:pt x="0" y="715987"/>
                      </a:lnTo>
                      <a:close/>
                    </a:path>
                  </a:pathLst>
                </a:custGeom>
                <a:solidFill>
                  <a:srgbClr val="33999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D6B403E8-6697-CA3A-A0B0-88AAE6D19051}"/>
                    </a:ext>
                  </a:extLst>
                </p:cNvPr>
                <p:cNvSpPr/>
                <p:nvPr/>
              </p:nvSpPr>
              <p:spPr>
                <a:xfrm>
                  <a:off x="3082984" y="1879711"/>
                  <a:ext cx="315021" cy="282100"/>
                </a:xfrm>
                <a:custGeom>
                  <a:avLst/>
                  <a:gdLst>
                    <a:gd name="connsiteX0" fmla="*/ 0 w 315021"/>
                    <a:gd name="connsiteY0" fmla="*/ 282101 h 282100"/>
                    <a:gd name="connsiteX1" fmla="*/ 0 w 315021"/>
                    <a:gd name="connsiteY1" fmla="*/ 0 h 282100"/>
                    <a:gd name="connsiteX2" fmla="*/ 315021 w 315021"/>
                    <a:gd name="connsiteY2" fmla="*/ 0 h 282100"/>
                    <a:gd name="connsiteX3" fmla="*/ 315021 w 315021"/>
                    <a:gd name="connsiteY3" fmla="*/ 282101 h 282100"/>
                    <a:gd name="connsiteX4" fmla="*/ 0 w 315021"/>
                    <a:gd name="connsiteY4" fmla="*/ 282101 h 28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82100">
                      <a:moveTo>
                        <a:pt x="0" y="282101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82101"/>
                      </a:lnTo>
                      <a:lnTo>
                        <a:pt x="0" y="282101"/>
                      </a:lnTo>
                      <a:close/>
                    </a:path>
                  </a:pathLst>
                </a:custGeom>
                <a:solidFill>
                  <a:srgbClr val="33999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" name="Freeform 111">
                  <a:extLst>
                    <a:ext uri="{FF2B5EF4-FFF2-40B4-BE49-F238E27FC236}">
                      <a16:creationId xmlns:a16="http://schemas.microsoft.com/office/drawing/2014/main" id="{B05875F6-4359-1936-198A-82D9CA82C949}"/>
                    </a:ext>
                  </a:extLst>
                </p:cNvPr>
                <p:cNvSpPr/>
                <p:nvPr/>
              </p:nvSpPr>
              <p:spPr>
                <a:xfrm>
                  <a:off x="3432976" y="2247596"/>
                  <a:ext cx="314927" cy="337321"/>
                </a:xfrm>
                <a:custGeom>
                  <a:avLst/>
                  <a:gdLst>
                    <a:gd name="connsiteX0" fmla="*/ 0 w 314927"/>
                    <a:gd name="connsiteY0" fmla="*/ 337321 h 337321"/>
                    <a:gd name="connsiteX1" fmla="*/ 0 w 314927"/>
                    <a:gd name="connsiteY1" fmla="*/ 0 h 337321"/>
                    <a:gd name="connsiteX2" fmla="*/ 314928 w 314927"/>
                    <a:gd name="connsiteY2" fmla="*/ 0 h 337321"/>
                    <a:gd name="connsiteX3" fmla="*/ 314928 w 314927"/>
                    <a:gd name="connsiteY3" fmla="*/ 337321 h 337321"/>
                    <a:gd name="connsiteX4" fmla="*/ 0 w 314927"/>
                    <a:gd name="connsiteY4" fmla="*/ 337321 h 337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4927" h="337321">
                      <a:moveTo>
                        <a:pt x="0" y="337321"/>
                      </a:moveTo>
                      <a:lnTo>
                        <a:pt x="0" y="0"/>
                      </a:lnTo>
                      <a:lnTo>
                        <a:pt x="314928" y="0"/>
                      </a:lnTo>
                      <a:lnTo>
                        <a:pt x="314928" y="337321"/>
                      </a:lnTo>
                      <a:lnTo>
                        <a:pt x="0" y="337321"/>
                      </a:lnTo>
                      <a:close/>
                    </a:path>
                  </a:pathLst>
                </a:custGeom>
                <a:solidFill>
                  <a:srgbClr val="33999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" name="Freeform 112">
                  <a:extLst>
                    <a:ext uri="{FF2B5EF4-FFF2-40B4-BE49-F238E27FC236}">
                      <a16:creationId xmlns:a16="http://schemas.microsoft.com/office/drawing/2014/main" id="{B7930224-8A6F-5AC6-1375-AA047186C637}"/>
                    </a:ext>
                  </a:extLst>
                </p:cNvPr>
                <p:cNvSpPr/>
                <p:nvPr/>
              </p:nvSpPr>
              <p:spPr>
                <a:xfrm>
                  <a:off x="3782969" y="2396474"/>
                  <a:ext cx="315021" cy="144941"/>
                </a:xfrm>
                <a:custGeom>
                  <a:avLst/>
                  <a:gdLst>
                    <a:gd name="connsiteX0" fmla="*/ 0 w 315021"/>
                    <a:gd name="connsiteY0" fmla="*/ 144941 h 144941"/>
                    <a:gd name="connsiteX1" fmla="*/ 0 w 315021"/>
                    <a:gd name="connsiteY1" fmla="*/ 0 h 144941"/>
                    <a:gd name="connsiteX2" fmla="*/ 315021 w 315021"/>
                    <a:gd name="connsiteY2" fmla="*/ 0 h 144941"/>
                    <a:gd name="connsiteX3" fmla="*/ 315021 w 315021"/>
                    <a:gd name="connsiteY3" fmla="*/ 144941 h 144941"/>
                    <a:gd name="connsiteX4" fmla="*/ 0 w 315021"/>
                    <a:gd name="connsiteY4" fmla="*/ 144941 h 144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44941">
                      <a:moveTo>
                        <a:pt x="0" y="144941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44941"/>
                      </a:lnTo>
                      <a:lnTo>
                        <a:pt x="0" y="144941"/>
                      </a:lnTo>
                      <a:close/>
                    </a:path>
                  </a:pathLst>
                </a:custGeom>
                <a:solidFill>
                  <a:srgbClr val="33999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0F025B28-414C-8E24-E9B4-BC4990109520}"/>
                    </a:ext>
                  </a:extLst>
                </p:cNvPr>
                <p:cNvSpPr/>
                <p:nvPr/>
              </p:nvSpPr>
              <p:spPr>
                <a:xfrm>
                  <a:off x="4132867" y="2320910"/>
                  <a:ext cx="315021" cy="194348"/>
                </a:xfrm>
                <a:custGeom>
                  <a:avLst/>
                  <a:gdLst>
                    <a:gd name="connsiteX0" fmla="*/ 0 w 315021"/>
                    <a:gd name="connsiteY0" fmla="*/ 194349 h 194348"/>
                    <a:gd name="connsiteX1" fmla="*/ 0 w 315021"/>
                    <a:gd name="connsiteY1" fmla="*/ 0 h 194348"/>
                    <a:gd name="connsiteX2" fmla="*/ 315021 w 315021"/>
                    <a:gd name="connsiteY2" fmla="*/ 0 h 194348"/>
                    <a:gd name="connsiteX3" fmla="*/ 315021 w 315021"/>
                    <a:gd name="connsiteY3" fmla="*/ 194349 h 194348"/>
                    <a:gd name="connsiteX4" fmla="*/ 0 w 315021"/>
                    <a:gd name="connsiteY4" fmla="*/ 194349 h 1943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94348">
                      <a:moveTo>
                        <a:pt x="0" y="194349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94349"/>
                      </a:lnTo>
                      <a:lnTo>
                        <a:pt x="0" y="194349"/>
                      </a:lnTo>
                      <a:close/>
                    </a:path>
                  </a:pathLst>
                </a:custGeom>
                <a:solidFill>
                  <a:srgbClr val="33999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373B7155-4037-A75C-604C-11AFBE22FCAF}"/>
                    </a:ext>
                  </a:extLst>
                </p:cNvPr>
                <p:cNvSpPr/>
                <p:nvPr/>
              </p:nvSpPr>
              <p:spPr>
                <a:xfrm>
                  <a:off x="4482860" y="2237377"/>
                  <a:ext cx="315021" cy="216568"/>
                </a:xfrm>
                <a:custGeom>
                  <a:avLst/>
                  <a:gdLst>
                    <a:gd name="connsiteX0" fmla="*/ 0 w 315021"/>
                    <a:gd name="connsiteY0" fmla="*/ 216568 h 216568"/>
                    <a:gd name="connsiteX1" fmla="*/ 0 w 315021"/>
                    <a:gd name="connsiteY1" fmla="*/ 0 h 216568"/>
                    <a:gd name="connsiteX2" fmla="*/ 315021 w 315021"/>
                    <a:gd name="connsiteY2" fmla="*/ 0 h 216568"/>
                    <a:gd name="connsiteX3" fmla="*/ 315021 w 315021"/>
                    <a:gd name="connsiteY3" fmla="*/ 216568 h 216568"/>
                    <a:gd name="connsiteX4" fmla="*/ 0 w 315021"/>
                    <a:gd name="connsiteY4" fmla="*/ 216568 h 216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16568">
                      <a:moveTo>
                        <a:pt x="0" y="216568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16568"/>
                      </a:lnTo>
                      <a:lnTo>
                        <a:pt x="0" y="216568"/>
                      </a:lnTo>
                      <a:close/>
                    </a:path>
                  </a:pathLst>
                </a:custGeom>
                <a:solidFill>
                  <a:srgbClr val="33999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6" name="Graphic 6">
                <a:extLst>
                  <a:ext uri="{FF2B5EF4-FFF2-40B4-BE49-F238E27FC236}">
                    <a16:creationId xmlns:a16="http://schemas.microsoft.com/office/drawing/2014/main" id="{D6B373BD-DA1F-344B-DEB4-E56698D76A8E}"/>
                  </a:ext>
                </a:extLst>
              </p:cNvPr>
              <p:cNvGrpSpPr/>
              <p:nvPr/>
            </p:nvGrpSpPr>
            <p:grpSpPr>
              <a:xfrm>
                <a:off x="2383093" y="1630236"/>
                <a:ext cx="2414788" cy="766237"/>
                <a:chOff x="2383093" y="1630236"/>
                <a:chExt cx="2414788" cy="766237"/>
              </a:xfrm>
              <a:solidFill>
                <a:srgbClr val="FFC3C2"/>
              </a:solidFill>
            </p:grpSpPr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8F146467-FA76-C8F0-5E3A-5522C5C26215}"/>
                    </a:ext>
                  </a:extLst>
                </p:cNvPr>
                <p:cNvSpPr/>
                <p:nvPr/>
              </p:nvSpPr>
              <p:spPr>
                <a:xfrm>
                  <a:off x="2383093" y="2067779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3C2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7BEC771D-6BBD-7FEC-8561-F1BF27EC788B}"/>
                    </a:ext>
                  </a:extLst>
                </p:cNvPr>
                <p:cNvSpPr/>
                <p:nvPr/>
              </p:nvSpPr>
              <p:spPr>
                <a:xfrm>
                  <a:off x="2733085" y="1630236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3C2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" name="Freeform 118">
                  <a:extLst>
                    <a:ext uri="{FF2B5EF4-FFF2-40B4-BE49-F238E27FC236}">
                      <a16:creationId xmlns:a16="http://schemas.microsoft.com/office/drawing/2014/main" id="{30E62687-6EBE-D645-C650-7ADC9C82439D}"/>
                    </a:ext>
                  </a:extLst>
                </p:cNvPr>
                <p:cNvSpPr/>
                <p:nvPr/>
              </p:nvSpPr>
              <p:spPr>
                <a:xfrm>
                  <a:off x="3082984" y="1879711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3C2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0" name="Freeform 119">
                  <a:extLst>
                    <a:ext uri="{FF2B5EF4-FFF2-40B4-BE49-F238E27FC236}">
                      <a16:creationId xmlns:a16="http://schemas.microsoft.com/office/drawing/2014/main" id="{18C04139-D388-F2A4-4FAA-60C761411112}"/>
                    </a:ext>
                  </a:extLst>
                </p:cNvPr>
                <p:cNvSpPr/>
                <p:nvPr/>
              </p:nvSpPr>
              <p:spPr>
                <a:xfrm>
                  <a:off x="3432976" y="2247689"/>
                  <a:ext cx="314927" cy="9375"/>
                </a:xfrm>
                <a:custGeom>
                  <a:avLst/>
                  <a:gdLst>
                    <a:gd name="connsiteX0" fmla="*/ 0 w 314927"/>
                    <a:gd name="connsiteY0" fmla="*/ 0 h 9375"/>
                    <a:gd name="connsiteX1" fmla="*/ 314928 w 314927"/>
                    <a:gd name="connsiteY1" fmla="*/ 0 h 9375"/>
                    <a:gd name="connsiteX2" fmla="*/ 0 w 314927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927" h="9375">
                      <a:moveTo>
                        <a:pt x="0" y="0"/>
                      </a:moveTo>
                      <a:lnTo>
                        <a:pt x="314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3C2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1" name="Freeform 120">
                  <a:extLst>
                    <a:ext uri="{FF2B5EF4-FFF2-40B4-BE49-F238E27FC236}">
                      <a16:creationId xmlns:a16="http://schemas.microsoft.com/office/drawing/2014/main" id="{59B265C2-1CA9-DC27-C45A-4E3E448A963A}"/>
                    </a:ext>
                  </a:extLst>
                </p:cNvPr>
                <p:cNvSpPr/>
                <p:nvPr/>
              </p:nvSpPr>
              <p:spPr>
                <a:xfrm>
                  <a:off x="3782969" y="2367505"/>
                  <a:ext cx="315021" cy="28969"/>
                </a:xfrm>
                <a:custGeom>
                  <a:avLst/>
                  <a:gdLst>
                    <a:gd name="connsiteX0" fmla="*/ 0 w 315021"/>
                    <a:gd name="connsiteY0" fmla="*/ 28969 h 28969"/>
                    <a:gd name="connsiteX1" fmla="*/ 0 w 315021"/>
                    <a:gd name="connsiteY1" fmla="*/ 0 h 28969"/>
                    <a:gd name="connsiteX2" fmla="*/ 315021 w 315021"/>
                    <a:gd name="connsiteY2" fmla="*/ 0 h 28969"/>
                    <a:gd name="connsiteX3" fmla="*/ 315021 w 315021"/>
                    <a:gd name="connsiteY3" fmla="*/ 28969 h 28969"/>
                    <a:gd name="connsiteX4" fmla="*/ 0 w 315021"/>
                    <a:gd name="connsiteY4" fmla="*/ 28969 h 28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8969">
                      <a:moveTo>
                        <a:pt x="0" y="28969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8969"/>
                      </a:lnTo>
                      <a:lnTo>
                        <a:pt x="0" y="28969"/>
                      </a:lnTo>
                      <a:close/>
                    </a:path>
                  </a:pathLst>
                </a:custGeom>
                <a:solidFill>
                  <a:srgbClr val="FFC3C2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2" name="Freeform 121">
                  <a:extLst>
                    <a:ext uri="{FF2B5EF4-FFF2-40B4-BE49-F238E27FC236}">
                      <a16:creationId xmlns:a16="http://schemas.microsoft.com/office/drawing/2014/main" id="{CDFFD595-C20B-25E7-E83B-1EF1D4A37484}"/>
                    </a:ext>
                  </a:extLst>
                </p:cNvPr>
                <p:cNvSpPr/>
                <p:nvPr/>
              </p:nvSpPr>
              <p:spPr>
                <a:xfrm>
                  <a:off x="4132867" y="2295222"/>
                  <a:ext cx="315021" cy="25688"/>
                </a:xfrm>
                <a:custGeom>
                  <a:avLst/>
                  <a:gdLst>
                    <a:gd name="connsiteX0" fmla="*/ 0 w 315021"/>
                    <a:gd name="connsiteY0" fmla="*/ 25688 h 25688"/>
                    <a:gd name="connsiteX1" fmla="*/ 0 w 315021"/>
                    <a:gd name="connsiteY1" fmla="*/ 0 h 25688"/>
                    <a:gd name="connsiteX2" fmla="*/ 315021 w 315021"/>
                    <a:gd name="connsiteY2" fmla="*/ 0 h 25688"/>
                    <a:gd name="connsiteX3" fmla="*/ 315021 w 315021"/>
                    <a:gd name="connsiteY3" fmla="*/ 25688 h 25688"/>
                    <a:gd name="connsiteX4" fmla="*/ 0 w 315021"/>
                    <a:gd name="connsiteY4" fmla="*/ 25688 h 2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5688">
                      <a:moveTo>
                        <a:pt x="0" y="25688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5688"/>
                      </a:lnTo>
                      <a:lnTo>
                        <a:pt x="0" y="25688"/>
                      </a:lnTo>
                      <a:close/>
                    </a:path>
                  </a:pathLst>
                </a:custGeom>
                <a:solidFill>
                  <a:srgbClr val="FFC3C2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3" name="Freeform 122">
                  <a:extLst>
                    <a:ext uri="{FF2B5EF4-FFF2-40B4-BE49-F238E27FC236}">
                      <a16:creationId xmlns:a16="http://schemas.microsoft.com/office/drawing/2014/main" id="{50703E8C-4975-A0EA-2362-16776D5D0CCC}"/>
                    </a:ext>
                  </a:extLst>
                </p:cNvPr>
                <p:cNvSpPr/>
                <p:nvPr/>
              </p:nvSpPr>
              <p:spPr>
                <a:xfrm>
                  <a:off x="4482860" y="2212157"/>
                  <a:ext cx="315021" cy="25219"/>
                </a:xfrm>
                <a:custGeom>
                  <a:avLst/>
                  <a:gdLst>
                    <a:gd name="connsiteX0" fmla="*/ 0 w 315021"/>
                    <a:gd name="connsiteY0" fmla="*/ 25219 h 25219"/>
                    <a:gd name="connsiteX1" fmla="*/ 0 w 315021"/>
                    <a:gd name="connsiteY1" fmla="*/ 0 h 25219"/>
                    <a:gd name="connsiteX2" fmla="*/ 315021 w 315021"/>
                    <a:gd name="connsiteY2" fmla="*/ 0 h 25219"/>
                    <a:gd name="connsiteX3" fmla="*/ 315021 w 315021"/>
                    <a:gd name="connsiteY3" fmla="*/ 25219 h 25219"/>
                    <a:gd name="connsiteX4" fmla="*/ 0 w 315021"/>
                    <a:gd name="connsiteY4" fmla="*/ 25219 h 25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5219">
                      <a:moveTo>
                        <a:pt x="0" y="25219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5219"/>
                      </a:lnTo>
                      <a:lnTo>
                        <a:pt x="0" y="25219"/>
                      </a:lnTo>
                      <a:close/>
                    </a:path>
                  </a:pathLst>
                </a:custGeom>
                <a:solidFill>
                  <a:srgbClr val="FFC3C2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4" name="Graphic 6">
                <a:extLst>
                  <a:ext uri="{FF2B5EF4-FFF2-40B4-BE49-F238E27FC236}">
                    <a16:creationId xmlns:a16="http://schemas.microsoft.com/office/drawing/2014/main" id="{DD388980-57D2-286A-3C33-D0CF3B506C6C}"/>
                  </a:ext>
                </a:extLst>
              </p:cNvPr>
              <p:cNvGrpSpPr/>
              <p:nvPr/>
            </p:nvGrpSpPr>
            <p:grpSpPr>
              <a:xfrm>
                <a:off x="2383093" y="1630236"/>
                <a:ext cx="2414788" cy="737268"/>
                <a:chOff x="2383093" y="1630236"/>
                <a:chExt cx="2414788" cy="737268"/>
              </a:xfrm>
              <a:solidFill>
                <a:srgbClr val="005F56"/>
              </a:solidFill>
            </p:grpSpPr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DC7743D2-0C65-A798-19AF-BB65AB5D7E4A}"/>
                    </a:ext>
                  </a:extLst>
                </p:cNvPr>
                <p:cNvSpPr/>
                <p:nvPr/>
              </p:nvSpPr>
              <p:spPr>
                <a:xfrm>
                  <a:off x="2383093" y="2067779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5F56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8D35D25D-7D41-420D-301D-60DD3BF391ED}"/>
                    </a:ext>
                  </a:extLst>
                </p:cNvPr>
                <p:cNvSpPr/>
                <p:nvPr/>
              </p:nvSpPr>
              <p:spPr>
                <a:xfrm>
                  <a:off x="2733085" y="1630236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5F56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01DFD4F6-55E0-DA0C-011E-1E2BFE0C8EB1}"/>
                    </a:ext>
                  </a:extLst>
                </p:cNvPr>
                <p:cNvSpPr/>
                <p:nvPr/>
              </p:nvSpPr>
              <p:spPr>
                <a:xfrm>
                  <a:off x="3082984" y="1879711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5F56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C38C7547-12AD-EEB5-B618-2F19EEFDC02D}"/>
                    </a:ext>
                  </a:extLst>
                </p:cNvPr>
                <p:cNvSpPr/>
                <p:nvPr/>
              </p:nvSpPr>
              <p:spPr>
                <a:xfrm>
                  <a:off x="3432976" y="2247689"/>
                  <a:ext cx="314927" cy="9375"/>
                </a:xfrm>
                <a:custGeom>
                  <a:avLst/>
                  <a:gdLst>
                    <a:gd name="connsiteX0" fmla="*/ 0 w 314927"/>
                    <a:gd name="connsiteY0" fmla="*/ 0 h 9375"/>
                    <a:gd name="connsiteX1" fmla="*/ 314928 w 314927"/>
                    <a:gd name="connsiteY1" fmla="*/ 0 h 9375"/>
                    <a:gd name="connsiteX2" fmla="*/ 0 w 314927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927" h="9375">
                      <a:moveTo>
                        <a:pt x="0" y="0"/>
                      </a:moveTo>
                      <a:lnTo>
                        <a:pt x="314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5F56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06866234-B41B-7F23-8321-875BE7343D78}"/>
                    </a:ext>
                  </a:extLst>
                </p:cNvPr>
                <p:cNvSpPr/>
                <p:nvPr/>
              </p:nvSpPr>
              <p:spPr>
                <a:xfrm>
                  <a:off x="3782969" y="2324004"/>
                  <a:ext cx="315021" cy="43501"/>
                </a:xfrm>
                <a:custGeom>
                  <a:avLst/>
                  <a:gdLst>
                    <a:gd name="connsiteX0" fmla="*/ 0 w 315021"/>
                    <a:gd name="connsiteY0" fmla="*/ 43501 h 43501"/>
                    <a:gd name="connsiteX1" fmla="*/ 0 w 315021"/>
                    <a:gd name="connsiteY1" fmla="*/ 0 h 43501"/>
                    <a:gd name="connsiteX2" fmla="*/ 315021 w 315021"/>
                    <a:gd name="connsiteY2" fmla="*/ 0 h 43501"/>
                    <a:gd name="connsiteX3" fmla="*/ 315021 w 315021"/>
                    <a:gd name="connsiteY3" fmla="*/ 43501 h 43501"/>
                    <a:gd name="connsiteX4" fmla="*/ 0 w 315021"/>
                    <a:gd name="connsiteY4" fmla="*/ 43501 h 43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43501">
                      <a:moveTo>
                        <a:pt x="0" y="43501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43501"/>
                      </a:lnTo>
                      <a:lnTo>
                        <a:pt x="0" y="43501"/>
                      </a:lnTo>
                      <a:close/>
                    </a:path>
                  </a:pathLst>
                </a:custGeom>
                <a:solidFill>
                  <a:srgbClr val="005F56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0" name="Freeform 129">
                  <a:extLst>
                    <a:ext uri="{FF2B5EF4-FFF2-40B4-BE49-F238E27FC236}">
                      <a16:creationId xmlns:a16="http://schemas.microsoft.com/office/drawing/2014/main" id="{0AF8B4CA-EA75-62CC-430C-A4E1CD9CDB54}"/>
                    </a:ext>
                  </a:extLst>
                </p:cNvPr>
                <p:cNvSpPr/>
                <p:nvPr/>
              </p:nvSpPr>
              <p:spPr>
                <a:xfrm>
                  <a:off x="4132867" y="2269534"/>
                  <a:ext cx="315021" cy="25688"/>
                </a:xfrm>
                <a:custGeom>
                  <a:avLst/>
                  <a:gdLst>
                    <a:gd name="connsiteX0" fmla="*/ 0 w 315021"/>
                    <a:gd name="connsiteY0" fmla="*/ 25688 h 25688"/>
                    <a:gd name="connsiteX1" fmla="*/ 0 w 315021"/>
                    <a:gd name="connsiteY1" fmla="*/ 0 h 25688"/>
                    <a:gd name="connsiteX2" fmla="*/ 315021 w 315021"/>
                    <a:gd name="connsiteY2" fmla="*/ 0 h 25688"/>
                    <a:gd name="connsiteX3" fmla="*/ 315021 w 315021"/>
                    <a:gd name="connsiteY3" fmla="*/ 25688 h 25688"/>
                    <a:gd name="connsiteX4" fmla="*/ 0 w 315021"/>
                    <a:gd name="connsiteY4" fmla="*/ 25688 h 2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5688">
                      <a:moveTo>
                        <a:pt x="0" y="25688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5688"/>
                      </a:lnTo>
                      <a:lnTo>
                        <a:pt x="0" y="25688"/>
                      </a:lnTo>
                      <a:close/>
                    </a:path>
                  </a:pathLst>
                </a:custGeom>
                <a:solidFill>
                  <a:srgbClr val="005F56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1" name="Freeform 130">
                  <a:extLst>
                    <a:ext uri="{FF2B5EF4-FFF2-40B4-BE49-F238E27FC236}">
                      <a16:creationId xmlns:a16="http://schemas.microsoft.com/office/drawing/2014/main" id="{1ACCAF3C-2E89-72ED-4904-7D56F76395E7}"/>
                    </a:ext>
                  </a:extLst>
                </p:cNvPr>
                <p:cNvSpPr/>
                <p:nvPr/>
              </p:nvSpPr>
              <p:spPr>
                <a:xfrm>
                  <a:off x="4482860" y="2197063"/>
                  <a:ext cx="315021" cy="15094"/>
                </a:xfrm>
                <a:custGeom>
                  <a:avLst/>
                  <a:gdLst>
                    <a:gd name="connsiteX0" fmla="*/ 0 w 315021"/>
                    <a:gd name="connsiteY0" fmla="*/ 15094 h 15094"/>
                    <a:gd name="connsiteX1" fmla="*/ 0 w 315021"/>
                    <a:gd name="connsiteY1" fmla="*/ 0 h 15094"/>
                    <a:gd name="connsiteX2" fmla="*/ 315021 w 315021"/>
                    <a:gd name="connsiteY2" fmla="*/ 0 h 15094"/>
                    <a:gd name="connsiteX3" fmla="*/ 315021 w 315021"/>
                    <a:gd name="connsiteY3" fmla="*/ 15094 h 15094"/>
                    <a:gd name="connsiteX4" fmla="*/ 0 w 315021"/>
                    <a:gd name="connsiteY4" fmla="*/ 15094 h 15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5094">
                      <a:moveTo>
                        <a:pt x="0" y="15094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5094"/>
                      </a:lnTo>
                      <a:lnTo>
                        <a:pt x="0" y="15094"/>
                      </a:lnTo>
                      <a:close/>
                    </a:path>
                  </a:pathLst>
                </a:custGeom>
                <a:solidFill>
                  <a:srgbClr val="005F56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2" name="Graphic 6">
                <a:extLst>
                  <a:ext uri="{FF2B5EF4-FFF2-40B4-BE49-F238E27FC236}">
                    <a16:creationId xmlns:a16="http://schemas.microsoft.com/office/drawing/2014/main" id="{D71960E9-E932-7482-4E28-FDEE3F8EBD24}"/>
                  </a:ext>
                </a:extLst>
              </p:cNvPr>
              <p:cNvGrpSpPr/>
              <p:nvPr/>
            </p:nvGrpSpPr>
            <p:grpSpPr>
              <a:xfrm>
                <a:off x="2383093" y="1510890"/>
                <a:ext cx="2414788" cy="813114"/>
                <a:chOff x="2383093" y="1510890"/>
                <a:chExt cx="2414788" cy="813114"/>
              </a:xfrm>
              <a:solidFill>
                <a:srgbClr val="F4E1A1"/>
              </a:solidFill>
            </p:grpSpPr>
            <p:sp>
              <p:nvSpPr>
                <p:cNvPr id="133" name="Freeform 132">
                  <a:extLst>
                    <a:ext uri="{FF2B5EF4-FFF2-40B4-BE49-F238E27FC236}">
                      <a16:creationId xmlns:a16="http://schemas.microsoft.com/office/drawing/2014/main" id="{C53C7B7D-4980-ABD7-187F-60031456FFCB}"/>
                    </a:ext>
                  </a:extLst>
                </p:cNvPr>
                <p:cNvSpPr/>
                <p:nvPr/>
              </p:nvSpPr>
              <p:spPr>
                <a:xfrm>
                  <a:off x="2383093" y="2067779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4E1A1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4" name="Freeform 133">
                  <a:extLst>
                    <a:ext uri="{FF2B5EF4-FFF2-40B4-BE49-F238E27FC236}">
                      <a16:creationId xmlns:a16="http://schemas.microsoft.com/office/drawing/2014/main" id="{A07FC280-8DD7-6FAE-2953-7547E9FCA143}"/>
                    </a:ext>
                  </a:extLst>
                </p:cNvPr>
                <p:cNvSpPr/>
                <p:nvPr/>
              </p:nvSpPr>
              <p:spPr>
                <a:xfrm>
                  <a:off x="2733085" y="1510890"/>
                  <a:ext cx="315021" cy="119346"/>
                </a:xfrm>
                <a:custGeom>
                  <a:avLst/>
                  <a:gdLst>
                    <a:gd name="connsiteX0" fmla="*/ 0 w 315021"/>
                    <a:gd name="connsiteY0" fmla="*/ 119347 h 119346"/>
                    <a:gd name="connsiteX1" fmla="*/ 0 w 315021"/>
                    <a:gd name="connsiteY1" fmla="*/ 0 h 119346"/>
                    <a:gd name="connsiteX2" fmla="*/ 315021 w 315021"/>
                    <a:gd name="connsiteY2" fmla="*/ 0 h 119346"/>
                    <a:gd name="connsiteX3" fmla="*/ 315021 w 315021"/>
                    <a:gd name="connsiteY3" fmla="*/ 119347 h 119346"/>
                    <a:gd name="connsiteX4" fmla="*/ 0 w 315021"/>
                    <a:gd name="connsiteY4" fmla="*/ 119347 h 119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19346">
                      <a:moveTo>
                        <a:pt x="0" y="119347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19347"/>
                      </a:lnTo>
                      <a:lnTo>
                        <a:pt x="0" y="119347"/>
                      </a:lnTo>
                      <a:close/>
                    </a:path>
                  </a:pathLst>
                </a:custGeom>
                <a:solidFill>
                  <a:srgbClr val="F4E1A1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5" name="Freeform 134">
                  <a:extLst>
                    <a:ext uri="{FF2B5EF4-FFF2-40B4-BE49-F238E27FC236}">
                      <a16:creationId xmlns:a16="http://schemas.microsoft.com/office/drawing/2014/main" id="{8C03C89B-3F83-591D-DBDE-7643D5347178}"/>
                    </a:ext>
                  </a:extLst>
                </p:cNvPr>
                <p:cNvSpPr/>
                <p:nvPr/>
              </p:nvSpPr>
              <p:spPr>
                <a:xfrm>
                  <a:off x="3082984" y="1597610"/>
                  <a:ext cx="315021" cy="282100"/>
                </a:xfrm>
                <a:custGeom>
                  <a:avLst/>
                  <a:gdLst>
                    <a:gd name="connsiteX0" fmla="*/ 0 w 315021"/>
                    <a:gd name="connsiteY0" fmla="*/ 282101 h 282100"/>
                    <a:gd name="connsiteX1" fmla="*/ 0 w 315021"/>
                    <a:gd name="connsiteY1" fmla="*/ 0 h 282100"/>
                    <a:gd name="connsiteX2" fmla="*/ 315021 w 315021"/>
                    <a:gd name="connsiteY2" fmla="*/ 0 h 282100"/>
                    <a:gd name="connsiteX3" fmla="*/ 315021 w 315021"/>
                    <a:gd name="connsiteY3" fmla="*/ 282101 h 282100"/>
                    <a:gd name="connsiteX4" fmla="*/ 0 w 315021"/>
                    <a:gd name="connsiteY4" fmla="*/ 282101 h 28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82100">
                      <a:moveTo>
                        <a:pt x="0" y="282101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82101"/>
                      </a:lnTo>
                      <a:lnTo>
                        <a:pt x="0" y="282101"/>
                      </a:lnTo>
                      <a:close/>
                    </a:path>
                  </a:pathLst>
                </a:custGeom>
                <a:solidFill>
                  <a:srgbClr val="F4E1A1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6" name="Freeform 135">
                  <a:extLst>
                    <a:ext uri="{FF2B5EF4-FFF2-40B4-BE49-F238E27FC236}">
                      <a16:creationId xmlns:a16="http://schemas.microsoft.com/office/drawing/2014/main" id="{87CED8FB-41E6-2631-ED7D-E2E8162C7471}"/>
                    </a:ext>
                  </a:extLst>
                </p:cNvPr>
                <p:cNvSpPr/>
                <p:nvPr/>
              </p:nvSpPr>
              <p:spPr>
                <a:xfrm>
                  <a:off x="3432976" y="1842960"/>
                  <a:ext cx="314927" cy="404728"/>
                </a:xfrm>
                <a:custGeom>
                  <a:avLst/>
                  <a:gdLst>
                    <a:gd name="connsiteX0" fmla="*/ 0 w 314927"/>
                    <a:gd name="connsiteY0" fmla="*/ 404729 h 404728"/>
                    <a:gd name="connsiteX1" fmla="*/ 0 w 314927"/>
                    <a:gd name="connsiteY1" fmla="*/ 0 h 404728"/>
                    <a:gd name="connsiteX2" fmla="*/ 314928 w 314927"/>
                    <a:gd name="connsiteY2" fmla="*/ 0 h 404728"/>
                    <a:gd name="connsiteX3" fmla="*/ 314928 w 314927"/>
                    <a:gd name="connsiteY3" fmla="*/ 404729 h 404728"/>
                    <a:gd name="connsiteX4" fmla="*/ 0 w 314927"/>
                    <a:gd name="connsiteY4" fmla="*/ 404729 h 404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4927" h="404728">
                      <a:moveTo>
                        <a:pt x="0" y="404729"/>
                      </a:moveTo>
                      <a:lnTo>
                        <a:pt x="0" y="0"/>
                      </a:lnTo>
                      <a:lnTo>
                        <a:pt x="314928" y="0"/>
                      </a:lnTo>
                      <a:lnTo>
                        <a:pt x="314928" y="404729"/>
                      </a:lnTo>
                      <a:lnTo>
                        <a:pt x="0" y="404729"/>
                      </a:lnTo>
                      <a:close/>
                    </a:path>
                  </a:pathLst>
                </a:custGeom>
                <a:solidFill>
                  <a:srgbClr val="F4E1A1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7" name="Freeform 136">
                  <a:extLst>
                    <a:ext uri="{FF2B5EF4-FFF2-40B4-BE49-F238E27FC236}">
                      <a16:creationId xmlns:a16="http://schemas.microsoft.com/office/drawing/2014/main" id="{EF7CECFA-6893-EF73-17B4-21804636DCD2}"/>
                    </a:ext>
                  </a:extLst>
                </p:cNvPr>
                <p:cNvSpPr/>
                <p:nvPr/>
              </p:nvSpPr>
              <p:spPr>
                <a:xfrm>
                  <a:off x="3782969" y="2106498"/>
                  <a:ext cx="315021" cy="217505"/>
                </a:xfrm>
                <a:custGeom>
                  <a:avLst/>
                  <a:gdLst>
                    <a:gd name="connsiteX0" fmla="*/ 0 w 315021"/>
                    <a:gd name="connsiteY0" fmla="*/ 217505 h 217505"/>
                    <a:gd name="connsiteX1" fmla="*/ 0 w 315021"/>
                    <a:gd name="connsiteY1" fmla="*/ 0 h 217505"/>
                    <a:gd name="connsiteX2" fmla="*/ 315021 w 315021"/>
                    <a:gd name="connsiteY2" fmla="*/ 0 h 217505"/>
                    <a:gd name="connsiteX3" fmla="*/ 315021 w 315021"/>
                    <a:gd name="connsiteY3" fmla="*/ 217505 h 217505"/>
                    <a:gd name="connsiteX4" fmla="*/ 0 w 315021"/>
                    <a:gd name="connsiteY4" fmla="*/ 217505 h 217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17505">
                      <a:moveTo>
                        <a:pt x="0" y="217505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17505"/>
                      </a:lnTo>
                      <a:lnTo>
                        <a:pt x="0" y="217505"/>
                      </a:lnTo>
                      <a:close/>
                    </a:path>
                  </a:pathLst>
                </a:custGeom>
                <a:solidFill>
                  <a:srgbClr val="F4E1A1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" name="Freeform 137">
                  <a:extLst>
                    <a:ext uri="{FF2B5EF4-FFF2-40B4-BE49-F238E27FC236}">
                      <a16:creationId xmlns:a16="http://schemas.microsoft.com/office/drawing/2014/main" id="{BFE7B793-C93E-B717-E854-EB4E1EF0FADF}"/>
                    </a:ext>
                  </a:extLst>
                </p:cNvPr>
                <p:cNvSpPr/>
                <p:nvPr/>
              </p:nvSpPr>
              <p:spPr>
                <a:xfrm>
                  <a:off x="4132867" y="2104529"/>
                  <a:ext cx="315021" cy="165004"/>
                </a:xfrm>
                <a:custGeom>
                  <a:avLst/>
                  <a:gdLst>
                    <a:gd name="connsiteX0" fmla="*/ 0 w 315021"/>
                    <a:gd name="connsiteY0" fmla="*/ 165004 h 165004"/>
                    <a:gd name="connsiteX1" fmla="*/ 0 w 315021"/>
                    <a:gd name="connsiteY1" fmla="*/ 0 h 165004"/>
                    <a:gd name="connsiteX2" fmla="*/ 315021 w 315021"/>
                    <a:gd name="connsiteY2" fmla="*/ 0 h 165004"/>
                    <a:gd name="connsiteX3" fmla="*/ 315021 w 315021"/>
                    <a:gd name="connsiteY3" fmla="*/ 165004 h 165004"/>
                    <a:gd name="connsiteX4" fmla="*/ 0 w 315021"/>
                    <a:gd name="connsiteY4" fmla="*/ 165004 h 165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65004">
                      <a:moveTo>
                        <a:pt x="0" y="165004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65004"/>
                      </a:lnTo>
                      <a:lnTo>
                        <a:pt x="0" y="165004"/>
                      </a:lnTo>
                      <a:close/>
                    </a:path>
                  </a:pathLst>
                </a:custGeom>
                <a:solidFill>
                  <a:srgbClr val="F4E1A1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" name="Freeform 138">
                  <a:extLst>
                    <a:ext uri="{FF2B5EF4-FFF2-40B4-BE49-F238E27FC236}">
                      <a16:creationId xmlns:a16="http://schemas.microsoft.com/office/drawing/2014/main" id="{C1D6D8FA-4868-C552-FA58-E390A5DFD454}"/>
                    </a:ext>
                  </a:extLst>
                </p:cNvPr>
                <p:cNvSpPr/>
                <p:nvPr/>
              </p:nvSpPr>
              <p:spPr>
                <a:xfrm>
                  <a:off x="4482860" y="2045934"/>
                  <a:ext cx="315021" cy="151128"/>
                </a:xfrm>
                <a:custGeom>
                  <a:avLst/>
                  <a:gdLst>
                    <a:gd name="connsiteX0" fmla="*/ 0 w 315021"/>
                    <a:gd name="connsiteY0" fmla="*/ 151129 h 151128"/>
                    <a:gd name="connsiteX1" fmla="*/ 0 w 315021"/>
                    <a:gd name="connsiteY1" fmla="*/ 0 h 151128"/>
                    <a:gd name="connsiteX2" fmla="*/ 315021 w 315021"/>
                    <a:gd name="connsiteY2" fmla="*/ 0 h 151128"/>
                    <a:gd name="connsiteX3" fmla="*/ 315021 w 315021"/>
                    <a:gd name="connsiteY3" fmla="*/ 151129 h 151128"/>
                    <a:gd name="connsiteX4" fmla="*/ 0 w 315021"/>
                    <a:gd name="connsiteY4" fmla="*/ 151129 h 1511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51128">
                      <a:moveTo>
                        <a:pt x="0" y="151129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51129"/>
                      </a:lnTo>
                      <a:lnTo>
                        <a:pt x="0" y="151129"/>
                      </a:lnTo>
                      <a:close/>
                    </a:path>
                  </a:pathLst>
                </a:custGeom>
                <a:solidFill>
                  <a:srgbClr val="F4E1A1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0" name="Graphic 6">
                <a:extLst>
                  <a:ext uri="{FF2B5EF4-FFF2-40B4-BE49-F238E27FC236}">
                    <a16:creationId xmlns:a16="http://schemas.microsoft.com/office/drawing/2014/main" id="{E5821A44-CABB-FE11-877E-D3030F5839E3}"/>
                  </a:ext>
                </a:extLst>
              </p:cNvPr>
              <p:cNvGrpSpPr/>
              <p:nvPr/>
            </p:nvGrpSpPr>
            <p:grpSpPr>
              <a:xfrm>
                <a:off x="2383093" y="1391543"/>
                <a:ext cx="2414788" cy="714861"/>
                <a:chOff x="2383093" y="1391543"/>
                <a:chExt cx="2414788" cy="714861"/>
              </a:xfrm>
              <a:solidFill>
                <a:srgbClr val="F4A988"/>
              </a:solidFill>
            </p:grpSpPr>
            <p:sp>
              <p:nvSpPr>
                <p:cNvPr id="141" name="Freeform 140">
                  <a:extLst>
                    <a:ext uri="{FF2B5EF4-FFF2-40B4-BE49-F238E27FC236}">
                      <a16:creationId xmlns:a16="http://schemas.microsoft.com/office/drawing/2014/main" id="{572A3682-29D0-82F0-A206-137135B90B06}"/>
                    </a:ext>
                  </a:extLst>
                </p:cNvPr>
                <p:cNvSpPr/>
                <p:nvPr/>
              </p:nvSpPr>
              <p:spPr>
                <a:xfrm>
                  <a:off x="2383093" y="2067779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4A988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2" name="Freeform 141">
                  <a:extLst>
                    <a:ext uri="{FF2B5EF4-FFF2-40B4-BE49-F238E27FC236}">
                      <a16:creationId xmlns:a16="http://schemas.microsoft.com/office/drawing/2014/main" id="{7D019F44-4B23-63B2-EE47-F2E6CB93646B}"/>
                    </a:ext>
                  </a:extLst>
                </p:cNvPr>
                <p:cNvSpPr/>
                <p:nvPr/>
              </p:nvSpPr>
              <p:spPr>
                <a:xfrm>
                  <a:off x="2733085" y="1391543"/>
                  <a:ext cx="315021" cy="119346"/>
                </a:xfrm>
                <a:custGeom>
                  <a:avLst/>
                  <a:gdLst>
                    <a:gd name="connsiteX0" fmla="*/ 0 w 315021"/>
                    <a:gd name="connsiteY0" fmla="*/ 119347 h 119346"/>
                    <a:gd name="connsiteX1" fmla="*/ 0 w 315021"/>
                    <a:gd name="connsiteY1" fmla="*/ 0 h 119346"/>
                    <a:gd name="connsiteX2" fmla="*/ 315021 w 315021"/>
                    <a:gd name="connsiteY2" fmla="*/ 0 h 119346"/>
                    <a:gd name="connsiteX3" fmla="*/ 315021 w 315021"/>
                    <a:gd name="connsiteY3" fmla="*/ 119347 h 119346"/>
                    <a:gd name="connsiteX4" fmla="*/ 0 w 315021"/>
                    <a:gd name="connsiteY4" fmla="*/ 119347 h 119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19346">
                      <a:moveTo>
                        <a:pt x="0" y="119347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19347"/>
                      </a:lnTo>
                      <a:lnTo>
                        <a:pt x="0" y="119347"/>
                      </a:lnTo>
                      <a:close/>
                    </a:path>
                  </a:pathLst>
                </a:custGeom>
                <a:solidFill>
                  <a:srgbClr val="F4A988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3" name="Freeform 142">
                  <a:extLst>
                    <a:ext uri="{FF2B5EF4-FFF2-40B4-BE49-F238E27FC236}">
                      <a16:creationId xmlns:a16="http://schemas.microsoft.com/office/drawing/2014/main" id="{0ED017C8-6A61-0CC1-4C24-ADD2DA890F64}"/>
                    </a:ext>
                  </a:extLst>
                </p:cNvPr>
                <p:cNvSpPr/>
                <p:nvPr/>
              </p:nvSpPr>
              <p:spPr>
                <a:xfrm>
                  <a:off x="3082984" y="1597610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4A988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4" name="Freeform 143">
                  <a:extLst>
                    <a:ext uri="{FF2B5EF4-FFF2-40B4-BE49-F238E27FC236}">
                      <a16:creationId xmlns:a16="http://schemas.microsoft.com/office/drawing/2014/main" id="{3F72B471-59B8-DC9C-DE4B-1A5B76DCF317}"/>
                    </a:ext>
                  </a:extLst>
                </p:cNvPr>
                <p:cNvSpPr/>
                <p:nvPr/>
              </p:nvSpPr>
              <p:spPr>
                <a:xfrm>
                  <a:off x="3432976" y="1842960"/>
                  <a:ext cx="314927" cy="9375"/>
                </a:xfrm>
                <a:custGeom>
                  <a:avLst/>
                  <a:gdLst>
                    <a:gd name="connsiteX0" fmla="*/ 0 w 314927"/>
                    <a:gd name="connsiteY0" fmla="*/ 0 h 9375"/>
                    <a:gd name="connsiteX1" fmla="*/ 314928 w 314927"/>
                    <a:gd name="connsiteY1" fmla="*/ 0 h 9375"/>
                    <a:gd name="connsiteX2" fmla="*/ 0 w 314927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927" h="9375">
                      <a:moveTo>
                        <a:pt x="0" y="0"/>
                      </a:moveTo>
                      <a:lnTo>
                        <a:pt x="314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4A988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5" name="Freeform 144">
                  <a:extLst>
                    <a:ext uri="{FF2B5EF4-FFF2-40B4-BE49-F238E27FC236}">
                      <a16:creationId xmlns:a16="http://schemas.microsoft.com/office/drawing/2014/main" id="{797EB2D2-59C9-9E12-CD40-23DA2F062E4B}"/>
                    </a:ext>
                  </a:extLst>
                </p:cNvPr>
                <p:cNvSpPr/>
                <p:nvPr/>
              </p:nvSpPr>
              <p:spPr>
                <a:xfrm>
                  <a:off x="3782969" y="2091967"/>
                  <a:ext cx="315021" cy="14437"/>
                </a:xfrm>
                <a:custGeom>
                  <a:avLst/>
                  <a:gdLst>
                    <a:gd name="connsiteX0" fmla="*/ 0 w 315021"/>
                    <a:gd name="connsiteY0" fmla="*/ 14438 h 14437"/>
                    <a:gd name="connsiteX1" fmla="*/ 0 w 315021"/>
                    <a:gd name="connsiteY1" fmla="*/ 0 h 14437"/>
                    <a:gd name="connsiteX2" fmla="*/ 315021 w 315021"/>
                    <a:gd name="connsiteY2" fmla="*/ 0 h 14437"/>
                    <a:gd name="connsiteX3" fmla="*/ 315021 w 315021"/>
                    <a:gd name="connsiteY3" fmla="*/ 14438 h 14437"/>
                    <a:gd name="connsiteX4" fmla="*/ 0 w 315021"/>
                    <a:gd name="connsiteY4" fmla="*/ 14438 h 144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4437">
                      <a:moveTo>
                        <a:pt x="0" y="14438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4438"/>
                      </a:lnTo>
                      <a:lnTo>
                        <a:pt x="0" y="14438"/>
                      </a:lnTo>
                      <a:close/>
                    </a:path>
                  </a:pathLst>
                </a:custGeom>
                <a:solidFill>
                  <a:srgbClr val="F4A988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6" name="Freeform 145">
                  <a:extLst>
                    <a:ext uri="{FF2B5EF4-FFF2-40B4-BE49-F238E27FC236}">
                      <a16:creationId xmlns:a16="http://schemas.microsoft.com/office/drawing/2014/main" id="{0A1079F9-6B41-769F-5FF1-1364E156389D}"/>
                    </a:ext>
                  </a:extLst>
                </p:cNvPr>
                <p:cNvSpPr/>
                <p:nvPr/>
              </p:nvSpPr>
              <p:spPr>
                <a:xfrm>
                  <a:off x="4132867" y="2056810"/>
                  <a:ext cx="315021" cy="47719"/>
                </a:xfrm>
                <a:custGeom>
                  <a:avLst/>
                  <a:gdLst>
                    <a:gd name="connsiteX0" fmla="*/ 0 w 315021"/>
                    <a:gd name="connsiteY0" fmla="*/ 47720 h 47719"/>
                    <a:gd name="connsiteX1" fmla="*/ 0 w 315021"/>
                    <a:gd name="connsiteY1" fmla="*/ 0 h 47719"/>
                    <a:gd name="connsiteX2" fmla="*/ 315021 w 315021"/>
                    <a:gd name="connsiteY2" fmla="*/ 0 h 47719"/>
                    <a:gd name="connsiteX3" fmla="*/ 315021 w 315021"/>
                    <a:gd name="connsiteY3" fmla="*/ 47720 h 47719"/>
                    <a:gd name="connsiteX4" fmla="*/ 0 w 315021"/>
                    <a:gd name="connsiteY4" fmla="*/ 47720 h 47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47719">
                      <a:moveTo>
                        <a:pt x="0" y="47720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47720"/>
                      </a:lnTo>
                      <a:lnTo>
                        <a:pt x="0" y="47720"/>
                      </a:lnTo>
                      <a:close/>
                    </a:path>
                  </a:pathLst>
                </a:custGeom>
                <a:solidFill>
                  <a:srgbClr val="F4A988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7" name="Freeform 146">
                  <a:extLst>
                    <a:ext uri="{FF2B5EF4-FFF2-40B4-BE49-F238E27FC236}">
                      <a16:creationId xmlns:a16="http://schemas.microsoft.com/office/drawing/2014/main" id="{6325F1E6-F680-A229-056D-1FEF7CC1A07E}"/>
                    </a:ext>
                  </a:extLst>
                </p:cNvPr>
                <p:cNvSpPr/>
                <p:nvPr/>
              </p:nvSpPr>
              <p:spPr>
                <a:xfrm>
                  <a:off x="4482860" y="1864523"/>
                  <a:ext cx="315021" cy="181410"/>
                </a:xfrm>
                <a:custGeom>
                  <a:avLst/>
                  <a:gdLst>
                    <a:gd name="connsiteX0" fmla="*/ 0 w 315021"/>
                    <a:gd name="connsiteY0" fmla="*/ 181411 h 181410"/>
                    <a:gd name="connsiteX1" fmla="*/ 0 w 315021"/>
                    <a:gd name="connsiteY1" fmla="*/ 0 h 181410"/>
                    <a:gd name="connsiteX2" fmla="*/ 315021 w 315021"/>
                    <a:gd name="connsiteY2" fmla="*/ 0 h 181410"/>
                    <a:gd name="connsiteX3" fmla="*/ 315021 w 315021"/>
                    <a:gd name="connsiteY3" fmla="*/ 181411 h 181410"/>
                    <a:gd name="connsiteX4" fmla="*/ 0 w 315021"/>
                    <a:gd name="connsiteY4" fmla="*/ 181411 h 181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81410">
                      <a:moveTo>
                        <a:pt x="0" y="181411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81411"/>
                      </a:lnTo>
                      <a:lnTo>
                        <a:pt x="0" y="181411"/>
                      </a:lnTo>
                      <a:close/>
                    </a:path>
                  </a:pathLst>
                </a:custGeom>
                <a:solidFill>
                  <a:srgbClr val="F4A988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8" name="Graphic 6">
                <a:extLst>
                  <a:ext uri="{FF2B5EF4-FFF2-40B4-BE49-F238E27FC236}">
                    <a16:creationId xmlns:a16="http://schemas.microsoft.com/office/drawing/2014/main" id="{8E5200DC-421B-8F41-D333-7F773DE2390C}"/>
                  </a:ext>
                </a:extLst>
              </p:cNvPr>
              <p:cNvGrpSpPr/>
              <p:nvPr/>
            </p:nvGrpSpPr>
            <p:grpSpPr>
              <a:xfrm>
                <a:off x="2383093" y="1033503"/>
                <a:ext cx="2414788" cy="1058464"/>
                <a:chOff x="2383093" y="1033503"/>
                <a:chExt cx="2414788" cy="1058464"/>
              </a:xfrm>
              <a:solidFill>
                <a:srgbClr val="B5DBA5"/>
              </a:solidFill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22035389-C6C9-52D4-A6FF-9712CAADEC5E}"/>
                    </a:ext>
                  </a:extLst>
                </p:cNvPr>
                <p:cNvSpPr/>
                <p:nvPr/>
              </p:nvSpPr>
              <p:spPr>
                <a:xfrm>
                  <a:off x="2383093" y="2067779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5DBA5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EB1AEA14-E330-B20B-6FBD-BD96DF3FA22F}"/>
                    </a:ext>
                  </a:extLst>
                </p:cNvPr>
                <p:cNvSpPr/>
                <p:nvPr/>
              </p:nvSpPr>
              <p:spPr>
                <a:xfrm>
                  <a:off x="2733085" y="1152849"/>
                  <a:ext cx="315021" cy="238693"/>
                </a:xfrm>
                <a:custGeom>
                  <a:avLst/>
                  <a:gdLst>
                    <a:gd name="connsiteX0" fmla="*/ 0 w 315021"/>
                    <a:gd name="connsiteY0" fmla="*/ 238694 h 238693"/>
                    <a:gd name="connsiteX1" fmla="*/ 0 w 315021"/>
                    <a:gd name="connsiteY1" fmla="*/ 0 h 238693"/>
                    <a:gd name="connsiteX2" fmla="*/ 315021 w 315021"/>
                    <a:gd name="connsiteY2" fmla="*/ 0 h 238693"/>
                    <a:gd name="connsiteX3" fmla="*/ 315021 w 315021"/>
                    <a:gd name="connsiteY3" fmla="*/ 238694 h 238693"/>
                    <a:gd name="connsiteX4" fmla="*/ 0 w 315021"/>
                    <a:gd name="connsiteY4" fmla="*/ 238694 h 238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238693">
                      <a:moveTo>
                        <a:pt x="0" y="238694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238694"/>
                      </a:lnTo>
                      <a:lnTo>
                        <a:pt x="0" y="238694"/>
                      </a:lnTo>
                      <a:close/>
                    </a:path>
                  </a:pathLst>
                </a:custGeom>
                <a:pattFill prst="pct5">
                  <a:fgClr>
                    <a:schemeClr val="bg1">
                      <a:lumMod val="50000"/>
                    </a:schemeClr>
                  </a:fgClr>
                  <a:bgClr>
                    <a:srgbClr val="B5DBA5"/>
                  </a:bgClr>
                </a:patt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id="{397641F7-738A-B318-759E-20846646D91A}"/>
                    </a:ext>
                  </a:extLst>
                </p:cNvPr>
                <p:cNvSpPr/>
                <p:nvPr/>
              </p:nvSpPr>
              <p:spPr>
                <a:xfrm>
                  <a:off x="3082984" y="1033503"/>
                  <a:ext cx="315021" cy="564107"/>
                </a:xfrm>
                <a:custGeom>
                  <a:avLst/>
                  <a:gdLst>
                    <a:gd name="connsiteX0" fmla="*/ 0 w 315021"/>
                    <a:gd name="connsiteY0" fmla="*/ 564108 h 564107"/>
                    <a:gd name="connsiteX1" fmla="*/ 0 w 315021"/>
                    <a:gd name="connsiteY1" fmla="*/ 0 h 564107"/>
                    <a:gd name="connsiteX2" fmla="*/ 315021 w 315021"/>
                    <a:gd name="connsiteY2" fmla="*/ 0 h 564107"/>
                    <a:gd name="connsiteX3" fmla="*/ 315021 w 315021"/>
                    <a:gd name="connsiteY3" fmla="*/ 564108 h 564107"/>
                    <a:gd name="connsiteX4" fmla="*/ 0 w 315021"/>
                    <a:gd name="connsiteY4" fmla="*/ 564108 h 564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564107">
                      <a:moveTo>
                        <a:pt x="0" y="564108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564108"/>
                      </a:lnTo>
                      <a:lnTo>
                        <a:pt x="0" y="564108"/>
                      </a:lnTo>
                      <a:close/>
                    </a:path>
                  </a:pathLst>
                </a:custGeom>
                <a:pattFill prst="pct5">
                  <a:fgClr>
                    <a:schemeClr val="bg1">
                      <a:lumMod val="50000"/>
                    </a:schemeClr>
                  </a:fgClr>
                  <a:bgClr>
                    <a:srgbClr val="B5DBA5"/>
                  </a:bgClr>
                </a:patt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FF46BA2E-4C32-9979-C03C-382286A18D66}"/>
                    </a:ext>
                  </a:extLst>
                </p:cNvPr>
                <p:cNvSpPr/>
                <p:nvPr/>
              </p:nvSpPr>
              <p:spPr>
                <a:xfrm>
                  <a:off x="3432976" y="1303322"/>
                  <a:ext cx="314927" cy="539638"/>
                </a:xfrm>
                <a:custGeom>
                  <a:avLst/>
                  <a:gdLst>
                    <a:gd name="connsiteX0" fmla="*/ 0 w 314927"/>
                    <a:gd name="connsiteY0" fmla="*/ 539639 h 539638"/>
                    <a:gd name="connsiteX1" fmla="*/ 0 w 314927"/>
                    <a:gd name="connsiteY1" fmla="*/ 0 h 539638"/>
                    <a:gd name="connsiteX2" fmla="*/ 314928 w 314927"/>
                    <a:gd name="connsiteY2" fmla="*/ 0 h 539638"/>
                    <a:gd name="connsiteX3" fmla="*/ 314928 w 314927"/>
                    <a:gd name="connsiteY3" fmla="*/ 539639 h 539638"/>
                    <a:gd name="connsiteX4" fmla="*/ 0 w 314927"/>
                    <a:gd name="connsiteY4" fmla="*/ 539639 h 539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4927" h="539638">
                      <a:moveTo>
                        <a:pt x="0" y="539639"/>
                      </a:moveTo>
                      <a:lnTo>
                        <a:pt x="0" y="0"/>
                      </a:lnTo>
                      <a:lnTo>
                        <a:pt x="314928" y="0"/>
                      </a:lnTo>
                      <a:lnTo>
                        <a:pt x="314928" y="539639"/>
                      </a:lnTo>
                      <a:lnTo>
                        <a:pt x="0" y="539639"/>
                      </a:lnTo>
                      <a:close/>
                    </a:path>
                  </a:pathLst>
                </a:custGeom>
                <a:pattFill prst="pct5">
                  <a:fgClr>
                    <a:schemeClr val="bg1">
                      <a:lumMod val="50000"/>
                    </a:schemeClr>
                  </a:fgClr>
                  <a:bgClr>
                    <a:srgbClr val="B5DBA5"/>
                  </a:bgClr>
                </a:patt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4C90DC97-5908-69E1-73C6-9773938E4E46}"/>
                    </a:ext>
                  </a:extLst>
                </p:cNvPr>
                <p:cNvSpPr/>
                <p:nvPr/>
              </p:nvSpPr>
              <p:spPr>
                <a:xfrm>
                  <a:off x="3782969" y="1221945"/>
                  <a:ext cx="315021" cy="870021"/>
                </a:xfrm>
                <a:custGeom>
                  <a:avLst/>
                  <a:gdLst>
                    <a:gd name="connsiteX0" fmla="*/ 0 w 315021"/>
                    <a:gd name="connsiteY0" fmla="*/ 870022 h 870021"/>
                    <a:gd name="connsiteX1" fmla="*/ 0 w 315021"/>
                    <a:gd name="connsiteY1" fmla="*/ 0 h 870021"/>
                    <a:gd name="connsiteX2" fmla="*/ 315021 w 315021"/>
                    <a:gd name="connsiteY2" fmla="*/ 0 h 870021"/>
                    <a:gd name="connsiteX3" fmla="*/ 315021 w 315021"/>
                    <a:gd name="connsiteY3" fmla="*/ 870022 h 870021"/>
                    <a:gd name="connsiteX4" fmla="*/ 0 w 315021"/>
                    <a:gd name="connsiteY4" fmla="*/ 870022 h 870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870021">
                      <a:moveTo>
                        <a:pt x="0" y="870022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870022"/>
                      </a:lnTo>
                      <a:lnTo>
                        <a:pt x="0" y="870022"/>
                      </a:lnTo>
                      <a:close/>
                    </a:path>
                  </a:pathLst>
                </a:custGeom>
                <a:pattFill prst="pct5">
                  <a:fgClr>
                    <a:schemeClr val="bg1">
                      <a:lumMod val="50000"/>
                    </a:schemeClr>
                  </a:fgClr>
                  <a:bgClr>
                    <a:srgbClr val="B5DBA5"/>
                  </a:bgClr>
                </a:patt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89233E51-943D-1277-6970-756277F8E453}"/>
                    </a:ext>
                  </a:extLst>
                </p:cNvPr>
                <p:cNvSpPr/>
                <p:nvPr/>
              </p:nvSpPr>
              <p:spPr>
                <a:xfrm>
                  <a:off x="4132867" y="1147130"/>
                  <a:ext cx="315021" cy="909679"/>
                </a:xfrm>
                <a:custGeom>
                  <a:avLst/>
                  <a:gdLst>
                    <a:gd name="connsiteX0" fmla="*/ 0 w 315021"/>
                    <a:gd name="connsiteY0" fmla="*/ 909679 h 909679"/>
                    <a:gd name="connsiteX1" fmla="*/ 0 w 315021"/>
                    <a:gd name="connsiteY1" fmla="*/ 0 h 909679"/>
                    <a:gd name="connsiteX2" fmla="*/ 315021 w 315021"/>
                    <a:gd name="connsiteY2" fmla="*/ 0 h 909679"/>
                    <a:gd name="connsiteX3" fmla="*/ 315021 w 315021"/>
                    <a:gd name="connsiteY3" fmla="*/ 909585 h 909679"/>
                    <a:gd name="connsiteX4" fmla="*/ 0 w 315021"/>
                    <a:gd name="connsiteY4" fmla="*/ 909585 h 909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909679">
                      <a:moveTo>
                        <a:pt x="0" y="909679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909585"/>
                      </a:lnTo>
                      <a:lnTo>
                        <a:pt x="0" y="909585"/>
                      </a:lnTo>
                      <a:close/>
                    </a:path>
                  </a:pathLst>
                </a:custGeom>
                <a:pattFill prst="pct5">
                  <a:fgClr>
                    <a:schemeClr val="bg1">
                      <a:lumMod val="50000"/>
                    </a:schemeClr>
                  </a:fgClr>
                  <a:bgClr>
                    <a:srgbClr val="B5DBA5"/>
                  </a:bgClr>
                </a:patt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5" name="Freeform 154">
                  <a:extLst>
                    <a:ext uri="{FF2B5EF4-FFF2-40B4-BE49-F238E27FC236}">
                      <a16:creationId xmlns:a16="http://schemas.microsoft.com/office/drawing/2014/main" id="{77D6DE07-1AC9-6903-9E53-F88E400D411A}"/>
                    </a:ext>
                  </a:extLst>
                </p:cNvPr>
                <p:cNvSpPr/>
                <p:nvPr/>
              </p:nvSpPr>
              <p:spPr>
                <a:xfrm>
                  <a:off x="4482860" y="1144318"/>
                  <a:ext cx="315021" cy="720299"/>
                </a:xfrm>
                <a:custGeom>
                  <a:avLst/>
                  <a:gdLst>
                    <a:gd name="connsiteX0" fmla="*/ 0 w 315021"/>
                    <a:gd name="connsiteY0" fmla="*/ 720299 h 720299"/>
                    <a:gd name="connsiteX1" fmla="*/ 0 w 315021"/>
                    <a:gd name="connsiteY1" fmla="*/ 0 h 720299"/>
                    <a:gd name="connsiteX2" fmla="*/ 315021 w 315021"/>
                    <a:gd name="connsiteY2" fmla="*/ 0 h 720299"/>
                    <a:gd name="connsiteX3" fmla="*/ 315021 w 315021"/>
                    <a:gd name="connsiteY3" fmla="*/ 720299 h 720299"/>
                    <a:gd name="connsiteX4" fmla="*/ 0 w 315021"/>
                    <a:gd name="connsiteY4" fmla="*/ 720299 h 720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720299">
                      <a:moveTo>
                        <a:pt x="0" y="720299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720299"/>
                      </a:lnTo>
                      <a:lnTo>
                        <a:pt x="0" y="720299"/>
                      </a:lnTo>
                      <a:close/>
                    </a:path>
                  </a:pathLst>
                </a:custGeom>
                <a:pattFill prst="pct5">
                  <a:fgClr>
                    <a:schemeClr val="bg1">
                      <a:lumMod val="50000"/>
                    </a:schemeClr>
                  </a:fgClr>
                  <a:bgClr>
                    <a:srgbClr val="B5DBA5"/>
                  </a:bgClr>
                </a:patt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6" name="Graphic 6">
                <a:extLst>
                  <a:ext uri="{FF2B5EF4-FFF2-40B4-BE49-F238E27FC236}">
                    <a16:creationId xmlns:a16="http://schemas.microsoft.com/office/drawing/2014/main" id="{0CC73953-6845-89C5-4ABF-86FDDF280DC4}"/>
                  </a:ext>
                </a:extLst>
              </p:cNvPr>
              <p:cNvGrpSpPr/>
              <p:nvPr/>
            </p:nvGrpSpPr>
            <p:grpSpPr>
              <a:xfrm>
                <a:off x="2383093" y="1033409"/>
                <a:ext cx="2414788" cy="1034369"/>
                <a:chOff x="2383093" y="1033409"/>
                <a:chExt cx="2414788" cy="1034369"/>
              </a:xfrm>
              <a:solidFill>
                <a:srgbClr val="CB7729"/>
              </a:solidFill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6C638B02-62CE-13AE-5CCD-5733F521C744}"/>
                    </a:ext>
                  </a:extLst>
                </p:cNvPr>
                <p:cNvSpPr/>
                <p:nvPr/>
              </p:nvSpPr>
              <p:spPr>
                <a:xfrm>
                  <a:off x="2383093" y="1033503"/>
                  <a:ext cx="315021" cy="1034276"/>
                </a:xfrm>
                <a:custGeom>
                  <a:avLst/>
                  <a:gdLst>
                    <a:gd name="connsiteX0" fmla="*/ 0 w 315021"/>
                    <a:gd name="connsiteY0" fmla="*/ 1034276 h 1034276"/>
                    <a:gd name="connsiteX1" fmla="*/ 0 w 315021"/>
                    <a:gd name="connsiteY1" fmla="*/ 0 h 1034276"/>
                    <a:gd name="connsiteX2" fmla="*/ 315021 w 315021"/>
                    <a:gd name="connsiteY2" fmla="*/ 0 h 1034276"/>
                    <a:gd name="connsiteX3" fmla="*/ 315021 w 315021"/>
                    <a:gd name="connsiteY3" fmla="*/ 1034276 h 1034276"/>
                    <a:gd name="connsiteX4" fmla="*/ 0 w 315021"/>
                    <a:gd name="connsiteY4" fmla="*/ 1034276 h 1034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034276">
                      <a:moveTo>
                        <a:pt x="0" y="1034276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034276"/>
                      </a:lnTo>
                      <a:lnTo>
                        <a:pt x="0" y="1034276"/>
                      </a:lnTo>
                      <a:close/>
                    </a:path>
                  </a:pathLst>
                </a:custGeom>
                <a:solidFill>
                  <a:srgbClr val="CB772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72FA45B5-5B64-7E96-43E5-C01D56D69895}"/>
                    </a:ext>
                  </a:extLst>
                </p:cNvPr>
                <p:cNvSpPr/>
                <p:nvPr/>
              </p:nvSpPr>
              <p:spPr>
                <a:xfrm>
                  <a:off x="2733085" y="1033503"/>
                  <a:ext cx="315021" cy="119346"/>
                </a:xfrm>
                <a:custGeom>
                  <a:avLst/>
                  <a:gdLst>
                    <a:gd name="connsiteX0" fmla="*/ 0 w 315021"/>
                    <a:gd name="connsiteY0" fmla="*/ 119347 h 119346"/>
                    <a:gd name="connsiteX1" fmla="*/ 0 w 315021"/>
                    <a:gd name="connsiteY1" fmla="*/ 0 h 119346"/>
                    <a:gd name="connsiteX2" fmla="*/ 315021 w 315021"/>
                    <a:gd name="connsiteY2" fmla="*/ 0 h 119346"/>
                    <a:gd name="connsiteX3" fmla="*/ 315021 w 315021"/>
                    <a:gd name="connsiteY3" fmla="*/ 119347 h 119346"/>
                    <a:gd name="connsiteX4" fmla="*/ 0 w 315021"/>
                    <a:gd name="connsiteY4" fmla="*/ 119347 h 119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19346">
                      <a:moveTo>
                        <a:pt x="0" y="119347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19347"/>
                      </a:lnTo>
                      <a:lnTo>
                        <a:pt x="0" y="119347"/>
                      </a:lnTo>
                      <a:close/>
                    </a:path>
                  </a:pathLst>
                </a:custGeom>
                <a:solidFill>
                  <a:srgbClr val="CB772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9" name="Freeform 158">
                  <a:extLst>
                    <a:ext uri="{FF2B5EF4-FFF2-40B4-BE49-F238E27FC236}">
                      <a16:creationId xmlns:a16="http://schemas.microsoft.com/office/drawing/2014/main" id="{8AE08039-FE84-13E6-91D8-4904AD3D013F}"/>
                    </a:ext>
                  </a:extLst>
                </p:cNvPr>
                <p:cNvSpPr/>
                <p:nvPr/>
              </p:nvSpPr>
              <p:spPr>
                <a:xfrm>
                  <a:off x="3082984" y="1033503"/>
                  <a:ext cx="315021" cy="9375"/>
                </a:xfrm>
                <a:custGeom>
                  <a:avLst/>
                  <a:gdLst>
                    <a:gd name="connsiteX0" fmla="*/ 0 w 315021"/>
                    <a:gd name="connsiteY0" fmla="*/ 0 h 9375"/>
                    <a:gd name="connsiteX1" fmla="*/ 315021 w 315021"/>
                    <a:gd name="connsiteY1" fmla="*/ 0 h 9375"/>
                    <a:gd name="connsiteX2" fmla="*/ 0 w 315021"/>
                    <a:gd name="connsiteY2" fmla="*/ 0 h 9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5021" h="9375">
                      <a:moveTo>
                        <a:pt x="0" y="0"/>
                      </a:moveTo>
                      <a:lnTo>
                        <a:pt x="31502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B772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DE560A31-C93F-A451-82E2-D3953249778C}"/>
                    </a:ext>
                  </a:extLst>
                </p:cNvPr>
                <p:cNvSpPr/>
                <p:nvPr/>
              </p:nvSpPr>
              <p:spPr>
                <a:xfrm>
                  <a:off x="3432976" y="1033503"/>
                  <a:ext cx="314927" cy="269819"/>
                </a:xfrm>
                <a:custGeom>
                  <a:avLst/>
                  <a:gdLst>
                    <a:gd name="connsiteX0" fmla="*/ 0 w 314927"/>
                    <a:gd name="connsiteY0" fmla="*/ 269819 h 269819"/>
                    <a:gd name="connsiteX1" fmla="*/ 0 w 314927"/>
                    <a:gd name="connsiteY1" fmla="*/ 0 h 269819"/>
                    <a:gd name="connsiteX2" fmla="*/ 314928 w 314927"/>
                    <a:gd name="connsiteY2" fmla="*/ 0 h 269819"/>
                    <a:gd name="connsiteX3" fmla="*/ 314928 w 314927"/>
                    <a:gd name="connsiteY3" fmla="*/ 269819 h 269819"/>
                    <a:gd name="connsiteX4" fmla="*/ 0 w 314927"/>
                    <a:gd name="connsiteY4" fmla="*/ 269819 h 269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4927" h="269819">
                      <a:moveTo>
                        <a:pt x="0" y="269819"/>
                      </a:moveTo>
                      <a:lnTo>
                        <a:pt x="0" y="0"/>
                      </a:lnTo>
                      <a:lnTo>
                        <a:pt x="314928" y="0"/>
                      </a:lnTo>
                      <a:lnTo>
                        <a:pt x="314928" y="269819"/>
                      </a:lnTo>
                      <a:lnTo>
                        <a:pt x="0" y="269819"/>
                      </a:lnTo>
                      <a:close/>
                    </a:path>
                  </a:pathLst>
                </a:custGeom>
                <a:solidFill>
                  <a:srgbClr val="CB772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26415D18-FB34-F8FB-E9E3-5E3B9BAC21A9}"/>
                    </a:ext>
                  </a:extLst>
                </p:cNvPr>
                <p:cNvSpPr/>
                <p:nvPr/>
              </p:nvSpPr>
              <p:spPr>
                <a:xfrm>
                  <a:off x="3782969" y="1033503"/>
                  <a:ext cx="315021" cy="188442"/>
                </a:xfrm>
                <a:custGeom>
                  <a:avLst/>
                  <a:gdLst>
                    <a:gd name="connsiteX0" fmla="*/ 0 w 315021"/>
                    <a:gd name="connsiteY0" fmla="*/ 188442 h 188442"/>
                    <a:gd name="connsiteX1" fmla="*/ 0 w 315021"/>
                    <a:gd name="connsiteY1" fmla="*/ 0 h 188442"/>
                    <a:gd name="connsiteX2" fmla="*/ 315021 w 315021"/>
                    <a:gd name="connsiteY2" fmla="*/ 0 h 188442"/>
                    <a:gd name="connsiteX3" fmla="*/ 315021 w 315021"/>
                    <a:gd name="connsiteY3" fmla="*/ 188442 h 188442"/>
                    <a:gd name="connsiteX4" fmla="*/ 0 w 315021"/>
                    <a:gd name="connsiteY4" fmla="*/ 188442 h 188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88442">
                      <a:moveTo>
                        <a:pt x="0" y="188442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88442"/>
                      </a:lnTo>
                      <a:lnTo>
                        <a:pt x="0" y="188442"/>
                      </a:lnTo>
                      <a:close/>
                    </a:path>
                  </a:pathLst>
                </a:custGeom>
                <a:solidFill>
                  <a:srgbClr val="CB772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49204FC-3B21-F46F-684C-45776073E110}"/>
                    </a:ext>
                  </a:extLst>
                </p:cNvPr>
                <p:cNvSpPr/>
                <p:nvPr/>
              </p:nvSpPr>
              <p:spPr>
                <a:xfrm>
                  <a:off x="4132867" y="1033409"/>
                  <a:ext cx="315021" cy="113721"/>
                </a:xfrm>
                <a:custGeom>
                  <a:avLst/>
                  <a:gdLst>
                    <a:gd name="connsiteX0" fmla="*/ 0 w 315021"/>
                    <a:gd name="connsiteY0" fmla="*/ 113722 h 113721"/>
                    <a:gd name="connsiteX1" fmla="*/ 0 w 315021"/>
                    <a:gd name="connsiteY1" fmla="*/ 0 h 113721"/>
                    <a:gd name="connsiteX2" fmla="*/ 315021 w 315021"/>
                    <a:gd name="connsiteY2" fmla="*/ 0 h 113721"/>
                    <a:gd name="connsiteX3" fmla="*/ 315021 w 315021"/>
                    <a:gd name="connsiteY3" fmla="*/ 113722 h 113721"/>
                    <a:gd name="connsiteX4" fmla="*/ 0 w 315021"/>
                    <a:gd name="connsiteY4" fmla="*/ 113722 h 113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13721">
                      <a:moveTo>
                        <a:pt x="0" y="113722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13722"/>
                      </a:lnTo>
                      <a:lnTo>
                        <a:pt x="0" y="113722"/>
                      </a:lnTo>
                      <a:close/>
                    </a:path>
                  </a:pathLst>
                </a:custGeom>
                <a:solidFill>
                  <a:srgbClr val="CB772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AA78C079-6A21-F3A2-E5DE-428E311B8C41}"/>
                    </a:ext>
                  </a:extLst>
                </p:cNvPr>
                <p:cNvSpPr/>
                <p:nvPr/>
              </p:nvSpPr>
              <p:spPr>
                <a:xfrm>
                  <a:off x="4482860" y="1033503"/>
                  <a:ext cx="315021" cy="110815"/>
                </a:xfrm>
                <a:custGeom>
                  <a:avLst/>
                  <a:gdLst>
                    <a:gd name="connsiteX0" fmla="*/ 0 w 315021"/>
                    <a:gd name="connsiteY0" fmla="*/ 110815 h 110815"/>
                    <a:gd name="connsiteX1" fmla="*/ 0 w 315021"/>
                    <a:gd name="connsiteY1" fmla="*/ 0 h 110815"/>
                    <a:gd name="connsiteX2" fmla="*/ 315021 w 315021"/>
                    <a:gd name="connsiteY2" fmla="*/ 0 h 110815"/>
                    <a:gd name="connsiteX3" fmla="*/ 315021 w 315021"/>
                    <a:gd name="connsiteY3" fmla="*/ 110815 h 110815"/>
                    <a:gd name="connsiteX4" fmla="*/ 0 w 315021"/>
                    <a:gd name="connsiteY4" fmla="*/ 110815 h 110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021" h="110815">
                      <a:moveTo>
                        <a:pt x="0" y="110815"/>
                      </a:moveTo>
                      <a:lnTo>
                        <a:pt x="0" y="0"/>
                      </a:lnTo>
                      <a:lnTo>
                        <a:pt x="315021" y="0"/>
                      </a:lnTo>
                      <a:lnTo>
                        <a:pt x="315021" y="110815"/>
                      </a:lnTo>
                      <a:lnTo>
                        <a:pt x="0" y="110815"/>
                      </a:lnTo>
                      <a:close/>
                    </a:path>
                  </a:pathLst>
                </a:custGeom>
                <a:solidFill>
                  <a:srgbClr val="CB7729"/>
                </a:solidFill>
                <a:ln w="2250" cap="flat">
                  <a:solidFill>
                    <a:srgbClr val="E5ECF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4" name="Graphic 6">
              <a:extLst>
                <a:ext uri="{FF2B5EF4-FFF2-40B4-BE49-F238E27FC236}">
                  <a16:creationId xmlns:a16="http://schemas.microsoft.com/office/drawing/2014/main" id="{0A40ACE8-1FFC-FE8D-203E-730F96B8344D}"/>
                </a:ext>
              </a:extLst>
            </p:cNvPr>
            <p:cNvGrpSpPr/>
            <p:nvPr/>
          </p:nvGrpSpPr>
          <p:grpSpPr>
            <a:xfrm>
              <a:off x="2378874" y="2587073"/>
              <a:ext cx="2409162" cy="140628"/>
              <a:chOff x="2378874" y="2587073"/>
              <a:chExt cx="2409162" cy="140628"/>
            </a:xfrm>
            <a:solidFill>
              <a:srgbClr val="000000"/>
            </a:solidFill>
          </p:grpSpPr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CD5EEEF0-F2D3-CF33-0B3B-95CF3C394D3A}"/>
                  </a:ext>
                </a:extLst>
              </p:cNvPr>
              <p:cNvSpPr txBox="1"/>
              <p:nvPr/>
            </p:nvSpPr>
            <p:spPr>
              <a:xfrm>
                <a:off x="2287434" y="2541353"/>
                <a:ext cx="492275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1960s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0745D254-7D24-413C-C6F3-D581BD928588}"/>
                  </a:ext>
                </a:extLst>
              </p:cNvPr>
              <p:cNvSpPr txBox="1"/>
              <p:nvPr/>
            </p:nvSpPr>
            <p:spPr>
              <a:xfrm>
                <a:off x="2637332" y="2541353"/>
                <a:ext cx="492275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1970s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A070BC2-2DA8-F978-8186-752E5311886E}"/>
                  </a:ext>
                </a:extLst>
              </p:cNvPr>
              <p:cNvSpPr txBox="1"/>
              <p:nvPr/>
            </p:nvSpPr>
            <p:spPr>
              <a:xfrm>
                <a:off x="2987325" y="2541353"/>
                <a:ext cx="492275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1980s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ECB0F31A-4055-647B-AC21-93097E7E4749}"/>
                  </a:ext>
                </a:extLst>
              </p:cNvPr>
              <p:cNvSpPr txBox="1"/>
              <p:nvPr/>
            </p:nvSpPr>
            <p:spPr>
              <a:xfrm>
                <a:off x="3337317" y="2541353"/>
                <a:ext cx="492275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1990s</a:t>
                </a: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996D88C2-FE5B-2306-2A89-7745DFCC3A8F}"/>
                  </a:ext>
                </a:extLst>
              </p:cNvPr>
              <p:cNvSpPr txBox="1"/>
              <p:nvPr/>
            </p:nvSpPr>
            <p:spPr>
              <a:xfrm>
                <a:off x="3687216" y="2541353"/>
                <a:ext cx="492275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2000s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1B2BED5-1712-0F15-55C2-09A66FDFB804}"/>
                  </a:ext>
                </a:extLst>
              </p:cNvPr>
              <p:cNvSpPr txBox="1"/>
              <p:nvPr/>
            </p:nvSpPr>
            <p:spPr>
              <a:xfrm>
                <a:off x="4037208" y="2541353"/>
                <a:ext cx="492275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2010s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5F30500A-28CC-2A82-2086-823E2601D438}"/>
                  </a:ext>
                </a:extLst>
              </p:cNvPr>
              <p:cNvSpPr txBox="1"/>
              <p:nvPr/>
            </p:nvSpPr>
            <p:spPr>
              <a:xfrm>
                <a:off x="4387201" y="2541353"/>
                <a:ext cx="492275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2020s</a:t>
                </a:r>
              </a:p>
            </p:txBody>
          </p:sp>
        </p:grpSp>
        <p:grpSp>
          <p:nvGrpSpPr>
            <p:cNvPr id="172" name="Graphic 6">
              <a:extLst>
                <a:ext uri="{FF2B5EF4-FFF2-40B4-BE49-F238E27FC236}">
                  <a16:creationId xmlns:a16="http://schemas.microsoft.com/office/drawing/2014/main" id="{411D0B3B-7A05-68FD-40A8-26A6D99A17B0}"/>
                </a:ext>
              </a:extLst>
            </p:cNvPr>
            <p:cNvGrpSpPr/>
            <p:nvPr/>
          </p:nvGrpSpPr>
          <p:grpSpPr>
            <a:xfrm>
              <a:off x="2204674" y="946407"/>
              <a:ext cx="168761" cy="1692042"/>
              <a:chOff x="2204674" y="946407"/>
              <a:chExt cx="168761" cy="1692042"/>
            </a:xfrm>
            <a:solidFill>
              <a:srgbClr val="000000"/>
            </a:solidFill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2E4A5D9-7F2B-BD8E-2F05-B896443B7CF4}"/>
                  </a:ext>
                </a:extLst>
              </p:cNvPr>
              <p:cNvSpPr txBox="1"/>
              <p:nvPr/>
            </p:nvSpPr>
            <p:spPr>
              <a:xfrm>
                <a:off x="2167707" y="2452101"/>
                <a:ext cx="248509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BEB92CCF-7715-DA9E-029C-F4197CBCAE06}"/>
                  </a:ext>
                </a:extLst>
              </p:cNvPr>
              <p:cNvSpPr txBox="1"/>
              <p:nvPr/>
            </p:nvSpPr>
            <p:spPr>
              <a:xfrm>
                <a:off x="2113234" y="2141780"/>
                <a:ext cx="351641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0.2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FE2BA7B-3399-CE20-F2EF-F2C3B3066D33}"/>
                  </a:ext>
                </a:extLst>
              </p:cNvPr>
              <p:cNvSpPr txBox="1"/>
              <p:nvPr/>
            </p:nvSpPr>
            <p:spPr>
              <a:xfrm>
                <a:off x="2113234" y="1831554"/>
                <a:ext cx="351641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0.4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D64C38E0-5826-1546-DBFF-62EB501B0F9B}"/>
                  </a:ext>
                </a:extLst>
              </p:cNvPr>
              <p:cNvSpPr txBox="1"/>
              <p:nvPr/>
            </p:nvSpPr>
            <p:spPr>
              <a:xfrm>
                <a:off x="2113234" y="1521233"/>
                <a:ext cx="351641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0.6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8D422C00-19C2-205E-CBB4-323CAF1A3D8D}"/>
                  </a:ext>
                </a:extLst>
              </p:cNvPr>
              <p:cNvSpPr txBox="1"/>
              <p:nvPr/>
            </p:nvSpPr>
            <p:spPr>
              <a:xfrm>
                <a:off x="2113234" y="1210913"/>
                <a:ext cx="351641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0.8</a:t>
                </a: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974AA296-06CA-2A55-A1F3-771508855C7B}"/>
                  </a:ext>
                </a:extLst>
              </p:cNvPr>
              <p:cNvSpPr txBox="1"/>
              <p:nvPr/>
            </p:nvSpPr>
            <p:spPr>
              <a:xfrm>
                <a:off x="2167707" y="900687"/>
                <a:ext cx="248509" cy="232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</a:t>
                </a:r>
              </a:p>
            </p:txBody>
          </p: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368E9B76-4163-FC68-8DBA-55063A0BBD27}"/>
                </a:ext>
              </a:extLst>
            </p:cNvPr>
            <p:cNvSpPr txBox="1"/>
            <p:nvPr/>
          </p:nvSpPr>
          <p:spPr>
            <a:xfrm>
              <a:off x="3339661" y="2673919"/>
              <a:ext cx="52977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Period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2F7381EE-F4F1-3F72-FF23-F40E32C0361E}"/>
                </a:ext>
              </a:extLst>
            </p:cNvPr>
            <p:cNvSpPr txBox="1"/>
            <p:nvPr/>
          </p:nvSpPr>
          <p:spPr>
            <a:xfrm rot="16200000">
              <a:off x="1140700" y="1720926"/>
              <a:ext cx="1814240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Percentage of Category Counts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8017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A17A92-8239-38C5-7517-88FC5E6E33F6}"/>
              </a:ext>
            </a:extLst>
          </p:cNvPr>
          <p:cNvSpPr txBox="1"/>
          <p:nvPr/>
        </p:nvSpPr>
        <p:spPr>
          <a:xfrm>
            <a:off x="7858898" y="4207472"/>
            <a:ext cx="623593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Initial pool of publications: 16819</a:t>
            </a:r>
          </a:p>
          <a:p>
            <a:pPr marL="285750" indent="-285750">
              <a:buFontTx/>
              <a:buChar char="-"/>
            </a:pPr>
            <a:r>
              <a:rPr lang="en-US" dirty="0"/>
              <a:t>Filter with metadata: 11023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Journal article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English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Has an abstract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No duplicates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relevance check by LLMs with general prompt: 2169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relevance check by LLMs with detailed prompt: 1022</a:t>
            </a:r>
          </a:p>
          <a:p>
            <a:pPr marL="285750" indent="-285750">
              <a:buFontTx/>
              <a:buChar char="-"/>
            </a:pPr>
            <a:r>
              <a:rPr lang="en-US" dirty="0"/>
              <a:t>Methodology relevance check by LLMs: 992</a:t>
            </a:r>
          </a:p>
          <a:p>
            <a:pPr marL="285750" indent="-285750">
              <a:buFontTx/>
              <a:buChar char="-"/>
            </a:pPr>
            <a:r>
              <a:rPr lang="en-US" dirty="0"/>
              <a:t>Filter out abstracts in other languages than English: 888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13204D-DC5D-2D89-A444-B7E4FBA4C4F5}"/>
              </a:ext>
            </a:extLst>
          </p:cNvPr>
          <p:cNvGrpSpPr/>
          <p:nvPr/>
        </p:nvGrpSpPr>
        <p:grpSpPr>
          <a:xfrm>
            <a:off x="472967" y="956281"/>
            <a:ext cx="10267287" cy="2062716"/>
            <a:chOff x="472967" y="956281"/>
            <a:chExt cx="10267287" cy="206271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D76DE2E-37E1-95FC-75A2-312876D1F8A9}"/>
                </a:ext>
              </a:extLst>
            </p:cNvPr>
            <p:cNvSpPr/>
            <p:nvPr/>
          </p:nvSpPr>
          <p:spPr>
            <a:xfrm>
              <a:off x="3326196" y="970179"/>
              <a:ext cx="2279722" cy="908225"/>
            </a:xfrm>
            <a:prstGeom prst="roundRect">
              <a:avLst/>
            </a:prstGeom>
            <a:solidFill>
              <a:srgbClr val="B5DBA5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Initial pool of publications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16819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09ADDAC-FBCC-D062-13DC-5FDD0602A2DF}"/>
                </a:ext>
              </a:extLst>
            </p:cNvPr>
            <p:cNvSpPr/>
            <p:nvPr/>
          </p:nvSpPr>
          <p:spPr>
            <a:xfrm>
              <a:off x="3326196" y="2110092"/>
              <a:ext cx="2279722" cy="908225"/>
            </a:xfrm>
            <a:prstGeom prst="roundRect">
              <a:avLst/>
            </a:prstGeom>
            <a:solidFill>
              <a:srgbClr val="B5DBA5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Filter with metadata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11023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0FEEC4-BA2D-D1C3-8534-832880DFC19D}"/>
                </a:ext>
              </a:extLst>
            </p:cNvPr>
            <p:cNvSpPr/>
            <p:nvPr/>
          </p:nvSpPr>
          <p:spPr>
            <a:xfrm>
              <a:off x="5893364" y="960908"/>
              <a:ext cx="2279722" cy="908225"/>
            </a:xfrm>
            <a:prstGeom prst="roundRect">
              <a:avLst/>
            </a:prstGeom>
            <a:solidFill>
              <a:srgbClr val="F4A05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Topic relevance check</a:t>
              </a:r>
            </a:p>
            <a:p>
              <a:pPr algn="ctr"/>
              <a:r>
                <a:rPr lang="en-US" sz="1400" dirty="0">
                  <a:latin typeface="Helvetica" pitchFamily="2" charset="0"/>
                  <a:cs typeface="Times New Roman" panose="02020603050405020304" pitchFamily="18" charset="0"/>
                </a:rPr>
                <a:t>(General prompt)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2169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1C8AC44-EBA7-CC6F-30B5-F25E4C23A4DC}"/>
                </a:ext>
              </a:extLst>
            </p:cNvPr>
            <p:cNvSpPr/>
            <p:nvPr/>
          </p:nvSpPr>
          <p:spPr>
            <a:xfrm>
              <a:off x="5893364" y="2110772"/>
              <a:ext cx="2279722" cy="908225"/>
            </a:xfrm>
            <a:prstGeom prst="roundRect">
              <a:avLst/>
            </a:prstGeom>
            <a:solidFill>
              <a:srgbClr val="F4A05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Topic relevance check</a:t>
              </a:r>
            </a:p>
            <a:p>
              <a:pPr algn="ctr"/>
              <a:r>
                <a:rPr lang="en-US" sz="1400" dirty="0">
                  <a:latin typeface="Helvetica" pitchFamily="2" charset="0"/>
                  <a:cs typeface="Times New Roman" panose="02020603050405020304" pitchFamily="18" charset="0"/>
                </a:rPr>
                <a:t>(Detailed prompt)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1022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2D2732F-5765-5DB2-60A2-E87B5D08C572}"/>
                </a:ext>
              </a:extLst>
            </p:cNvPr>
            <p:cNvSpPr/>
            <p:nvPr/>
          </p:nvSpPr>
          <p:spPr>
            <a:xfrm>
              <a:off x="8460532" y="960908"/>
              <a:ext cx="2279722" cy="908225"/>
            </a:xfrm>
            <a:prstGeom prst="roundRect">
              <a:avLst/>
            </a:prstGeom>
            <a:solidFill>
              <a:srgbClr val="F4A05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Methodology </a:t>
              </a:r>
            </a:p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relevance check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992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6068FB0-AFCF-3E13-BC17-C6E5E41E8531}"/>
                </a:ext>
              </a:extLst>
            </p:cNvPr>
            <p:cNvSpPr/>
            <p:nvPr/>
          </p:nvSpPr>
          <p:spPr>
            <a:xfrm>
              <a:off x="8460532" y="2110094"/>
              <a:ext cx="2279722" cy="908226"/>
            </a:xfrm>
            <a:prstGeom prst="roundRect">
              <a:avLst/>
            </a:prstGeom>
            <a:solidFill>
              <a:srgbClr val="FFC3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Filter non-English abstracts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888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1C3C50E-C08F-050A-2047-954D3A2F0D59}"/>
                </a:ext>
              </a:extLst>
            </p:cNvPr>
            <p:cNvCxnSpPr>
              <a:cxnSpLocks/>
            </p:cNvCxnSpPr>
            <p:nvPr/>
          </p:nvCxnSpPr>
          <p:spPr>
            <a:xfrm>
              <a:off x="4466057" y="1878404"/>
              <a:ext cx="0" cy="231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0CAE1EE1-FC16-84A6-794B-72540CF8F063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5605918" y="1415021"/>
              <a:ext cx="287446" cy="114918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56D39D7C-550A-FF9F-205D-A5B9E8ED8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3087" y="1424291"/>
              <a:ext cx="287446" cy="114918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C85C5F7-6A83-074F-8797-1E8BD6A91D7D}"/>
                </a:ext>
              </a:extLst>
            </p:cNvPr>
            <p:cNvCxnSpPr>
              <a:cxnSpLocks/>
            </p:cNvCxnSpPr>
            <p:nvPr/>
          </p:nvCxnSpPr>
          <p:spPr>
            <a:xfrm>
              <a:off x="7033225" y="1878404"/>
              <a:ext cx="0" cy="231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AC6B0B2-C492-5995-4D38-7470C29BA134}"/>
                </a:ext>
              </a:extLst>
            </p:cNvPr>
            <p:cNvCxnSpPr>
              <a:cxnSpLocks/>
            </p:cNvCxnSpPr>
            <p:nvPr/>
          </p:nvCxnSpPr>
          <p:spPr>
            <a:xfrm>
              <a:off x="9600393" y="1878404"/>
              <a:ext cx="0" cy="231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C53D081C-550A-1497-9583-83ED5596BF2A}"/>
                </a:ext>
              </a:extLst>
            </p:cNvPr>
            <p:cNvSpPr/>
            <p:nvPr/>
          </p:nvSpPr>
          <p:spPr>
            <a:xfrm>
              <a:off x="2831335" y="960908"/>
              <a:ext cx="381422" cy="747935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914360-5B20-39C4-06D2-DFE0FA83D308}"/>
                </a:ext>
              </a:extLst>
            </p:cNvPr>
            <p:cNvSpPr txBox="1"/>
            <p:nvPr/>
          </p:nvSpPr>
          <p:spPr>
            <a:xfrm>
              <a:off x="651941" y="956281"/>
              <a:ext cx="237010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latin typeface="Helvetica" pitchFamily="2" charset="0"/>
                </a:rPr>
                <a:t>{intergenerational, ‘ ’} {wealth, income, earning} {mobility, transition}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F174F7-81E0-33C0-B3EB-456C2645FFB1}"/>
                </a:ext>
              </a:extLst>
            </p:cNvPr>
            <p:cNvSpPr txBox="1"/>
            <p:nvPr/>
          </p:nvSpPr>
          <p:spPr>
            <a:xfrm>
              <a:off x="472967" y="2302594"/>
              <a:ext cx="2549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latin typeface="Helvetica" pitchFamily="2" charset="0"/>
                </a:rPr>
                <a:t>Journal article/English/ </a:t>
              </a:r>
              <a:r>
                <a:rPr lang="en-US" sz="1400" dirty="0" err="1">
                  <a:latin typeface="Helvetica" pitchFamily="2" charset="0"/>
                </a:rPr>
                <a:t>Has_abstract</a:t>
              </a:r>
              <a:r>
                <a:rPr lang="en-US" sz="1400" dirty="0">
                  <a:latin typeface="Helvetica" pitchFamily="2" charset="0"/>
                </a:rPr>
                <a:t>/No duplicates</a:t>
              </a:r>
            </a:p>
          </p:txBody>
        </p:sp>
        <p:sp>
          <p:nvSpPr>
            <p:cNvPr id="35" name="Right Brace 34">
              <a:extLst>
                <a:ext uri="{FF2B5EF4-FFF2-40B4-BE49-F238E27FC236}">
                  <a16:creationId xmlns:a16="http://schemas.microsoft.com/office/drawing/2014/main" id="{3708C1AA-66BC-9111-37BE-4D419CAEA819}"/>
                </a:ext>
              </a:extLst>
            </p:cNvPr>
            <p:cNvSpPr/>
            <p:nvPr/>
          </p:nvSpPr>
          <p:spPr>
            <a:xfrm>
              <a:off x="2831335" y="2196583"/>
              <a:ext cx="381422" cy="747935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6080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282">
            <a:extLst>
              <a:ext uri="{FF2B5EF4-FFF2-40B4-BE49-F238E27FC236}">
                <a16:creationId xmlns:a16="http://schemas.microsoft.com/office/drawing/2014/main" id="{07A3881D-6469-9946-2D18-98A325A4248B}"/>
              </a:ext>
            </a:extLst>
          </p:cNvPr>
          <p:cNvGrpSpPr/>
          <p:nvPr/>
        </p:nvGrpSpPr>
        <p:grpSpPr>
          <a:xfrm>
            <a:off x="3027045" y="1935480"/>
            <a:ext cx="5640705" cy="3566160"/>
            <a:chOff x="3027045" y="1935480"/>
            <a:chExt cx="5640705" cy="356616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C2D0607-FA27-CE48-4861-17F265406C3B}"/>
                </a:ext>
              </a:extLst>
            </p:cNvPr>
            <p:cNvSpPr/>
            <p:nvPr/>
          </p:nvSpPr>
          <p:spPr>
            <a:xfrm>
              <a:off x="3524250" y="2000250"/>
              <a:ext cx="5143500" cy="3048000"/>
            </a:xfrm>
            <a:custGeom>
              <a:avLst/>
              <a:gdLst>
                <a:gd name="connsiteX0" fmla="*/ 0 w 5143500"/>
                <a:gd name="connsiteY0" fmla="*/ 0 h 3048000"/>
                <a:gd name="connsiteX1" fmla="*/ 5143500 w 5143500"/>
                <a:gd name="connsiteY1" fmla="*/ 0 h 3048000"/>
                <a:gd name="connsiteX2" fmla="*/ 5143500 w 5143500"/>
                <a:gd name="connsiteY2" fmla="*/ 3048000 h 3048000"/>
                <a:gd name="connsiteX3" fmla="*/ 0 w 5143500"/>
                <a:gd name="connsiteY3" fmla="*/ 3048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3500" h="3048000">
                  <a:moveTo>
                    <a:pt x="0" y="0"/>
                  </a:moveTo>
                  <a:lnTo>
                    <a:pt x="5143500" y="0"/>
                  </a:lnTo>
                  <a:lnTo>
                    <a:pt x="51435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571B443-DFBE-CBD6-1B2B-38C21DFDEABC}"/>
                </a:ext>
              </a:extLst>
            </p:cNvPr>
            <p:cNvSpPr/>
            <p:nvPr/>
          </p:nvSpPr>
          <p:spPr>
            <a:xfrm>
              <a:off x="3529012" y="2643187"/>
              <a:ext cx="694372" cy="2405062"/>
            </a:xfrm>
            <a:custGeom>
              <a:avLst/>
              <a:gdLst>
                <a:gd name="connsiteX0" fmla="*/ 0 w 694372"/>
                <a:gd name="connsiteY0" fmla="*/ 2405063 h 2405062"/>
                <a:gd name="connsiteX1" fmla="*/ 694372 w 694372"/>
                <a:gd name="connsiteY1" fmla="*/ 2405063 h 2405062"/>
                <a:gd name="connsiteX2" fmla="*/ 694372 w 694372"/>
                <a:gd name="connsiteY2" fmla="*/ 0 h 2405062"/>
                <a:gd name="connsiteX3" fmla="*/ 0 w 694372"/>
                <a:gd name="connsiteY3" fmla="*/ 0 h 2405062"/>
                <a:gd name="connsiteX4" fmla="*/ 0 w 694372"/>
                <a:gd name="connsiteY4" fmla="*/ 2405063 h 240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372" h="2405062">
                  <a:moveTo>
                    <a:pt x="0" y="2405063"/>
                  </a:moveTo>
                  <a:lnTo>
                    <a:pt x="694372" y="2405063"/>
                  </a:lnTo>
                  <a:lnTo>
                    <a:pt x="694372" y="0"/>
                  </a:lnTo>
                  <a:lnTo>
                    <a:pt x="0" y="0"/>
                  </a:lnTo>
                  <a:lnTo>
                    <a:pt x="0" y="2405063"/>
                  </a:lnTo>
                  <a:close/>
                </a:path>
              </a:pathLst>
            </a:custGeom>
            <a:solidFill>
              <a:srgbClr val="33999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D294856-6694-3687-9330-D6D609AD5873}"/>
                </a:ext>
              </a:extLst>
            </p:cNvPr>
            <p:cNvSpPr/>
            <p:nvPr/>
          </p:nvSpPr>
          <p:spPr>
            <a:xfrm>
              <a:off x="3529012" y="2110739"/>
              <a:ext cx="694372" cy="532447"/>
            </a:xfrm>
            <a:custGeom>
              <a:avLst/>
              <a:gdLst>
                <a:gd name="connsiteX0" fmla="*/ 0 w 694372"/>
                <a:gd name="connsiteY0" fmla="*/ 532448 h 532447"/>
                <a:gd name="connsiteX1" fmla="*/ 694372 w 694372"/>
                <a:gd name="connsiteY1" fmla="*/ 532448 h 532447"/>
                <a:gd name="connsiteX2" fmla="*/ 694372 w 694372"/>
                <a:gd name="connsiteY2" fmla="*/ 0 h 532447"/>
                <a:gd name="connsiteX3" fmla="*/ 0 w 694372"/>
                <a:gd name="connsiteY3" fmla="*/ 0 h 532447"/>
                <a:gd name="connsiteX4" fmla="*/ 0 w 694372"/>
                <a:gd name="connsiteY4" fmla="*/ 532448 h 53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372" h="532447">
                  <a:moveTo>
                    <a:pt x="0" y="532448"/>
                  </a:moveTo>
                  <a:lnTo>
                    <a:pt x="694372" y="532448"/>
                  </a:lnTo>
                  <a:lnTo>
                    <a:pt x="694372" y="0"/>
                  </a:lnTo>
                  <a:lnTo>
                    <a:pt x="0" y="0"/>
                  </a:lnTo>
                  <a:lnTo>
                    <a:pt x="0" y="532448"/>
                  </a:lnTo>
                  <a:close/>
                </a:path>
              </a:pathLst>
            </a:custGeom>
            <a:solidFill>
              <a:srgbClr val="F4E1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188F5D2-EDF5-0122-4AF6-F5C4329170D2}"/>
                </a:ext>
              </a:extLst>
            </p:cNvPr>
            <p:cNvSpPr/>
            <p:nvPr/>
          </p:nvSpPr>
          <p:spPr>
            <a:xfrm>
              <a:off x="3529012" y="2092642"/>
              <a:ext cx="694372" cy="18097"/>
            </a:xfrm>
            <a:custGeom>
              <a:avLst/>
              <a:gdLst>
                <a:gd name="connsiteX0" fmla="*/ 0 w 694372"/>
                <a:gd name="connsiteY0" fmla="*/ 18098 h 18097"/>
                <a:gd name="connsiteX1" fmla="*/ 694372 w 694372"/>
                <a:gd name="connsiteY1" fmla="*/ 18098 h 18097"/>
                <a:gd name="connsiteX2" fmla="*/ 694372 w 694372"/>
                <a:gd name="connsiteY2" fmla="*/ 0 h 18097"/>
                <a:gd name="connsiteX3" fmla="*/ 0 w 694372"/>
                <a:gd name="connsiteY3" fmla="*/ 0 h 18097"/>
                <a:gd name="connsiteX4" fmla="*/ 0 w 694372"/>
                <a:gd name="connsiteY4" fmla="*/ 18098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372" h="18097">
                  <a:moveTo>
                    <a:pt x="0" y="18098"/>
                  </a:moveTo>
                  <a:lnTo>
                    <a:pt x="694372" y="18098"/>
                  </a:lnTo>
                  <a:lnTo>
                    <a:pt x="694372" y="0"/>
                  </a:lnTo>
                  <a:lnTo>
                    <a:pt x="0" y="0"/>
                  </a:lnTo>
                  <a:lnTo>
                    <a:pt x="0" y="18098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7443FA0-28A8-ADED-E1A4-272061FCBFCE}"/>
                </a:ext>
              </a:extLst>
            </p:cNvPr>
            <p:cNvSpPr/>
            <p:nvPr/>
          </p:nvSpPr>
          <p:spPr>
            <a:xfrm>
              <a:off x="3529012" y="2000250"/>
              <a:ext cx="694372" cy="91439"/>
            </a:xfrm>
            <a:custGeom>
              <a:avLst/>
              <a:gdLst>
                <a:gd name="connsiteX0" fmla="*/ 0 w 694372"/>
                <a:gd name="connsiteY0" fmla="*/ 91440 h 91439"/>
                <a:gd name="connsiteX1" fmla="*/ 694372 w 694372"/>
                <a:gd name="connsiteY1" fmla="*/ 91440 h 91439"/>
                <a:gd name="connsiteX2" fmla="*/ 694372 w 694372"/>
                <a:gd name="connsiteY2" fmla="*/ 0 h 91439"/>
                <a:gd name="connsiteX3" fmla="*/ 0 w 694372"/>
                <a:gd name="connsiteY3" fmla="*/ 0 h 91439"/>
                <a:gd name="connsiteX4" fmla="*/ 0 w 694372"/>
                <a:gd name="connsiteY4" fmla="*/ 91440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372" h="91439">
                  <a:moveTo>
                    <a:pt x="0" y="91440"/>
                  </a:moveTo>
                  <a:lnTo>
                    <a:pt x="694372" y="91440"/>
                  </a:lnTo>
                  <a:lnTo>
                    <a:pt x="694372" y="0"/>
                  </a:ln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CB772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515B3B7-E2ED-1AA1-3930-9DB9B6197783}"/>
                </a:ext>
              </a:extLst>
            </p:cNvPr>
            <p:cNvSpPr/>
            <p:nvPr/>
          </p:nvSpPr>
          <p:spPr>
            <a:xfrm>
              <a:off x="4223384" y="4860607"/>
              <a:ext cx="543877" cy="187642"/>
            </a:xfrm>
            <a:custGeom>
              <a:avLst/>
              <a:gdLst>
                <a:gd name="connsiteX0" fmla="*/ 0 w 543877"/>
                <a:gd name="connsiteY0" fmla="*/ 187643 h 187642"/>
                <a:gd name="connsiteX1" fmla="*/ 543878 w 543877"/>
                <a:gd name="connsiteY1" fmla="*/ 187643 h 187642"/>
                <a:gd name="connsiteX2" fmla="*/ 543878 w 543877"/>
                <a:gd name="connsiteY2" fmla="*/ 0 h 187642"/>
                <a:gd name="connsiteX3" fmla="*/ 0 w 543877"/>
                <a:gd name="connsiteY3" fmla="*/ 0 h 187642"/>
                <a:gd name="connsiteX4" fmla="*/ 0 w 543877"/>
                <a:gd name="connsiteY4" fmla="*/ 187643 h 18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7" h="187642">
                  <a:moveTo>
                    <a:pt x="0" y="187643"/>
                  </a:moveTo>
                  <a:lnTo>
                    <a:pt x="543878" y="187643"/>
                  </a:lnTo>
                  <a:lnTo>
                    <a:pt x="543878" y="0"/>
                  </a:lnTo>
                  <a:lnTo>
                    <a:pt x="0" y="0"/>
                  </a:lnTo>
                  <a:lnTo>
                    <a:pt x="0" y="187643"/>
                  </a:lnTo>
                  <a:close/>
                </a:path>
              </a:pathLst>
            </a:custGeom>
            <a:solidFill>
              <a:srgbClr val="C04E3F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8D9A517-5C91-EF6F-C547-68C7C2503191}"/>
                </a:ext>
              </a:extLst>
            </p:cNvPr>
            <p:cNvSpPr/>
            <p:nvPr/>
          </p:nvSpPr>
          <p:spPr>
            <a:xfrm>
              <a:off x="4223384" y="4602480"/>
              <a:ext cx="543877" cy="258127"/>
            </a:xfrm>
            <a:custGeom>
              <a:avLst/>
              <a:gdLst>
                <a:gd name="connsiteX0" fmla="*/ 0 w 543877"/>
                <a:gd name="connsiteY0" fmla="*/ 258127 h 258127"/>
                <a:gd name="connsiteX1" fmla="*/ 543878 w 543877"/>
                <a:gd name="connsiteY1" fmla="*/ 258127 h 258127"/>
                <a:gd name="connsiteX2" fmla="*/ 543878 w 543877"/>
                <a:gd name="connsiteY2" fmla="*/ 0 h 258127"/>
                <a:gd name="connsiteX3" fmla="*/ 0 w 543877"/>
                <a:gd name="connsiteY3" fmla="*/ 0 h 258127"/>
                <a:gd name="connsiteX4" fmla="*/ 0 w 543877"/>
                <a:gd name="connsiteY4" fmla="*/ 258127 h 25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7" h="258127">
                  <a:moveTo>
                    <a:pt x="0" y="258127"/>
                  </a:moveTo>
                  <a:lnTo>
                    <a:pt x="543878" y="258127"/>
                  </a:lnTo>
                  <a:lnTo>
                    <a:pt x="543878" y="0"/>
                  </a:lnTo>
                  <a:lnTo>
                    <a:pt x="0" y="0"/>
                  </a:lnTo>
                  <a:lnTo>
                    <a:pt x="0" y="258127"/>
                  </a:lnTo>
                  <a:close/>
                </a:path>
              </a:pathLst>
            </a:custGeom>
            <a:solidFill>
              <a:srgbClr val="33999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B8AB85F-EA13-E734-19E7-47A41D198A42}"/>
                </a:ext>
              </a:extLst>
            </p:cNvPr>
            <p:cNvSpPr/>
            <p:nvPr/>
          </p:nvSpPr>
          <p:spPr>
            <a:xfrm>
              <a:off x="4223384" y="4578667"/>
              <a:ext cx="543877" cy="23812"/>
            </a:xfrm>
            <a:custGeom>
              <a:avLst/>
              <a:gdLst>
                <a:gd name="connsiteX0" fmla="*/ 0 w 543877"/>
                <a:gd name="connsiteY0" fmla="*/ 23813 h 23812"/>
                <a:gd name="connsiteX1" fmla="*/ 543878 w 543877"/>
                <a:gd name="connsiteY1" fmla="*/ 23813 h 23812"/>
                <a:gd name="connsiteX2" fmla="*/ 543878 w 543877"/>
                <a:gd name="connsiteY2" fmla="*/ 0 h 23812"/>
                <a:gd name="connsiteX3" fmla="*/ 0 w 543877"/>
                <a:gd name="connsiteY3" fmla="*/ 0 h 23812"/>
                <a:gd name="connsiteX4" fmla="*/ 0 w 543877"/>
                <a:gd name="connsiteY4" fmla="*/ 23813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7" h="23812">
                  <a:moveTo>
                    <a:pt x="0" y="23813"/>
                  </a:moveTo>
                  <a:lnTo>
                    <a:pt x="543878" y="23813"/>
                  </a:lnTo>
                  <a:lnTo>
                    <a:pt x="543878" y="0"/>
                  </a:lnTo>
                  <a:lnTo>
                    <a:pt x="0" y="0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rgbClr val="FFC3C2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537A91F-6193-8010-8D7B-A80FC8DFFE7A}"/>
                </a:ext>
              </a:extLst>
            </p:cNvPr>
            <p:cNvSpPr/>
            <p:nvPr/>
          </p:nvSpPr>
          <p:spPr>
            <a:xfrm>
              <a:off x="4223384" y="4532947"/>
              <a:ext cx="543877" cy="46672"/>
            </a:xfrm>
            <a:custGeom>
              <a:avLst/>
              <a:gdLst>
                <a:gd name="connsiteX0" fmla="*/ 0 w 543877"/>
                <a:gd name="connsiteY0" fmla="*/ 46672 h 46672"/>
                <a:gd name="connsiteX1" fmla="*/ 543878 w 543877"/>
                <a:gd name="connsiteY1" fmla="*/ 46672 h 46672"/>
                <a:gd name="connsiteX2" fmla="*/ 543878 w 543877"/>
                <a:gd name="connsiteY2" fmla="*/ 0 h 46672"/>
                <a:gd name="connsiteX3" fmla="*/ 0 w 543877"/>
                <a:gd name="connsiteY3" fmla="*/ 0 h 46672"/>
                <a:gd name="connsiteX4" fmla="*/ 0 w 543877"/>
                <a:gd name="connsiteY4" fmla="*/ 46672 h 4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7" h="46672">
                  <a:moveTo>
                    <a:pt x="0" y="46672"/>
                  </a:moveTo>
                  <a:lnTo>
                    <a:pt x="543878" y="46672"/>
                  </a:lnTo>
                  <a:lnTo>
                    <a:pt x="543878" y="0"/>
                  </a:lnTo>
                  <a:lnTo>
                    <a:pt x="0" y="0"/>
                  </a:lnTo>
                  <a:lnTo>
                    <a:pt x="0" y="46672"/>
                  </a:lnTo>
                  <a:close/>
                </a:path>
              </a:pathLst>
            </a:custGeom>
            <a:solidFill>
              <a:srgbClr val="005F56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DCE53FD-9D18-5288-958D-5B49F94F149C}"/>
                </a:ext>
              </a:extLst>
            </p:cNvPr>
            <p:cNvSpPr/>
            <p:nvPr/>
          </p:nvSpPr>
          <p:spPr>
            <a:xfrm>
              <a:off x="4223384" y="4274819"/>
              <a:ext cx="543877" cy="258127"/>
            </a:xfrm>
            <a:custGeom>
              <a:avLst/>
              <a:gdLst>
                <a:gd name="connsiteX0" fmla="*/ 0 w 543877"/>
                <a:gd name="connsiteY0" fmla="*/ 258128 h 258127"/>
                <a:gd name="connsiteX1" fmla="*/ 543878 w 543877"/>
                <a:gd name="connsiteY1" fmla="*/ 258128 h 258127"/>
                <a:gd name="connsiteX2" fmla="*/ 543878 w 543877"/>
                <a:gd name="connsiteY2" fmla="*/ 0 h 258127"/>
                <a:gd name="connsiteX3" fmla="*/ 0 w 543877"/>
                <a:gd name="connsiteY3" fmla="*/ 0 h 258127"/>
                <a:gd name="connsiteX4" fmla="*/ 0 w 543877"/>
                <a:gd name="connsiteY4" fmla="*/ 258128 h 25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7" h="258127">
                  <a:moveTo>
                    <a:pt x="0" y="258128"/>
                  </a:moveTo>
                  <a:lnTo>
                    <a:pt x="543878" y="258128"/>
                  </a:lnTo>
                  <a:lnTo>
                    <a:pt x="543878" y="0"/>
                  </a:lnTo>
                  <a:lnTo>
                    <a:pt x="0" y="0"/>
                  </a:lnTo>
                  <a:lnTo>
                    <a:pt x="0" y="258128"/>
                  </a:lnTo>
                  <a:close/>
                </a:path>
              </a:pathLst>
            </a:custGeom>
            <a:solidFill>
              <a:srgbClr val="F4E1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6AA6287-89D9-42F9-0C4E-45AB1F5D628B}"/>
                </a:ext>
              </a:extLst>
            </p:cNvPr>
            <p:cNvSpPr/>
            <p:nvPr/>
          </p:nvSpPr>
          <p:spPr>
            <a:xfrm>
              <a:off x="4223384" y="4251007"/>
              <a:ext cx="543877" cy="23812"/>
            </a:xfrm>
            <a:custGeom>
              <a:avLst/>
              <a:gdLst>
                <a:gd name="connsiteX0" fmla="*/ 0 w 543877"/>
                <a:gd name="connsiteY0" fmla="*/ 23813 h 23812"/>
                <a:gd name="connsiteX1" fmla="*/ 543878 w 543877"/>
                <a:gd name="connsiteY1" fmla="*/ 23813 h 23812"/>
                <a:gd name="connsiteX2" fmla="*/ 543878 w 543877"/>
                <a:gd name="connsiteY2" fmla="*/ 0 h 23812"/>
                <a:gd name="connsiteX3" fmla="*/ 0 w 543877"/>
                <a:gd name="connsiteY3" fmla="*/ 0 h 23812"/>
                <a:gd name="connsiteX4" fmla="*/ 0 w 543877"/>
                <a:gd name="connsiteY4" fmla="*/ 23813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7" h="23812">
                  <a:moveTo>
                    <a:pt x="0" y="23813"/>
                  </a:moveTo>
                  <a:lnTo>
                    <a:pt x="543878" y="23813"/>
                  </a:lnTo>
                  <a:lnTo>
                    <a:pt x="543878" y="0"/>
                  </a:lnTo>
                  <a:lnTo>
                    <a:pt x="0" y="0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rgbClr val="F4A988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87EA6FF-C55C-FE9B-81EE-2B8E0988F83A}"/>
                </a:ext>
              </a:extLst>
            </p:cNvPr>
            <p:cNvSpPr/>
            <p:nvPr/>
          </p:nvSpPr>
          <p:spPr>
            <a:xfrm>
              <a:off x="4223384" y="2305050"/>
              <a:ext cx="543877" cy="1945957"/>
            </a:xfrm>
            <a:custGeom>
              <a:avLst/>
              <a:gdLst>
                <a:gd name="connsiteX0" fmla="*/ 0 w 543877"/>
                <a:gd name="connsiteY0" fmla="*/ 1945957 h 1945957"/>
                <a:gd name="connsiteX1" fmla="*/ 543878 w 543877"/>
                <a:gd name="connsiteY1" fmla="*/ 1945957 h 1945957"/>
                <a:gd name="connsiteX2" fmla="*/ 543878 w 543877"/>
                <a:gd name="connsiteY2" fmla="*/ 0 h 1945957"/>
                <a:gd name="connsiteX3" fmla="*/ 0 w 543877"/>
                <a:gd name="connsiteY3" fmla="*/ 0 h 1945957"/>
                <a:gd name="connsiteX4" fmla="*/ 0 w 543877"/>
                <a:gd name="connsiteY4" fmla="*/ 1945957 h 1945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7" h="1945957">
                  <a:moveTo>
                    <a:pt x="0" y="1945957"/>
                  </a:moveTo>
                  <a:lnTo>
                    <a:pt x="543878" y="1945957"/>
                  </a:lnTo>
                  <a:lnTo>
                    <a:pt x="543878" y="0"/>
                  </a:lnTo>
                  <a:lnTo>
                    <a:pt x="0" y="0"/>
                  </a:lnTo>
                  <a:lnTo>
                    <a:pt x="0" y="1945957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6B5A6F7-3912-17DA-F006-4A533BBD6618}"/>
                </a:ext>
              </a:extLst>
            </p:cNvPr>
            <p:cNvSpPr/>
            <p:nvPr/>
          </p:nvSpPr>
          <p:spPr>
            <a:xfrm>
              <a:off x="4223384" y="2000250"/>
              <a:ext cx="543877" cy="304800"/>
            </a:xfrm>
            <a:custGeom>
              <a:avLst/>
              <a:gdLst>
                <a:gd name="connsiteX0" fmla="*/ 0 w 543877"/>
                <a:gd name="connsiteY0" fmla="*/ 304800 h 304800"/>
                <a:gd name="connsiteX1" fmla="*/ 543878 w 543877"/>
                <a:gd name="connsiteY1" fmla="*/ 304800 h 304800"/>
                <a:gd name="connsiteX2" fmla="*/ 543878 w 543877"/>
                <a:gd name="connsiteY2" fmla="*/ 0 h 304800"/>
                <a:gd name="connsiteX3" fmla="*/ 0 w 543877"/>
                <a:gd name="connsiteY3" fmla="*/ 0 h 304800"/>
                <a:gd name="connsiteX4" fmla="*/ 0 w 543877"/>
                <a:gd name="connsiteY4" fmla="*/ 3048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7" h="304800">
                  <a:moveTo>
                    <a:pt x="0" y="304800"/>
                  </a:moveTo>
                  <a:lnTo>
                    <a:pt x="543878" y="304800"/>
                  </a:lnTo>
                  <a:lnTo>
                    <a:pt x="543878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CB772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ED50FA5-1AFB-9156-F34F-8782A1D2C736}"/>
                </a:ext>
              </a:extLst>
            </p:cNvPr>
            <p:cNvSpPr/>
            <p:nvPr/>
          </p:nvSpPr>
          <p:spPr>
            <a:xfrm>
              <a:off x="4766309" y="4885372"/>
              <a:ext cx="1254442" cy="162877"/>
            </a:xfrm>
            <a:custGeom>
              <a:avLst/>
              <a:gdLst>
                <a:gd name="connsiteX0" fmla="*/ 0 w 1254442"/>
                <a:gd name="connsiteY0" fmla="*/ 162878 h 162877"/>
                <a:gd name="connsiteX1" fmla="*/ 1254443 w 1254442"/>
                <a:gd name="connsiteY1" fmla="*/ 162878 h 162877"/>
                <a:gd name="connsiteX2" fmla="*/ 1254443 w 1254442"/>
                <a:gd name="connsiteY2" fmla="*/ 0 h 162877"/>
                <a:gd name="connsiteX3" fmla="*/ 0 w 1254442"/>
                <a:gd name="connsiteY3" fmla="*/ 0 h 162877"/>
                <a:gd name="connsiteX4" fmla="*/ 0 w 1254442"/>
                <a:gd name="connsiteY4" fmla="*/ 162878 h 162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42" h="162877">
                  <a:moveTo>
                    <a:pt x="0" y="162878"/>
                  </a:moveTo>
                  <a:lnTo>
                    <a:pt x="1254443" y="162878"/>
                  </a:lnTo>
                  <a:lnTo>
                    <a:pt x="1254443" y="0"/>
                  </a:lnTo>
                  <a:lnTo>
                    <a:pt x="0" y="0"/>
                  </a:lnTo>
                  <a:lnTo>
                    <a:pt x="0" y="162878"/>
                  </a:lnTo>
                  <a:close/>
                </a:path>
              </a:pathLst>
            </a:custGeom>
            <a:solidFill>
              <a:srgbClr val="33999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02C4C95-CC0F-0FD0-1C3C-2BB54899F3EA}"/>
                </a:ext>
              </a:extLst>
            </p:cNvPr>
            <p:cNvSpPr/>
            <p:nvPr/>
          </p:nvSpPr>
          <p:spPr>
            <a:xfrm>
              <a:off x="4766309" y="4874894"/>
              <a:ext cx="1254442" cy="10477"/>
            </a:xfrm>
            <a:custGeom>
              <a:avLst/>
              <a:gdLst>
                <a:gd name="connsiteX0" fmla="*/ 0 w 1254442"/>
                <a:gd name="connsiteY0" fmla="*/ 10478 h 10477"/>
                <a:gd name="connsiteX1" fmla="*/ 1254443 w 1254442"/>
                <a:gd name="connsiteY1" fmla="*/ 10478 h 10477"/>
                <a:gd name="connsiteX2" fmla="*/ 1254443 w 1254442"/>
                <a:gd name="connsiteY2" fmla="*/ 0 h 10477"/>
                <a:gd name="connsiteX3" fmla="*/ 0 w 1254442"/>
                <a:gd name="connsiteY3" fmla="*/ 0 h 10477"/>
                <a:gd name="connsiteX4" fmla="*/ 0 w 1254442"/>
                <a:gd name="connsiteY4" fmla="*/ 10478 h 1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42" h="10477">
                  <a:moveTo>
                    <a:pt x="0" y="10478"/>
                  </a:moveTo>
                  <a:lnTo>
                    <a:pt x="1254443" y="10478"/>
                  </a:lnTo>
                  <a:lnTo>
                    <a:pt x="1254443" y="0"/>
                  </a:lnTo>
                  <a:lnTo>
                    <a:pt x="0" y="0"/>
                  </a:lnTo>
                  <a:lnTo>
                    <a:pt x="0" y="10478"/>
                  </a:lnTo>
                  <a:close/>
                </a:path>
              </a:pathLst>
            </a:custGeom>
            <a:solidFill>
              <a:srgbClr val="F7A7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C4B0572-689A-8B35-FCE1-637B99231AAC}"/>
                </a:ext>
              </a:extLst>
            </p:cNvPr>
            <p:cNvSpPr/>
            <p:nvPr/>
          </p:nvSpPr>
          <p:spPr>
            <a:xfrm>
              <a:off x="4766309" y="4855844"/>
              <a:ext cx="1254442" cy="20002"/>
            </a:xfrm>
            <a:custGeom>
              <a:avLst/>
              <a:gdLst>
                <a:gd name="connsiteX0" fmla="*/ 0 w 1254442"/>
                <a:gd name="connsiteY0" fmla="*/ 20003 h 20002"/>
                <a:gd name="connsiteX1" fmla="*/ 1254443 w 1254442"/>
                <a:gd name="connsiteY1" fmla="*/ 20003 h 20002"/>
                <a:gd name="connsiteX2" fmla="*/ 1254443 w 1254442"/>
                <a:gd name="connsiteY2" fmla="*/ 0 h 20002"/>
                <a:gd name="connsiteX3" fmla="*/ 0 w 1254442"/>
                <a:gd name="connsiteY3" fmla="*/ 0 h 20002"/>
                <a:gd name="connsiteX4" fmla="*/ 0 w 1254442"/>
                <a:gd name="connsiteY4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42" h="20002">
                  <a:moveTo>
                    <a:pt x="0" y="20003"/>
                  </a:moveTo>
                  <a:lnTo>
                    <a:pt x="1254443" y="20003"/>
                  </a:lnTo>
                  <a:lnTo>
                    <a:pt x="1254443" y="0"/>
                  </a:lnTo>
                  <a:lnTo>
                    <a:pt x="0" y="0"/>
                  </a:lnTo>
                  <a:lnTo>
                    <a:pt x="0" y="20003"/>
                  </a:lnTo>
                  <a:close/>
                </a:path>
              </a:pathLst>
            </a:custGeom>
            <a:solidFill>
              <a:srgbClr val="005F56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F68EFEF-3FA7-D0BF-03AD-DF196C6F44BA}"/>
                </a:ext>
              </a:extLst>
            </p:cNvPr>
            <p:cNvSpPr/>
            <p:nvPr/>
          </p:nvSpPr>
          <p:spPr>
            <a:xfrm>
              <a:off x="4766309" y="4773930"/>
              <a:ext cx="1254442" cy="80962"/>
            </a:xfrm>
            <a:custGeom>
              <a:avLst/>
              <a:gdLst>
                <a:gd name="connsiteX0" fmla="*/ 0 w 1254442"/>
                <a:gd name="connsiteY0" fmla="*/ 80963 h 80962"/>
                <a:gd name="connsiteX1" fmla="*/ 1254443 w 1254442"/>
                <a:gd name="connsiteY1" fmla="*/ 80963 h 80962"/>
                <a:gd name="connsiteX2" fmla="*/ 1254443 w 1254442"/>
                <a:gd name="connsiteY2" fmla="*/ 0 h 80962"/>
                <a:gd name="connsiteX3" fmla="*/ 0 w 1254442"/>
                <a:gd name="connsiteY3" fmla="*/ 0 h 80962"/>
                <a:gd name="connsiteX4" fmla="*/ 0 w 1254442"/>
                <a:gd name="connsiteY4" fmla="*/ 80963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42" h="80962">
                  <a:moveTo>
                    <a:pt x="0" y="80963"/>
                  </a:moveTo>
                  <a:lnTo>
                    <a:pt x="1254443" y="80963"/>
                  </a:lnTo>
                  <a:lnTo>
                    <a:pt x="1254443" y="0"/>
                  </a:lnTo>
                  <a:lnTo>
                    <a:pt x="0" y="0"/>
                  </a:lnTo>
                  <a:lnTo>
                    <a:pt x="0" y="80963"/>
                  </a:lnTo>
                  <a:close/>
                </a:path>
              </a:pathLst>
            </a:custGeom>
            <a:solidFill>
              <a:srgbClr val="F4E1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4CF0E9D-877F-A411-2B08-EC95E233C084}"/>
                </a:ext>
              </a:extLst>
            </p:cNvPr>
            <p:cNvSpPr/>
            <p:nvPr/>
          </p:nvSpPr>
          <p:spPr>
            <a:xfrm>
              <a:off x="4766309" y="4601527"/>
              <a:ext cx="1254442" cy="172402"/>
            </a:xfrm>
            <a:custGeom>
              <a:avLst/>
              <a:gdLst>
                <a:gd name="connsiteX0" fmla="*/ 0 w 1254442"/>
                <a:gd name="connsiteY0" fmla="*/ 172403 h 172402"/>
                <a:gd name="connsiteX1" fmla="*/ 1254443 w 1254442"/>
                <a:gd name="connsiteY1" fmla="*/ 172403 h 172402"/>
                <a:gd name="connsiteX2" fmla="*/ 1254443 w 1254442"/>
                <a:gd name="connsiteY2" fmla="*/ 0 h 172402"/>
                <a:gd name="connsiteX3" fmla="*/ 0 w 1254442"/>
                <a:gd name="connsiteY3" fmla="*/ 0 h 172402"/>
                <a:gd name="connsiteX4" fmla="*/ 0 w 1254442"/>
                <a:gd name="connsiteY4" fmla="*/ 172403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42" h="172402">
                  <a:moveTo>
                    <a:pt x="0" y="172403"/>
                  </a:moveTo>
                  <a:lnTo>
                    <a:pt x="1254443" y="172403"/>
                  </a:lnTo>
                  <a:lnTo>
                    <a:pt x="1254443" y="0"/>
                  </a:lnTo>
                  <a:lnTo>
                    <a:pt x="0" y="0"/>
                  </a:lnTo>
                  <a:lnTo>
                    <a:pt x="0" y="172403"/>
                  </a:lnTo>
                  <a:close/>
                </a:path>
              </a:pathLst>
            </a:custGeom>
            <a:solidFill>
              <a:srgbClr val="F4A988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2C1DDB9-1421-C3AF-652E-E4EE57B8AAEE}"/>
                </a:ext>
              </a:extLst>
            </p:cNvPr>
            <p:cNvSpPr/>
            <p:nvPr/>
          </p:nvSpPr>
          <p:spPr>
            <a:xfrm>
              <a:off x="4766309" y="2020252"/>
              <a:ext cx="1254442" cy="2581275"/>
            </a:xfrm>
            <a:custGeom>
              <a:avLst/>
              <a:gdLst>
                <a:gd name="connsiteX0" fmla="*/ 0 w 1254442"/>
                <a:gd name="connsiteY0" fmla="*/ 2581275 h 2581275"/>
                <a:gd name="connsiteX1" fmla="*/ 1254443 w 1254442"/>
                <a:gd name="connsiteY1" fmla="*/ 2581275 h 2581275"/>
                <a:gd name="connsiteX2" fmla="*/ 1254443 w 1254442"/>
                <a:gd name="connsiteY2" fmla="*/ 0 h 2581275"/>
                <a:gd name="connsiteX3" fmla="*/ 0 w 1254442"/>
                <a:gd name="connsiteY3" fmla="*/ 0 h 2581275"/>
                <a:gd name="connsiteX4" fmla="*/ 0 w 1254442"/>
                <a:gd name="connsiteY4" fmla="*/ 2580323 h 2581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42" h="2581275">
                  <a:moveTo>
                    <a:pt x="0" y="2581275"/>
                  </a:moveTo>
                  <a:lnTo>
                    <a:pt x="1254443" y="2581275"/>
                  </a:lnTo>
                  <a:lnTo>
                    <a:pt x="1254443" y="0"/>
                  </a:lnTo>
                  <a:lnTo>
                    <a:pt x="0" y="0"/>
                  </a:lnTo>
                  <a:lnTo>
                    <a:pt x="0" y="2580323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16DEE2-654C-9B16-4D52-6991AF2CD863}"/>
                </a:ext>
              </a:extLst>
            </p:cNvPr>
            <p:cNvSpPr/>
            <p:nvPr/>
          </p:nvSpPr>
          <p:spPr>
            <a:xfrm>
              <a:off x="4766309" y="2000250"/>
              <a:ext cx="1254442" cy="20002"/>
            </a:xfrm>
            <a:custGeom>
              <a:avLst/>
              <a:gdLst>
                <a:gd name="connsiteX0" fmla="*/ 0 w 1254442"/>
                <a:gd name="connsiteY0" fmla="*/ 20002 h 20002"/>
                <a:gd name="connsiteX1" fmla="*/ 1254443 w 1254442"/>
                <a:gd name="connsiteY1" fmla="*/ 20002 h 20002"/>
                <a:gd name="connsiteX2" fmla="*/ 1254443 w 1254442"/>
                <a:gd name="connsiteY2" fmla="*/ 0 h 20002"/>
                <a:gd name="connsiteX3" fmla="*/ 0 w 1254442"/>
                <a:gd name="connsiteY3" fmla="*/ 0 h 20002"/>
                <a:gd name="connsiteX4" fmla="*/ 0 w 1254442"/>
                <a:gd name="connsiteY4" fmla="*/ 20002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42" h="20002">
                  <a:moveTo>
                    <a:pt x="0" y="20002"/>
                  </a:moveTo>
                  <a:lnTo>
                    <a:pt x="1254443" y="20002"/>
                  </a:lnTo>
                  <a:lnTo>
                    <a:pt x="1254443" y="0"/>
                  </a:lnTo>
                  <a:lnTo>
                    <a:pt x="0" y="0"/>
                  </a:lnTo>
                  <a:lnTo>
                    <a:pt x="0" y="20002"/>
                  </a:lnTo>
                  <a:close/>
                </a:path>
              </a:pathLst>
            </a:custGeom>
            <a:solidFill>
              <a:srgbClr val="CB772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6ABA494-611D-66DC-4100-5705EB11D492}"/>
                </a:ext>
              </a:extLst>
            </p:cNvPr>
            <p:cNvSpPr/>
            <p:nvPr/>
          </p:nvSpPr>
          <p:spPr>
            <a:xfrm>
              <a:off x="6020752" y="4994909"/>
              <a:ext cx="476250" cy="53340"/>
            </a:xfrm>
            <a:custGeom>
              <a:avLst/>
              <a:gdLst>
                <a:gd name="connsiteX0" fmla="*/ 0 w 476250"/>
                <a:gd name="connsiteY0" fmla="*/ 53340 h 53340"/>
                <a:gd name="connsiteX1" fmla="*/ 476250 w 476250"/>
                <a:gd name="connsiteY1" fmla="*/ 53340 h 53340"/>
                <a:gd name="connsiteX2" fmla="*/ 476250 w 476250"/>
                <a:gd name="connsiteY2" fmla="*/ 0 h 53340"/>
                <a:gd name="connsiteX3" fmla="*/ 0 w 476250"/>
                <a:gd name="connsiteY3" fmla="*/ 0 h 53340"/>
                <a:gd name="connsiteX4" fmla="*/ 0 w 476250"/>
                <a:gd name="connsiteY4" fmla="*/ 53340 h 5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53340">
                  <a:moveTo>
                    <a:pt x="0" y="53340"/>
                  </a:moveTo>
                  <a:lnTo>
                    <a:pt x="476250" y="53340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C04E3F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30A73FA-7300-0170-13B7-1E68B16C24AD}"/>
                </a:ext>
              </a:extLst>
            </p:cNvPr>
            <p:cNvSpPr/>
            <p:nvPr/>
          </p:nvSpPr>
          <p:spPr>
            <a:xfrm>
              <a:off x="6020752" y="4780597"/>
              <a:ext cx="476250" cy="214312"/>
            </a:xfrm>
            <a:custGeom>
              <a:avLst/>
              <a:gdLst>
                <a:gd name="connsiteX0" fmla="*/ 0 w 476250"/>
                <a:gd name="connsiteY0" fmla="*/ 214313 h 214312"/>
                <a:gd name="connsiteX1" fmla="*/ 476250 w 476250"/>
                <a:gd name="connsiteY1" fmla="*/ 214313 h 214312"/>
                <a:gd name="connsiteX2" fmla="*/ 476250 w 476250"/>
                <a:gd name="connsiteY2" fmla="*/ 0 h 214312"/>
                <a:gd name="connsiteX3" fmla="*/ 0 w 476250"/>
                <a:gd name="connsiteY3" fmla="*/ 0 h 214312"/>
                <a:gd name="connsiteX4" fmla="*/ 0 w 476250"/>
                <a:gd name="connsiteY4" fmla="*/ 214313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214312">
                  <a:moveTo>
                    <a:pt x="0" y="214313"/>
                  </a:moveTo>
                  <a:lnTo>
                    <a:pt x="476250" y="214313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214313"/>
                  </a:lnTo>
                  <a:close/>
                </a:path>
              </a:pathLst>
            </a:custGeom>
            <a:solidFill>
              <a:srgbClr val="33999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8038D04-EF62-05E9-8176-A568DEF13971}"/>
                </a:ext>
              </a:extLst>
            </p:cNvPr>
            <p:cNvSpPr/>
            <p:nvPr/>
          </p:nvSpPr>
          <p:spPr>
            <a:xfrm>
              <a:off x="6020752" y="4272915"/>
              <a:ext cx="476250" cy="507682"/>
            </a:xfrm>
            <a:custGeom>
              <a:avLst/>
              <a:gdLst>
                <a:gd name="connsiteX0" fmla="*/ 0 w 476250"/>
                <a:gd name="connsiteY0" fmla="*/ 507682 h 507682"/>
                <a:gd name="connsiteX1" fmla="*/ 476250 w 476250"/>
                <a:gd name="connsiteY1" fmla="*/ 507682 h 507682"/>
                <a:gd name="connsiteX2" fmla="*/ 476250 w 476250"/>
                <a:gd name="connsiteY2" fmla="*/ 0 h 507682"/>
                <a:gd name="connsiteX3" fmla="*/ 0 w 476250"/>
                <a:gd name="connsiteY3" fmla="*/ 0 h 507682"/>
                <a:gd name="connsiteX4" fmla="*/ 0 w 476250"/>
                <a:gd name="connsiteY4" fmla="*/ 507682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507682">
                  <a:moveTo>
                    <a:pt x="0" y="507682"/>
                  </a:moveTo>
                  <a:lnTo>
                    <a:pt x="476250" y="507682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507682"/>
                  </a:lnTo>
                  <a:close/>
                </a:path>
              </a:pathLst>
            </a:custGeom>
            <a:solidFill>
              <a:srgbClr val="FFC3C2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E6CEEFF-FA2D-D84B-9B7E-E5722CB8F3CE}"/>
                </a:ext>
              </a:extLst>
            </p:cNvPr>
            <p:cNvSpPr/>
            <p:nvPr/>
          </p:nvSpPr>
          <p:spPr>
            <a:xfrm>
              <a:off x="6020752" y="4139565"/>
              <a:ext cx="476250" cy="133350"/>
            </a:xfrm>
            <a:custGeom>
              <a:avLst/>
              <a:gdLst>
                <a:gd name="connsiteX0" fmla="*/ 0 w 476250"/>
                <a:gd name="connsiteY0" fmla="*/ 133350 h 133350"/>
                <a:gd name="connsiteX1" fmla="*/ 476250 w 476250"/>
                <a:gd name="connsiteY1" fmla="*/ 133350 h 133350"/>
                <a:gd name="connsiteX2" fmla="*/ 476250 w 476250"/>
                <a:gd name="connsiteY2" fmla="*/ 0 h 133350"/>
                <a:gd name="connsiteX3" fmla="*/ 0 w 476250"/>
                <a:gd name="connsiteY3" fmla="*/ 0 h 133350"/>
                <a:gd name="connsiteX4" fmla="*/ 0 w 476250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133350">
                  <a:moveTo>
                    <a:pt x="0" y="133350"/>
                  </a:moveTo>
                  <a:lnTo>
                    <a:pt x="476250" y="133350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05F56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3EE66A3-A3A4-8172-75CC-A6D747CDDEB5}"/>
                </a:ext>
              </a:extLst>
            </p:cNvPr>
            <p:cNvSpPr/>
            <p:nvPr/>
          </p:nvSpPr>
          <p:spPr>
            <a:xfrm>
              <a:off x="6020752" y="3524250"/>
              <a:ext cx="476250" cy="615315"/>
            </a:xfrm>
            <a:custGeom>
              <a:avLst/>
              <a:gdLst>
                <a:gd name="connsiteX0" fmla="*/ 0 w 476250"/>
                <a:gd name="connsiteY0" fmla="*/ 615315 h 615315"/>
                <a:gd name="connsiteX1" fmla="*/ 476250 w 476250"/>
                <a:gd name="connsiteY1" fmla="*/ 615315 h 615315"/>
                <a:gd name="connsiteX2" fmla="*/ 476250 w 476250"/>
                <a:gd name="connsiteY2" fmla="*/ 0 h 615315"/>
                <a:gd name="connsiteX3" fmla="*/ 0 w 476250"/>
                <a:gd name="connsiteY3" fmla="*/ 0 h 615315"/>
                <a:gd name="connsiteX4" fmla="*/ 0 w 476250"/>
                <a:gd name="connsiteY4" fmla="*/ 615315 h 615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615315">
                  <a:moveTo>
                    <a:pt x="0" y="615315"/>
                  </a:moveTo>
                  <a:lnTo>
                    <a:pt x="476250" y="615315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615315"/>
                  </a:lnTo>
                  <a:close/>
                </a:path>
              </a:pathLst>
            </a:custGeom>
            <a:solidFill>
              <a:srgbClr val="F4E1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A2544CD-5A35-5517-4BAF-29ED02187E1D}"/>
                </a:ext>
              </a:extLst>
            </p:cNvPr>
            <p:cNvSpPr/>
            <p:nvPr/>
          </p:nvSpPr>
          <p:spPr>
            <a:xfrm>
              <a:off x="6020752" y="3497580"/>
              <a:ext cx="476250" cy="26669"/>
            </a:xfrm>
            <a:custGeom>
              <a:avLst/>
              <a:gdLst>
                <a:gd name="connsiteX0" fmla="*/ 0 w 476250"/>
                <a:gd name="connsiteY0" fmla="*/ 26670 h 26669"/>
                <a:gd name="connsiteX1" fmla="*/ 476250 w 476250"/>
                <a:gd name="connsiteY1" fmla="*/ 26670 h 26669"/>
                <a:gd name="connsiteX2" fmla="*/ 476250 w 476250"/>
                <a:gd name="connsiteY2" fmla="*/ 0 h 26669"/>
                <a:gd name="connsiteX3" fmla="*/ 0 w 476250"/>
                <a:gd name="connsiteY3" fmla="*/ 0 h 26669"/>
                <a:gd name="connsiteX4" fmla="*/ 0 w 476250"/>
                <a:gd name="connsiteY4" fmla="*/ 26670 h 26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26669">
                  <a:moveTo>
                    <a:pt x="0" y="26670"/>
                  </a:moveTo>
                  <a:lnTo>
                    <a:pt x="476250" y="26670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26670"/>
                  </a:lnTo>
                  <a:close/>
                </a:path>
              </a:pathLst>
            </a:custGeom>
            <a:solidFill>
              <a:srgbClr val="F4A988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5AFEE9B-827C-10BA-0D33-225613021678}"/>
                </a:ext>
              </a:extLst>
            </p:cNvPr>
            <p:cNvSpPr/>
            <p:nvPr/>
          </p:nvSpPr>
          <p:spPr>
            <a:xfrm>
              <a:off x="6020752" y="2026920"/>
              <a:ext cx="476250" cy="1470660"/>
            </a:xfrm>
            <a:custGeom>
              <a:avLst/>
              <a:gdLst>
                <a:gd name="connsiteX0" fmla="*/ 0 w 476250"/>
                <a:gd name="connsiteY0" fmla="*/ 1470660 h 1470660"/>
                <a:gd name="connsiteX1" fmla="*/ 476250 w 476250"/>
                <a:gd name="connsiteY1" fmla="*/ 1470660 h 1470660"/>
                <a:gd name="connsiteX2" fmla="*/ 476250 w 476250"/>
                <a:gd name="connsiteY2" fmla="*/ 0 h 1470660"/>
                <a:gd name="connsiteX3" fmla="*/ 0 w 476250"/>
                <a:gd name="connsiteY3" fmla="*/ 0 h 1470660"/>
                <a:gd name="connsiteX4" fmla="*/ 0 w 476250"/>
                <a:gd name="connsiteY4" fmla="*/ 1470660 h 147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1470660">
                  <a:moveTo>
                    <a:pt x="0" y="1470660"/>
                  </a:moveTo>
                  <a:lnTo>
                    <a:pt x="476250" y="1470660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1470660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B50C91D-D60E-994D-94E0-5CF435273DCC}"/>
                </a:ext>
              </a:extLst>
            </p:cNvPr>
            <p:cNvSpPr/>
            <p:nvPr/>
          </p:nvSpPr>
          <p:spPr>
            <a:xfrm>
              <a:off x="6020752" y="2000250"/>
              <a:ext cx="476250" cy="26670"/>
            </a:xfrm>
            <a:custGeom>
              <a:avLst/>
              <a:gdLst>
                <a:gd name="connsiteX0" fmla="*/ 0 w 476250"/>
                <a:gd name="connsiteY0" fmla="*/ 26670 h 26670"/>
                <a:gd name="connsiteX1" fmla="*/ 476250 w 476250"/>
                <a:gd name="connsiteY1" fmla="*/ 26670 h 26670"/>
                <a:gd name="connsiteX2" fmla="*/ 476250 w 476250"/>
                <a:gd name="connsiteY2" fmla="*/ 0 h 26670"/>
                <a:gd name="connsiteX3" fmla="*/ 0 w 476250"/>
                <a:gd name="connsiteY3" fmla="*/ 0 h 26670"/>
                <a:gd name="connsiteX4" fmla="*/ 0 w 476250"/>
                <a:gd name="connsiteY4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26670">
                  <a:moveTo>
                    <a:pt x="0" y="26670"/>
                  </a:moveTo>
                  <a:lnTo>
                    <a:pt x="476250" y="26670"/>
                  </a:lnTo>
                  <a:lnTo>
                    <a:pt x="476250" y="0"/>
                  </a:lnTo>
                  <a:lnTo>
                    <a:pt x="0" y="0"/>
                  </a:lnTo>
                  <a:lnTo>
                    <a:pt x="0" y="26670"/>
                  </a:lnTo>
                  <a:close/>
                </a:path>
              </a:pathLst>
            </a:custGeom>
            <a:solidFill>
              <a:srgbClr val="CB772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973075BA-BBE0-E1B4-3485-AD44054BA309}"/>
                </a:ext>
              </a:extLst>
            </p:cNvPr>
            <p:cNvSpPr/>
            <p:nvPr/>
          </p:nvSpPr>
          <p:spPr>
            <a:xfrm>
              <a:off x="6497955" y="3631882"/>
              <a:ext cx="593407" cy="1416367"/>
            </a:xfrm>
            <a:custGeom>
              <a:avLst/>
              <a:gdLst>
                <a:gd name="connsiteX0" fmla="*/ 0 w 593407"/>
                <a:gd name="connsiteY0" fmla="*/ 1416368 h 1416367"/>
                <a:gd name="connsiteX1" fmla="*/ 593407 w 593407"/>
                <a:gd name="connsiteY1" fmla="*/ 1416368 h 1416367"/>
                <a:gd name="connsiteX2" fmla="*/ 593407 w 593407"/>
                <a:gd name="connsiteY2" fmla="*/ 0 h 1416367"/>
                <a:gd name="connsiteX3" fmla="*/ 0 w 593407"/>
                <a:gd name="connsiteY3" fmla="*/ 0 h 1416367"/>
                <a:gd name="connsiteX4" fmla="*/ 0 w 593407"/>
                <a:gd name="connsiteY4" fmla="*/ 1416368 h 1416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407" h="1416367">
                  <a:moveTo>
                    <a:pt x="0" y="1416368"/>
                  </a:moveTo>
                  <a:lnTo>
                    <a:pt x="593407" y="1416368"/>
                  </a:lnTo>
                  <a:lnTo>
                    <a:pt x="593407" y="0"/>
                  </a:lnTo>
                  <a:lnTo>
                    <a:pt x="0" y="0"/>
                  </a:lnTo>
                  <a:lnTo>
                    <a:pt x="0" y="1416368"/>
                  </a:lnTo>
                  <a:close/>
                </a:path>
              </a:pathLst>
            </a:custGeom>
            <a:solidFill>
              <a:srgbClr val="C04E3F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167E4A5-5A6A-DF2E-2710-BAB1C1BC0950}"/>
                </a:ext>
              </a:extLst>
            </p:cNvPr>
            <p:cNvSpPr/>
            <p:nvPr/>
          </p:nvSpPr>
          <p:spPr>
            <a:xfrm>
              <a:off x="6497955" y="3503294"/>
              <a:ext cx="593407" cy="128587"/>
            </a:xfrm>
            <a:custGeom>
              <a:avLst/>
              <a:gdLst>
                <a:gd name="connsiteX0" fmla="*/ 0 w 593407"/>
                <a:gd name="connsiteY0" fmla="*/ 128588 h 128587"/>
                <a:gd name="connsiteX1" fmla="*/ 593407 w 593407"/>
                <a:gd name="connsiteY1" fmla="*/ 128588 h 128587"/>
                <a:gd name="connsiteX2" fmla="*/ 593407 w 593407"/>
                <a:gd name="connsiteY2" fmla="*/ 0 h 128587"/>
                <a:gd name="connsiteX3" fmla="*/ 0 w 593407"/>
                <a:gd name="connsiteY3" fmla="*/ 0 h 128587"/>
                <a:gd name="connsiteX4" fmla="*/ 0 w 593407"/>
                <a:gd name="connsiteY4" fmla="*/ 128588 h 12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407" h="128587">
                  <a:moveTo>
                    <a:pt x="0" y="128588"/>
                  </a:moveTo>
                  <a:lnTo>
                    <a:pt x="593407" y="128588"/>
                  </a:lnTo>
                  <a:lnTo>
                    <a:pt x="593407" y="0"/>
                  </a:lnTo>
                  <a:lnTo>
                    <a:pt x="0" y="0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33999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14690CE-ABA1-0E0A-6C07-F6C9FF6FB68B}"/>
                </a:ext>
              </a:extLst>
            </p:cNvPr>
            <p:cNvSpPr/>
            <p:nvPr/>
          </p:nvSpPr>
          <p:spPr>
            <a:xfrm>
              <a:off x="6497955" y="2494597"/>
              <a:ext cx="593407" cy="1008697"/>
            </a:xfrm>
            <a:custGeom>
              <a:avLst/>
              <a:gdLst>
                <a:gd name="connsiteX0" fmla="*/ 0 w 593407"/>
                <a:gd name="connsiteY0" fmla="*/ 1008697 h 1008697"/>
                <a:gd name="connsiteX1" fmla="*/ 593407 w 593407"/>
                <a:gd name="connsiteY1" fmla="*/ 1008697 h 1008697"/>
                <a:gd name="connsiteX2" fmla="*/ 593407 w 593407"/>
                <a:gd name="connsiteY2" fmla="*/ 0 h 1008697"/>
                <a:gd name="connsiteX3" fmla="*/ 0 w 593407"/>
                <a:gd name="connsiteY3" fmla="*/ 0 h 1008697"/>
                <a:gd name="connsiteX4" fmla="*/ 0 w 593407"/>
                <a:gd name="connsiteY4" fmla="*/ 1008697 h 10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407" h="1008697">
                  <a:moveTo>
                    <a:pt x="0" y="1008697"/>
                  </a:moveTo>
                  <a:lnTo>
                    <a:pt x="593407" y="1008697"/>
                  </a:lnTo>
                  <a:lnTo>
                    <a:pt x="593407" y="0"/>
                  </a:lnTo>
                  <a:lnTo>
                    <a:pt x="0" y="0"/>
                  </a:lnTo>
                  <a:lnTo>
                    <a:pt x="0" y="1008697"/>
                  </a:lnTo>
                  <a:close/>
                </a:path>
              </a:pathLst>
            </a:custGeom>
            <a:solidFill>
              <a:srgbClr val="F4E1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8760810-7C18-1C18-26AD-D21A167F3E5C}"/>
                </a:ext>
              </a:extLst>
            </p:cNvPr>
            <p:cNvSpPr/>
            <p:nvPr/>
          </p:nvSpPr>
          <p:spPr>
            <a:xfrm>
              <a:off x="6497955" y="2322195"/>
              <a:ext cx="593407" cy="171450"/>
            </a:xfrm>
            <a:custGeom>
              <a:avLst/>
              <a:gdLst>
                <a:gd name="connsiteX0" fmla="*/ 0 w 593407"/>
                <a:gd name="connsiteY0" fmla="*/ 171450 h 171450"/>
                <a:gd name="connsiteX1" fmla="*/ 593407 w 593407"/>
                <a:gd name="connsiteY1" fmla="*/ 171450 h 171450"/>
                <a:gd name="connsiteX2" fmla="*/ 593407 w 593407"/>
                <a:gd name="connsiteY2" fmla="*/ 0 h 171450"/>
                <a:gd name="connsiteX3" fmla="*/ 0 w 593407"/>
                <a:gd name="connsiteY3" fmla="*/ 0 h 171450"/>
                <a:gd name="connsiteX4" fmla="*/ 0 w 593407"/>
                <a:gd name="connsiteY4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407" h="171450">
                  <a:moveTo>
                    <a:pt x="0" y="171450"/>
                  </a:moveTo>
                  <a:lnTo>
                    <a:pt x="593407" y="171450"/>
                  </a:lnTo>
                  <a:lnTo>
                    <a:pt x="593407" y="0"/>
                  </a:ln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4A988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D99B55F-9B2E-F8F4-7EB0-D8A11987B842}"/>
                </a:ext>
              </a:extLst>
            </p:cNvPr>
            <p:cNvSpPr/>
            <p:nvPr/>
          </p:nvSpPr>
          <p:spPr>
            <a:xfrm>
              <a:off x="6497955" y="2107882"/>
              <a:ext cx="593407" cy="214312"/>
            </a:xfrm>
            <a:custGeom>
              <a:avLst/>
              <a:gdLst>
                <a:gd name="connsiteX0" fmla="*/ 0 w 593407"/>
                <a:gd name="connsiteY0" fmla="*/ 214313 h 214312"/>
                <a:gd name="connsiteX1" fmla="*/ 593407 w 593407"/>
                <a:gd name="connsiteY1" fmla="*/ 214313 h 214312"/>
                <a:gd name="connsiteX2" fmla="*/ 593407 w 593407"/>
                <a:gd name="connsiteY2" fmla="*/ 0 h 214312"/>
                <a:gd name="connsiteX3" fmla="*/ 0 w 593407"/>
                <a:gd name="connsiteY3" fmla="*/ 0 h 214312"/>
                <a:gd name="connsiteX4" fmla="*/ 0 w 593407"/>
                <a:gd name="connsiteY4" fmla="*/ 214313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407" h="214312">
                  <a:moveTo>
                    <a:pt x="0" y="214313"/>
                  </a:moveTo>
                  <a:lnTo>
                    <a:pt x="593407" y="214313"/>
                  </a:lnTo>
                  <a:lnTo>
                    <a:pt x="593407" y="0"/>
                  </a:lnTo>
                  <a:lnTo>
                    <a:pt x="0" y="0"/>
                  </a:lnTo>
                  <a:lnTo>
                    <a:pt x="0" y="214313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D2B12FD-3697-169C-9CCA-1C9766D7C251}"/>
                </a:ext>
              </a:extLst>
            </p:cNvPr>
            <p:cNvSpPr/>
            <p:nvPr/>
          </p:nvSpPr>
          <p:spPr>
            <a:xfrm>
              <a:off x="6497955" y="2000250"/>
              <a:ext cx="593407" cy="107632"/>
            </a:xfrm>
            <a:custGeom>
              <a:avLst/>
              <a:gdLst>
                <a:gd name="connsiteX0" fmla="*/ 0 w 593407"/>
                <a:gd name="connsiteY0" fmla="*/ 107633 h 107632"/>
                <a:gd name="connsiteX1" fmla="*/ 593407 w 593407"/>
                <a:gd name="connsiteY1" fmla="*/ 107633 h 107632"/>
                <a:gd name="connsiteX2" fmla="*/ 593407 w 593407"/>
                <a:gd name="connsiteY2" fmla="*/ 0 h 107632"/>
                <a:gd name="connsiteX3" fmla="*/ 0 w 593407"/>
                <a:gd name="connsiteY3" fmla="*/ 0 h 107632"/>
                <a:gd name="connsiteX4" fmla="*/ 0 w 593407"/>
                <a:gd name="connsiteY4" fmla="*/ 107633 h 107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407" h="107632">
                  <a:moveTo>
                    <a:pt x="0" y="107633"/>
                  </a:moveTo>
                  <a:lnTo>
                    <a:pt x="593407" y="107633"/>
                  </a:lnTo>
                  <a:lnTo>
                    <a:pt x="593407" y="0"/>
                  </a:lnTo>
                  <a:lnTo>
                    <a:pt x="0" y="0"/>
                  </a:lnTo>
                  <a:lnTo>
                    <a:pt x="0" y="107633"/>
                  </a:lnTo>
                  <a:close/>
                </a:path>
              </a:pathLst>
            </a:custGeom>
            <a:solidFill>
              <a:srgbClr val="CB772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F56CF84-7E82-8C93-DB66-A84659234E29}"/>
                </a:ext>
              </a:extLst>
            </p:cNvPr>
            <p:cNvSpPr/>
            <p:nvPr/>
          </p:nvSpPr>
          <p:spPr>
            <a:xfrm>
              <a:off x="7091362" y="4975859"/>
              <a:ext cx="526732" cy="72390"/>
            </a:xfrm>
            <a:custGeom>
              <a:avLst/>
              <a:gdLst>
                <a:gd name="connsiteX0" fmla="*/ 0 w 526732"/>
                <a:gd name="connsiteY0" fmla="*/ 72390 h 72390"/>
                <a:gd name="connsiteX1" fmla="*/ 526732 w 526732"/>
                <a:gd name="connsiteY1" fmla="*/ 72390 h 72390"/>
                <a:gd name="connsiteX2" fmla="*/ 526732 w 526732"/>
                <a:gd name="connsiteY2" fmla="*/ 0 h 72390"/>
                <a:gd name="connsiteX3" fmla="*/ 0 w 526732"/>
                <a:gd name="connsiteY3" fmla="*/ 0 h 72390"/>
                <a:gd name="connsiteX4" fmla="*/ 0 w 526732"/>
                <a:gd name="connsiteY4" fmla="*/ 7239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2" h="72390">
                  <a:moveTo>
                    <a:pt x="0" y="72390"/>
                  </a:moveTo>
                  <a:lnTo>
                    <a:pt x="526732" y="72390"/>
                  </a:lnTo>
                  <a:lnTo>
                    <a:pt x="526732" y="0"/>
                  </a:lnTo>
                  <a:lnTo>
                    <a:pt x="0" y="0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rgbClr val="C04E3F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38D8A93-69C7-F70D-C5F5-C3FCDFDCE6D4}"/>
                </a:ext>
              </a:extLst>
            </p:cNvPr>
            <p:cNvSpPr/>
            <p:nvPr/>
          </p:nvSpPr>
          <p:spPr>
            <a:xfrm>
              <a:off x="7091362" y="4952047"/>
              <a:ext cx="526732" cy="23812"/>
            </a:xfrm>
            <a:custGeom>
              <a:avLst/>
              <a:gdLst>
                <a:gd name="connsiteX0" fmla="*/ 0 w 526732"/>
                <a:gd name="connsiteY0" fmla="*/ 23813 h 23812"/>
                <a:gd name="connsiteX1" fmla="*/ 526732 w 526732"/>
                <a:gd name="connsiteY1" fmla="*/ 23813 h 23812"/>
                <a:gd name="connsiteX2" fmla="*/ 526732 w 526732"/>
                <a:gd name="connsiteY2" fmla="*/ 0 h 23812"/>
                <a:gd name="connsiteX3" fmla="*/ 0 w 526732"/>
                <a:gd name="connsiteY3" fmla="*/ 0 h 23812"/>
                <a:gd name="connsiteX4" fmla="*/ 0 w 526732"/>
                <a:gd name="connsiteY4" fmla="*/ 23813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2" h="23812">
                  <a:moveTo>
                    <a:pt x="0" y="23813"/>
                  </a:moveTo>
                  <a:lnTo>
                    <a:pt x="526732" y="23813"/>
                  </a:lnTo>
                  <a:lnTo>
                    <a:pt x="526732" y="0"/>
                  </a:lnTo>
                  <a:lnTo>
                    <a:pt x="0" y="0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rgbClr val="005F56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EA56FD1-8EAF-22B2-2592-D1C56FE39600}"/>
                </a:ext>
              </a:extLst>
            </p:cNvPr>
            <p:cNvSpPr/>
            <p:nvPr/>
          </p:nvSpPr>
          <p:spPr>
            <a:xfrm>
              <a:off x="7091362" y="4902517"/>
              <a:ext cx="526732" cy="48577"/>
            </a:xfrm>
            <a:custGeom>
              <a:avLst/>
              <a:gdLst>
                <a:gd name="connsiteX0" fmla="*/ 0 w 526732"/>
                <a:gd name="connsiteY0" fmla="*/ 48577 h 48577"/>
                <a:gd name="connsiteX1" fmla="*/ 526732 w 526732"/>
                <a:gd name="connsiteY1" fmla="*/ 48577 h 48577"/>
                <a:gd name="connsiteX2" fmla="*/ 526732 w 526732"/>
                <a:gd name="connsiteY2" fmla="*/ 0 h 48577"/>
                <a:gd name="connsiteX3" fmla="*/ 0 w 526732"/>
                <a:gd name="connsiteY3" fmla="*/ 0 h 48577"/>
                <a:gd name="connsiteX4" fmla="*/ 0 w 526732"/>
                <a:gd name="connsiteY4" fmla="*/ 48577 h 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2" h="48577">
                  <a:moveTo>
                    <a:pt x="0" y="48577"/>
                  </a:moveTo>
                  <a:lnTo>
                    <a:pt x="526732" y="48577"/>
                  </a:lnTo>
                  <a:lnTo>
                    <a:pt x="526732" y="0"/>
                  </a:lnTo>
                  <a:lnTo>
                    <a:pt x="0" y="0"/>
                  </a:lnTo>
                  <a:lnTo>
                    <a:pt x="0" y="48577"/>
                  </a:lnTo>
                  <a:close/>
                </a:path>
              </a:pathLst>
            </a:custGeom>
            <a:solidFill>
              <a:srgbClr val="F4E1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4A1CEF3-1FCC-4963-37DF-C9C360B878C3}"/>
                </a:ext>
              </a:extLst>
            </p:cNvPr>
            <p:cNvSpPr/>
            <p:nvPr/>
          </p:nvSpPr>
          <p:spPr>
            <a:xfrm>
              <a:off x="7091362" y="4685347"/>
              <a:ext cx="526732" cy="218122"/>
            </a:xfrm>
            <a:custGeom>
              <a:avLst/>
              <a:gdLst>
                <a:gd name="connsiteX0" fmla="*/ 0 w 526732"/>
                <a:gd name="connsiteY0" fmla="*/ 218122 h 218122"/>
                <a:gd name="connsiteX1" fmla="*/ 526732 w 526732"/>
                <a:gd name="connsiteY1" fmla="*/ 218122 h 218122"/>
                <a:gd name="connsiteX2" fmla="*/ 526732 w 526732"/>
                <a:gd name="connsiteY2" fmla="*/ 0 h 218122"/>
                <a:gd name="connsiteX3" fmla="*/ 0 w 526732"/>
                <a:gd name="connsiteY3" fmla="*/ 0 h 218122"/>
                <a:gd name="connsiteX4" fmla="*/ 0 w 526732"/>
                <a:gd name="connsiteY4" fmla="*/ 218122 h 218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2" h="218122">
                  <a:moveTo>
                    <a:pt x="0" y="218122"/>
                  </a:moveTo>
                  <a:lnTo>
                    <a:pt x="526732" y="218122"/>
                  </a:lnTo>
                  <a:lnTo>
                    <a:pt x="526732" y="0"/>
                  </a:lnTo>
                  <a:lnTo>
                    <a:pt x="0" y="0"/>
                  </a:lnTo>
                  <a:lnTo>
                    <a:pt x="0" y="218122"/>
                  </a:lnTo>
                  <a:close/>
                </a:path>
              </a:pathLst>
            </a:custGeom>
            <a:solidFill>
              <a:srgbClr val="F4A988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C863956-35AB-26FB-64CD-D4421648F206}"/>
                </a:ext>
              </a:extLst>
            </p:cNvPr>
            <p:cNvSpPr/>
            <p:nvPr/>
          </p:nvSpPr>
          <p:spPr>
            <a:xfrm>
              <a:off x="7091362" y="4540567"/>
              <a:ext cx="526732" cy="144779"/>
            </a:xfrm>
            <a:custGeom>
              <a:avLst/>
              <a:gdLst>
                <a:gd name="connsiteX0" fmla="*/ 0 w 526732"/>
                <a:gd name="connsiteY0" fmla="*/ 144780 h 144779"/>
                <a:gd name="connsiteX1" fmla="*/ 526732 w 526732"/>
                <a:gd name="connsiteY1" fmla="*/ 144780 h 144779"/>
                <a:gd name="connsiteX2" fmla="*/ 526732 w 526732"/>
                <a:gd name="connsiteY2" fmla="*/ 0 h 144779"/>
                <a:gd name="connsiteX3" fmla="*/ 0 w 526732"/>
                <a:gd name="connsiteY3" fmla="*/ 0 h 144779"/>
                <a:gd name="connsiteX4" fmla="*/ 0 w 526732"/>
                <a:gd name="connsiteY4" fmla="*/ 144780 h 14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2" h="144779">
                  <a:moveTo>
                    <a:pt x="0" y="144780"/>
                  </a:moveTo>
                  <a:lnTo>
                    <a:pt x="526732" y="144780"/>
                  </a:lnTo>
                  <a:lnTo>
                    <a:pt x="526732" y="0"/>
                  </a:lnTo>
                  <a:lnTo>
                    <a:pt x="0" y="0"/>
                  </a:lnTo>
                  <a:lnTo>
                    <a:pt x="0" y="144780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7B62F49A-3EF4-51F8-7B4A-D5A7C687D171}"/>
                </a:ext>
              </a:extLst>
            </p:cNvPr>
            <p:cNvSpPr/>
            <p:nvPr/>
          </p:nvSpPr>
          <p:spPr>
            <a:xfrm>
              <a:off x="7091362" y="2000250"/>
              <a:ext cx="526732" cy="2540317"/>
            </a:xfrm>
            <a:custGeom>
              <a:avLst/>
              <a:gdLst>
                <a:gd name="connsiteX0" fmla="*/ 0 w 526732"/>
                <a:gd name="connsiteY0" fmla="*/ 2540318 h 2540317"/>
                <a:gd name="connsiteX1" fmla="*/ 526732 w 526732"/>
                <a:gd name="connsiteY1" fmla="*/ 2540318 h 2540317"/>
                <a:gd name="connsiteX2" fmla="*/ 526732 w 526732"/>
                <a:gd name="connsiteY2" fmla="*/ 0 h 2540317"/>
                <a:gd name="connsiteX3" fmla="*/ 0 w 526732"/>
                <a:gd name="connsiteY3" fmla="*/ 0 h 2540317"/>
                <a:gd name="connsiteX4" fmla="*/ 0 w 526732"/>
                <a:gd name="connsiteY4" fmla="*/ 2540318 h 254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2" h="2540317">
                  <a:moveTo>
                    <a:pt x="0" y="2540318"/>
                  </a:moveTo>
                  <a:lnTo>
                    <a:pt x="526732" y="2540318"/>
                  </a:lnTo>
                  <a:lnTo>
                    <a:pt x="526732" y="0"/>
                  </a:lnTo>
                  <a:lnTo>
                    <a:pt x="0" y="0"/>
                  </a:lnTo>
                  <a:lnTo>
                    <a:pt x="0" y="2540318"/>
                  </a:lnTo>
                  <a:close/>
                </a:path>
              </a:pathLst>
            </a:custGeom>
            <a:solidFill>
              <a:srgbClr val="CB772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372F0D1-773B-74A4-195E-2A850CF7F163}"/>
                </a:ext>
              </a:extLst>
            </p:cNvPr>
            <p:cNvSpPr/>
            <p:nvPr/>
          </p:nvSpPr>
          <p:spPr>
            <a:xfrm>
              <a:off x="7618094" y="4923472"/>
              <a:ext cx="610552" cy="124777"/>
            </a:xfrm>
            <a:custGeom>
              <a:avLst/>
              <a:gdLst>
                <a:gd name="connsiteX0" fmla="*/ 0 w 610552"/>
                <a:gd name="connsiteY0" fmla="*/ 124778 h 124777"/>
                <a:gd name="connsiteX1" fmla="*/ 610553 w 610552"/>
                <a:gd name="connsiteY1" fmla="*/ 124778 h 124777"/>
                <a:gd name="connsiteX2" fmla="*/ 610553 w 610552"/>
                <a:gd name="connsiteY2" fmla="*/ 0 h 124777"/>
                <a:gd name="connsiteX3" fmla="*/ 0 w 610552"/>
                <a:gd name="connsiteY3" fmla="*/ 0 h 124777"/>
                <a:gd name="connsiteX4" fmla="*/ 0 w 610552"/>
                <a:gd name="connsiteY4" fmla="*/ 124778 h 12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552" h="124777">
                  <a:moveTo>
                    <a:pt x="0" y="124778"/>
                  </a:moveTo>
                  <a:lnTo>
                    <a:pt x="610553" y="124778"/>
                  </a:lnTo>
                  <a:lnTo>
                    <a:pt x="610553" y="0"/>
                  </a:lnTo>
                  <a:lnTo>
                    <a:pt x="0" y="0"/>
                  </a:lnTo>
                  <a:lnTo>
                    <a:pt x="0" y="124778"/>
                  </a:lnTo>
                  <a:close/>
                </a:path>
              </a:pathLst>
            </a:custGeom>
            <a:solidFill>
              <a:srgbClr val="C04E3F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9B0A8B9-725E-577D-7E5A-5E3D2A95B8C6}"/>
                </a:ext>
              </a:extLst>
            </p:cNvPr>
            <p:cNvSpPr/>
            <p:nvPr/>
          </p:nvSpPr>
          <p:spPr>
            <a:xfrm>
              <a:off x="7618094" y="4798694"/>
              <a:ext cx="610552" cy="124777"/>
            </a:xfrm>
            <a:custGeom>
              <a:avLst/>
              <a:gdLst>
                <a:gd name="connsiteX0" fmla="*/ 0 w 610552"/>
                <a:gd name="connsiteY0" fmla="*/ 124778 h 124777"/>
                <a:gd name="connsiteX1" fmla="*/ 610553 w 610552"/>
                <a:gd name="connsiteY1" fmla="*/ 124778 h 124777"/>
                <a:gd name="connsiteX2" fmla="*/ 610553 w 610552"/>
                <a:gd name="connsiteY2" fmla="*/ 0 h 124777"/>
                <a:gd name="connsiteX3" fmla="*/ 0 w 610552"/>
                <a:gd name="connsiteY3" fmla="*/ 0 h 124777"/>
                <a:gd name="connsiteX4" fmla="*/ 0 w 610552"/>
                <a:gd name="connsiteY4" fmla="*/ 124778 h 12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552" h="124777">
                  <a:moveTo>
                    <a:pt x="0" y="124778"/>
                  </a:moveTo>
                  <a:lnTo>
                    <a:pt x="610553" y="124778"/>
                  </a:lnTo>
                  <a:lnTo>
                    <a:pt x="610553" y="0"/>
                  </a:lnTo>
                  <a:lnTo>
                    <a:pt x="0" y="0"/>
                  </a:lnTo>
                  <a:lnTo>
                    <a:pt x="0" y="124778"/>
                  </a:lnTo>
                  <a:close/>
                </a:path>
              </a:pathLst>
            </a:custGeom>
            <a:solidFill>
              <a:srgbClr val="33999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52594788-2C2E-09A1-977E-9472E1F3EEB0}"/>
                </a:ext>
              </a:extLst>
            </p:cNvPr>
            <p:cNvSpPr/>
            <p:nvPr/>
          </p:nvSpPr>
          <p:spPr>
            <a:xfrm>
              <a:off x="7618094" y="4589144"/>
              <a:ext cx="610552" cy="208597"/>
            </a:xfrm>
            <a:custGeom>
              <a:avLst/>
              <a:gdLst>
                <a:gd name="connsiteX0" fmla="*/ 0 w 610552"/>
                <a:gd name="connsiteY0" fmla="*/ 208598 h 208597"/>
                <a:gd name="connsiteX1" fmla="*/ 610553 w 610552"/>
                <a:gd name="connsiteY1" fmla="*/ 208598 h 208597"/>
                <a:gd name="connsiteX2" fmla="*/ 610553 w 610552"/>
                <a:gd name="connsiteY2" fmla="*/ 0 h 208597"/>
                <a:gd name="connsiteX3" fmla="*/ 0 w 610552"/>
                <a:gd name="connsiteY3" fmla="*/ 0 h 208597"/>
                <a:gd name="connsiteX4" fmla="*/ 0 w 610552"/>
                <a:gd name="connsiteY4" fmla="*/ 208598 h 20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552" h="208597">
                  <a:moveTo>
                    <a:pt x="0" y="208598"/>
                  </a:moveTo>
                  <a:lnTo>
                    <a:pt x="610553" y="208598"/>
                  </a:lnTo>
                  <a:lnTo>
                    <a:pt x="610553" y="0"/>
                  </a:lnTo>
                  <a:lnTo>
                    <a:pt x="0" y="0"/>
                  </a:lnTo>
                  <a:lnTo>
                    <a:pt x="0" y="208598"/>
                  </a:lnTo>
                  <a:close/>
                </a:path>
              </a:pathLst>
            </a:custGeom>
            <a:solidFill>
              <a:srgbClr val="005F56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2EE84F3-3B22-F5C9-C1E8-1830D8F88B12}"/>
                </a:ext>
              </a:extLst>
            </p:cNvPr>
            <p:cNvSpPr/>
            <p:nvPr/>
          </p:nvSpPr>
          <p:spPr>
            <a:xfrm>
              <a:off x="7618094" y="4505325"/>
              <a:ext cx="610552" cy="83819"/>
            </a:xfrm>
            <a:custGeom>
              <a:avLst/>
              <a:gdLst>
                <a:gd name="connsiteX0" fmla="*/ 0 w 610552"/>
                <a:gd name="connsiteY0" fmla="*/ 83820 h 83819"/>
                <a:gd name="connsiteX1" fmla="*/ 610553 w 610552"/>
                <a:gd name="connsiteY1" fmla="*/ 83820 h 83819"/>
                <a:gd name="connsiteX2" fmla="*/ 610553 w 610552"/>
                <a:gd name="connsiteY2" fmla="*/ 0 h 83819"/>
                <a:gd name="connsiteX3" fmla="*/ 0 w 610552"/>
                <a:gd name="connsiteY3" fmla="*/ 0 h 83819"/>
                <a:gd name="connsiteX4" fmla="*/ 0 w 610552"/>
                <a:gd name="connsiteY4" fmla="*/ 83820 h 8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552" h="83819">
                  <a:moveTo>
                    <a:pt x="0" y="83820"/>
                  </a:moveTo>
                  <a:lnTo>
                    <a:pt x="610553" y="83820"/>
                  </a:lnTo>
                  <a:lnTo>
                    <a:pt x="610553" y="0"/>
                  </a:lnTo>
                  <a:lnTo>
                    <a:pt x="0" y="0"/>
                  </a:lnTo>
                  <a:lnTo>
                    <a:pt x="0" y="83820"/>
                  </a:lnTo>
                  <a:close/>
                </a:path>
              </a:pathLst>
            </a:custGeom>
            <a:solidFill>
              <a:srgbClr val="F4E1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4335805-33CD-3693-610C-8738B2B3424F}"/>
                </a:ext>
              </a:extLst>
            </p:cNvPr>
            <p:cNvSpPr/>
            <p:nvPr/>
          </p:nvSpPr>
          <p:spPr>
            <a:xfrm>
              <a:off x="7618094" y="2000250"/>
              <a:ext cx="610552" cy="2505075"/>
            </a:xfrm>
            <a:custGeom>
              <a:avLst/>
              <a:gdLst>
                <a:gd name="connsiteX0" fmla="*/ 0 w 610552"/>
                <a:gd name="connsiteY0" fmla="*/ 2505075 h 2505075"/>
                <a:gd name="connsiteX1" fmla="*/ 610553 w 610552"/>
                <a:gd name="connsiteY1" fmla="*/ 2505075 h 2505075"/>
                <a:gd name="connsiteX2" fmla="*/ 610553 w 610552"/>
                <a:gd name="connsiteY2" fmla="*/ 0 h 2505075"/>
                <a:gd name="connsiteX3" fmla="*/ 0 w 610552"/>
                <a:gd name="connsiteY3" fmla="*/ 0 h 2505075"/>
                <a:gd name="connsiteX4" fmla="*/ 0 w 610552"/>
                <a:gd name="connsiteY4" fmla="*/ 2505075 h 2505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552" h="2505075">
                  <a:moveTo>
                    <a:pt x="0" y="2505075"/>
                  </a:moveTo>
                  <a:lnTo>
                    <a:pt x="610553" y="2505075"/>
                  </a:lnTo>
                  <a:lnTo>
                    <a:pt x="610553" y="0"/>
                  </a:lnTo>
                  <a:lnTo>
                    <a:pt x="0" y="0"/>
                  </a:lnTo>
                  <a:lnTo>
                    <a:pt x="0" y="2505075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6835FAE-B31D-C7F8-30D9-69E25DE835E9}"/>
                </a:ext>
              </a:extLst>
            </p:cNvPr>
            <p:cNvSpPr/>
            <p:nvPr/>
          </p:nvSpPr>
          <p:spPr>
            <a:xfrm>
              <a:off x="8228647" y="5013007"/>
              <a:ext cx="363854" cy="35242"/>
            </a:xfrm>
            <a:custGeom>
              <a:avLst/>
              <a:gdLst>
                <a:gd name="connsiteX0" fmla="*/ 0 w 363854"/>
                <a:gd name="connsiteY0" fmla="*/ 35243 h 35242"/>
                <a:gd name="connsiteX1" fmla="*/ 363855 w 363854"/>
                <a:gd name="connsiteY1" fmla="*/ 35243 h 35242"/>
                <a:gd name="connsiteX2" fmla="*/ 363855 w 363854"/>
                <a:gd name="connsiteY2" fmla="*/ 0 h 35242"/>
                <a:gd name="connsiteX3" fmla="*/ 0 w 363854"/>
                <a:gd name="connsiteY3" fmla="*/ 0 h 35242"/>
                <a:gd name="connsiteX4" fmla="*/ 0 w 363854"/>
                <a:gd name="connsiteY4" fmla="*/ 35243 h 3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4" h="35242">
                  <a:moveTo>
                    <a:pt x="0" y="35243"/>
                  </a:moveTo>
                  <a:lnTo>
                    <a:pt x="363855" y="35243"/>
                  </a:lnTo>
                  <a:lnTo>
                    <a:pt x="363855" y="0"/>
                  </a:lnTo>
                  <a:lnTo>
                    <a:pt x="0" y="0"/>
                  </a:lnTo>
                  <a:lnTo>
                    <a:pt x="0" y="35243"/>
                  </a:lnTo>
                  <a:close/>
                </a:path>
              </a:pathLst>
            </a:custGeom>
            <a:solidFill>
              <a:srgbClr val="C04E3F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160A046-2EF4-B19E-FD01-E26E590CD1FE}"/>
                </a:ext>
              </a:extLst>
            </p:cNvPr>
            <p:cNvSpPr/>
            <p:nvPr/>
          </p:nvSpPr>
          <p:spPr>
            <a:xfrm>
              <a:off x="8228647" y="4837747"/>
              <a:ext cx="363854" cy="175259"/>
            </a:xfrm>
            <a:custGeom>
              <a:avLst/>
              <a:gdLst>
                <a:gd name="connsiteX0" fmla="*/ 0 w 363854"/>
                <a:gd name="connsiteY0" fmla="*/ 175260 h 175259"/>
                <a:gd name="connsiteX1" fmla="*/ 363855 w 363854"/>
                <a:gd name="connsiteY1" fmla="*/ 175260 h 175259"/>
                <a:gd name="connsiteX2" fmla="*/ 363855 w 363854"/>
                <a:gd name="connsiteY2" fmla="*/ 0 h 175259"/>
                <a:gd name="connsiteX3" fmla="*/ 0 w 363854"/>
                <a:gd name="connsiteY3" fmla="*/ 0 h 175259"/>
                <a:gd name="connsiteX4" fmla="*/ 0 w 363854"/>
                <a:gd name="connsiteY4" fmla="*/ 175260 h 175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4" h="175259">
                  <a:moveTo>
                    <a:pt x="0" y="175260"/>
                  </a:moveTo>
                  <a:lnTo>
                    <a:pt x="363855" y="175260"/>
                  </a:lnTo>
                  <a:lnTo>
                    <a:pt x="363855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solidFill>
              <a:srgbClr val="33999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3E71563D-0E0A-013C-CA74-49C567B415AB}"/>
                </a:ext>
              </a:extLst>
            </p:cNvPr>
            <p:cNvSpPr/>
            <p:nvPr/>
          </p:nvSpPr>
          <p:spPr>
            <a:xfrm>
              <a:off x="8228647" y="4767262"/>
              <a:ext cx="363854" cy="70484"/>
            </a:xfrm>
            <a:custGeom>
              <a:avLst/>
              <a:gdLst>
                <a:gd name="connsiteX0" fmla="*/ 0 w 363854"/>
                <a:gd name="connsiteY0" fmla="*/ 70485 h 70484"/>
                <a:gd name="connsiteX1" fmla="*/ 363855 w 363854"/>
                <a:gd name="connsiteY1" fmla="*/ 70485 h 70484"/>
                <a:gd name="connsiteX2" fmla="*/ 363855 w 363854"/>
                <a:gd name="connsiteY2" fmla="*/ 0 h 70484"/>
                <a:gd name="connsiteX3" fmla="*/ 0 w 363854"/>
                <a:gd name="connsiteY3" fmla="*/ 0 h 70484"/>
                <a:gd name="connsiteX4" fmla="*/ 0 w 363854"/>
                <a:gd name="connsiteY4" fmla="*/ 70485 h 7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4" h="70484">
                  <a:moveTo>
                    <a:pt x="0" y="70485"/>
                  </a:moveTo>
                  <a:lnTo>
                    <a:pt x="363855" y="70485"/>
                  </a:lnTo>
                  <a:lnTo>
                    <a:pt x="363855" y="0"/>
                  </a:lnTo>
                  <a:lnTo>
                    <a:pt x="0" y="0"/>
                  </a:lnTo>
                  <a:lnTo>
                    <a:pt x="0" y="70485"/>
                  </a:lnTo>
                  <a:close/>
                </a:path>
              </a:pathLst>
            </a:custGeom>
            <a:solidFill>
              <a:srgbClr val="FFC3C2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3198865-F468-2E5B-0A22-481504C49988}"/>
                </a:ext>
              </a:extLst>
            </p:cNvPr>
            <p:cNvSpPr/>
            <p:nvPr/>
          </p:nvSpPr>
          <p:spPr>
            <a:xfrm>
              <a:off x="8228647" y="4628197"/>
              <a:ext cx="363854" cy="140017"/>
            </a:xfrm>
            <a:custGeom>
              <a:avLst/>
              <a:gdLst>
                <a:gd name="connsiteX0" fmla="*/ 0 w 363854"/>
                <a:gd name="connsiteY0" fmla="*/ 140018 h 140017"/>
                <a:gd name="connsiteX1" fmla="*/ 363855 w 363854"/>
                <a:gd name="connsiteY1" fmla="*/ 140018 h 140017"/>
                <a:gd name="connsiteX2" fmla="*/ 363855 w 363854"/>
                <a:gd name="connsiteY2" fmla="*/ 0 h 140017"/>
                <a:gd name="connsiteX3" fmla="*/ 0 w 363854"/>
                <a:gd name="connsiteY3" fmla="*/ 0 h 140017"/>
                <a:gd name="connsiteX4" fmla="*/ 0 w 363854"/>
                <a:gd name="connsiteY4" fmla="*/ 140018 h 1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4" h="140017">
                  <a:moveTo>
                    <a:pt x="0" y="140018"/>
                  </a:moveTo>
                  <a:lnTo>
                    <a:pt x="363855" y="140018"/>
                  </a:lnTo>
                  <a:lnTo>
                    <a:pt x="363855" y="0"/>
                  </a:lnTo>
                  <a:lnTo>
                    <a:pt x="0" y="0"/>
                  </a:lnTo>
                  <a:lnTo>
                    <a:pt x="0" y="140018"/>
                  </a:lnTo>
                  <a:close/>
                </a:path>
              </a:pathLst>
            </a:custGeom>
            <a:solidFill>
              <a:srgbClr val="005F56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1291FD7-27C3-AAC9-24C9-0B6C461B7BE0}"/>
                </a:ext>
              </a:extLst>
            </p:cNvPr>
            <p:cNvSpPr/>
            <p:nvPr/>
          </p:nvSpPr>
          <p:spPr>
            <a:xfrm>
              <a:off x="8228647" y="4102417"/>
              <a:ext cx="363854" cy="525779"/>
            </a:xfrm>
            <a:custGeom>
              <a:avLst/>
              <a:gdLst>
                <a:gd name="connsiteX0" fmla="*/ 0 w 363854"/>
                <a:gd name="connsiteY0" fmla="*/ 525780 h 525779"/>
                <a:gd name="connsiteX1" fmla="*/ 363855 w 363854"/>
                <a:gd name="connsiteY1" fmla="*/ 525780 h 525779"/>
                <a:gd name="connsiteX2" fmla="*/ 363855 w 363854"/>
                <a:gd name="connsiteY2" fmla="*/ 0 h 525779"/>
                <a:gd name="connsiteX3" fmla="*/ 0 w 363854"/>
                <a:gd name="connsiteY3" fmla="*/ 0 h 525779"/>
                <a:gd name="connsiteX4" fmla="*/ 0 w 363854"/>
                <a:gd name="connsiteY4" fmla="*/ 525780 h 525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4" h="525779">
                  <a:moveTo>
                    <a:pt x="0" y="525780"/>
                  </a:moveTo>
                  <a:lnTo>
                    <a:pt x="363855" y="525780"/>
                  </a:lnTo>
                  <a:lnTo>
                    <a:pt x="363855" y="0"/>
                  </a:lnTo>
                  <a:lnTo>
                    <a:pt x="0" y="0"/>
                  </a:lnTo>
                  <a:lnTo>
                    <a:pt x="0" y="525780"/>
                  </a:lnTo>
                  <a:close/>
                </a:path>
              </a:pathLst>
            </a:custGeom>
            <a:solidFill>
              <a:srgbClr val="F4E1A1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17D0F43-F8B2-FEAD-6CA6-28544902F98F}"/>
                </a:ext>
              </a:extLst>
            </p:cNvPr>
            <p:cNvSpPr/>
            <p:nvPr/>
          </p:nvSpPr>
          <p:spPr>
            <a:xfrm>
              <a:off x="8228647" y="2350770"/>
              <a:ext cx="363854" cy="1751647"/>
            </a:xfrm>
            <a:custGeom>
              <a:avLst/>
              <a:gdLst>
                <a:gd name="connsiteX0" fmla="*/ 0 w 363854"/>
                <a:gd name="connsiteY0" fmla="*/ 1751648 h 1751647"/>
                <a:gd name="connsiteX1" fmla="*/ 363855 w 363854"/>
                <a:gd name="connsiteY1" fmla="*/ 1751648 h 1751647"/>
                <a:gd name="connsiteX2" fmla="*/ 363855 w 363854"/>
                <a:gd name="connsiteY2" fmla="*/ 0 h 1751647"/>
                <a:gd name="connsiteX3" fmla="*/ 0 w 363854"/>
                <a:gd name="connsiteY3" fmla="*/ 0 h 1751647"/>
                <a:gd name="connsiteX4" fmla="*/ 0 w 363854"/>
                <a:gd name="connsiteY4" fmla="*/ 1751648 h 1751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4" h="1751647">
                  <a:moveTo>
                    <a:pt x="0" y="1751648"/>
                  </a:moveTo>
                  <a:lnTo>
                    <a:pt x="363855" y="1751648"/>
                  </a:lnTo>
                  <a:lnTo>
                    <a:pt x="363855" y="0"/>
                  </a:lnTo>
                  <a:lnTo>
                    <a:pt x="0" y="0"/>
                  </a:lnTo>
                  <a:lnTo>
                    <a:pt x="0" y="1751648"/>
                  </a:lnTo>
                  <a:close/>
                </a:path>
              </a:pathLst>
            </a:custGeom>
            <a:solidFill>
              <a:srgbClr val="F4A988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5B13E04-78FC-E315-53FA-EA989B6364C5}"/>
                </a:ext>
              </a:extLst>
            </p:cNvPr>
            <p:cNvSpPr/>
            <p:nvPr/>
          </p:nvSpPr>
          <p:spPr>
            <a:xfrm>
              <a:off x="8228647" y="2175510"/>
              <a:ext cx="363854" cy="175260"/>
            </a:xfrm>
            <a:custGeom>
              <a:avLst/>
              <a:gdLst>
                <a:gd name="connsiteX0" fmla="*/ 0 w 363854"/>
                <a:gd name="connsiteY0" fmla="*/ 175260 h 175260"/>
                <a:gd name="connsiteX1" fmla="*/ 363855 w 363854"/>
                <a:gd name="connsiteY1" fmla="*/ 175260 h 175260"/>
                <a:gd name="connsiteX2" fmla="*/ 363855 w 363854"/>
                <a:gd name="connsiteY2" fmla="*/ 0 h 175260"/>
                <a:gd name="connsiteX3" fmla="*/ 0 w 363854"/>
                <a:gd name="connsiteY3" fmla="*/ 0 h 175260"/>
                <a:gd name="connsiteX4" fmla="*/ 0 w 363854"/>
                <a:gd name="connsiteY4" fmla="*/ 17526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4" h="175260">
                  <a:moveTo>
                    <a:pt x="0" y="175260"/>
                  </a:moveTo>
                  <a:lnTo>
                    <a:pt x="363855" y="175260"/>
                  </a:lnTo>
                  <a:lnTo>
                    <a:pt x="363855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6B21537-F16A-58A7-EACD-55C21049A8F8}"/>
                </a:ext>
              </a:extLst>
            </p:cNvPr>
            <p:cNvSpPr/>
            <p:nvPr/>
          </p:nvSpPr>
          <p:spPr>
            <a:xfrm>
              <a:off x="8228647" y="2000250"/>
              <a:ext cx="363854" cy="175260"/>
            </a:xfrm>
            <a:custGeom>
              <a:avLst/>
              <a:gdLst>
                <a:gd name="connsiteX0" fmla="*/ 0 w 363854"/>
                <a:gd name="connsiteY0" fmla="*/ 175260 h 175260"/>
                <a:gd name="connsiteX1" fmla="*/ 363855 w 363854"/>
                <a:gd name="connsiteY1" fmla="*/ 175260 h 175260"/>
                <a:gd name="connsiteX2" fmla="*/ 363855 w 363854"/>
                <a:gd name="connsiteY2" fmla="*/ 0 h 175260"/>
                <a:gd name="connsiteX3" fmla="*/ 0 w 363854"/>
                <a:gd name="connsiteY3" fmla="*/ 0 h 175260"/>
                <a:gd name="connsiteX4" fmla="*/ 0 w 363854"/>
                <a:gd name="connsiteY4" fmla="*/ 17526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4" h="175260">
                  <a:moveTo>
                    <a:pt x="0" y="175260"/>
                  </a:moveTo>
                  <a:lnTo>
                    <a:pt x="363855" y="175260"/>
                  </a:lnTo>
                  <a:lnTo>
                    <a:pt x="363855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solidFill>
              <a:srgbClr val="CB7729"/>
            </a:solidFill>
            <a:ln w="952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0" name="Graphic 4">
              <a:extLst>
                <a:ext uri="{FF2B5EF4-FFF2-40B4-BE49-F238E27FC236}">
                  <a16:creationId xmlns:a16="http://schemas.microsoft.com/office/drawing/2014/main" id="{F38F145C-3329-283C-71D6-71144F1B5DE9}"/>
                </a:ext>
              </a:extLst>
            </p:cNvPr>
            <p:cNvGrpSpPr/>
            <p:nvPr/>
          </p:nvGrpSpPr>
          <p:grpSpPr>
            <a:xfrm>
              <a:off x="3524250" y="2000250"/>
              <a:ext cx="5143500" cy="3048000"/>
              <a:chOff x="3524250" y="2000250"/>
              <a:chExt cx="5143500" cy="3048000"/>
            </a:xfrm>
            <a:solidFill>
              <a:srgbClr val="000000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28FE0887-6ADB-0F93-FE1B-94291BBCFDB1}"/>
                  </a:ext>
                </a:extLst>
              </p:cNvPr>
              <p:cNvSpPr/>
              <p:nvPr/>
            </p:nvSpPr>
            <p:spPr>
              <a:xfrm>
                <a:off x="3529012" y="2000250"/>
                <a:ext cx="9525" cy="3048000"/>
              </a:xfrm>
              <a:custGeom>
                <a:avLst/>
                <a:gdLst>
                  <a:gd name="connsiteX0" fmla="*/ 0 w 9525"/>
                  <a:gd name="connsiteY0" fmla="*/ 0 h 3048000"/>
                  <a:gd name="connsiteX1" fmla="*/ 0 w 9525"/>
                  <a:gd name="connsiteY1" fmla="*/ 3048000 h 304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048000">
                    <a:moveTo>
                      <a:pt x="0" y="0"/>
                    </a:moveTo>
                    <a:lnTo>
                      <a:pt x="0" y="3048000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B2D7FEAA-56F3-E712-4772-E03A3CD900A7}"/>
                  </a:ext>
                </a:extLst>
              </p:cNvPr>
              <p:cNvSpPr/>
              <p:nvPr/>
            </p:nvSpPr>
            <p:spPr>
              <a:xfrm>
                <a:off x="3524250" y="5048250"/>
                <a:ext cx="5143500" cy="9525"/>
              </a:xfrm>
              <a:custGeom>
                <a:avLst/>
                <a:gdLst>
                  <a:gd name="connsiteX0" fmla="*/ 0 w 5143500"/>
                  <a:gd name="connsiteY0" fmla="*/ 0 h 9525"/>
                  <a:gd name="connsiteX1" fmla="*/ 5143500 w 514350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3500" h="9525">
                    <a:moveTo>
                      <a:pt x="0" y="0"/>
                    </a:moveTo>
                    <a:lnTo>
                      <a:pt x="5143500" y="0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3" name="Graphic 4">
              <a:extLst>
                <a:ext uri="{FF2B5EF4-FFF2-40B4-BE49-F238E27FC236}">
                  <a16:creationId xmlns:a16="http://schemas.microsoft.com/office/drawing/2014/main" id="{E430DA06-8FAF-6B29-0548-B14BF9B05F5E}"/>
                </a:ext>
              </a:extLst>
            </p:cNvPr>
            <p:cNvGrpSpPr/>
            <p:nvPr/>
          </p:nvGrpSpPr>
          <p:grpSpPr>
            <a:xfrm>
              <a:off x="3847147" y="5067300"/>
              <a:ext cx="4592002" cy="133350"/>
              <a:chOff x="3847147" y="5067300"/>
              <a:chExt cx="4592002" cy="133350"/>
            </a:xfrm>
            <a:solidFill>
              <a:srgbClr val="000000"/>
            </a:solidFill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91F7074-1254-6D20-32E5-0E125BDE5963}"/>
                  </a:ext>
                </a:extLst>
              </p:cNvPr>
              <p:cNvSpPr txBox="1"/>
              <p:nvPr/>
            </p:nvSpPr>
            <p:spPr>
              <a:xfrm>
                <a:off x="3755707" y="502158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358943B-4281-774A-74DA-B825DAAE77DB}"/>
                  </a:ext>
                </a:extLst>
              </p:cNvPr>
              <p:cNvSpPr txBox="1"/>
              <p:nvPr/>
            </p:nvSpPr>
            <p:spPr>
              <a:xfrm>
                <a:off x="4374832" y="502158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CFD8927-A218-360F-46BD-5EBA8657A262}"/>
                  </a:ext>
                </a:extLst>
              </p:cNvPr>
              <p:cNvSpPr txBox="1"/>
              <p:nvPr/>
            </p:nvSpPr>
            <p:spPr>
              <a:xfrm>
                <a:off x="5273992" y="502158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D11E22-4199-C5DA-2044-213D5715C63B}"/>
                  </a:ext>
                </a:extLst>
              </p:cNvPr>
              <p:cNvSpPr txBox="1"/>
              <p:nvPr/>
            </p:nvSpPr>
            <p:spPr>
              <a:xfrm>
                <a:off x="6139815" y="502158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3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42E8FA1-186B-073A-B210-676F71B3892F}"/>
                  </a:ext>
                </a:extLst>
              </p:cNvPr>
              <p:cNvSpPr txBox="1"/>
              <p:nvPr/>
            </p:nvSpPr>
            <p:spPr>
              <a:xfrm>
                <a:off x="6674167" y="502158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4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742175D-B5FC-D6BC-7831-9C12FBDE0E9C}"/>
                  </a:ext>
                </a:extLst>
              </p:cNvPr>
              <p:cNvSpPr txBox="1"/>
              <p:nvPr/>
            </p:nvSpPr>
            <p:spPr>
              <a:xfrm>
                <a:off x="7235190" y="502158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5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0A971D6-1F8A-202A-C727-8D616E5FD0D3}"/>
                  </a:ext>
                </a:extLst>
              </p:cNvPr>
              <p:cNvSpPr txBox="1"/>
              <p:nvPr/>
            </p:nvSpPr>
            <p:spPr>
              <a:xfrm>
                <a:off x="7803832" y="502158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6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9ACC876-14F0-CD2D-1C6D-1947ED384F12}"/>
                  </a:ext>
                </a:extLst>
              </p:cNvPr>
              <p:cNvSpPr txBox="1"/>
              <p:nvPr/>
            </p:nvSpPr>
            <p:spPr>
              <a:xfrm>
                <a:off x="8290560" y="502158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7</a:t>
                </a:r>
              </a:p>
            </p:txBody>
          </p:sp>
        </p:grpSp>
        <p:grpSp>
          <p:nvGrpSpPr>
            <p:cNvPr id="72" name="Graphic 4">
              <a:extLst>
                <a:ext uri="{FF2B5EF4-FFF2-40B4-BE49-F238E27FC236}">
                  <a16:creationId xmlns:a16="http://schemas.microsoft.com/office/drawing/2014/main" id="{C7CB095D-0907-70F5-C530-6B9987DEE625}"/>
                </a:ext>
              </a:extLst>
            </p:cNvPr>
            <p:cNvGrpSpPr/>
            <p:nvPr/>
          </p:nvGrpSpPr>
          <p:grpSpPr>
            <a:xfrm>
              <a:off x="3371850" y="1935480"/>
              <a:ext cx="142875" cy="3181350"/>
              <a:chOff x="3371850" y="1935480"/>
              <a:chExt cx="142875" cy="3181350"/>
            </a:xfrm>
            <a:solidFill>
              <a:srgbClr val="000000"/>
            </a:solidFill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0665B3F-6439-25A6-E8FF-564583441C3E}"/>
                  </a:ext>
                </a:extLst>
              </p:cNvPr>
              <p:cNvSpPr txBox="1"/>
              <p:nvPr/>
            </p:nvSpPr>
            <p:spPr>
              <a:xfrm>
                <a:off x="3366135" y="493776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150B725-7D85-3DE2-C9CA-CF140347DD96}"/>
                  </a:ext>
                </a:extLst>
              </p:cNvPr>
              <p:cNvSpPr txBox="1"/>
              <p:nvPr/>
            </p:nvSpPr>
            <p:spPr>
              <a:xfrm>
                <a:off x="3280410" y="4328160"/>
                <a:ext cx="325755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0.2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7AD6520-F55F-5E58-50F1-67D61DACEFA0}"/>
                  </a:ext>
                </a:extLst>
              </p:cNvPr>
              <p:cNvSpPr txBox="1"/>
              <p:nvPr/>
            </p:nvSpPr>
            <p:spPr>
              <a:xfrm>
                <a:off x="3280410" y="3718560"/>
                <a:ext cx="325755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0.4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4C1CAFD-1DA5-BCE5-8858-D7A0E02D5B5C}"/>
                  </a:ext>
                </a:extLst>
              </p:cNvPr>
              <p:cNvSpPr txBox="1"/>
              <p:nvPr/>
            </p:nvSpPr>
            <p:spPr>
              <a:xfrm>
                <a:off x="3280410" y="3108960"/>
                <a:ext cx="325755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0.6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38A777B-4AC8-95EA-6604-0461ACC72ED6}"/>
                  </a:ext>
                </a:extLst>
              </p:cNvPr>
              <p:cNvSpPr txBox="1"/>
              <p:nvPr/>
            </p:nvSpPr>
            <p:spPr>
              <a:xfrm>
                <a:off x="3280410" y="2499360"/>
                <a:ext cx="325755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0.8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E87EA4A-CB74-5268-6FB7-524E5DEA6919}"/>
                  </a:ext>
                </a:extLst>
              </p:cNvPr>
              <p:cNvSpPr txBox="1"/>
              <p:nvPr/>
            </p:nvSpPr>
            <p:spPr>
              <a:xfrm>
                <a:off x="3366135" y="1889760"/>
                <a:ext cx="240030" cy="22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1574DA-AB49-97F2-018D-E828B4B8FF46}"/>
                </a:ext>
              </a:extLst>
            </p:cNvPr>
            <p:cNvSpPr txBox="1"/>
            <p:nvPr/>
          </p:nvSpPr>
          <p:spPr>
            <a:xfrm>
              <a:off x="5786437" y="5267325"/>
              <a:ext cx="611505" cy="234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Clusters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E720C57-8366-76EF-A93C-B76CCF800970}"/>
                </a:ext>
              </a:extLst>
            </p:cNvPr>
            <p:cNvSpPr txBox="1"/>
            <p:nvPr/>
          </p:nvSpPr>
          <p:spPr>
            <a:xfrm rot="16200000">
              <a:off x="2009775" y="3268980"/>
              <a:ext cx="2268855" cy="234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Proportion of categories within Cluster</a:t>
              </a:r>
            </a:p>
          </p:txBody>
        </p:sp>
        <p:grpSp>
          <p:nvGrpSpPr>
            <p:cNvPr id="81" name="Graphic 4">
              <a:extLst>
                <a:ext uri="{FF2B5EF4-FFF2-40B4-BE49-F238E27FC236}">
                  <a16:creationId xmlns:a16="http://schemas.microsoft.com/office/drawing/2014/main" id="{FEDECA59-4248-E359-F2C6-B0404D790117}"/>
                </a:ext>
              </a:extLst>
            </p:cNvPr>
            <p:cNvGrpSpPr/>
            <p:nvPr/>
          </p:nvGrpSpPr>
          <p:grpSpPr>
            <a:xfrm>
              <a:off x="4816792" y="2974657"/>
              <a:ext cx="1143000" cy="311467"/>
              <a:chOff x="4816792" y="2974657"/>
              <a:chExt cx="1143000" cy="311467"/>
            </a:xfrm>
            <a:solidFill>
              <a:srgbClr val="000000"/>
            </a:solidFill>
          </p:grpSpPr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52421C2E-6750-0C30-C877-BED3599012DE}"/>
                  </a:ext>
                </a:extLst>
              </p:cNvPr>
              <p:cNvSpPr/>
              <p:nvPr/>
            </p:nvSpPr>
            <p:spPr>
              <a:xfrm>
                <a:off x="4816792" y="2980372"/>
                <a:ext cx="107632" cy="108585"/>
              </a:xfrm>
              <a:custGeom>
                <a:avLst/>
                <a:gdLst>
                  <a:gd name="connsiteX0" fmla="*/ 107633 w 107632"/>
                  <a:gd name="connsiteY0" fmla="*/ 107633 h 108585"/>
                  <a:gd name="connsiteX1" fmla="*/ 79058 w 107632"/>
                  <a:gd name="connsiteY1" fmla="*/ 107633 h 108585"/>
                  <a:gd name="connsiteX2" fmla="*/ 42863 w 107632"/>
                  <a:gd name="connsiteY2" fmla="*/ 57150 h 108585"/>
                  <a:gd name="connsiteX3" fmla="*/ 36195 w 107632"/>
                  <a:gd name="connsiteY3" fmla="*/ 57150 h 108585"/>
                  <a:gd name="connsiteX4" fmla="*/ 34290 w 107632"/>
                  <a:gd name="connsiteY4" fmla="*/ 57150 h 108585"/>
                  <a:gd name="connsiteX5" fmla="*/ 31433 w 107632"/>
                  <a:gd name="connsiteY5" fmla="*/ 57150 h 108585"/>
                  <a:gd name="connsiteX6" fmla="*/ 31433 w 107632"/>
                  <a:gd name="connsiteY6" fmla="*/ 88583 h 108585"/>
                  <a:gd name="connsiteX7" fmla="*/ 33338 w 107632"/>
                  <a:gd name="connsiteY7" fmla="*/ 100965 h 108585"/>
                  <a:gd name="connsiteX8" fmla="*/ 41910 w 107632"/>
                  <a:gd name="connsiteY8" fmla="*/ 104775 h 108585"/>
                  <a:gd name="connsiteX9" fmla="*/ 45720 w 107632"/>
                  <a:gd name="connsiteY9" fmla="*/ 104775 h 108585"/>
                  <a:gd name="connsiteX10" fmla="*/ 45720 w 107632"/>
                  <a:gd name="connsiteY10" fmla="*/ 107633 h 108585"/>
                  <a:gd name="connsiteX11" fmla="*/ 0 w 107632"/>
                  <a:gd name="connsiteY11" fmla="*/ 107633 h 108585"/>
                  <a:gd name="connsiteX12" fmla="*/ 0 w 107632"/>
                  <a:gd name="connsiteY12" fmla="*/ 104775 h 108585"/>
                  <a:gd name="connsiteX13" fmla="*/ 3810 w 107632"/>
                  <a:gd name="connsiteY13" fmla="*/ 104775 h 108585"/>
                  <a:gd name="connsiteX14" fmla="*/ 13335 w 107632"/>
                  <a:gd name="connsiteY14" fmla="*/ 100013 h 108585"/>
                  <a:gd name="connsiteX15" fmla="*/ 15240 w 107632"/>
                  <a:gd name="connsiteY15" fmla="*/ 88583 h 108585"/>
                  <a:gd name="connsiteX16" fmla="*/ 15240 w 107632"/>
                  <a:gd name="connsiteY16" fmla="*/ 19050 h 108585"/>
                  <a:gd name="connsiteX17" fmla="*/ 13335 w 107632"/>
                  <a:gd name="connsiteY17" fmla="*/ 6668 h 108585"/>
                  <a:gd name="connsiteX18" fmla="*/ 3810 w 107632"/>
                  <a:gd name="connsiteY18" fmla="*/ 2858 h 108585"/>
                  <a:gd name="connsiteX19" fmla="*/ 0 w 107632"/>
                  <a:gd name="connsiteY19" fmla="*/ 2858 h 108585"/>
                  <a:gd name="connsiteX20" fmla="*/ 0 w 107632"/>
                  <a:gd name="connsiteY20" fmla="*/ 0 h 108585"/>
                  <a:gd name="connsiteX21" fmla="*/ 39053 w 107632"/>
                  <a:gd name="connsiteY21" fmla="*/ 0 h 108585"/>
                  <a:gd name="connsiteX22" fmla="*/ 63817 w 107632"/>
                  <a:gd name="connsiteY22" fmla="*/ 2858 h 108585"/>
                  <a:gd name="connsiteX23" fmla="*/ 77153 w 107632"/>
                  <a:gd name="connsiteY23" fmla="*/ 12383 h 108585"/>
                  <a:gd name="connsiteX24" fmla="*/ 82867 w 107632"/>
                  <a:gd name="connsiteY24" fmla="*/ 28575 h 108585"/>
                  <a:gd name="connsiteX25" fmla="*/ 76200 w 107632"/>
                  <a:gd name="connsiteY25" fmla="*/ 45720 h 108585"/>
                  <a:gd name="connsiteX26" fmla="*/ 56198 w 107632"/>
                  <a:gd name="connsiteY26" fmla="*/ 56198 h 108585"/>
                  <a:gd name="connsiteX27" fmla="*/ 78105 w 107632"/>
                  <a:gd name="connsiteY27" fmla="*/ 86678 h 108585"/>
                  <a:gd name="connsiteX28" fmla="*/ 91440 w 107632"/>
                  <a:gd name="connsiteY28" fmla="*/ 100965 h 108585"/>
                  <a:gd name="connsiteX29" fmla="*/ 105728 w 107632"/>
                  <a:gd name="connsiteY29" fmla="*/ 105728 h 108585"/>
                  <a:gd name="connsiteX30" fmla="*/ 105728 w 107632"/>
                  <a:gd name="connsiteY30" fmla="*/ 108585 h 108585"/>
                  <a:gd name="connsiteX31" fmla="*/ 31433 w 107632"/>
                  <a:gd name="connsiteY31" fmla="*/ 52388 h 108585"/>
                  <a:gd name="connsiteX32" fmla="*/ 34290 w 107632"/>
                  <a:gd name="connsiteY32" fmla="*/ 52388 h 108585"/>
                  <a:gd name="connsiteX33" fmla="*/ 36195 w 107632"/>
                  <a:gd name="connsiteY33" fmla="*/ 52388 h 108585"/>
                  <a:gd name="connsiteX34" fmla="*/ 59055 w 107632"/>
                  <a:gd name="connsiteY34" fmla="*/ 45720 h 108585"/>
                  <a:gd name="connsiteX35" fmla="*/ 66675 w 107632"/>
                  <a:gd name="connsiteY35" fmla="*/ 28575 h 108585"/>
                  <a:gd name="connsiteX36" fmla="*/ 60008 w 107632"/>
                  <a:gd name="connsiteY36" fmla="*/ 12383 h 108585"/>
                  <a:gd name="connsiteX37" fmla="*/ 43815 w 107632"/>
                  <a:gd name="connsiteY37" fmla="*/ 5715 h 108585"/>
                  <a:gd name="connsiteX38" fmla="*/ 31433 w 107632"/>
                  <a:gd name="connsiteY38" fmla="*/ 7620 h 108585"/>
                  <a:gd name="connsiteX39" fmla="*/ 31433 w 107632"/>
                  <a:gd name="connsiteY39" fmla="*/ 52388 h 108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7632" h="108585">
                    <a:moveTo>
                      <a:pt x="107633" y="107633"/>
                    </a:moveTo>
                    <a:lnTo>
                      <a:pt x="79058" y="107633"/>
                    </a:lnTo>
                    <a:lnTo>
                      <a:pt x="42863" y="57150"/>
                    </a:lnTo>
                    <a:cubicBezTo>
                      <a:pt x="40005" y="57150"/>
                      <a:pt x="38100" y="57150"/>
                      <a:pt x="36195" y="57150"/>
                    </a:cubicBezTo>
                    <a:cubicBezTo>
                      <a:pt x="34290" y="57150"/>
                      <a:pt x="35242" y="57150"/>
                      <a:pt x="34290" y="57150"/>
                    </a:cubicBezTo>
                    <a:cubicBezTo>
                      <a:pt x="33338" y="57150"/>
                      <a:pt x="32385" y="57150"/>
                      <a:pt x="31433" y="57150"/>
                    </a:cubicBezTo>
                    <a:lnTo>
                      <a:pt x="31433" y="88583"/>
                    </a:lnTo>
                    <a:cubicBezTo>
                      <a:pt x="31433" y="95250"/>
                      <a:pt x="31433" y="99060"/>
                      <a:pt x="33338" y="100965"/>
                    </a:cubicBezTo>
                    <a:cubicBezTo>
                      <a:pt x="35242" y="102870"/>
                      <a:pt x="38100" y="104775"/>
                      <a:pt x="41910" y="104775"/>
                    </a:cubicBezTo>
                    <a:lnTo>
                      <a:pt x="45720" y="104775"/>
                    </a:lnTo>
                    <a:lnTo>
                      <a:pt x="45720" y="107633"/>
                    </a:lnTo>
                    <a:lnTo>
                      <a:pt x="0" y="107633"/>
                    </a:lnTo>
                    <a:lnTo>
                      <a:pt x="0" y="104775"/>
                    </a:lnTo>
                    <a:lnTo>
                      <a:pt x="3810" y="104775"/>
                    </a:lnTo>
                    <a:cubicBezTo>
                      <a:pt x="8573" y="104775"/>
                      <a:pt x="11430" y="102870"/>
                      <a:pt x="13335" y="100013"/>
                    </a:cubicBezTo>
                    <a:cubicBezTo>
                      <a:pt x="14288" y="98108"/>
                      <a:pt x="15240" y="94298"/>
                      <a:pt x="15240" y="88583"/>
                    </a:cubicBezTo>
                    <a:lnTo>
                      <a:pt x="15240" y="19050"/>
                    </a:lnTo>
                    <a:cubicBezTo>
                      <a:pt x="15240" y="12383"/>
                      <a:pt x="15240" y="8573"/>
                      <a:pt x="13335" y="6668"/>
                    </a:cubicBezTo>
                    <a:cubicBezTo>
                      <a:pt x="11430" y="4763"/>
                      <a:pt x="8573" y="2858"/>
                      <a:pt x="3810" y="2858"/>
                    </a:cubicBezTo>
                    <a:lnTo>
                      <a:pt x="0" y="2858"/>
                    </a:lnTo>
                    <a:lnTo>
                      <a:pt x="0" y="0"/>
                    </a:lnTo>
                    <a:lnTo>
                      <a:pt x="39053" y="0"/>
                    </a:lnTo>
                    <a:cubicBezTo>
                      <a:pt x="50483" y="0"/>
                      <a:pt x="59055" y="0"/>
                      <a:pt x="63817" y="2858"/>
                    </a:cubicBezTo>
                    <a:cubicBezTo>
                      <a:pt x="68580" y="5715"/>
                      <a:pt x="73342" y="7620"/>
                      <a:pt x="77153" y="12383"/>
                    </a:cubicBezTo>
                    <a:cubicBezTo>
                      <a:pt x="80963" y="17145"/>
                      <a:pt x="82867" y="21908"/>
                      <a:pt x="82867" y="28575"/>
                    </a:cubicBezTo>
                    <a:cubicBezTo>
                      <a:pt x="82867" y="35243"/>
                      <a:pt x="80963" y="40958"/>
                      <a:pt x="76200" y="45720"/>
                    </a:cubicBezTo>
                    <a:cubicBezTo>
                      <a:pt x="71438" y="50483"/>
                      <a:pt x="64770" y="54293"/>
                      <a:pt x="56198" y="56198"/>
                    </a:cubicBezTo>
                    <a:lnTo>
                      <a:pt x="78105" y="86678"/>
                    </a:lnTo>
                    <a:cubicBezTo>
                      <a:pt x="82867" y="93345"/>
                      <a:pt x="87630" y="98108"/>
                      <a:pt x="91440" y="100965"/>
                    </a:cubicBezTo>
                    <a:cubicBezTo>
                      <a:pt x="95250" y="103823"/>
                      <a:pt x="100013" y="104775"/>
                      <a:pt x="105728" y="105728"/>
                    </a:cubicBezTo>
                    <a:lnTo>
                      <a:pt x="105728" y="108585"/>
                    </a:lnTo>
                    <a:close/>
                    <a:moveTo>
                      <a:pt x="31433" y="52388"/>
                    </a:moveTo>
                    <a:cubicBezTo>
                      <a:pt x="32385" y="52388"/>
                      <a:pt x="33338" y="52388"/>
                      <a:pt x="34290" y="52388"/>
                    </a:cubicBezTo>
                    <a:cubicBezTo>
                      <a:pt x="35242" y="52388"/>
                      <a:pt x="35242" y="52388"/>
                      <a:pt x="36195" y="52388"/>
                    </a:cubicBezTo>
                    <a:cubicBezTo>
                      <a:pt x="46673" y="52388"/>
                      <a:pt x="54292" y="50483"/>
                      <a:pt x="59055" y="45720"/>
                    </a:cubicBezTo>
                    <a:cubicBezTo>
                      <a:pt x="63817" y="40958"/>
                      <a:pt x="66675" y="35243"/>
                      <a:pt x="66675" y="28575"/>
                    </a:cubicBezTo>
                    <a:cubicBezTo>
                      <a:pt x="66675" y="21908"/>
                      <a:pt x="64770" y="16193"/>
                      <a:pt x="60008" y="12383"/>
                    </a:cubicBezTo>
                    <a:cubicBezTo>
                      <a:pt x="55245" y="8573"/>
                      <a:pt x="50483" y="5715"/>
                      <a:pt x="43815" y="5715"/>
                    </a:cubicBezTo>
                    <a:cubicBezTo>
                      <a:pt x="37148" y="5715"/>
                      <a:pt x="36195" y="5715"/>
                      <a:pt x="31433" y="7620"/>
                    </a:cubicBezTo>
                    <a:lnTo>
                      <a:pt x="31433" y="5238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645234CF-19B4-DC45-3B08-B39DCA05B655}"/>
                  </a:ext>
                </a:extLst>
              </p:cNvPr>
              <p:cNvSpPr/>
              <p:nvPr/>
            </p:nvSpPr>
            <p:spPr>
              <a:xfrm>
                <a:off x="4930140" y="3013709"/>
                <a:ext cx="60959" cy="77152"/>
              </a:xfrm>
              <a:custGeom>
                <a:avLst/>
                <a:gdLst>
                  <a:gd name="connsiteX0" fmla="*/ 10477 w 60959"/>
                  <a:gd name="connsiteY0" fmla="*/ 28575 h 77152"/>
                  <a:gd name="connsiteX1" fmla="*/ 18097 w 60959"/>
                  <a:gd name="connsiteY1" fmla="*/ 54293 h 77152"/>
                  <a:gd name="connsiteX2" fmla="*/ 37147 w 60959"/>
                  <a:gd name="connsiteY2" fmla="*/ 63818 h 77152"/>
                  <a:gd name="connsiteX3" fmla="*/ 49530 w 60959"/>
                  <a:gd name="connsiteY3" fmla="*/ 60008 h 77152"/>
                  <a:gd name="connsiteX4" fmla="*/ 58102 w 60959"/>
                  <a:gd name="connsiteY4" fmla="*/ 46673 h 77152"/>
                  <a:gd name="connsiteX5" fmla="*/ 60960 w 60959"/>
                  <a:gd name="connsiteY5" fmla="*/ 48578 h 77152"/>
                  <a:gd name="connsiteX6" fmla="*/ 51435 w 60959"/>
                  <a:gd name="connsiteY6" fmla="*/ 68580 h 77152"/>
                  <a:gd name="connsiteX7" fmla="*/ 31432 w 60959"/>
                  <a:gd name="connsiteY7" fmla="*/ 77153 h 77152"/>
                  <a:gd name="connsiteX8" fmla="*/ 9525 w 60959"/>
                  <a:gd name="connsiteY8" fmla="*/ 66675 h 77152"/>
                  <a:gd name="connsiteX9" fmla="*/ 0 w 60959"/>
                  <a:gd name="connsiteY9" fmla="*/ 39053 h 77152"/>
                  <a:gd name="connsiteX10" fmla="*/ 9525 w 60959"/>
                  <a:gd name="connsiteY10" fmla="*/ 10478 h 77152"/>
                  <a:gd name="connsiteX11" fmla="*/ 33338 w 60959"/>
                  <a:gd name="connsiteY11" fmla="*/ 0 h 77152"/>
                  <a:gd name="connsiteX12" fmla="*/ 53340 w 60959"/>
                  <a:gd name="connsiteY12" fmla="*/ 7620 h 77152"/>
                  <a:gd name="connsiteX13" fmla="*/ 60960 w 60959"/>
                  <a:gd name="connsiteY13" fmla="*/ 29528 h 77152"/>
                  <a:gd name="connsiteX14" fmla="*/ 10477 w 60959"/>
                  <a:gd name="connsiteY14" fmla="*/ 29528 h 77152"/>
                  <a:gd name="connsiteX15" fmla="*/ 10477 w 60959"/>
                  <a:gd name="connsiteY15" fmla="*/ 24765 h 77152"/>
                  <a:gd name="connsiteX16" fmla="*/ 43815 w 60959"/>
                  <a:gd name="connsiteY16" fmla="*/ 24765 h 77152"/>
                  <a:gd name="connsiteX17" fmla="*/ 41910 w 60959"/>
                  <a:gd name="connsiteY17" fmla="*/ 15240 h 77152"/>
                  <a:gd name="connsiteX18" fmla="*/ 36195 w 60959"/>
                  <a:gd name="connsiteY18" fmla="*/ 8573 h 77152"/>
                  <a:gd name="connsiteX19" fmla="*/ 27622 w 60959"/>
                  <a:gd name="connsiteY19" fmla="*/ 5715 h 77152"/>
                  <a:gd name="connsiteX20" fmla="*/ 16192 w 60959"/>
                  <a:gd name="connsiteY20" fmla="*/ 10478 h 77152"/>
                  <a:gd name="connsiteX21" fmla="*/ 10477 w 60959"/>
                  <a:gd name="connsiteY21" fmla="*/ 24765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0959" h="77152">
                    <a:moveTo>
                      <a:pt x="10477" y="28575"/>
                    </a:moveTo>
                    <a:cubicBezTo>
                      <a:pt x="10477" y="39053"/>
                      <a:pt x="13335" y="47625"/>
                      <a:pt x="18097" y="54293"/>
                    </a:cubicBezTo>
                    <a:cubicBezTo>
                      <a:pt x="22860" y="60960"/>
                      <a:pt x="29527" y="63818"/>
                      <a:pt x="37147" y="63818"/>
                    </a:cubicBezTo>
                    <a:cubicBezTo>
                      <a:pt x="44767" y="63818"/>
                      <a:pt x="45720" y="62865"/>
                      <a:pt x="49530" y="60008"/>
                    </a:cubicBezTo>
                    <a:cubicBezTo>
                      <a:pt x="53340" y="57150"/>
                      <a:pt x="56197" y="53340"/>
                      <a:pt x="58102" y="46673"/>
                    </a:cubicBezTo>
                    <a:lnTo>
                      <a:pt x="60960" y="48578"/>
                    </a:lnTo>
                    <a:cubicBezTo>
                      <a:pt x="60007" y="56198"/>
                      <a:pt x="56197" y="62865"/>
                      <a:pt x="51435" y="68580"/>
                    </a:cubicBezTo>
                    <a:cubicBezTo>
                      <a:pt x="46672" y="74295"/>
                      <a:pt x="39052" y="77153"/>
                      <a:pt x="31432" y="77153"/>
                    </a:cubicBezTo>
                    <a:cubicBezTo>
                      <a:pt x="23813" y="77153"/>
                      <a:pt x="15240" y="73343"/>
                      <a:pt x="9525" y="66675"/>
                    </a:cubicBezTo>
                    <a:cubicBezTo>
                      <a:pt x="3810" y="60008"/>
                      <a:pt x="0" y="50483"/>
                      <a:pt x="0" y="39053"/>
                    </a:cubicBezTo>
                    <a:cubicBezTo>
                      <a:pt x="0" y="27623"/>
                      <a:pt x="2857" y="17145"/>
                      <a:pt x="9525" y="10478"/>
                    </a:cubicBezTo>
                    <a:cubicBezTo>
                      <a:pt x="16192" y="3810"/>
                      <a:pt x="23813" y="0"/>
                      <a:pt x="33338" y="0"/>
                    </a:cubicBezTo>
                    <a:cubicBezTo>
                      <a:pt x="42863" y="0"/>
                      <a:pt x="48577" y="2858"/>
                      <a:pt x="53340" y="7620"/>
                    </a:cubicBezTo>
                    <a:cubicBezTo>
                      <a:pt x="58102" y="12383"/>
                      <a:pt x="60960" y="20003"/>
                      <a:pt x="60960" y="29528"/>
                    </a:cubicBezTo>
                    <a:lnTo>
                      <a:pt x="10477" y="29528"/>
                    </a:lnTo>
                    <a:close/>
                    <a:moveTo>
                      <a:pt x="10477" y="24765"/>
                    </a:moveTo>
                    <a:lnTo>
                      <a:pt x="43815" y="24765"/>
                    </a:lnTo>
                    <a:cubicBezTo>
                      <a:pt x="43815" y="20003"/>
                      <a:pt x="43815" y="17145"/>
                      <a:pt x="41910" y="15240"/>
                    </a:cubicBezTo>
                    <a:cubicBezTo>
                      <a:pt x="40957" y="12383"/>
                      <a:pt x="39052" y="9525"/>
                      <a:pt x="36195" y="8573"/>
                    </a:cubicBezTo>
                    <a:cubicBezTo>
                      <a:pt x="33338" y="7620"/>
                      <a:pt x="30480" y="5715"/>
                      <a:pt x="27622" y="5715"/>
                    </a:cubicBezTo>
                    <a:cubicBezTo>
                      <a:pt x="22860" y="5715"/>
                      <a:pt x="19050" y="7620"/>
                      <a:pt x="16192" y="10478"/>
                    </a:cubicBezTo>
                    <a:cubicBezTo>
                      <a:pt x="13335" y="13335"/>
                      <a:pt x="10477" y="19050"/>
                      <a:pt x="10477" y="247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78C66523-09C7-8006-FD36-862D955A8B00}"/>
                  </a:ext>
                </a:extLst>
              </p:cNvPr>
              <p:cNvSpPr/>
              <p:nvPr/>
            </p:nvSpPr>
            <p:spPr>
              <a:xfrm>
                <a:off x="4999672" y="3012757"/>
                <a:ext cx="72390" cy="107632"/>
              </a:xfrm>
              <a:custGeom>
                <a:avLst/>
                <a:gdLst>
                  <a:gd name="connsiteX0" fmla="*/ 20003 w 72390"/>
                  <a:gd name="connsiteY0" fmla="*/ 48577 h 107632"/>
                  <a:gd name="connsiteX1" fmla="*/ 9525 w 72390"/>
                  <a:gd name="connsiteY1" fmla="*/ 39052 h 107632"/>
                  <a:gd name="connsiteX2" fmla="*/ 5715 w 72390"/>
                  <a:gd name="connsiteY2" fmla="*/ 25717 h 107632"/>
                  <a:gd name="connsiteX3" fmla="*/ 14288 w 72390"/>
                  <a:gd name="connsiteY3" fmla="*/ 7620 h 107632"/>
                  <a:gd name="connsiteX4" fmla="*/ 35243 w 72390"/>
                  <a:gd name="connsiteY4" fmla="*/ 0 h 107632"/>
                  <a:gd name="connsiteX5" fmla="*/ 53340 w 72390"/>
                  <a:gd name="connsiteY5" fmla="*/ 4763 h 107632"/>
                  <a:gd name="connsiteX6" fmla="*/ 68580 w 72390"/>
                  <a:gd name="connsiteY6" fmla="*/ 4763 h 107632"/>
                  <a:gd name="connsiteX7" fmla="*/ 72390 w 72390"/>
                  <a:gd name="connsiteY7" fmla="*/ 4763 h 107632"/>
                  <a:gd name="connsiteX8" fmla="*/ 72390 w 72390"/>
                  <a:gd name="connsiteY8" fmla="*/ 4763 h 107632"/>
                  <a:gd name="connsiteX9" fmla="*/ 72390 w 72390"/>
                  <a:gd name="connsiteY9" fmla="*/ 7620 h 107632"/>
                  <a:gd name="connsiteX10" fmla="*/ 72390 w 72390"/>
                  <a:gd name="connsiteY10" fmla="*/ 10477 h 107632"/>
                  <a:gd name="connsiteX11" fmla="*/ 72390 w 72390"/>
                  <a:gd name="connsiteY11" fmla="*/ 10477 h 107632"/>
                  <a:gd name="connsiteX12" fmla="*/ 68580 w 72390"/>
                  <a:gd name="connsiteY12" fmla="*/ 10477 h 107632"/>
                  <a:gd name="connsiteX13" fmla="*/ 59055 w 72390"/>
                  <a:gd name="connsiteY13" fmla="*/ 10477 h 107632"/>
                  <a:gd name="connsiteX14" fmla="*/ 63818 w 72390"/>
                  <a:gd name="connsiteY14" fmla="*/ 24765 h 107632"/>
                  <a:gd name="connsiteX15" fmla="*/ 56198 w 72390"/>
                  <a:gd name="connsiteY15" fmla="*/ 41910 h 107632"/>
                  <a:gd name="connsiteX16" fmla="*/ 35243 w 72390"/>
                  <a:gd name="connsiteY16" fmla="*/ 49530 h 107632"/>
                  <a:gd name="connsiteX17" fmla="*/ 23813 w 72390"/>
                  <a:gd name="connsiteY17" fmla="*/ 47625 h 107632"/>
                  <a:gd name="connsiteX18" fmla="*/ 19050 w 72390"/>
                  <a:gd name="connsiteY18" fmla="*/ 53340 h 107632"/>
                  <a:gd name="connsiteX19" fmla="*/ 18098 w 72390"/>
                  <a:gd name="connsiteY19" fmla="*/ 57150 h 107632"/>
                  <a:gd name="connsiteX20" fmla="*/ 19050 w 72390"/>
                  <a:gd name="connsiteY20" fmla="*/ 60008 h 107632"/>
                  <a:gd name="connsiteX21" fmla="*/ 23813 w 72390"/>
                  <a:gd name="connsiteY21" fmla="*/ 61913 h 107632"/>
                  <a:gd name="connsiteX22" fmla="*/ 35243 w 72390"/>
                  <a:gd name="connsiteY22" fmla="*/ 61913 h 107632"/>
                  <a:gd name="connsiteX23" fmla="*/ 56198 w 72390"/>
                  <a:gd name="connsiteY23" fmla="*/ 62865 h 107632"/>
                  <a:gd name="connsiteX24" fmla="*/ 67628 w 72390"/>
                  <a:gd name="connsiteY24" fmla="*/ 68580 h 107632"/>
                  <a:gd name="connsiteX25" fmla="*/ 72390 w 72390"/>
                  <a:gd name="connsiteY25" fmla="*/ 79058 h 107632"/>
                  <a:gd name="connsiteX26" fmla="*/ 63818 w 72390"/>
                  <a:gd name="connsiteY26" fmla="*/ 96202 h 107632"/>
                  <a:gd name="connsiteX27" fmla="*/ 31433 w 72390"/>
                  <a:gd name="connsiteY27" fmla="*/ 107633 h 107632"/>
                  <a:gd name="connsiteX28" fmla="*/ 5715 w 72390"/>
                  <a:gd name="connsiteY28" fmla="*/ 100965 h 107632"/>
                  <a:gd name="connsiteX29" fmla="*/ 0 w 72390"/>
                  <a:gd name="connsiteY29" fmla="*/ 92392 h 107632"/>
                  <a:gd name="connsiteX30" fmla="*/ 0 w 72390"/>
                  <a:gd name="connsiteY30" fmla="*/ 88583 h 107632"/>
                  <a:gd name="connsiteX31" fmla="*/ 5715 w 72390"/>
                  <a:gd name="connsiteY31" fmla="*/ 80010 h 107632"/>
                  <a:gd name="connsiteX32" fmla="*/ 13335 w 72390"/>
                  <a:gd name="connsiteY32" fmla="*/ 71438 h 107632"/>
                  <a:gd name="connsiteX33" fmla="*/ 7620 w 72390"/>
                  <a:gd name="connsiteY33" fmla="*/ 66675 h 107632"/>
                  <a:gd name="connsiteX34" fmla="*/ 5715 w 72390"/>
                  <a:gd name="connsiteY34" fmla="*/ 61913 h 107632"/>
                  <a:gd name="connsiteX35" fmla="*/ 7620 w 72390"/>
                  <a:gd name="connsiteY35" fmla="*/ 55245 h 107632"/>
                  <a:gd name="connsiteX36" fmla="*/ 18098 w 72390"/>
                  <a:gd name="connsiteY36" fmla="*/ 44767 h 107632"/>
                  <a:gd name="connsiteX37" fmla="*/ 19050 w 72390"/>
                  <a:gd name="connsiteY37" fmla="*/ 75247 h 107632"/>
                  <a:gd name="connsiteX38" fmla="*/ 13335 w 72390"/>
                  <a:gd name="connsiteY38" fmla="*/ 82867 h 107632"/>
                  <a:gd name="connsiteX39" fmla="*/ 11430 w 72390"/>
                  <a:gd name="connsiteY39" fmla="*/ 89535 h 107632"/>
                  <a:gd name="connsiteX40" fmla="*/ 16193 w 72390"/>
                  <a:gd name="connsiteY40" fmla="*/ 96202 h 107632"/>
                  <a:gd name="connsiteX41" fmla="*/ 39053 w 72390"/>
                  <a:gd name="connsiteY41" fmla="*/ 100965 h 107632"/>
                  <a:gd name="connsiteX42" fmla="*/ 60008 w 72390"/>
                  <a:gd name="connsiteY42" fmla="*/ 96202 h 107632"/>
                  <a:gd name="connsiteX43" fmla="*/ 66675 w 72390"/>
                  <a:gd name="connsiteY43" fmla="*/ 85725 h 107632"/>
                  <a:gd name="connsiteX44" fmla="*/ 62865 w 72390"/>
                  <a:gd name="connsiteY44" fmla="*/ 80010 h 107632"/>
                  <a:gd name="connsiteX45" fmla="*/ 46673 w 72390"/>
                  <a:gd name="connsiteY45" fmla="*/ 78105 h 107632"/>
                  <a:gd name="connsiteX46" fmla="*/ 19050 w 72390"/>
                  <a:gd name="connsiteY46" fmla="*/ 76200 h 107632"/>
                  <a:gd name="connsiteX47" fmla="*/ 33338 w 72390"/>
                  <a:gd name="connsiteY47" fmla="*/ 4763 h 107632"/>
                  <a:gd name="connsiteX48" fmla="*/ 23813 w 72390"/>
                  <a:gd name="connsiteY48" fmla="*/ 9525 h 107632"/>
                  <a:gd name="connsiteX49" fmla="*/ 20003 w 72390"/>
                  <a:gd name="connsiteY49" fmla="*/ 23813 h 107632"/>
                  <a:gd name="connsiteX50" fmla="*/ 25718 w 72390"/>
                  <a:gd name="connsiteY50" fmla="*/ 42863 h 107632"/>
                  <a:gd name="connsiteX51" fmla="*/ 36195 w 72390"/>
                  <a:gd name="connsiteY51" fmla="*/ 47625 h 107632"/>
                  <a:gd name="connsiteX52" fmla="*/ 45720 w 72390"/>
                  <a:gd name="connsiteY52" fmla="*/ 42863 h 107632"/>
                  <a:gd name="connsiteX53" fmla="*/ 49530 w 72390"/>
                  <a:gd name="connsiteY53" fmla="*/ 28575 h 107632"/>
                  <a:gd name="connsiteX54" fmla="*/ 43815 w 72390"/>
                  <a:gd name="connsiteY54" fmla="*/ 8572 h 107632"/>
                  <a:gd name="connsiteX55" fmla="*/ 33338 w 72390"/>
                  <a:gd name="connsiteY55" fmla="*/ 381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2390" h="107632">
                    <a:moveTo>
                      <a:pt x="20003" y="48577"/>
                    </a:moveTo>
                    <a:cubicBezTo>
                      <a:pt x="15240" y="46672"/>
                      <a:pt x="12383" y="43815"/>
                      <a:pt x="9525" y="39052"/>
                    </a:cubicBezTo>
                    <a:cubicBezTo>
                      <a:pt x="6668" y="34290"/>
                      <a:pt x="5715" y="30480"/>
                      <a:pt x="5715" y="25717"/>
                    </a:cubicBezTo>
                    <a:cubicBezTo>
                      <a:pt x="5715" y="18097"/>
                      <a:pt x="8573" y="12383"/>
                      <a:pt x="14288" y="7620"/>
                    </a:cubicBezTo>
                    <a:cubicBezTo>
                      <a:pt x="20003" y="2858"/>
                      <a:pt x="26670" y="0"/>
                      <a:pt x="35243" y="0"/>
                    </a:cubicBezTo>
                    <a:cubicBezTo>
                      <a:pt x="43815" y="0"/>
                      <a:pt x="48578" y="1905"/>
                      <a:pt x="53340" y="4763"/>
                    </a:cubicBezTo>
                    <a:lnTo>
                      <a:pt x="68580" y="4763"/>
                    </a:lnTo>
                    <a:cubicBezTo>
                      <a:pt x="70485" y="4763"/>
                      <a:pt x="72390" y="4763"/>
                      <a:pt x="72390" y="4763"/>
                    </a:cubicBezTo>
                    <a:cubicBezTo>
                      <a:pt x="72390" y="4763"/>
                      <a:pt x="72390" y="4763"/>
                      <a:pt x="72390" y="4763"/>
                    </a:cubicBezTo>
                    <a:cubicBezTo>
                      <a:pt x="72390" y="4763"/>
                      <a:pt x="72390" y="5715"/>
                      <a:pt x="72390" y="7620"/>
                    </a:cubicBezTo>
                    <a:cubicBezTo>
                      <a:pt x="72390" y="9525"/>
                      <a:pt x="72390" y="9525"/>
                      <a:pt x="72390" y="10477"/>
                    </a:cubicBezTo>
                    <a:cubicBezTo>
                      <a:pt x="72390" y="10477"/>
                      <a:pt x="72390" y="10477"/>
                      <a:pt x="72390" y="10477"/>
                    </a:cubicBezTo>
                    <a:cubicBezTo>
                      <a:pt x="72390" y="10477"/>
                      <a:pt x="70485" y="10477"/>
                      <a:pt x="68580" y="10477"/>
                    </a:cubicBezTo>
                    <a:lnTo>
                      <a:pt x="59055" y="10477"/>
                    </a:lnTo>
                    <a:cubicBezTo>
                      <a:pt x="61913" y="14288"/>
                      <a:pt x="63818" y="19050"/>
                      <a:pt x="63818" y="24765"/>
                    </a:cubicBezTo>
                    <a:cubicBezTo>
                      <a:pt x="63818" y="30480"/>
                      <a:pt x="60960" y="37147"/>
                      <a:pt x="56198" y="41910"/>
                    </a:cubicBezTo>
                    <a:cubicBezTo>
                      <a:pt x="51435" y="46672"/>
                      <a:pt x="43815" y="49530"/>
                      <a:pt x="35243" y="49530"/>
                    </a:cubicBezTo>
                    <a:cubicBezTo>
                      <a:pt x="26670" y="49530"/>
                      <a:pt x="27623" y="49530"/>
                      <a:pt x="23813" y="47625"/>
                    </a:cubicBezTo>
                    <a:cubicBezTo>
                      <a:pt x="21908" y="49530"/>
                      <a:pt x="20003" y="51435"/>
                      <a:pt x="19050" y="53340"/>
                    </a:cubicBezTo>
                    <a:cubicBezTo>
                      <a:pt x="18098" y="55245"/>
                      <a:pt x="18098" y="56197"/>
                      <a:pt x="18098" y="57150"/>
                    </a:cubicBezTo>
                    <a:cubicBezTo>
                      <a:pt x="18098" y="58102"/>
                      <a:pt x="18098" y="59055"/>
                      <a:pt x="19050" y="60008"/>
                    </a:cubicBezTo>
                    <a:cubicBezTo>
                      <a:pt x="20003" y="60960"/>
                      <a:pt x="21908" y="61913"/>
                      <a:pt x="23813" y="61913"/>
                    </a:cubicBezTo>
                    <a:cubicBezTo>
                      <a:pt x="25718" y="61913"/>
                      <a:pt x="28575" y="61913"/>
                      <a:pt x="35243" y="61913"/>
                    </a:cubicBezTo>
                    <a:cubicBezTo>
                      <a:pt x="45720" y="61913"/>
                      <a:pt x="53340" y="61913"/>
                      <a:pt x="56198" y="62865"/>
                    </a:cubicBezTo>
                    <a:cubicBezTo>
                      <a:pt x="60960" y="62865"/>
                      <a:pt x="64770" y="65722"/>
                      <a:pt x="67628" y="68580"/>
                    </a:cubicBezTo>
                    <a:cubicBezTo>
                      <a:pt x="70485" y="71438"/>
                      <a:pt x="72390" y="75247"/>
                      <a:pt x="72390" y="79058"/>
                    </a:cubicBezTo>
                    <a:cubicBezTo>
                      <a:pt x="72390" y="82867"/>
                      <a:pt x="69533" y="90488"/>
                      <a:pt x="63818" y="96202"/>
                    </a:cubicBezTo>
                    <a:cubicBezTo>
                      <a:pt x="55245" y="103822"/>
                      <a:pt x="44768" y="107633"/>
                      <a:pt x="31433" y="107633"/>
                    </a:cubicBezTo>
                    <a:cubicBezTo>
                      <a:pt x="18098" y="107633"/>
                      <a:pt x="12383" y="105727"/>
                      <a:pt x="5715" y="100965"/>
                    </a:cubicBezTo>
                    <a:cubicBezTo>
                      <a:pt x="1905" y="98108"/>
                      <a:pt x="0" y="95250"/>
                      <a:pt x="0" y="92392"/>
                    </a:cubicBezTo>
                    <a:cubicBezTo>
                      <a:pt x="0" y="89535"/>
                      <a:pt x="0" y="89535"/>
                      <a:pt x="0" y="88583"/>
                    </a:cubicBezTo>
                    <a:cubicBezTo>
                      <a:pt x="0" y="86677"/>
                      <a:pt x="2858" y="83820"/>
                      <a:pt x="5715" y="80010"/>
                    </a:cubicBezTo>
                    <a:cubicBezTo>
                      <a:pt x="5715" y="80010"/>
                      <a:pt x="8573" y="77152"/>
                      <a:pt x="13335" y="71438"/>
                    </a:cubicBezTo>
                    <a:cubicBezTo>
                      <a:pt x="10478" y="69533"/>
                      <a:pt x="8573" y="68580"/>
                      <a:pt x="7620" y="66675"/>
                    </a:cubicBezTo>
                    <a:cubicBezTo>
                      <a:pt x="6668" y="64770"/>
                      <a:pt x="5715" y="63817"/>
                      <a:pt x="5715" y="61913"/>
                    </a:cubicBezTo>
                    <a:cubicBezTo>
                      <a:pt x="5715" y="60008"/>
                      <a:pt x="5715" y="58102"/>
                      <a:pt x="7620" y="55245"/>
                    </a:cubicBezTo>
                    <a:cubicBezTo>
                      <a:pt x="9525" y="52388"/>
                      <a:pt x="12383" y="49530"/>
                      <a:pt x="18098" y="44767"/>
                    </a:cubicBezTo>
                    <a:close/>
                    <a:moveTo>
                      <a:pt x="19050" y="75247"/>
                    </a:moveTo>
                    <a:cubicBezTo>
                      <a:pt x="16193" y="78105"/>
                      <a:pt x="14288" y="80010"/>
                      <a:pt x="13335" y="82867"/>
                    </a:cubicBezTo>
                    <a:cubicBezTo>
                      <a:pt x="12383" y="85725"/>
                      <a:pt x="11430" y="87630"/>
                      <a:pt x="11430" y="89535"/>
                    </a:cubicBezTo>
                    <a:cubicBezTo>
                      <a:pt x="11430" y="91440"/>
                      <a:pt x="13335" y="94297"/>
                      <a:pt x="16193" y="96202"/>
                    </a:cubicBezTo>
                    <a:cubicBezTo>
                      <a:pt x="21908" y="99060"/>
                      <a:pt x="29528" y="100965"/>
                      <a:pt x="39053" y="100965"/>
                    </a:cubicBezTo>
                    <a:cubicBezTo>
                      <a:pt x="48578" y="100965"/>
                      <a:pt x="55245" y="99060"/>
                      <a:pt x="60008" y="96202"/>
                    </a:cubicBezTo>
                    <a:cubicBezTo>
                      <a:pt x="64770" y="93345"/>
                      <a:pt x="66675" y="89535"/>
                      <a:pt x="66675" y="85725"/>
                    </a:cubicBezTo>
                    <a:cubicBezTo>
                      <a:pt x="66675" y="81915"/>
                      <a:pt x="65723" y="80963"/>
                      <a:pt x="62865" y="80010"/>
                    </a:cubicBezTo>
                    <a:cubicBezTo>
                      <a:pt x="60008" y="79058"/>
                      <a:pt x="54293" y="78105"/>
                      <a:pt x="46673" y="78105"/>
                    </a:cubicBezTo>
                    <a:cubicBezTo>
                      <a:pt x="35243" y="78105"/>
                      <a:pt x="25718" y="78105"/>
                      <a:pt x="19050" y="76200"/>
                    </a:cubicBezTo>
                    <a:close/>
                    <a:moveTo>
                      <a:pt x="33338" y="4763"/>
                    </a:moveTo>
                    <a:cubicBezTo>
                      <a:pt x="29528" y="4763"/>
                      <a:pt x="25718" y="6667"/>
                      <a:pt x="23813" y="9525"/>
                    </a:cubicBezTo>
                    <a:cubicBezTo>
                      <a:pt x="21908" y="12383"/>
                      <a:pt x="20003" y="17145"/>
                      <a:pt x="20003" y="23813"/>
                    </a:cubicBezTo>
                    <a:cubicBezTo>
                      <a:pt x="20003" y="30480"/>
                      <a:pt x="21908" y="39052"/>
                      <a:pt x="25718" y="42863"/>
                    </a:cubicBezTo>
                    <a:cubicBezTo>
                      <a:pt x="28575" y="46672"/>
                      <a:pt x="32385" y="47625"/>
                      <a:pt x="36195" y="47625"/>
                    </a:cubicBezTo>
                    <a:cubicBezTo>
                      <a:pt x="40005" y="47625"/>
                      <a:pt x="43815" y="45720"/>
                      <a:pt x="45720" y="42863"/>
                    </a:cubicBezTo>
                    <a:cubicBezTo>
                      <a:pt x="47625" y="40005"/>
                      <a:pt x="49530" y="35242"/>
                      <a:pt x="49530" y="28575"/>
                    </a:cubicBezTo>
                    <a:cubicBezTo>
                      <a:pt x="49530" y="21908"/>
                      <a:pt x="47625" y="13335"/>
                      <a:pt x="43815" y="8572"/>
                    </a:cubicBezTo>
                    <a:cubicBezTo>
                      <a:pt x="40958" y="4763"/>
                      <a:pt x="38100" y="3810"/>
                      <a:pt x="33338" y="38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2B402BBE-269F-34BD-A392-8FFE5BD3A6A8}"/>
                  </a:ext>
                </a:extLst>
              </p:cNvPr>
              <p:cNvSpPr/>
              <p:nvPr/>
            </p:nvSpPr>
            <p:spPr>
              <a:xfrm>
                <a:off x="5079682" y="3011804"/>
                <a:ext cx="52387" cy="75247"/>
              </a:xfrm>
              <a:custGeom>
                <a:avLst/>
                <a:gdLst>
                  <a:gd name="connsiteX0" fmla="*/ 22860 w 52387"/>
                  <a:gd name="connsiteY0" fmla="*/ 1905 h 75247"/>
                  <a:gd name="connsiteX1" fmla="*/ 22860 w 52387"/>
                  <a:gd name="connsiteY1" fmla="*/ 18098 h 75247"/>
                  <a:gd name="connsiteX2" fmla="*/ 41910 w 52387"/>
                  <a:gd name="connsiteY2" fmla="*/ 1905 h 75247"/>
                  <a:gd name="connsiteX3" fmla="*/ 49530 w 52387"/>
                  <a:gd name="connsiteY3" fmla="*/ 4763 h 75247"/>
                  <a:gd name="connsiteX4" fmla="*/ 52388 w 52387"/>
                  <a:gd name="connsiteY4" fmla="*/ 10478 h 75247"/>
                  <a:gd name="connsiteX5" fmla="*/ 50483 w 52387"/>
                  <a:gd name="connsiteY5" fmla="*/ 15240 h 75247"/>
                  <a:gd name="connsiteX6" fmla="*/ 45720 w 52387"/>
                  <a:gd name="connsiteY6" fmla="*/ 17145 h 75247"/>
                  <a:gd name="connsiteX7" fmla="*/ 39052 w 52387"/>
                  <a:gd name="connsiteY7" fmla="*/ 14288 h 75247"/>
                  <a:gd name="connsiteX8" fmla="*/ 34290 w 52387"/>
                  <a:gd name="connsiteY8" fmla="*/ 11430 h 75247"/>
                  <a:gd name="connsiteX9" fmla="*/ 31433 w 52387"/>
                  <a:gd name="connsiteY9" fmla="*/ 13335 h 75247"/>
                  <a:gd name="connsiteX10" fmla="*/ 23813 w 52387"/>
                  <a:gd name="connsiteY10" fmla="*/ 23813 h 75247"/>
                  <a:gd name="connsiteX11" fmla="*/ 23813 w 52387"/>
                  <a:gd name="connsiteY11" fmla="*/ 58103 h 75247"/>
                  <a:gd name="connsiteX12" fmla="*/ 25717 w 52387"/>
                  <a:gd name="connsiteY12" fmla="*/ 67628 h 75247"/>
                  <a:gd name="connsiteX13" fmla="*/ 29527 w 52387"/>
                  <a:gd name="connsiteY13" fmla="*/ 71438 h 75247"/>
                  <a:gd name="connsiteX14" fmla="*/ 37147 w 52387"/>
                  <a:gd name="connsiteY14" fmla="*/ 72390 h 75247"/>
                  <a:gd name="connsiteX15" fmla="*/ 37147 w 52387"/>
                  <a:gd name="connsiteY15" fmla="*/ 75248 h 75247"/>
                  <a:gd name="connsiteX16" fmla="*/ 0 w 52387"/>
                  <a:gd name="connsiteY16" fmla="*/ 75248 h 75247"/>
                  <a:gd name="connsiteX17" fmla="*/ 0 w 52387"/>
                  <a:gd name="connsiteY17" fmla="*/ 72390 h 75247"/>
                  <a:gd name="connsiteX18" fmla="*/ 8572 w 52387"/>
                  <a:gd name="connsiteY18" fmla="*/ 70485 h 75247"/>
                  <a:gd name="connsiteX19" fmla="*/ 11430 w 52387"/>
                  <a:gd name="connsiteY19" fmla="*/ 66675 h 75247"/>
                  <a:gd name="connsiteX20" fmla="*/ 11430 w 52387"/>
                  <a:gd name="connsiteY20" fmla="*/ 59055 h 75247"/>
                  <a:gd name="connsiteX21" fmla="*/ 11430 w 52387"/>
                  <a:gd name="connsiteY21" fmla="*/ 30480 h 75247"/>
                  <a:gd name="connsiteX22" fmla="*/ 11430 w 52387"/>
                  <a:gd name="connsiteY22" fmla="*/ 15240 h 75247"/>
                  <a:gd name="connsiteX23" fmla="*/ 9525 w 52387"/>
                  <a:gd name="connsiteY23" fmla="*/ 11430 h 75247"/>
                  <a:gd name="connsiteX24" fmla="*/ 5715 w 52387"/>
                  <a:gd name="connsiteY24" fmla="*/ 10478 h 75247"/>
                  <a:gd name="connsiteX25" fmla="*/ 0 w 52387"/>
                  <a:gd name="connsiteY25" fmla="*/ 11430 h 75247"/>
                  <a:gd name="connsiteX26" fmla="*/ 0 w 52387"/>
                  <a:gd name="connsiteY26" fmla="*/ 8573 h 75247"/>
                  <a:gd name="connsiteX27" fmla="*/ 20955 w 52387"/>
                  <a:gd name="connsiteY27" fmla="*/ 0 h 75247"/>
                  <a:gd name="connsiteX28" fmla="*/ 23813 w 52387"/>
                  <a:gd name="connsiteY28" fmla="*/ 0 h 75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2387" h="75247">
                    <a:moveTo>
                      <a:pt x="22860" y="1905"/>
                    </a:moveTo>
                    <a:lnTo>
                      <a:pt x="22860" y="18098"/>
                    </a:lnTo>
                    <a:cubicBezTo>
                      <a:pt x="28575" y="7620"/>
                      <a:pt x="35242" y="1905"/>
                      <a:pt x="41910" y="1905"/>
                    </a:cubicBezTo>
                    <a:cubicBezTo>
                      <a:pt x="48577" y="1905"/>
                      <a:pt x="47625" y="1905"/>
                      <a:pt x="49530" y="4763"/>
                    </a:cubicBezTo>
                    <a:cubicBezTo>
                      <a:pt x="51435" y="7620"/>
                      <a:pt x="52388" y="8573"/>
                      <a:pt x="52388" y="10478"/>
                    </a:cubicBezTo>
                    <a:cubicBezTo>
                      <a:pt x="52388" y="12383"/>
                      <a:pt x="52388" y="14288"/>
                      <a:pt x="50483" y="15240"/>
                    </a:cubicBezTo>
                    <a:cubicBezTo>
                      <a:pt x="48577" y="16192"/>
                      <a:pt x="47625" y="17145"/>
                      <a:pt x="45720" y="17145"/>
                    </a:cubicBezTo>
                    <a:cubicBezTo>
                      <a:pt x="43815" y="17145"/>
                      <a:pt x="41910" y="17145"/>
                      <a:pt x="39052" y="14288"/>
                    </a:cubicBezTo>
                    <a:cubicBezTo>
                      <a:pt x="36195" y="11430"/>
                      <a:pt x="35242" y="11430"/>
                      <a:pt x="34290" y="11430"/>
                    </a:cubicBezTo>
                    <a:cubicBezTo>
                      <a:pt x="33338" y="11430"/>
                      <a:pt x="32385" y="11430"/>
                      <a:pt x="31433" y="13335"/>
                    </a:cubicBezTo>
                    <a:cubicBezTo>
                      <a:pt x="29527" y="15240"/>
                      <a:pt x="26670" y="19050"/>
                      <a:pt x="23813" y="23813"/>
                    </a:cubicBezTo>
                    <a:lnTo>
                      <a:pt x="23813" y="58103"/>
                    </a:lnTo>
                    <a:cubicBezTo>
                      <a:pt x="23813" y="61913"/>
                      <a:pt x="23813" y="64770"/>
                      <a:pt x="25717" y="67628"/>
                    </a:cubicBezTo>
                    <a:cubicBezTo>
                      <a:pt x="25717" y="68580"/>
                      <a:pt x="27622" y="70485"/>
                      <a:pt x="29527" y="71438"/>
                    </a:cubicBezTo>
                    <a:cubicBezTo>
                      <a:pt x="31433" y="72390"/>
                      <a:pt x="33338" y="72390"/>
                      <a:pt x="37147" y="72390"/>
                    </a:cubicBezTo>
                    <a:lnTo>
                      <a:pt x="37147" y="75248"/>
                    </a:lnTo>
                    <a:lnTo>
                      <a:pt x="0" y="75248"/>
                    </a:lnTo>
                    <a:lnTo>
                      <a:pt x="0" y="72390"/>
                    </a:lnTo>
                    <a:cubicBezTo>
                      <a:pt x="3810" y="72390"/>
                      <a:pt x="6667" y="72390"/>
                      <a:pt x="8572" y="70485"/>
                    </a:cubicBezTo>
                    <a:cubicBezTo>
                      <a:pt x="9525" y="70485"/>
                      <a:pt x="10477" y="68580"/>
                      <a:pt x="11430" y="66675"/>
                    </a:cubicBezTo>
                    <a:cubicBezTo>
                      <a:pt x="11430" y="66675"/>
                      <a:pt x="11430" y="62865"/>
                      <a:pt x="11430" y="59055"/>
                    </a:cubicBezTo>
                    <a:lnTo>
                      <a:pt x="11430" y="30480"/>
                    </a:lnTo>
                    <a:cubicBezTo>
                      <a:pt x="11430" y="21908"/>
                      <a:pt x="11430" y="17145"/>
                      <a:pt x="11430" y="15240"/>
                    </a:cubicBezTo>
                    <a:cubicBezTo>
                      <a:pt x="11430" y="13335"/>
                      <a:pt x="10477" y="12383"/>
                      <a:pt x="9525" y="11430"/>
                    </a:cubicBezTo>
                    <a:cubicBezTo>
                      <a:pt x="8572" y="10478"/>
                      <a:pt x="7620" y="10478"/>
                      <a:pt x="5715" y="10478"/>
                    </a:cubicBezTo>
                    <a:cubicBezTo>
                      <a:pt x="3810" y="10478"/>
                      <a:pt x="1905" y="10478"/>
                      <a:pt x="0" y="11430"/>
                    </a:cubicBezTo>
                    <a:lnTo>
                      <a:pt x="0" y="8573"/>
                    </a:lnTo>
                    <a:cubicBezTo>
                      <a:pt x="0" y="8573"/>
                      <a:pt x="20955" y="0"/>
                      <a:pt x="20955" y="0"/>
                    </a:cubicBezTo>
                    <a:lnTo>
                      <a:pt x="238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DBC65785-16AA-2543-BC6B-0D40DE0132EA}"/>
                  </a:ext>
                </a:extLst>
              </p:cNvPr>
              <p:cNvSpPr/>
              <p:nvPr/>
            </p:nvSpPr>
            <p:spPr>
              <a:xfrm>
                <a:off x="5136832" y="3013709"/>
                <a:ext cx="60959" cy="77152"/>
              </a:xfrm>
              <a:custGeom>
                <a:avLst/>
                <a:gdLst>
                  <a:gd name="connsiteX0" fmla="*/ 10477 w 60959"/>
                  <a:gd name="connsiteY0" fmla="*/ 28575 h 77152"/>
                  <a:gd name="connsiteX1" fmla="*/ 18097 w 60959"/>
                  <a:gd name="connsiteY1" fmla="*/ 54293 h 77152"/>
                  <a:gd name="connsiteX2" fmla="*/ 37147 w 60959"/>
                  <a:gd name="connsiteY2" fmla="*/ 63818 h 77152"/>
                  <a:gd name="connsiteX3" fmla="*/ 49530 w 60959"/>
                  <a:gd name="connsiteY3" fmla="*/ 60008 h 77152"/>
                  <a:gd name="connsiteX4" fmla="*/ 58102 w 60959"/>
                  <a:gd name="connsiteY4" fmla="*/ 46673 h 77152"/>
                  <a:gd name="connsiteX5" fmla="*/ 60960 w 60959"/>
                  <a:gd name="connsiteY5" fmla="*/ 48578 h 77152"/>
                  <a:gd name="connsiteX6" fmla="*/ 51435 w 60959"/>
                  <a:gd name="connsiteY6" fmla="*/ 68580 h 77152"/>
                  <a:gd name="connsiteX7" fmla="*/ 31433 w 60959"/>
                  <a:gd name="connsiteY7" fmla="*/ 77153 h 77152"/>
                  <a:gd name="connsiteX8" fmla="*/ 9525 w 60959"/>
                  <a:gd name="connsiteY8" fmla="*/ 66675 h 77152"/>
                  <a:gd name="connsiteX9" fmla="*/ 0 w 60959"/>
                  <a:gd name="connsiteY9" fmla="*/ 39053 h 77152"/>
                  <a:gd name="connsiteX10" fmla="*/ 9525 w 60959"/>
                  <a:gd name="connsiteY10" fmla="*/ 10478 h 77152"/>
                  <a:gd name="connsiteX11" fmla="*/ 33338 w 60959"/>
                  <a:gd name="connsiteY11" fmla="*/ 0 h 77152"/>
                  <a:gd name="connsiteX12" fmla="*/ 53340 w 60959"/>
                  <a:gd name="connsiteY12" fmla="*/ 7620 h 77152"/>
                  <a:gd name="connsiteX13" fmla="*/ 60960 w 60959"/>
                  <a:gd name="connsiteY13" fmla="*/ 29528 h 77152"/>
                  <a:gd name="connsiteX14" fmla="*/ 10477 w 60959"/>
                  <a:gd name="connsiteY14" fmla="*/ 29528 h 77152"/>
                  <a:gd name="connsiteX15" fmla="*/ 10477 w 60959"/>
                  <a:gd name="connsiteY15" fmla="*/ 24765 h 77152"/>
                  <a:gd name="connsiteX16" fmla="*/ 43815 w 60959"/>
                  <a:gd name="connsiteY16" fmla="*/ 24765 h 77152"/>
                  <a:gd name="connsiteX17" fmla="*/ 41910 w 60959"/>
                  <a:gd name="connsiteY17" fmla="*/ 15240 h 77152"/>
                  <a:gd name="connsiteX18" fmla="*/ 36195 w 60959"/>
                  <a:gd name="connsiteY18" fmla="*/ 8573 h 77152"/>
                  <a:gd name="connsiteX19" fmla="*/ 27622 w 60959"/>
                  <a:gd name="connsiteY19" fmla="*/ 5715 h 77152"/>
                  <a:gd name="connsiteX20" fmla="*/ 16192 w 60959"/>
                  <a:gd name="connsiteY20" fmla="*/ 10478 h 77152"/>
                  <a:gd name="connsiteX21" fmla="*/ 10477 w 60959"/>
                  <a:gd name="connsiteY21" fmla="*/ 24765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0959" h="77152">
                    <a:moveTo>
                      <a:pt x="10477" y="28575"/>
                    </a:moveTo>
                    <a:cubicBezTo>
                      <a:pt x="10477" y="39053"/>
                      <a:pt x="13335" y="47625"/>
                      <a:pt x="18097" y="54293"/>
                    </a:cubicBezTo>
                    <a:cubicBezTo>
                      <a:pt x="22860" y="60960"/>
                      <a:pt x="29527" y="63818"/>
                      <a:pt x="37147" y="63818"/>
                    </a:cubicBezTo>
                    <a:cubicBezTo>
                      <a:pt x="44767" y="63818"/>
                      <a:pt x="45720" y="62865"/>
                      <a:pt x="49530" y="60008"/>
                    </a:cubicBezTo>
                    <a:cubicBezTo>
                      <a:pt x="53340" y="57150"/>
                      <a:pt x="56197" y="53340"/>
                      <a:pt x="58102" y="46673"/>
                    </a:cubicBezTo>
                    <a:lnTo>
                      <a:pt x="60960" y="48578"/>
                    </a:lnTo>
                    <a:cubicBezTo>
                      <a:pt x="60008" y="56198"/>
                      <a:pt x="56197" y="62865"/>
                      <a:pt x="51435" y="68580"/>
                    </a:cubicBezTo>
                    <a:cubicBezTo>
                      <a:pt x="46672" y="74295"/>
                      <a:pt x="39052" y="77153"/>
                      <a:pt x="31433" y="77153"/>
                    </a:cubicBezTo>
                    <a:cubicBezTo>
                      <a:pt x="23813" y="77153"/>
                      <a:pt x="15240" y="73343"/>
                      <a:pt x="9525" y="66675"/>
                    </a:cubicBezTo>
                    <a:cubicBezTo>
                      <a:pt x="3810" y="60008"/>
                      <a:pt x="0" y="50483"/>
                      <a:pt x="0" y="39053"/>
                    </a:cubicBezTo>
                    <a:cubicBezTo>
                      <a:pt x="0" y="27623"/>
                      <a:pt x="2858" y="17145"/>
                      <a:pt x="9525" y="10478"/>
                    </a:cubicBezTo>
                    <a:cubicBezTo>
                      <a:pt x="16192" y="3810"/>
                      <a:pt x="23813" y="0"/>
                      <a:pt x="33338" y="0"/>
                    </a:cubicBezTo>
                    <a:cubicBezTo>
                      <a:pt x="42863" y="0"/>
                      <a:pt x="48577" y="2858"/>
                      <a:pt x="53340" y="7620"/>
                    </a:cubicBezTo>
                    <a:cubicBezTo>
                      <a:pt x="58102" y="12383"/>
                      <a:pt x="60960" y="20003"/>
                      <a:pt x="60960" y="29528"/>
                    </a:cubicBezTo>
                    <a:lnTo>
                      <a:pt x="10477" y="29528"/>
                    </a:lnTo>
                    <a:close/>
                    <a:moveTo>
                      <a:pt x="10477" y="24765"/>
                    </a:moveTo>
                    <a:lnTo>
                      <a:pt x="43815" y="24765"/>
                    </a:lnTo>
                    <a:cubicBezTo>
                      <a:pt x="43815" y="20003"/>
                      <a:pt x="43815" y="17145"/>
                      <a:pt x="41910" y="15240"/>
                    </a:cubicBezTo>
                    <a:cubicBezTo>
                      <a:pt x="40958" y="12383"/>
                      <a:pt x="39052" y="9525"/>
                      <a:pt x="36195" y="8573"/>
                    </a:cubicBezTo>
                    <a:cubicBezTo>
                      <a:pt x="33338" y="7620"/>
                      <a:pt x="30480" y="5715"/>
                      <a:pt x="27622" y="5715"/>
                    </a:cubicBezTo>
                    <a:cubicBezTo>
                      <a:pt x="22860" y="5715"/>
                      <a:pt x="19050" y="7620"/>
                      <a:pt x="16192" y="10478"/>
                    </a:cubicBezTo>
                    <a:cubicBezTo>
                      <a:pt x="13335" y="13335"/>
                      <a:pt x="10477" y="19050"/>
                      <a:pt x="10477" y="247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200A4176-B706-0EE8-2A72-D67E5682F101}"/>
                  </a:ext>
                </a:extLst>
              </p:cNvPr>
              <p:cNvSpPr/>
              <p:nvPr/>
            </p:nvSpPr>
            <p:spPr>
              <a:xfrm>
                <a:off x="5209222" y="3013709"/>
                <a:ext cx="49530" cy="77152"/>
              </a:xfrm>
              <a:custGeom>
                <a:avLst/>
                <a:gdLst>
                  <a:gd name="connsiteX0" fmla="*/ 44768 w 49530"/>
                  <a:gd name="connsiteY0" fmla="*/ 0 h 77152"/>
                  <a:gd name="connsiteX1" fmla="*/ 44768 w 49530"/>
                  <a:gd name="connsiteY1" fmla="*/ 24765 h 77152"/>
                  <a:gd name="connsiteX2" fmla="*/ 41910 w 49530"/>
                  <a:gd name="connsiteY2" fmla="*/ 24765 h 77152"/>
                  <a:gd name="connsiteX3" fmla="*/ 34290 w 49530"/>
                  <a:gd name="connsiteY3" fmla="*/ 8573 h 77152"/>
                  <a:gd name="connsiteX4" fmla="*/ 21908 w 49530"/>
                  <a:gd name="connsiteY4" fmla="*/ 4763 h 77152"/>
                  <a:gd name="connsiteX5" fmla="*/ 13335 w 49530"/>
                  <a:gd name="connsiteY5" fmla="*/ 7620 h 77152"/>
                  <a:gd name="connsiteX6" fmla="*/ 9525 w 49530"/>
                  <a:gd name="connsiteY6" fmla="*/ 14288 h 77152"/>
                  <a:gd name="connsiteX7" fmla="*/ 12383 w 49530"/>
                  <a:gd name="connsiteY7" fmla="*/ 21908 h 77152"/>
                  <a:gd name="connsiteX8" fmla="*/ 21908 w 49530"/>
                  <a:gd name="connsiteY8" fmla="*/ 28575 h 77152"/>
                  <a:gd name="connsiteX9" fmla="*/ 33338 w 49530"/>
                  <a:gd name="connsiteY9" fmla="*/ 34290 h 77152"/>
                  <a:gd name="connsiteX10" fmla="*/ 49530 w 49530"/>
                  <a:gd name="connsiteY10" fmla="*/ 55245 h 77152"/>
                  <a:gd name="connsiteX11" fmla="*/ 41910 w 49530"/>
                  <a:gd name="connsiteY11" fmla="*/ 71438 h 77152"/>
                  <a:gd name="connsiteX12" fmla="*/ 24765 w 49530"/>
                  <a:gd name="connsiteY12" fmla="*/ 77153 h 77152"/>
                  <a:gd name="connsiteX13" fmla="*/ 9525 w 49530"/>
                  <a:gd name="connsiteY13" fmla="*/ 75248 h 77152"/>
                  <a:gd name="connsiteX14" fmla="*/ 5715 w 49530"/>
                  <a:gd name="connsiteY14" fmla="*/ 75248 h 77152"/>
                  <a:gd name="connsiteX15" fmla="*/ 2858 w 49530"/>
                  <a:gd name="connsiteY15" fmla="*/ 77153 h 77152"/>
                  <a:gd name="connsiteX16" fmla="*/ 0 w 49530"/>
                  <a:gd name="connsiteY16" fmla="*/ 77153 h 77152"/>
                  <a:gd name="connsiteX17" fmla="*/ 0 w 49530"/>
                  <a:gd name="connsiteY17" fmla="*/ 51435 h 77152"/>
                  <a:gd name="connsiteX18" fmla="*/ 2858 w 49530"/>
                  <a:gd name="connsiteY18" fmla="*/ 51435 h 77152"/>
                  <a:gd name="connsiteX19" fmla="*/ 11430 w 49530"/>
                  <a:gd name="connsiteY19" fmla="*/ 68580 h 77152"/>
                  <a:gd name="connsiteX20" fmla="*/ 25718 w 49530"/>
                  <a:gd name="connsiteY20" fmla="*/ 74295 h 77152"/>
                  <a:gd name="connsiteX21" fmla="*/ 34290 w 49530"/>
                  <a:gd name="connsiteY21" fmla="*/ 71438 h 77152"/>
                  <a:gd name="connsiteX22" fmla="*/ 38100 w 49530"/>
                  <a:gd name="connsiteY22" fmla="*/ 63818 h 77152"/>
                  <a:gd name="connsiteX23" fmla="*/ 34290 w 49530"/>
                  <a:gd name="connsiteY23" fmla="*/ 54293 h 77152"/>
                  <a:gd name="connsiteX24" fmla="*/ 19050 w 49530"/>
                  <a:gd name="connsiteY24" fmla="*/ 44768 h 77152"/>
                  <a:gd name="connsiteX25" fmla="*/ 3810 w 49530"/>
                  <a:gd name="connsiteY25" fmla="*/ 34290 h 77152"/>
                  <a:gd name="connsiteX26" fmla="*/ 0 w 49530"/>
                  <a:gd name="connsiteY26" fmla="*/ 22860 h 77152"/>
                  <a:gd name="connsiteX27" fmla="*/ 5715 w 49530"/>
                  <a:gd name="connsiteY27" fmla="*/ 7620 h 77152"/>
                  <a:gd name="connsiteX28" fmla="*/ 21908 w 49530"/>
                  <a:gd name="connsiteY28" fmla="*/ 1905 h 77152"/>
                  <a:gd name="connsiteX29" fmla="*/ 32385 w 49530"/>
                  <a:gd name="connsiteY29" fmla="*/ 3810 h 77152"/>
                  <a:gd name="connsiteX30" fmla="*/ 38100 w 49530"/>
                  <a:gd name="connsiteY30" fmla="*/ 4763 h 77152"/>
                  <a:gd name="connsiteX31" fmla="*/ 40005 w 49530"/>
                  <a:gd name="connsiteY31" fmla="*/ 4763 h 77152"/>
                  <a:gd name="connsiteX32" fmla="*/ 41910 w 49530"/>
                  <a:gd name="connsiteY32" fmla="*/ 1905 h 77152"/>
                  <a:gd name="connsiteX33" fmla="*/ 44768 w 49530"/>
                  <a:gd name="connsiteY33" fmla="*/ 1905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9530" h="77152">
                    <a:moveTo>
                      <a:pt x="44768" y="0"/>
                    </a:moveTo>
                    <a:lnTo>
                      <a:pt x="44768" y="24765"/>
                    </a:lnTo>
                    <a:lnTo>
                      <a:pt x="41910" y="24765"/>
                    </a:lnTo>
                    <a:cubicBezTo>
                      <a:pt x="40005" y="17145"/>
                      <a:pt x="37147" y="11430"/>
                      <a:pt x="34290" y="8573"/>
                    </a:cubicBezTo>
                    <a:cubicBezTo>
                      <a:pt x="31433" y="5715"/>
                      <a:pt x="27622" y="4763"/>
                      <a:pt x="21908" y="4763"/>
                    </a:cubicBezTo>
                    <a:cubicBezTo>
                      <a:pt x="16193" y="4763"/>
                      <a:pt x="15240" y="5715"/>
                      <a:pt x="13335" y="7620"/>
                    </a:cubicBezTo>
                    <a:cubicBezTo>
                      <a:pt x="11430" y="9525"/>
                      <a:pt x="9525" y="11430"/>
                      <a:pt x="9525" y="14288"/>
                    </a:cubicBezTo>
                    <a:cubicBezTo>
                      <a:pt x="9525" y="17145"/>
                      <a:pt x="9525" y="20003"/>
                      <a:pt x="12383" y="21908"/>
                    </a:cubicBezTo>
                    <a:cubicBezTo>
                      <a:pt x="14288" y="23813"/>
                      <a:pt x="17145" y="26670"/>
                      <a:pt x="21908" y="28575"/>
                    </a:cubicBezTo>
                    <a:lnTo>
                      <a:pt x="33338" y="34290"/>
                    </a:lnTo>
                    <a:cubicBezTo>
                      <a:pt x="43815" y="39053"/>
                      <a:pt x="49530" y="46673"/>
                      <a:pt x="49530" y="55245"/>
                    </a:cubicBezTo>
                    <a:cubicBezTo>
                      <a:pt x="49530" y="63818"/>
                      <a:pt x="46672" y="67628"/>
                      <a:pt x="41910" y="71438"/>
                    </a:cubicBezTo>
                    <a:cubicBezTo>
                      <a:pt x="37147" y="75248"/>
                      <a:pt x="31433" y="77153"/>
                      <a:pt x="24765" y="77153"/>
                    </a:cubicBezTo>
                    <a:cubicBezTo>
                      <a:pt x="18097" y="77153"/>
                      <a:pt x="15240" y="77153"/>
                      <a:pt x="9525" y="75248"/>
                    </a:cubicBezTo>
                    <a:cubicBezTo>
                      <a:pt x="7620" y="75248"/>
                      <a:pt x="6668" y="75248"/>
                      <a:pt x="5715" y="75248"/>
                    </a:cubicBezTo>
                    <a:cubicBezTo>
                      <a:pt x="4763" y="75248"/>
                      <a:pt x="3810" y="75248"/>
                      <a:pt x="2858" y="77153"/>
                    </a:cubicBezTo>
                    <a:lnTo>
                      <a:pt x="0" y="77153"/>
                    </a:lnTo>
                    <a:lnTo>
                      <a:pt x="0" y="51435"/>
                    </a:lnTo>
                    <a:lnTo>
                      <a:pt x="2858" y="51435"/>
                    </a:lnTo>
                    <a:cubicBezTo>
                      <a:pt x="4763" y="59055"/>
                      <a:pt x="7620" y="64770"/>
                      <a:pt x="11430" y="68580"/>
                    </a:cubicBezTo>
                    <a:cubicBezTo>
                      <a:pt x="15240" y="72390"/>
                      <a:pt x="20003" y="74295"/>
                      <a:pt x="25718" y="74295"/>
                    </a:cubicBezTo>
                    <a:cubicBezTo>
                      <a:pt x="31433" y="74295"/>
                      <a:pt x="32385" y="73343"/>
                      <a:pt x="34290" y="71438"/>
                    </a:cubicBezTo>
                    <a:cubicBezTo>
                      <a:pt x="36195" y="69533"/>
                      <a:pt x="38100" y="66675"/>
                      <a:pt x="38100" y="63818"/>
                    </a:cubicBezTo>
                    <a:cubicBezTo>
                      <a:pt x="38100" y="60960"/>
                      <a:pt x="37147" y="57150"/>
                      <a:pt x="34290" y="54293"/>
                    </a:cubicBezTo>
                    <a:cubicBezTo>
                      <a:pt x="31433" y="51435"/>
                      <a:pt x="26670" y="48578"/>
                      <a:pt x="19050" y="44768"/>
                    </a:cubicBezTo>
                    <a:cubicBezTo>
                      <a:pt x="11430" y="40958"/>
                      <a:pt x="6668" y="37148"/>
                      <a:pt x="3810" y="34290"/>
                    </a:cubicBezTo>
                    <a:cubicBezTo>
                      <a:pt x="1905" y="31433"/>
                      <a:pt x="0" y="27623"/>
                      <a:pt x="0" y="22860"/>
                    </a:cubicBezTo>
                    <a:cubicBezTo>
                      <a:pt x="0" y="18098"/>
                      <a:pt x="1905" y="12383"/>
                      <a:pt x="5715" y="7620"/>
                    </a:cubicBezTo>
                    <a:cubicBezTo>
                      <a:pt x="9525" y="2858"/>
                      <a:pt x="15240" y="1905"/>
                      <a:pt x="21908" y="1905"/>
                    </a:cubicBezTo>
                    <a:cubicBezTo>
                      <a:pt x="28575" y="1905"/>
                      <a:pt x="28575" y="1905"/>
                      <a:pt x="32385" y="3810"/>
                    </a:cubicBezTo>
                    <a:cubicBezTo>
                      <a:pt x="35243" y="3810"/>
                      <a:pt x="37147" y="4763"/>
                      <a:pt x="38100" y="4763"/>
                    </a:cubicBezTo>
                    <a:cubicBezTo>
                      <a:pt x="39053" y="4763"/>
                      <a:pt x="40005" y="4763"/>
                      <a:pt x="40005" y="4763"/>
                    </a:cubicBezTo>
                    <a:cubicBezTo>
                      <a:pt x="40005" y="4763"/>
                      <a:pt x="40958" y="3810"/>
                      <a:pt x="41910" y="1905"/>
                    </a:cubicBezTo>
                    <a:lnTo>
                      <a:pt x="44768" y="190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B50548C1-C1FC-60EC-C4F3-05E392A32DE9}"/>
                  </a:ext>
                </a:extLst>
              </p:cNvPr>
              <p:cNvSpPr/>
              <p:nvPr/>
            </p:nvSpPr>
            <p:spPr>
              <a:xfrm>
                <a:off x="5272087" y="3013709"/>
                <a:ext cx="49530" cy="77152"/>
              </a:xfrm>
              <a:custGeom>
                <a:avLst/>
                <a:gdLst>
                  <a:gd name="connsiteX0" fmla="*/ 44768 w 49530"/>
                  <a:gd name="connsiteY0" fmla="*/ 0 h 77152"/>
                  <a:gd name="connsiteX1" fmla="*/ 44768 w 49530"/>
                  <a:gd name="connsiteY1" fmla="*/ 24765 h 77152"/>
                  <a:gd name="connsiteX2" fmla="*/ 41910 w 49530"/>
                  <a:gd name="connsiteY2" fmla="*/ 24765 h 77152"/>
                  <a:gd name="connsiteX3" fmla="*/ 34290 w 49530"/>
                  <a:gd name="connsiteY3" fmla="*/ 8573 h 77152"/>
                  <a:gd name="connsiteX4" fmla="*/ 21907 w 49530"/>
                  <a:gd name="connsiteY4" fmla="*/ 4763 h 77152"/>
                  <a:gd name="connsiteX5" fmla="*/ 13335 w 49530"/>
                  <a:gd name="connsiteY5" fmla="*/ 7620 h 77152"/>
                  <a:gd name="connsiteX6" fmla="*/ 9525 w 49530"/>
                  <a:gd name="connsiteY6" fmla="*/ 14288 h 77152"/>
                  <a:gd name="connsiteX7" fmla="*/ 12382 w 49530"/>
                  <a:gd name="connsiteY7" fmla="*/ 21908 h 77152"/>
                  <a:gd name="connsiteX8" fmla="*/ 21907 w 49530"/>
                  <a:gd name="connsiteY8" fmla="*/ 28575 h 77152"/>
                  <a:gd name="connsiteX9" fmla="*/ 33338 w 49530"/>
                  <a:gd name="connsiteY9" fmla="*/ 34290 h 77152"/>
                  <a:gd name="connsiteX10" fmla="*/ 49530 w 49530"/>
                  <a:gd name="connsiteY10" fmla="*/ 55245 h 77152"/>
                  <a:gd name="connsiteX11" fmla="*/ 41910 w 49530"/>
                  <a:gd name="connsiteY11" fmla="*/ 71438 h 77152"/>
                  <a:gd name="connsiteX12" fmla="*/ 24765 w 49530"/>
                  <a:gd name="connsiteY12" fmla="*/ 77153 h 77152"/>
                  <a:gd name="connsiteX13" fmla="*/ 9525 w 49530"/>
                  <a:gd name="connsiteY13" fmla="*/ 75248 h 77152"/>
                  <a:gd name="connsiteX14" fmla="*/ 5715 w 49530"/>
                  <a:gd name="connsiteY14" fmla="*/ 75248 h 77152"/>
                  <a:gd name="connsiteX15" fmla="*/ 2857 w 49530"/>
                  <a:gd name="connsiteY15" fmla="*/ 77153 h 77152"/>
                  <a:gd name="connsiteX16" fmla="*/ 0 w 49530"/>
                  <a:gd name="connsiteY16" fmla="*/ 77153 h 77152"/>
                  <a:gd name="connsiteX17" fmla="*/ 0 w 49530"/>
                  <a:gd name="connsiteY17" fmla="*/ 51435 h 77152"/>
                  <a:gd name="connsiteX18" fmla="*/ 2857 w 49530"/>
                  <a:gd name="connsiteY18" fmla="*/ 51435 h 77152"/>
                  <a:gd name="connsiteX19" fmla="*/ 11430 w 49530"/>
                  <a:gd name="connsiteY19" fmla="*/ 68580 h 77152"/>
                  <a:gd name="connsiteX20" fmla="*/ 25718 w 49530"/>
                  <a:gd name="connsiteY20" fmla="*/ 74295 h 77152"/>
                  <a:gd name="connsiteX21" fmla="*/ 34290 w 49530"/>
                  <a:gd name="connsiteY21" fmla="*/ 71438 h 77152"/>
                  <a:gd name="connsiteX22" fmla="*/ 38100 w 49530"/>
                  <a:gd name="connsiteY22" fmla="*/ 63818 h 77152"/>
                  <a:gd name="connsiteX23" fmla="*/ 34290 w 49530"/>
                  <a:gd name="connsiteY23" fmla="*/ 54293 h 77152"/>
                  <a:gd name="connsiteX24" fmla="*/ 19050 w 49530"/>
                  <a:gd name="connsiteY24" fmla="*/ 44768 h 77152"/>
                  <a:gd name="connsiteX25" fmla="*/ 3810 w 49530"/>
                  <a:gd name="connsiteY25" fmla="*/ 34290 h 77152"/>
                  <a:gd name="connsiteX26" fmla="*/ 0 w 49530"/>
                  <a:gd name="connsiteY26" fmla="*/ 22860 h 77152"/>
                  <a:gd name="connsiteX27" fmla="*/ 5715 w 49530"/>
                  <a:gd name="connsiteY27" fmla="*/ 7620 h 77152"/>
                  <a:gd name="connsiteX28" fmla="*/ 21907 w 49530"/>
                  <a:gd name="connsiteY28" fmla="*/ 1905 h 77152"/>
                  <a:gd name="connsiteX29" fmla="*/ 32385 w 49530"/>
                  <a:gd name="connsiteY29" fmla="*/ 3810 h 77152"/>
                  <a:gd name="connsiteX30" fmla="*/ 38100 w 49530"/>
                  <a:gd name="connsiteY30" fmla="*/ 4763 h 77152"/>
                  <a:gd name="connsiteX31" fmla="*/ 40005 w 49530"/>
                  <a:gd name="connsiteY31" fmla="*/ 4763 h 77152"/>
                  <a:gd name="connsiteX32" fmla="*/ 41910 w 49530"/>
                  <a:gd name="connsiteY32" fmla="*/ 1905 h 77152"/>
                  <a:gd name="connsiteX33" fmla="*/ 44768 w 49530"/>
                  <a:gd name="connsiteY33" fmla="*/ 1905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9530" h="77152">
                    <a:moveTo>
                      <a:pt x="44768" y="0"/>
                    </a:moveTo>
                    <a:lnTo>
                      <a:pt x="44768" y="24765"/>
                    </a:lnTo>
                    <a:lnTo>
                      <a:pt x="41910" y="24765"/>
                    </a:lnTo>
                    <a:cubicBezTo>
                      <a:pt x="40005" y="17145"/>
                      <a:pt x="37147" y="11430"/>
                      <a:pt x="34290" y="8573"/>
                    </a:cubicBezTo>
                    <a:cubicBezTo>
                      <a:pt x="31432" y="5715"/>
                      <a:pt x="27622" y="4763"/>
                      <a:pt x="21907" y="4763"/>
                    </a:cubicBezTo>
                    <a:cubicBezTo>
                      <a:pt x="16193" y="4763"/>
                      <a:pt x="15240" y="5715"/>
                      <a:pt x="13335" y="7620"/>
                    </a:cubicBezTo>
                    <a:cubicBezTo>
                      <a:pt x="11430" y="9525"/>
                      <a:pt x="9525" y="11430"/>
                      <a:pt x="9525" y="14288"/>
                    </a:cubicBezTo>
                    <a:cubicBezTo>
                      <a:pt x="9525" y="17145"/>
                      <a:pt x="9525" y="20003"/>
                      <a:pt x="12382" y="21908"/>
                    </a:cubicBezTo>
                    <a:cubicBezTo>
                      <a:pt x="14288" y="23813"/>
                      <a:pt x="17145" y="26670"/>
                      <a:pt x="21907" y="28575"/>
                    </a:cubicBezTo>
                    <a:lnTo>
                      <a:pt x="33338" y="34290"/>
                    </a:lnTo>
                    <a:cubicBezTo>
                      <a:pt x="43815" y="39053"/>
                      <a:pt x="49530" y="46673"/>
                      <a:pt x="49530" y="55245"/>
                    </a:cubicBezTo>
                    <a:cubicBezTo>
                      <a:pt x="49530" y="63818"/>
                      <a:pt x="46672" y="67628"/>
                      <a:pt x="41910" y="71438"/>
                    </a:cubicBezTo>
                    <a:cubicBezTo>
                      <a:pt x="37147" y="75248"/>
                      <a:pt x="31432" y="77153"/>
                      <a:pt x="24765" y="77153"/>
                    </a:cubicBezTo>
                    <a:cubicBezTo>
                      <a:pt x="18097" y="77153"/>
                      <a:pt x="15240" y="77153"/>
                      <a:pt x="9525" y="75248"/>
                    </a:cubicBezTo>
                    <a:cubicBezTo>
                      <a:pt x="7620" y="75248"/>
                      <a:pt x="6668" y="75248"/>
                      <a:pt x="5715" y="75248"/>
                    </a:cubicBezTo>
                    <a:cubicBezTo>
                      <a:pt x="4763" y="75248"/>
                      <a:pt x="3810" y="75248"/>
                      <a:pt x="2857" y="77153"/>
                    </a:cubicBezTo>
                    <a:lnTo>
                      <a:pt x="0" y="77153"/>
                    </a:lnTo>
                    <a:lnTo>
                      <a:pt x="0" y="51435"/>
                    </a:lnTo>
                    <a:lnTo>
                      <a:pt x="2857" y="51435"/>
                    </a:lnTo>
                    <a:cubicBezTo>
                      <a:pt x="4763" y="59055"/>
                      <a:pt x="7620" y="64770"/>
                      <a:pt x="11430" y="68580"/>
                    </a:cubicBezTo>
                    <a:cubicBezTo>
                      <a:pt x="15240" y="72390"/>
                      <a:pt x="20003" y="74295"/>
                      <a:pt x="25718" y="74295"/>
                    </a:cubicBezTo>
                    <a:cubicBezTo>
                      <a:pt x="31432" y="74295"/>
                      <a:pt x="32385" y="73343"/>
                      <a:pt x="34290" y="71438"/>
                    </a:cubicBezTo>
                    <a:cubicBezTo>
                      <a:pt x="36195" y="69533"/>
                      <a:pt x="38100" y="66675"/>
                      <a:pt x="38100" y="63818"/>
                    </a:cubicBezTo>
                    <a:cubicBezTo>
                      <a:pt x="38100" y="60960"/>
                      <a:pt x="37147" y="57150"/>
                      <a:pt x="34290" y="54293"/>
                    </a:cubicBezTo>
                    <a:cubicBezTo>
                      <a:pt x="31432" y="51435"/>
                      <a:pt x="26670" y="48578"/>
                      <a:pt x="19050" y="44768"/>
                    </a:cubicBezTo>
                    <a:cubicBezTo>
                      <a:pt x="11430" y="40958"/>
                      <a:pt x="6668" y="37148"/>
                      <a:pt x="3810" y="34290"/>
                    </a:cubicBezTo>
                    <a:cubicBezTo>
                      <a:pt x="1905" y="31433"/>
                      <a:pt x="0" y="27623"/>
                      <a:pt x="0" y="22860"/>
                    </a:cubicBezTo>
                    <a:cubicBezTo>
                      <a:pt x="0" y="18098"/>
                      <a:pt x="1905" y="12383"/>
                      <a:pt x="5715" y="7620"/>
                    </a:cubicBezTo>
                    <a:cubicBezTo>
                      <a:pt x="9525" y="2858"/>
                      <a:pt x="15240" y="1905"/>
                      <a:pt x="21907" y="1905"/>
                    </a:cubicBezTo>
                    <a:cubicBezTo>
                      <a:pt x="28575" y="1905"/>
                      <a:pt x="28575" y="1905"/>
                      <a:pt x="32385" y="3810"/>
                    </a:cubicBezTo>
                    <a:cubicBezTo>
                      <a:pt x="35243" y="3810"/>
                      <a:pt x="37147" y="4763"/>
                      <a:pt x="38100" y="4763"/>
                    </a:cubicBezTo>
                    <a:cubicBezTo>
                      <a:pt x="39053" y="4763"/>
                      <a:pt x="40005" y="4763"/>
                      <a:pt x="40005" y="4763"/>
                    </a:cubicBezTo>
                    <a:cubicBezTo>
                      <a:pt x="40005" y="4763"/>
                      <a:pt x="40957" y="3810"/>
                      <a:pt x="41910" y="1905"/>
                    </a:cubicBezTo>
                    <a:lnTo>
                      <a:pt x="44768" y="190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4B47769B-EF61-B1C6-8BAE-5BC1DE1924FF}"/>
                  </a:ext>
                </a:extLst>
              </p:cNvPr>
              <p:cNvSpPr/>
              <p:nvPr/>
            </p:nvSpPr>
            <p:spPr>
              <a:xfrm>
                <a:off x="5333969" y="2975609"/>
                <a:ext cx="35272" cy="113347"/>
              </a:xfrm>
              <a:custGeom>
                <a:avLst/>
                <a:gdLst>
                  <a:gd name="connsiteX0" fmla="*/ 24795 w 35272"/>
                  <a:gd name="connsiteY0" fmla="*/ 38100 h 113347"/>
                  <a:gd name="connsiteX1" fmla="*/ 24795 w 35272"/>
                  <a:gd name="connsiteY1" fmla="*/ 96203 h 113347"/>
                  <a:gd name="connsiteX2" fmla="*/ 25748 w 35272"/>
                  <a:gd name="connsiteY2" fmla="*/ 105728 h 113347"/>
                  <a:gd name="connsiteX3" fmla="*/ 28605 w 35272"/>
                  <a:gd name="connsiteY3" fmla="*/ 109538 h 113347"/>
                  <a:gd name="connsiteX4" fmla="*/ 35273 w 35272"/>
                  <a:gd name="connsiteY4" fmla="*/ 110490 h 113347"/>
                  <a:gd name="connsiteX5" fmla="*/ 35273 w 35272"/>
                  <a:gd name="connsiteY5" fmla="*/ 113348 h 113347"/>
                  <a:gd name="connsiteX6" fmla="*/ 30 w 35272"/>
                  <a:gd name="connsiteY6" fmla="*/ 113348 h 113347"/>
                  <a:gd name="connsiteX7" fmla="*/ 30 w 35272"/>
                  <a:gd name="connsiteY7" fmla="*/ 110490 h 113347"/>
                  <a:gd name="connsiteX8" fmla="*/ 6698 w 35272"/>
                  <a:gd name="connsiteY8" fmla="*/ 109538 h 113347"/>
                  <a:gd name="connsiteX9" fmla="*/ 9555 w 35272"/>
                  <a:gd name="connsiteY9" fmla="*/ 105728 h 113347"/>
                  <a:gd name="connsiteX10" fmla="*/ 10508 w 35272"/>
                  <a:gd name="connsiteY10" fmla="*/ 96203 h 113347"/>
                  <a:gd name="connsiteX11" fmla="*/ 10508 w 35272"/>
                  <a:gd name="connsiteY11" fmla="*/ 68580 h 113347"/>
                  <a:gd name="connsiteX12" fmla="*/ 10508 w 35272"/>
                  <a:gd name="connsiteY12" fmla="*/ 53340 h 113347"/>
                  <a:gd name="connsiteX13" fmla="*/ 8603 w 35272"/>
                  <a:gd name="connsiteY13" fmla="*/ 49530 h 113347"/>
                  <a:gd name="connsiteX14" fmla="*/ 5745 w 35272"/>
                  <a:gd name="connsiteY14" fmla="*/ 48578 h 113347"/>
                  <a:gd name="connsiteX15" fmla="*/ 30 w 35272"/>
                  <a:gd name="connsiteY15" fmla="*/ 49530 h 113347"/>
                  <a:gd name="connsiteX16" fmla="*/ 30 w 35272"/>
                  <a:gd name="connsiteY16" fmla="*/ 46673 h 113347"/>
                  <a:gd name="connsiteX17" fmla="*/ 20985 w 35272"/>
                  <a:gd name="connsiteY17" fmla="*/ 38100 h 113347"/>
                  <a:gd name="connsiteX18" fmla="*/ 24795 w 35272"/>
                  <a:gd name="connsiteY18" fmla="*/ 38100 h 113347"/>
                  <a:gd name="connsiteX19" fmla="*/ 18128 w 35272"/>
                  <a:gd name="connsiteY19" fmla="*/ 0 h 113347"/>
                  <a:gd name="connsiteX20" fmla="*/ 23843 w 35272"/>
                  <a:gd name="connsiteY20" fmla="*/ 1905 h 113347"/>
                  <a:gd name="connsiteX21" fmla="*/ 25748 w 35272"/>
                  <a:gd name="connsiteY21" fmla="*/ 7620 h 113347"/>
                  <a:gd name="connsiteX22" fmla="*/ 23843 w 35272"/>
                  <a:gd name="connsiteY22" fmla="*/ 13335 h 113347"/>
                  <a:gd name="connsiteX23" fmla="*/ 18128 w 35272"/>
                  <a:gd name="connsiteY23" fmla="*/ 15240 h 113347"/>
                  <a:gd name="connsiteX24" fmla="*/ 12413 w 35272"/>
                  <a:gd name="connsiteY24" fmla="*/ 13335 h 113347"/>
                  <a:gd name="connsiteX25" fmla="*/ 10508 w 35272"/>
                  <a:gd name="connsiteY25" fmla="*/ 7620 h 113347"/>
                  <a:gd name="connsiteX26" fmla="*/ 12413 w 35272"/>
                  <a:gd name="connsiteY26" fmla="*/ 1905 h 113347"/>
                  <a:gd name="connsiteX27" fmla="*/ 18128 w 35272"/>
                  <a:gd name="connsiteY27" fmla="*/ 0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5272" h="113347">
                    <a:moveTo>
                      <a:pt x="24795" y="38100"/>
                    </a:moveTo>
                    <a:lnTo>
                      <a:pt x="24795" y="96203"/>
                    </a:lnTo>
                    <a:cubicBezTo>
                      <a:pt x="24795" y="100965"/>
                      <a:pt x="24795" y="103823"/>
                      <a:pt x="25748" y="105728"/>
                    </a:cubicBezTo>
                    <a:cubicBezTo>
                      <a:pt x="26700" y="107633"/>
                      <a:pt x="27653" y="108585"/>
                      <a:pt x="28605" y="109538"/>
                    </a:cubicBezTo>
                    <a:cubicBezTo>
                      <a:pt x="29558" y="110490"/>
                      <a:pt x="32415" y="110490"/>
                      <a:pt x="35273" y="110490"/>
                    </a:cubicBezTo>
                    <a:lnTo>
                      <a:pt x="35273" y="113348"/>
                    </a:lnTo>
                    <a:lnTo>
                      <a:pt x="30" y="113348"/>
                    </a:lnTo>
                    <a:lnTo>
                      <a:pt x="30" y="110490"/>
                    </a:lnTo>
                    <a:cubicBezTo>
                      <a:pt x="3840" y="110490"/>
                      <a:pt x="5745" y="110490"/>
                      <a:pt x="6698" y="109538"/>
                    </a:cubicBezTo>
                    <a:cubicBezTo>
                      <a:pt x="7650" y="108585"/>
                      <a:pt x="8603" y="107633"/>
                      <a:pt x="9555" y="105728"/>
                    </a:cubicBezTo>
                    <a:cubicBezTo>
                      <a:pt x="10508" y="103823"/>
                      <a:pt x="10508" y="100965"/>
                      <a:pt x="10508" y="96203"/>
                    </a:cubicBezTo>
                    <a:lnTo>
                      <a:pt x="10508" y="68580"/>
                    </a:lnTo>
                    <a:cubicBezTo>
                      <a:pt x="10508" y="60960"/>
                      <a:pt x="10508" y="55245"/>
                      <a:pt x="10508" y="53340"/>
                    </a:cubicBezTo>
                    <a:cubicBezTo>
                      <a:pt x="10508" y="51435"/>
                      <a:pt x="10508" y="50483"/>
                      <a:pt x="8603" y="49530"/>
                    </a:cubicBezTo>
                    <a:cubicBezTo>
                      <a:pt x="6698" y="48578"/>
                      <a:pt x="6698" y="48578"/>
                      <a:pt x="5745" y="48578"/>
                    </a:cubicBezTo>
                    <a:cubicBezTo>
                      <a:pt x="4793" y="48578"/>
                      <a:pt x="2888" y="48578"/>
                      <a:pt x="30" y="49530"/>
                    </a:cubicBezTo>
                    <a:lnTo>
                      <a:pt x="30" y="46673"/>
                    </a:lnTo>
                    <a:cubicBezTo>
                      <a:pt x="-922" y="46673"/>
                      <a:pt x="20985" y="38100"/>
                      <a:pt x="20985" y="38100"/>
                    </a:cubicBezTo>
                    <a:lnTo>
                      <a:pt x="24795" y="38100"/>
                    </a:lnTo>
                    <a:close/>
                    <a:moveTo>
                      <a:pt x="18128" y="0"/>
                    </a:moveTo>
                    <a:cubicBezTo>
                      <a:pt x="20033" y="0"/>
                      <a:pt x="21938" y="0"/>
                      <a:pt x="23843" y="1905"/>
                    </a:cubicBezTo>
                    <a:cubicBezTo>
                      <a:pt x="25748" y="3810"/>
                      <a:pt x="25748" y="5715"/>
                      <a:pt x="25748" y="7620"/>
                    </a:cubicBezTo>
                    <a:cubicBezTo>
                      <a:pt x="25748" y="9525"/>
                      <a:pt x="25748" y="11430"/>
                      <a:pt x="23843" y="13335"/>
                    </a:cubicBezTo>
                    <a:cubicBezTo>
                      <a:pt x="21938" y="15240"/>
                      <a:pt x="20033" y="15240"/>
                      <a:pt x="18128" y="15240"/>
                    </a:cubicBezTo>
                    <a:cubicBezTo>
                      <a:pt x="16223" y="15240"/>
                      <a:pt x="14318" y="15240"/>
                      <a:pt x="12413" y="13335"/>
                    </a:cubicBezTo>
                    <a:cubicBezTo>
                      <a:pt x="10508" y="11430"/>
                      <a:pt x="10508" y="9525"/>
                      <a:pt x="10508" y="7620"/>
                    </a:cubicBezTo>
                    <a:cubicBezTo>
                      <a:pt x="10508" y="5715"/>
                      <a:pt x="10508" y="3810"/>
                      <a:pt x="12413" y="1905"/>
                    </a:cubicBezTo>
                    <a:cubicBezTo>
                      <a:pt x="14318" y="0"/>
                      <a:pt x="16223" y="0"/>
                      <a:pt x="181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2F9A13F1-E7A6-31B7-2478-55A005C80143}"/>
                  </a:ext>
                </a:extLst>
              </p:cNvPr>
              <p:cNvSpPr/>
              <p:nvPr/>
            </p:nvSpPr>
            <p:spPr>
              <a:xfrm>
                <a:off x="5378767" y="3013709"/>
                <a:ext cx="70484" cy="77152"/>
              </a:xfrm>
              <a:custGeom>
                <a:avLst/>
                <a:gdLst>
                  <a:gd name="connsiteX0" fmla="*/ 35242 w 70484"/>
                  <a:gd name="connsiteY0" fmla="*/ 0 h 77152"/>
                  <a:gd name="connsiteX1" fmla="*/ 61913 w 70484"/>
                  <a:gd name="connsiteY1" fmla="*/ 12383 h 77152"/>
                  <a:gd name="connsiteX2" fmla="*/ 70485 w 70484"/>
                  <a:gd name="connsiteY2" fmla="*/ 37148 h 77152"/>
                  <a:gd name="connsiteX3" fmla="*/ 65722 w 70484"/>
                  <a:gd name="connsiteY3" fmla="*/ 57150 h 77152"/>
                  <a:gd name="connsiteX4" fmla="*/ 52388 w 70484"/>
                  <a:gd name="connsiteY4" fmla="*/ 72390 h 77152"/>
                  <a:gd name="connsiteX5" fmla="*/ 34290 w 70484"/>
                  <a:gd name="connsiteY5" fmla="*/ 77153 h 77152"/>
                  <a:gd name="connsiteX6" fmla="*/ 8572 w 70484"/>
                  <a:gd name="connsiteY6" fmla="*/ 63818 h 77152"/>
                  <a:gd name="connsiteX7" fmla="*/ 0 w 70484"/>
                  <a:gd name="connsiteY7" fmla="*/ 39053 h 77152"/>
                  <a:gd name="connsiteX8" fmla="*/ 4763 w 70484"/>
                  <a:gd name="connsiteY8" fmla="*/ 19050 h 77152"/>
                  <a:gd name="connsiteX9" fmla="*/ 18097 w 70484"/>
                  <a:gd name="connsiteY9" fmla="*/ 4763 h 77152"/>
                  <a:gd name="connsiteX10" fmla="*/ 35242 w 70484"/>
                  <a:gd name="connsiteY10" fmla="*/ 0 h 77152"/>
                  <a:gd name="connsiteX11" fmla="*/ 32385 w 70484"/>
                  <a:gd name="connsiteY11" fmla="*/ 4763 h 77152"/>
                  <a:gd name="connsiteX12" fmla="*/ 23813 w 70484"/>
                  <a:gd name="connsiteY12" fmla="*/ 7620 h 77152"/>
                  <a:gd name="connsiteX13" fmla="*/ 17145 w 70484"/>
                  <a:gd name="connsiteY13" fmla="*/ 16193 h 77152"/>
                  <a:gd name="connsiteX14" fmla="*/ 14288 w 70484"/>
                  <a:gd name="connsiteY14" fmla="*/ 32385 h 77152"/>
                  <a:gd name="connsiteX15" fmla="*/ 20955 w 70484"/>
                  <a:gd name="connsiteY15" fmla="*/ 60008 h 77152"/>
                  <a:gd name="connsiteX16" fmla="*/ 37147 w 70484"/>
                  <a:gd name="connsiteY16" fmla="*/ 71438 h 77152"/>
                  <a:gd name="connsiteX17" fmla="*/ 49530 w 70484"/>
                  <a:gd name="connsiteY17" fmla="*/ 64770 h 77152"/>
                  <a:gd name="connsiteX18" fmla="*/ 54292 w 70484"/>
                  <a:gd name="connsiteY18" fmla="*/ 42863 h 77152"/>
                  <a:gd name="connsiteX19" fmla="*/ 45720 w 70484"/>
                  <a:gd name="connsiteY19" fmla="*/ 12383 h 77152"/>
                  <a:gd name="connsiteX20" fmla="*/ 31432 w 70484"/>
                  <a:gd name="connsiteY20" fmla="*/ 4763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0484" h="77152">
                    <a:moveTo>
                      <a:pt x="35242" y="0"/>
                    </a:moveTo>
                    <a:cubicBezTo>
                      <a:pt x="46672" y="0"/>
                      <a:pt x="55245" y="3810"/>
                      <a:pt x="61913" y="12383"/>
                    </a:cubicBezTo>
                    <a:cubicBezTo>
                      <a:pt x="67627" y="19050"/>
                      <a:pt x="70485" y="27623"/>
                      <a:pt x="70485" y="37148"/>
                    </a:cubicBezTo>
                    <a:cubicBezTo>
                      <a:pt x="70485" y="46673"/>
                      <a:pt x="68580" y="50483"/>
                      <a:pt x="65722" y="57150"/>
                    </a:cubicBezTo>
                    <a:cubicBezTo>
                      <a:pt x="62865" y="63818"/>
                      <a:pt x="58102" y="68580"/>
                      <a:pt x="52388" y="72390"/>
                    </a:cubicBezTo>
                    <a:cubicBezTo>
                      <a:pt x="46672" y="76200"/>
                      <a:pt x="40957" y="77153"/>
                      <a:pt x="34290" y="77153"/>
                    </a:cubicBezTo>
                    <a:cubicBezTo>
                      <a:pt x="23813" y="77153"/>
                      <a:pt x="14288" y="72390"/>
                      <a:pt x="8572" y="63818"/>
                    </a:cubicBezTo>
                    <a:cubicBezTo>
                      <a:pt x="2857" y="56198"/>
                      <a:pt x="0" y="48578"/>
                      <a:pt x="0" y="39053"/>
                    </a:cubicBezTo>
                    <a:cubicBezTo>
                      <a:pt x="0" y="29528"/>
                      <a:pt x="1905" y="25718"/>
                      <a:pt x="4763" y="19050"/>
                    </a:cubicBezTo>
                    <a:cubicBezTo>
                      <a:pt x="7620" y="12383"/>
                      <a:pt x="12382" y="7620"/>
                      <a:pt x="18097" y="4763"/>
                    </a:cubicBezTo>
                    <a:cubicBezTo>
                      <a:pt x="23813" y="1905"/>
                      <a:pt x="29527" y="0"/>
                      <a:pt x="35242" y="0"/>
                    </a:cubicBezTo>
                    <a:close/>
                    <a:moveTo>
                      <a:pt x="32385" y="4763"/>
                    </a:moveTo>
                    <a:cubicBezTo>
                      <a:pt x="29527" y="4763"/>
                      <a:pt x="26670" y="4763"/>
                      <a:pt x="23813" y="7620"/>
                    </a:cubicBezTo>
                    <a:cubicBezTo>
                      <a:pt x="20955" y="10478"/>
                      <a:pt x="19050" y="12383"/>
                      <a:pt x="17145" y="16193"/>
                    </a:cubicBezTo>
                    <a:cubicBezTo>
                      <a:pt x="15240" y="20003"/>
                      <a:pt x="14288" y="25718"/>
                      <a:pt x="14288" y="32385"/>
                    </a:cubicBezTo>
                    <a:cubicBezTo>
                      <a:pt x="14288" y="42863"/>
                      <a:pt x="16192" y="52388"/>
                      <a:pt x="20955" y="60008"/>
                    </a:cubicBezTo>
                    <a:cubicBezTo>
                      <a:pt x="25717" y="67628"/>
                      <a:pt x="30480" y="71438"/>
                      <a:pt x="37147" y="71438"/>
                    </a:cubicBezTo>
                    <a:cubicBezTo>
                      <a:pt x="43815" y="71438"/>
                      <a:pt x="46672" y="69533"/>
                      <a:pt x="49530" y="64770"/>
                    </a:cubicBezTo>
                    <a:cubicBezTo>
                      <a:pt x="52388" y="60008"/>
                      <a:pt x="54292" y="53340"/>
                      <a:pt x="54292" y="42863"/>
                    </a:cubicBezTo>
                    <a:cubicBezTo>
                      <a:pt x="54292" y="32385"/>
                      <a:pt x="51435" y="20003"/>
                      <a:pt x="45720" y="12383"/>
                    </a:cubicBezTo>
                    <a:cubicBezTo>
                      <a:pt x="41910" y="7620"/>
                      <a:pt x="37147" y="4763"/>
                      <a:pt x="31432" y="476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F2B4D4DE-2D16-893C-1C53-CA179A235C4B}"/>
                  </a:ext>
                </a:extLst>
              </p:cNvPr>
              <p:cNvSpPr/>
              <p:nvPr/>
            </p:nvSpPr>
            <p:spPr>
              <a:xfrm>
                <a:off x="5454967" y="3012757"/>
                <a:ext cx="80962" cy="74295"/>
              </a:xfrm>
              <a:custGeom>
                <a:avLst/>
                <a:gdLst>
                  <a:gd name="connsiteX0" fmla="*/ 25717 w 80962"/>
                  <a:gd name="connsiteY0" fmla="*/ 16192 h 74295"/>
                  <a:gd name="connsiteX1" fmla="*/ 50482 w 80962"/>
                  <a:gd name="connsiteY1" fmla="*/ 952 h 74295"/>
                  <a:gd name="connsiteX2" fmla="*/ 60960 w 80962"/>
                  <a:gd name="connsiteY2" fmla="*/ 3810 h 74295"/>
                  <a:gd name="connsiteX3" fmla="*/ 67627 w 80962"/>
                  <a:gd name="connsiteY3" fmla="*/ 13335 h 74295"/>
                  <a:gd name="connsiteX4" fmla="*/ 69532 w 80962"/>
                  <a:gd name="connsiteY4" fmla="*/ 27622 h 74295"/>
                  <a:gd name="connsiteX5" fmla="*/ 69532 w 80962"/>
                  <a:gd name="connsiteY5" fmla="*/ 58102 h 74295"/>
                  <a:gd name="connsiteX6" fmla="*/ 70485 w 80962"/>
                  <a:gd name="connsiteY6" fmla="*/ 67627 h 74295"/>
                  <a:gd name="connsiteX7" fmla="*/ 73342 w 80962"/>
                  <a:gd name="connsiteY7" fmla="*/ 70485 h 74295"/>
                  <a:gd name="connsiteX8" fmla="*/ 80963 w 80962"/>
                  <a:gd name="connsiteY8" fmla="*/ 71438 h 74295"/>
                  <a:gd name="connsiteX9" fmla="*/ 80963 w 80962"/>
                  <a:gd name="connsiteY9" fmla="*/ 74295 h 74295"/>
                  <a:gd name="connsiteX10" fmla="*/ 44767 w 80962"/>
                  <a:gd name="connsiteY10" fmla="*/ 74295 h 74295"/>
                  <a:gd name="connsiteX11" fmla="*/ 44767 w 80962"/>
                  <a:gd name="connsiteY11" fmla="*/ 71438 h 74295"/>
                  <a:gd name="connsiteX12" fmla="*/ 46672 w 80962"/>
                  <a:gd name="connsiteY12" fmla="*/ 71438 h 74295"/>
                  <a:gd name="connsiteX13" fmla="*/ 53340 w 80962"/>
                  <a:gd name="connsiteY13" fmla="*/ 69533 h 74295"/>
                  <a:gd name="connsiteX14" fmla="*/ 56197 w 80962"/>
                  <a:gd name="connsiteY14" fmla="*/ 64770 h 74295"/>
                  <a:gd name="connsiteX15" fmla="*/ 56197 w 80962"/>
                  <a:gd name="connsiteY15" fmla="*/ 57150 h 74295"/>
                  <a:gd name="connsiteX16" fmla="*/ 56197 w 80962"/>
                  <a:gd name="connsiteY16" fmla="*/ 27622 h 74295"/>
                  <a:gd name="connsiteX17" fmla="*/ 53340 w 80962"/>
                  <a:gd name="connsiteY17" fmla="*/ 13335 h 74295"/>
                  <a:gd name="connsiteX18" fmla="*/ 44767 w 80962"/>
                  <a:gd name="connsiteY18" fmla="*/ 8572 h 74295"/>
                  <a:gd name="connsiteX19" fmla="*/ 25717 w 80962"/>
                  <a:gd name="connsiteY19" fmla="*/ 19050 h 74295"/>
                  <a:gd name="connsiteX20" fmla="*/ 25717 w 80962"/>
                  <a:gd name="connsiteY20" fmla="*/ 57150 h 74295"/>
                  <a:gd name="connsiteX21" fmla="*/ 25717 w 80962"/>
                  <a:gd name="connsiteY21" fmla="*/ 66675 h 74295"/>
                  <a:gd name="connsiteX22" fmla="*/ 28575 w 80962"/>
                  <a:gd name="connsiteY22" fmla="*/ 70485 h 74295"/>
                  <a:gd name="connsiteX23" fmla="*/ 36195 w 80962"/>
                  <a:gd name="connsiteY23" fmla="*/ 71438 h 74295"/>
                  <a:gd name="connsiteX24" fmla="*/ 36195 w 80962"/>
                  <a:gd name="connsiteY24" fmla="*/ 74295 h 74295"/>
                  <a:gd name="connsiteX25" fmla="*/ 0 w 80962"/>
                  <a:gd name="connsiteY25" fmla="*/ 74295 h 74295"/>
                  <a:gd name="connsiteX26" fmla="*/ 0 w 80962"/>
                  <a:gd name="connsiteY26" fmla="*/ 71438 h 74295"/>
                  <a:gd name="connsiteX27" fmla="*/ 1905 w 80962"/>
                  <a:gd name="connsiteY27" fmla="*/ 71438 h 74295"/>
                  <a:gd name="connsiteX28" fmla="*/ 9525 w 80962"/>
                  <a:gd name="connsiteY28" fmla="*/ 68580 h 74295"/>
                  <a:gd name="connsiteX29" fmla="*/ 11430 w 80962"/>
                  <a:gd name="connsiteY29" fmla="*/ 58102 h 74295"/>
                  <a:gd name="connsiteX30" fmla="*/ 11430 w 80962"/>
                  <a:gd name="connsiteY30" fmla="*/ 31433 h 74295"/>
                  <a:gd name="connsiteX31" fmla="*/ 11430 w 80962"/>
                  <a:gd name="connsiteY31" fmla="*/ 15240 h 74295"/>
                  <a:gd name="connsiteX32" fmla="*/ 9525 w 80962"/>
                  <a:gd name="connsiteY32" fmla="*/ 11430 h 74295"/>
                  <a:gd name="connsiteX33" fmla="*/ 6667 w 80962"/>
                  <a:gd name="connsiteY33" fmla="*/ 10477 h 74295"/>
                  <a:gd name="connsiteX34" fmla="*/ 952 w 80962"/>
                  <a:gd name="connsiteY34" fmla="*/ 11430 h 74295"/>
                  <a:gd name="connsiteX35" fmla="*/ 952 w 80962"/>
                  <a:gd name="connsiteY35" fmla="*/ 8572 h 74295"/>
                  <a:gd name="connsiteX36" fmla="*/ 21907 w 80962"/>
                  <a:gd name="connsiteY36" fmla="*/ 0 h 74295"/>
                  <a:gd name="connsiteX37" fmla="*/ 25717 w 80962"/>
                  <a:gd name="connsiteY37" fmla="*/ 0 h 74295"/>
                  <a:gd name="connsiteX38" fmla="*/ 25717 w 80962"/>
                  <a:gd name="connsiteY38" fmla="*/ 15240 h 74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80962" h="74295">
                    <a:moveTo>
                      <a:pt x="25717" y="16192"/>
                    </a:moveTo>
                    <a:cubicBezTo>
                      <a:pt x="34290" y="5715"/>
                      <a:pt x="41910" y="952"/>
                      <a:pt x="50482" y="952"/>
                    </a:cubicBezTo>
                    <a:cubicBezTo>
                      <a:pt x="59055" y="952"/>
                      <a:pt x="58102" y="1905"/>
                      <a:pt x="60960" y="3810"/>
                    </a:cubicBezTo>
                    <a:cubicBezTo>
                      <a:pt x="63817" y="5715"/>
                      <a:pt x="65722" y="8572"/>
                      <a:pt x="67627" y="13335"/>
                    </a:cubicBezTo>
                    <a:cubicBezTo>
                      <a:pt x="68580" y="16192"/>
                      <a:pt x="69532" y="20955"/>
                      <a:pt x="69532" y="27622"/>
                    </a:cubicBezTo>
                    <a:lnTo>
                      <a:pt x="69532" y="58102"/>
                    </a:lnTo>
                    <a:cubicBezTo>
                      <a:pt x="69532" y="62865"/>
                      <a:pt x="69532" y="65722"/>
                      <a:pt x="70485" y="67627"/>
                    </a:cubicBezTo>
                    <a:cubicBezTo>
                      <a:pt x="70485" y="68580"/>
                      <a:pt x="72390" y="69533"/>
                      <a:pt x="73342" y="70485"/>
                    </a:cubicBezTo>
                    <a:cubicBezTo>
                      <a:pt x="74295" y="71438"/>
                      <a:pt x="77152" y="71438"/>
                      <a:pt x="80963" y="71438"/>
                    </a:cubicBezTo>
                    <a:lnTo>
                      <a:pt x="80963" y="74295"/>
                    </a:lnTo>
                    <a:lnTo>
                      <a:pt x="44767" y="74295"/>
                    </a:lnTo>
                    <a:lnTo>
                      <a:pt x="44767" y="71438"/>
                    </a:lnTo>
                    <a:lnTo>
                      <a:pt x="46672" y="71438"/>
                    </a:lnTo>
                    <a:cubicBezTo>
                      <a:pt x="50482" y="71438"/>
                      <a:pt x="52388" y="71438"/>
                      <a:pt x="53340" y="69533"/>
                    </a:cubicBezTo>
                    <a:cubicBezTo>
                      <a:pt x="54292" y="67627"/>
                      <a:pt x="55245" y="66675"/>
                      <a:pt x="56197" y="64770"/>
                    </a:cubicBezTo>
                    <a:cubicBezTo>
                      <a:pt x="56197" y="64770"/>
                      <a:pt x="56197" y="61913"/>
                      <a:pt x="56197" y="57150"/>
                    </a:cubicBezTo>
                    <a:lnTo>
                      <a:pt x="56197" y="27622"/>
                    </a:lnTo>
                    <a:cubicBezTo>
                      <a:pt x="56197" y="20955"/>
                      <a:pt x="56197" y="16192"/>
                      <a:pt x="53340" y="13335"/>
                    </a:cubicBezTo>
                    <a:cubicBezTo>
                      <a:pt x="50482" y="10477"/>
                      <a:pt x="48577" y="8572"/>
                      <a:pt x="44767" y="8572"/>
                    </a:cubicBezTo>
                    <a:cubicBezTo>
                      <a:pt x="38100" y="8572"/>
                      <a:pt x="32385" y="12383"/>
                      <a:pt x="25717" y="19050"/>
                    </a:cubicBezTo>
                    <a:lnTo>
                      <a:pt x="25717" y="57150"/>
                    </a:lnTo>
                    <a:cubicBezTo>
                      <a:pt x="25717" y="61913"/>
                      <a:pt x="25717" y="64770"/>
                      <a:pt x="25717" y="66675"/>
                    </a:cubicBezTo>
                    <a:cubicBezTo>
                      <a:pt x="25717" y="68580"/>
                      <a:pt x="27622" y="69533"/>
                      <a:pt x="28575" y="70485"/>
                    </a:cubicBezTo>
                    <a:cubicBezTo>
                      <a:pt x="29527" y="71438"/>
                      <a:pt x="32385" y="71438"/>
                      <a:pt x="36195" y="71438"/>
                    </a:cubicBezTo>
                    <a:lnTo>
                      <a:pt x="36195" y="74295"/>
                    </a:lnTo>
                    <a:lnTo>
                      <a:pt x="0" y="74295"/>
                    </a:lnTo>
                    <a:lnTo>
                      <a:pt x="0" y="71438"/>
                    </a:lnTo>
                    <a:lnTo>
                      <a:pt x="1905" y="71438"/>
                    </a:lnTo>
                    <a:cubicBezTo>
                      <a:pt x="5715" y="71438"/>
                      <a:pt x="7620" y="71438"/>
                      <a:pt x="9525" y="68580"/>
                    </a:cubicBezTo>
                    <a:cubicBezTo>
                      <a:pt x="11430" y="65722"/>
                      <a:pt x="11430" y="62865"/>
                      <a:pt x="11430" y="58102"/>
                    </a:cubicBezTo>
                    <a:lnTo>
                      <a:pt x="11430" y="31433"/>
                    </a:lnTo>
                    <a:cubicBezTo>
                      <a:pt x="11430" y="22860"/>
                      <a:pt x="11430" y="17145"/>
                      <a:pt x="11430" y="15240"/>
                    </a:cubicBezTo>
                    <a:cubicBezTo>
                      <a:pt x="11430" y="13335"/>
                      <a:pt x="10477" y="12383"/>
                      <a:pt x="9525" y="11430"/>
                    </a:cubicBezTo>
                    <a:cubicBezTo>
                      <a:pt x="8572" y="10477"/>
                      <a:pt x="7620" y="10477"/>
                      <a:pt x="6667" y="10477"/>
                    </a:cubicBezTo>
                    <a:cubicBezTo>
                      <a:pt x="5715" y="10477"/>
                      <a:pt x="3810" y="10477"/>
                      <a:pt x="952" y="11430"/>
                    </a:cubicBezTo>
                    <a:lnTo>
                      <a:pt x="952" y="8572"/>
                    </a:lnTo>
                    <a:cubicBezTo>
                      <a:pt x="0" y="8572"/>
                      <a:pt x="21907" y="0"/>
                      <a:pt x="21907" y="0"/>
                    </a:cubicBezTo>
                    <a:lnTo>
                      <a:pt x="25717" y="0"/>
                    </a:lnTo>
                    <a:lnTo>
                      <a:pt x="25717" y="1524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A9B0E29C-C122-06EF-21BA-8C9486750FFE}"/>
                  </a:ext>
                </a:extLst>
              </p:cNvPr>
              <p:cNvSpPr/>
              <p:nvPr/>
            </p:nvSpPr>
            <p:spPr>
              <a:xfrm>
                <a:off x="5541644" y="3045142"/>
                <a:ext cx="40957" cy="12382"/>
              </a:xfrm>
              <a:custGeom>
                <a:avLst/>
                <a:gdLst>
                  <a:gd name="connsiteX0" fmla="*/ 0 w 40957"/>
                  <a:gd name="connsiteY0" fmla="*/ 0 h 12382"/>
                  <a:gd name="connsiteX1" fmla="*/ 40958 w 40957"/>
                  <a:gd name="connsiteY1" fmla="*/ 0 h 12382"/>
                  <a:gd name="connsiteX2" fmla="*/ 40958 w 40957"/>
                  <a:gd name="connsiteY2" fmla="*/ 12383 h 12382"/>
                  <a:gd name="connsiteX3" fmla="*/ 0 w 40957"/>
                  <a:gd name="connsiteY3" fmla="*/ 12383 h 12382"/>
                  <a:gd name="connsiteX4" fmla="*/ 0 w 40957"/>
                  <a:gd name="connsiteY4" fmla="*/ 0 h 12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57" h="12382">
                    <a:moveTo>
                      <a:pt x="0" y="0"/>
                    </a:moveTo>
                    <a:lnTo>
                      <a:pt x="40958" y="0"/>
                    </a:lnTo>
                    <a:lnTo>
                      <a:pt x="40958" y="12383"/>
                    </a:lnTo>
                    <a:lnTo>
                      <a:pt x="0" y="12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A1DD01DE-4A98-4056-CEEA-B92990D5684A}"/>
                  </a:ext>
                </a:extLst>
              </p:cNvPr>
              <p:cNvSpPr/>
              <p:nvPr/>
            </p:nvSpPr>
            <p:spPr>
              <a:xfrm>
                <a:off x="5590192" y="2976562"/>
                <a:ext cx="74325" cy="114300"/>
              </a:xfrm>
              <a:custGeom>
                <a:avLst/>
                <a:gdLst>
                  <a:gd name="connsiteX0" fmla="*/ 23843 w 74325"/>
                  <a:gd name="connsiteY0" fmla="*/ 51435 h 114300"/>
                  <a:gd name="connsiteX1" fmla="*/ 46703 w 74325"/>
                  <a:gd name="connsiteY1" fmla="*/ 37147 h 114300"/>
                  <a:gd name="connsiteX2" fmla="*/ 65753 w 74325"/>
                  <a:gd name="connsiteY2" fmla="*/ 46672 h 114300"/>
                  <a:gd name="connsiteX3" fmla="*/ 74325 w 74325"/>
                  <a:gd name="connsiteY3" fmla="*/ 72390 h 114300"/>
                  <a:gd name="connsiteX4" fmla="*/ 61943 w 74325"/>
                  <a:gd name="connsiteY4" fmla="*/ 103822 h 114300"/>
                  <a:gd name="connsiteX5" fmla="*/ 37178 w 74325"/>
                  <a:gd name="connsiteY5" fmla="*/ 114300 h 114300"/>
                  <a:gd name="connsiteX6" fmla="*/ 23843 w 74325"/>
                  <a:gd name="connsiteY6" fmla="*/ 112395 h 114300"/>
                  <a:gd name="connsiteX7" fmla="*/ 10508 w 74325"/>
                  <a:gd name="connsiteY7" fmla="*/ 105728 h 114300"/>
                  <a:gd name="connsiteX8" fmla="*/ 10508 w 74325"/>
                  <a:gd name="connsiteY8" fmla="*/ 30480 h 114300"/>
                  <a:gd name="connsiteX9" fmla="*/ 10508 w 74325"/>
                  <a:gd name="connsiteY9" fmla="*/ 15240 h 114300"/>
                  <a:gd name="connsiteX10" fmla="*/ 8603 w 74325"/>
                  <a:gd name="connsiteY10" fmla="*/ 11430 h 114300"/>
                  <a:gd name="connsiteX11" fmla="*/ 5745 w 74325"/>
                  <a:gd name="connsiteY11" fmla="*/ 10478 h 114300"/>
                  <a:gd name="connsiteX12" fmla="*/ 30 w 74325"/>
                  <a:gd name="connsiteY12" fmla="*/ 11430 h 114300"/>
                  <a:gd name="connsiteX13" fmla="*/ 30 w 74325"/>
                  <a:gd name="connsiteY13" fmla="*/ 8572 h 114300"/>
                  <a:gd name="connsiteX14" fmla="*/ 20985 w 74325"/>
                  <a:gd name="connsiteY14" fmla="*/ 0 h 114300"/>
                  <a:gd name="connsiteX15" fmla="*/ 24795 w 74325"/>
                  <a:gd name="connsiteY15" fmla="*/ 0 h 114300"/>
                  <a:gd name="connsiteX16" fmla="*/ 24795 w 74325"/>
                  <a:gd name="connsiteY16" fmla="*/ 52388 h 114300"/>
                  <a:gd name="connsiteX17" fmla="*/ 23843 w 74325"/>
                  <a:gd name="connsiteY17" fmla="*/ 56197 h 114300"/>
                  <a:gd name="connsiteX18" fmla="*/ 23843 w 74325"/>
                  <a:gd name="connsiteY18" fmla="*/ 100013 h 114300"/>
                  <a:gd name="connsiteX19" fmla="*/ 32415 w 74325"/>
                  <a:gd name="connsiteY19" fmla="*/ 105728 h 114300"/>
                  <a:gd name="connsiteX20" fmla="*/ 40988 w 74325"/>
                  <a:gd name="connsiteY20" fmla="*/ 107633 h 114300"/>
                  <a:gd name="connsiteX21" fmla="*/ 54323 w 74325"/>
                  <a:gd name="connsiteY21" fmla="*/ 100013 h 114300"/>
                  <a:gd name="connsiteX22" fmla="*/ 60990 w 74325"/>
                  <a:gd name="connsiteY22" fmla="*/ 77153 h 114300"/>
                  <a:gd name="connsiteX23" fmla="*/ 54323 w 74325"/>
                  <a:gd name="connsiteY23" fmla="*/ 56197 h 114300"/>
                  <a:gd name="connsiteX24" fmla="*/ 40035 w 74325"/>
                  <a:gd name="connsiteY24" fmla="*/ 48578 h 114300"/>
                  <a:gd name="connsiteX25" fmla="*/ 31463 w 74325"/>
                  <a:gd name="connsiteY25" fmla="*/ 50483 h 114300"/>
                  <a:gd name="connsiteX26" fmla="*/ 23843 w 74325"/>
                  <a:gd name="connsiteY26" fmla="*/ 5715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4325" h="114300">
                    <a:moveTo>
                      <a:pt x="23843" y="51435"/>
                    </a:moveTo>
                    <a:cubicBezTo>
                      <a:pt x="30510" y="41910"/>
                      <a:pt x="38130" y="37147"/>
                      <a:pt x="46703" y="37147"/>
                    </a:cubicBezTo>
                    <a:cubicBezTo>
                      <a:pt x="55275" y="37147"/>
                      <a:pt x="60990" y="40005"/>
                      <a:pt x="65753" y="46672"/>
                    </a:cubicBezTo>
                    <a:cubicBezTo>
                      <a:pt x="70515" y="53340"/>
                      <a:pt x="74325" y="61913"/>
                      <a:pt x="74325" y="72390"/>
                    </a:cubicBezTo>
                    <a:cubicBezTo>
                      <a:pt x="74325" y="82867"/>
                      <a:pt x="70515" y="95250"/>
                      <a:pt x="61943" y="103822"/>
                    </a:cubicBezTo>
                    <a:cubicBezTo>
                      <a:pt x="54323" y="110490"/>
                      <a:pt x="46703" y="114300"/>
                      <a:pt x="37178" y="114300"/>
                    </a:cubicBezTo>
                    <a:cubicBezTo>
                      <a:pt x="27653" y="114300"/>
                      <a:pt x="28605" y="114300"/>
                      <a:pt x="23843" y="112395"/>
                    </a:cubicBezTo>
                    <a:cubicBezTo>
                      <a:pt x="19080" y="110490"/>
                      <a:pt x="15270" y="108585"/>
                      <a:pt x="10508" y="105728"/>
                    </a:cubicBezTo>
                    <a:lnTo>
                      <a:pt x="10508" y="30480"/>
                    </a:lnTo>
                    <a:cubicBezTo>
                      <a:pt x="10508" y="21908"/>
                      <a:pt x="10508" y="17145"/>
                      <a:pt x="10508" y="15240"/>
                    </a:cubicBezTo>
                    <a:cubicBezTo>
                      <a:pt x="10508" y="13335"/>
                      <a:pt x="9555" y="12383"/>
                      <a:pt x="8603" y="11430"/>
                    </a:cubicBezTo>
                    <a:cubicBezTo>
                      <a:pt x="7650" y="10478"/>
                      <a:pt x="6698" y="10478"/>
                      <a:pt x="5745" y="10478"/>
                    </a:cubicBezTo>
                    <a:cubicBezTo>
                      <a:pt x="4793" y="10478"/>
                      <a:pt x="2888" y="10478"/>
                      <a:pt x="30" y="11430"/>
                    </a:cubicBezTo>
                    <a:lnTo>
                      <a:pt x="30" y="8572"/>
                    </a:lnTo>
                    <a:cubicBezTo>
                      <a:pt x="-922" y="8572"/>
                      <a:pt x="20985" y="0"/>
                      <a:pt x="20985" y="0"/>
                    </a:cubicBezTo>
                    <a:lnTo>
                      <a:pt x="24795" y="0"/>
                    </a:lnTo>
                    <a:lnTo>
                      <a:pt x="24795" y="52388"/>
                    </a:lnTo>
                    <a:close/>
                    <a:moveTo>
                      <a:pt x="23843" y="56197"/>
                    </a:moveTo>
                    <a:lnTo>
                      <a:pt x="23843" y="100013"/>
                    </a:lnTo>
                    <a:cubicBezTo>
                      <a:pt x="26700" y="102870"/>
                      <a:pt x="29558" y="104775"/>
                      <a:pt x="32415" y="105728"/>
                    </a:cubicBezTo>
                    <a:cubicBezTo>
                      <a:pt x="35273" y="106680"/>
                      <a:pt x="38130" y="107633"/>
                      <a:pt x="40988" y="107633"/>
                    </a:cubicBezTo>
                    <a:cubicBezTo>
                      <a:pt x="45750" y="107633"/>
                      <a:pt x="50513" y="104775"/>
                      <a:pt x="54323" y="100013"/>
                    </a:cubicBezTo>
                    <a:cubicBezTo>
                      <a:pt x="58133" y="95250"/>
                      <a:pt x="60990" y="86678"/>
                      <a:pt x="60990" y="77153"/>
                    </a:cubicBezTo>
                    <a:cubicBezTo>
                      <a:pt x="60990" y="67628"/>
                      <a:pt x="59085" y="60960"/>
                      <a:pt x="54323" y="56197"/>
                    </a:cubicBezTo>
                    <a:cubicBezTo>
                      <a:pt x="49560" y="51435"/>
                      <a:pt x="45750" y="48578"/>
                      <a:pt x="40035" y="48578"/>
                    </a:cubicBezTo>
                    <a:cubicBezTo>
                      <a:pt x="34320" y="48578"/>
                      <a:pt x="34320" y="48578"/>
                      <a:pt x="31463" y="50483"/>
                    </a:cubicBezTo>
                    <a:cubicBezTo>
                      <a:pt x="29558" y="51435"/>
                      <a:pt x="26700" y="53340"/>
                      <a:pt x="23843" y="571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72BE652E-10CA-72C0-83F3-0381C6D46365}"/>
                  </a:ext>
                </a:extLst>
              </p:cNvPr>
              <p:cNvSpPr/>
              <p:nvPr/>
            </p:nvSpPr>
            <p:spPr>
              <a:xfrm>
                <a:off x="5675947" y="3012757"/>
                <a:ext cx="63817" cy="76200"/>
              </a:xfrm>
              <a:custGeom>
                <a:avLst/>
                <a:gdLst>
                  <a:gd name="connsiteX0" fmla="*/ 40958 w 63817"/>
                  <a:gd name="connsiteY0" fmla="*/ 64770 h 76200"/>
                  <a:gd name="connsiteX1" fmla="*/ 26670 w 63817"/>
                  <a:gd name="connsiteY1" fmla="*/ 74295 h 76200"/>
                  <a:gd name="connsiteX2" fmla="*/ 17145 w 63817"/>
                  <a:gd name="connsiteY2" fmla="*/ 76200 h 76200"/>
                  <a:gd name="connsiteX3" fmla="*/ 4763 w 63817"/>
                  <a:gd name="connsiteY3" fmla="*/ 71438 h 76200"/>
                  <a:gd name="connsiteX4" fmla="*/ 0 w 63817"/>
                  <a:gd name="connsiteY4" fmla="*/ 58102 h 76200"/>
                  <a:gd name="connsiteX5" fmla="*/ 1905 w 63817"/>
                  <a:gd name="connsiteY5" fmla="*/ 48577 h 76200"/>
                  <a:gd name="connsiteX6" fmla="*/ 13335 w 63817"/>
                  <a:gd name="connsiteY6" fmla="*/ 38100 h 76200"/>
                  <a:gd name="connsiteX7" fmla="*/ 40005 w 63817"/>
                  <a:gd name="connsiteY7" fmla="*/ 26670 h 76200"/>
                  <a:gd name="connsiteX8" fmla="*/ 40005 w 63817"/>
                  <a:gd name="connsiteY8" fmla="*/ 23813 h 76200"/>
                  <a:gd name="connsiteX9" fmla="*/ 36195 w 63817"/>
                  <a:gd name="connsiteY9" fmla="*/ 8572 h 76200"/>
                  <a:gd name="connsiteX10" fmla="*/ 25718 w 63817"/>
                  <a:gd name="connsiteY10" fmla="*/ 4763 h 76200"/>
                  <a:gd name="connsiteX11" fmla="*/ 18097 w 63817"/>
                  <a:gd name="connsiteY11" fmla="*/ 7620 h 76200"/>
                  <a:gd name="connsiteX12" fmla="*/ 15240 w 63817"/>
                  <a:gd name="connsiteY12" fmla="*/ 13335 h 76200"/>
                  <a:gd name="connsiteX13" fmla="*/ 15240 w 63817"/>
                  <a:gd name="connsiteY13" fmla="*/ 18097 h 76200"/>
                  <a:gd name="connsiteX14" fmla="*/ 13335 w 63817"/>
                  <a:gd name="connsiteY14" fmla="*/ 23813 h 76200"/>
                  <a:gd name="connsiteX15" fmla="*/ 8572 w 63817"/>
                  <a:gd name="connsiteY15" fmla="*/ 25717 h 76200"/>
                  <a:gd name="connsiteX16" fmla="*/ 3810 w 63817"/>
                  <a:gd name="connsiteY16" fmla="*/ 23813 h 76200"/>
                  <a:gd name="connsiteX17" fmla="*/ 1905 w 63817"/>
                  <a:gd name="connsiteY17" fmla="*/ 18097 h 76200"/>
                  <a:gd name="connsiteX18" fmla="*/ 8572 w 63817"/>
                  <a:gd name="connsiteY18" fmla="*/ 5715 h 76200"/>
                  <a:gd name="connsiteX19" fmla="*/ 28575 w 63817"/>
                  <a:gd name="connsiteY19" fmla="*/ 0 h 76200"/>
                  <a:gd name="connsiteX20" fmla="*/ 44768 w 63817"/>
                  <a:gd name="connsiteY20" fmla="*/ 2858 h 76200"/>
                  <a:gd name="connsiteX21" fmla="*/ 51435 w 63817"/>
                  <a:gd name="connsiteY21" fmla="*/ 10477 h 76200"/>
                  <a:gd name="connsiteX22" fmla="*/ 52388 w 63817"/>
                  <a:gd name="connsiteY22" fmla="*/ 24765 h 76200"/>
                  <a:gd name="connsiteX23" fmla="*/ 52388 w 63817"/>
                  <a:gd name="connsiteY23" fmla="*/ 49530 h 76200"/>
                  <a:gd name="connsiteX24" fmla="*/ 52388 w 63817"/>
                  <a:gd name="connsiteY24" fmla="*/ 61913 h 76200"/>
                  <a:gd name="connsiteX25" fmla="*/ 53340 w 63817"/>
                  <a:gd name="connsiteY25" fmla="*/ 64770 h 76200"/>
                  <a:gd name="connsiteX26" fmla="*/ 55245 w 63817"/>
                  <a:gd name="connsiteY26" fmla="*/ 64770 h 76200"/>
                  <a:gd name="connsiteX27" fmla="*/ 57150 w 63817"/>
                  <a:gd name="connsiteY27" fmla="*/ 64770 h 76200"/>
                  <a:gd name="connsiteX28" fmla="*/ 63818 w 63817"/>
                  <a:gd name="connsiteY28" fmla="*/ 59055 h 76200"/>
                  <a:gd name="connsiteX29" fmla="*/ 63818 w 63817"/>
                  <a:gd name="connsiteY29" fmla="*/ 63817 h 76200"/>
                  <a:gd name="connsiteX30" fmla="*/ 46672 w 63817"/>
                  <a:gd name="connsiteY30" fmla="*/ 75247 h 76200"/>
                  <a:gd name="connsiteX31" fmla="*/ 40958 w 63817"/>
                  <a:gd name="connsiteY31" fmla="*/ 72390 h 76200"/>
                  <a:gd name="connsiteX32" fmla="*/ 39053 w 63817"/>
                  <a:gd name="connsiteY32" fmla="*/ 62865 h 76200"/>
                  <a:gd name="connsiteX33" fmla="*/ 40958 w 63817"/>
                  <a:gd name="connsiteY33" fmla="*/ 60008 h 76200"/>
                  <a:gd name="connsiteX34" fmla="*/ 40958 w 63817"/>
                  <a:gd name="connsiteY34" fmla="*/ 32385 h 76200"/>
                  <a:gd name="connsiteX35" fmla="*/ 25718 w 63817"/>
                  <a:gd name="connsiteY35" fmla="*/ 39052 h 76200"/>
                  <a:gd name="connsiteX36" fmla="*/ 17145 w 63817"/>
                  <a:gd name="connsiteY36" fmla="*/ 46672 h 76200"/>
                  <a:gd name="connsiteX37" fmla="*/ 14288 w 63817"/>
                  <a:gd name="connsiteY37" fmla="*/ 55245 h 76200"/>
                  <a:gd name="connsiteX38" fmla="*/ 18097 w 63817"/>
                  <a:gd name="connsiteY38" fmla="*/ 64770 h 76200"/>
                  <a:gd name="connsiteX39" fmla="*/ 25718 w 63817"/>
                  <a:gd name="connsiteY39" fmla="*/ 68580 h 76200"/>
                  <a:gd name="connsiteX40" fmla="*/ 41910 w 63817"/>
                  <a:gd name="connsiteY40" fmla="*/ 6096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63817" h="76200">
                    <a:moveTo>
                      <a:pt x="40958" y="64770"/>
                    </a:moveTo>
                    <a:cubicBezTo>
                      <a:pt x="33338" y="70485"/>
                      <a:pt x="28575" y="74295"/>
                      <a:pt x="26670" y="74295"/>
                    </a:cubicBezTo>
                    <a:cubicBezTo>
                      <a:pt x="23813" y="75247"/>
                      <a:pt x="20955" y="76200"/>
                      <a:pt x="17145" y="76200"/>
                    </a:cubicBezTo>
                    <a:cubicBezTo>
                      <a:pt x="12383" y="76200"/>
                      <a:pt x="7620" y="74295"/>
                      <a:pt x="4763" y="71438"/>
                    </a:cubicBezTo>
                    <a:cubicBezTo>
                      <a:pt x="1905" y="68580"/>
                      <a:pt x="0" y="63817"/>
                      <a:pt x="0" y="58102"/>
                    </a:cubicBezTo>
                    <a:cubicBezTo>
                      <a:pt x="0" y="52388"/>
                      <a:pt x="0" y="51435"/>
                      <a:pt x="1905" y="48577"/>
                    </a:cubicBezTo>
                    <a:cubicBezTo>
                      <a:pt x="3810" y="44767"/>
                      <a:pt x="7620" y="41910"/>
                      <a:pt x="13335" y="38100"/>
                    </a:cubicBezTo>
                    <a:cubicBezTo>
                      <a:pt x="19050" y="34290"/>
                      <a:pt x="27622" y="31433"/>
                      <a:pt x="40005" y="26670"/>
                    </a:cubicBezTo>
                    <a:lnTo>
                      <a:pt x="40005" y="23813"/>
                    </a:lnTo>
                    <a:cubicBezTo>
                      <a:pt x="40005" y="16192"/>
                      <a:pt x="39053" y="11430"/>
                      <a:pt x="36195" y="8572"/>
                    </a:cubicBezTo>
                    <a:cubicBezTo>
                      <a:pt x="33338" y="5715"/>
                      <a:pt x="30480" y="4763"/>
                      <a:pt x="25718" y="4763"/>
                    </a:cubicBezTo>
                    <a:cubicBezTo>
                      <a:pt x="20955" y="4763"/>
                      <a:pt x="20003" y="4763"/>
                      <a:pt x="18097" y="7620"/>
                    </a:cubicBezTo>
                    <a:cubicBezTo>
                      <a:pt x="16193" y="9525"/>
                      <a:pt x="15240" y="11430"/>
                      <a:pt x="15240" y="13335"/>
                    </a:cubicBezTo>
                    <a:lnTo>
                      <a:pt x="15240" y="18097"/>
                    </a:lnTo>
                    <a:cubicBezTo>
                      <a:pt x="15240" y="20955"/>
                      <a:pt x="15240" y="22860"/>
                      <a:pt x="13335" y="23813"/>
                    </a:cubicBezTo>
                    <a:cubicBezTo>
                      <a:pt x="11430" y="24765"/>
                      <a:pt x="10478" y="25717"/>
                      <a:pt x="8572" y="25717"/>
                    </a:cubicBezTo>
                    <a:cubicBezTo>
                      <a:pt x="6668" y="25717"/>
                      <a:pt x="4763" y="25717"/>
                      <a:pt x="3810" y="23813"/>
                    </a:cubicBezTo>
                    <a:cubicBezTo>
                      <a:pt x="2858" y="21908"/>
                      <a:pt x="1905" y="20955"/>
                      <a:pt x="1905" y="18097"/>
                    </a:cubicBezTo>
                    <a:cubicBezTo>
                      <a:pt x="1905" y="13335"/>
                      <a:pt x="3810" y="9525"/>
                      <a:pt x="8572" y="5715"/>
                    </a:cubicBezTo>
                    <a:cubicBezTo>
                      <a:pt x="13335" y="1905"/>
                      <a:pt x="20003" y="0"/>
                      <a:pt x="28575" y="0"/>
                    </a:cubicBezTo>
                    <a:cubicBezTo>
                      <a:pt x="37147" y="0"/>
                      <a:pt x="40005" y="952"/>
                      <a:pt x="44768" y="2858"/>
                    </a:cubicBezTo>
                    <a:cubicBezTo>
                      <a:pt x="47625" y="4763"/>
                      <a:pt x="50483" y="6667"/>
                      <a:pt x="51435" y="10477"/>
                    </a:cubicBezTo>
                    <a:cubicBezTo>
                      <a:pt x="51435" y="12383"/>
                      <a:pt x="52388" y="17145"/>
                      <a:pt x="52388" y="24765"/>
                    </a:cubicBezTo>
                    <a:lnTo>
                      <a:pt x="52388" y="49530"/>
                    </a:lnTo>
                    <a:cubicBezTo>
                      <a:pt x="52388" y="56197"/>
                      <a:pt x="52388" y="60960"/>
                      <a:pt x="52388" y="61913"/>
                    </a:cubicBezTo>
                    <a:cubicBezTo>
                      <a:pt x="52388" y="62865"/>
                      <a:pt x="52388" y="64770"/>
                      <a:pt x="53340" y="64770"/>
                    </a:cubicBezTo>
                    <a:cubicBezTo>
                      <a:pt x="54293" y="64770"/>
                      <a:pt x="54293" y="64770"/>
                      <a:pt x="55245" y="64770"/>
                    </a:cubicBezTo>
                    <a:cubicBezTo>
                      <a:pt x="56197" y="64770"/>
                      <a:pt x="57150" y="64770"/>
                      <a:pt x="57150" y="64770"/>
                    </a:cubicBezTo>
                    <a:cubicBezTo>
                      <a:pt x="58103" y="64770"/>
                      <a:pt x="60008" y="61913"/>
                      <a:pt x="63818" y="59055"/>
                    </a:cubicBezTo>
                    <a:lnTo>
                      <a:pt x="63818" y="63817"/>
                    </a:lnTo>
                    <a:cubicBezTo>
                      <a:pt x="58103" y="71438"/>
                      <a:pt x="52388" y="75247"/>
                      <a:pt x="46672" y="75247"/>
                    </a:cubicBezTo>
                    <a:cubicBezTo>
                      <a:pt x="40958" y="75247"/>
                      <a:pt x="41910" y="75247"/>
                      <a:pt x="40958" y="72390"/>
                    </a:cubicBezTo>
                    <a:cubicBezTo>
                      <a:pt x="40005" y="69533"/>
                      <a:pt x="39053" y="67627"/>
                      <a:pt x="39053" y="62865"/>
                    </a:cubicBezTo>
                    <a:close/>
                    <a:moveTo>
                      <a:pt x="40958" y="60008"/>
                    </a:moveTo>
                    <a:lnTo>
                      <a:pt x="40958" y="32385"/>
                    </a:lnTo>
                    <a:cubicBezTo>
                      <a:pt x="33338" y="35242"/>
                      <a:pt x="27622" y="38100"/>
                      <a:pt x="25718" y="39052"/>
                    </a:cubicBezTo>
                    <a:cubicBezTo>
                      <a:pt x="21908" y="40958"/>
                      <a:pt x="18097" y="43815"/>
                      <a:pt x="17145" y="46672"/>
                    </a:cubicBezTo>
                    <a:cubicBezTo>
                      <a:pt x="16193" y="49530"/>
                      <a:pt x="14288" y="52388"/>
                      <a:pt x="14288" y="55245"/>
                    </a:cubicBezTo>
                    <a:cubicBezTo>
                      <a:pt x="14288" y="58102"/>
                      <a:pt x="15240" y="61913"/>
                      <a:pt x="18097" y="64770"/>
                    </a:cubicBezTo>
                    <a:cubicBezTo>
                      <a:pt x="20955" y="67627"/>
                      <a:pt x="22860" y="68580"/>
                      <a:pt x="25718" y="68580"/>
                    </a:cubicBezTo>
                    <a:cubicBezTo>
                      <a:pt x="28575" y="68580"/>
                      <a:pt x="35243" y="65722"/>
                      <a:pt x="41910" y="609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4B5C5686-DD72-2C30-87C3-9EDA53A60A2E}"/>
                  </a:ext>
                </a:extLst>
              </p:cNvPr>
              <p:cNvSpPr/>
              <p:nvPr/>
            </p:nvSpPr>
            <p:spPr>
              <a:xfrm>
                <a:off x="5749290" y="3013709"/>
                <a:ext cx="49529" cy="77152"/>
              </a:xfrm>
              <a:custGeom>
                <a:avLst/>
                <a:gdLst>
                  <a:gd name="connsiteX0" fmla="*/ 44767 w 49529"/>
                  <a:gd name="connsiteY0" fmla="*/ 0 h 77152"/>
                  <a:gd name="connsiteX1" fmla="*/ 44767 w 49529"/>
                  <a:gd name="connsiteY1" fmla="*/ 24765 h 77152"/>
                  <a:gd name="connsiteX2" fmla="*/ 41910 w 49529"/>
                  <a:gd name="connsiteY2" fmla="*/ 24765 h 77152"/>
                  <a:gd name="connsiteX3" fmla="*/ 34290 w 49529"/>
                  <a:gd name="connsiteY3" fmla="*/ 8573 h 77152"/>
                  <a:gd name="connsiteX4" fmla="*/ 21907 w 49529"/>
                  <a:gd name="connsiteY4" fmla="*/ 4763 h 77152"/>
                  <a:gd name="connsiteX5" fmla="*/ 13335 w 49529"/>
                  <a:gd name="connsiteY5" fmla="*/ 7620 h 77152"/>
                  <a:gd name="connsiteX6" fmla="*/ 9525 w 49529"/>
                  <a:gd name="connsiteY6" fmla="*/ 14288 h 77152"/>
                  <a:gd name="connsiteX7" fmla="*/ 12382 w 49529"/>
                  <a:gd name="connsiteY7" fmla="*/ 21908 h 77152"/>
                  <a:gd name="connsiteX8" fmla="*/ 21907 w 49529"/>
                  <a:gd name="connsiteY8" fmla="*/ 28575 h 77152"/>
                  <a:gd name="connsiteX9" fmla="*/ 33338 w 49529"/>
                  <a:gd name="connsiteY9" fmla="*/ 34290 h 77152"/>
                  <a:gd name="connsiteX10" fmla="*/ 49530 w 49529"/>
                  <a:gd name="connsiteY10" fmla="*/ 55245 h 77152"/>
                  <a:gd name="connsiteX11" fmla="*/ 41910 w 49529"/>
                  <a:gd name="connsiteY11" fmla="*/ 71438 h 77152"/>
                  <a:gd name="connsiteX12" fmla="*/ 24765 w 49529"/>
                  <a:gd name="connsiteY12" fmla="*/ 77153 h 77152"/>
                  <a:gd name="connsiteX13" fmla="*/ 9525 w 49529"/>
                  <a:gd name="connsiteY13" fmla="*/ 75248 h 77152"/>
                  <a:gd name="connsiteX14" fmla="*/ 5715 w 49529"/>
                  <a:gd name="connsiteY14" fmla="*/ 75248 h 77152"/>
                  <a:gd name="connsiteX15" fmla="*/ 2857 w 49529"/>
                  <a:gd name="connsiteY15" fmla="*/ 77153 h 77152"/>
                  <a:gd name="connsiteX16" fmla="*/ 0 w 49529"/>
                  <a:gd name="connsiteY16" fmla="*/ 77153 h 77152"/>
                  <a:gd name="connsiteX17" fmla="*/ 0 w 49529"/>
                  <a:gd name="connsiteY17" fmla="*/ 51435 h 77152"/>
                  <a:gd name="connsiteX18" fmla="*/ 2857 w 49529"/>
                  <a:gd name="connsiteY18" fmla="*/ 51435 h 77152"/>
                  <a:gd name="connsiteX19" fmla="*/ 11430 w 49529"/>
                  <a:gd name="connsiteY19" fmla="*/ 68580 h 77152"/>
                  <a:gd name="connsiteX20" fmla="*/ 25717 w 49529"/>
                  <a:gd name="connsiteY20" fmla="*/ 74295 h 77152"/>
                  <a:gd name="connsiteX21" fmla="*/ 34290 w 49529"/>
                  <a:gd name="connsiteY21" fmla="*/ 71438 h 77152"/>
                  <a:gd name="connsiteX22" fmla="*/ 38100 w 49529"/>
                  <a:gd name="connsiteY22" fmla="*/ 63818 h 77152"/>
                  <a:gd name="connsiteX23" fmla="*/ 34290 w 49529"/>
                  <a:gd name="connsiteY23" fmla="*/ 54293 h 77152"/>
                  <a:gd name="connsiteX24" fmla="*/ 19050 w 49529"/>
                  <a:gd name="connsiteY24" fmla="*/ 44768 h 77152"/>
                  <a:gd name="connsiteX25" fmla="*/ 3810 w 49529"/>
                  <a:gd name="connsiteY25" fmla="*/ 34290 h 77152"/>
                  <a:gd name="connsiteX26" fmla="*/ 0 w 49529"/>
                  <a:gd name="connsiteY26" fmla="*/ 22860 h 77152"/>
                  <a:gd name="connsiteX27" fmla="*/ 5715 w 49529"/>
                  <a:gd name="connsiteY27" fmla="*/ 7620 h 77152"/>
                  <a:gd name="connsiteX28" fmla="*/ 21907 w 49529"/>
                  <a:gd name="connsiteY28" fmla="*/ 1905 h 77152"/>
                  <a:gd name="connsiteX29" fmla="*/ 32385 w 49529"/>
                  <a:gd name="connsiteY29" fmla="*/ 3810 h 77152"/>
                  <a:gd name="connsiteX30" fmla="*/ 38100 w 49529"/>
                  <a:gd name="connsiteY30" fmla="*/ 4763 h 77152"/>
                  <a:gd name="connsiteX31" fmla="*/ 40005 w 49529"/>
                  <a:gd name="connsiteY31" fmla="*/ 4763 h 77152"/>
                  <a:gd name="connsiteX32" fmla="*/ 41910 w 49529"/>
                  <a:gd name="connsiteY32" fmla="*/ 1905 h 77152"/>
                  <a:gd name="connsiteX33" fmla="*/ 44767 w 49529"/>
                  <a:gd name="connsiteY33" fmla="*/ 1905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9529" h="77152">
                    <a:moveTo>
                      <a:pt x="44767" y="0"/>
                    </a:moveTo>
                    <a:lnTo>
                      <a:pt x="44767" y="24765"/>
                    </a:lnTo>
                    <a:lnTo>
                      <a:pt x="41910" y="24765"/>
                    </a:lnTo>
                    <a:cubicBezTo>
                      <a:pt x="40005" y="17145"/>
                      <a:pt x="37147" y="11430"/>
                      <a:pt x="34290" y="8573"/>
                    </a:cubicBezTo>
                    <a:cubicBezTo>
                      <a:pt x="31432" y="5715"/>
                      <a:pt x="27622" y="4763"/>
                      <a:pt x="21907" y="4763"/>
                    </a:cubicBezTo>
                    <a:cubicBezTo>
                      <a:pt x="16192" y="4763"/>
                      <a:pt x="15240" y="5715"/>
                      <a:pt x="13335" y="7620"/>
                    </a:cubicBezTo>
                    <a:cubicBezTo>
                      <a:pt x="11430" y="9525"/>
                      <a:pt x="9525" y="11430"/>
                      <a:pt x="9525" y="14288"/>
                    </a:cubicBezTo>
                    <a:cubicBezTo>
                      <a:pt x="9525" y="17145"/>
                      <a:pt x="9525" y="20003"/>
                      <a:pt x="12382" y="21908"/>
                    </a:cubicBezTo>
                    <a:cubicBezTo>
                      <a:pt x="14288" y="23813"/>
                      <a:pt x="17145" y="26670"/>
                      <a:pt x="21907" y="28575"/>
                    </a:cubicBezTo>
                    <a:lnTo>
                      <a:pt x="33338" y="34290"/>
                    </a:lnTo>
                    <a:cubicBezTo>
                      <a:pt x="43815" y="39053"/>
                      <a:pt x="49530" y="46673"/>
                      <a:pt x="49530" y="55245"/>
                    </a:cubicBezTo>
                    <a:cubicBezTo>
                      <a:pt x="49530" y="63818"/>
                      <a:pt x="46672" y="67628"/>
                      <a:pt x="41910" y="71438"/>
                    </a:cubicBezTo>
                    <a:cubicBezTo>
                      <a:pt x="37147" y="75248"/>
                      <a:pt x="31432" y="77153"/>
                      <a:pt x="24765" y="77153"/>
                    </a:cubicBezTo>
                    <a:cubicBezTo>
                      <a:pt x="18097" y="77153"/>
                      <a:pt x="15240" y="77153"/>
                      <a:pt x="9525" y="75248"/>
                    </a:cubicBezTo>
                    <a:cubicBezTo>
                      <a:pt x="7620" y="75248"/>
                      <a:pt x="6667" y="75248"/>
                      <a:pt x="5715" y="75248"/>
                    </a:cubicBezTo>
                    <a:cubicBezTo>
                      <a:pt x="4763" y="75248"/>
                      <a:pt x="3810" y="75248"/>
                      <a:pt x="2857" y="77153"/>
                    </a:cubicBezTo>
                    <a:lnTo>
                      <a:pt x="0" y="77153"/>
                    </a:lnTo>
                    <a:lnTo>
                      <a:pt x="0" y="51435"/>
                    </a:lnTo>
                    <a:lnTo>
                      <a:pt x="2857" y="51435"/>
                    </a:lnTo>
                    <a:cubicBezTo>
                      <a:pt x="4763" y="59055"/>
                      <a:pt x="7620" y="64770"/>
                      <a:pt x="11430" y="68580"/>
                    </a:cubicBezTo>
                    <a:cubicBezTo>
                      <a:pt x="15240" y="72390"/>
                      <a:pt x="20003" y="74295"/>
                      <a:pt x="25717" y="74295"/>
                    </a:cubicBezTo>
                    <a:cubicBezTo>
                      <a:pt x="31432" y="74295"/>
                      <a:pt x="32385" y="73343"/>
                      <a:pt x="34290" y="71438"/>
                    </a:cubicBezTo>
                    <a:cubicBezTo>
                      <a:pt x="36195" y="69533"/>
                      <a:pt x="38100" y="66675"/>
                      <a:pt x="38100" y="63818"/>
                    </a:cubicBezTo>
                    <a:cubicBezTo>
                      <a:pt x="38100" y="60960"/>
                      <a:pt x="37147" y="57150"/>
                      <a:pt x="34290" y="54293"/>
                    </a:cubicBezTo>
                    <a:cubicBezTo>
                      <a:pt x="31432" y="51435"/>
                      <a:pt x="26670" y="48578"/>
                      <a:pt x="19050" y="44768"/>
                    </a:cubicBezTo>
                    <a:cubicBezTo>
                      <a:pt x="11430" y="40958"/>
                      <a:pt x="6667" y="37148"/>
                      <a:pt x="3810" y="34290"/>
                    </a:cubicBezTo>
                    <a:cubicBezTo>
                      <a:pt x="1905" y="31433"/>
                      <a:pt x="0" y="27623"/>
                      <a:pt x="0" y="22860"/>
                    </a:cubicBezTo>
                    <a:cubicBezTo>
                      <a:pt x="0" y="18098"/>
                      <a:pt x="1905" y="12383"/>
                      <a:pt x="5715" y="7620"/>
                    </a:cubicBezTo>
                    <a:cubicBezTo>
                      <a:pt x="9525" y="2858"/>
                      <a:pt x="15240" y="1905"/>
                      <a:pt x="21907" y="1905"/>
                    </a:cubicBezTo>
                    <a:cubicBezTo>
                      <a:pt x="28575" y="1905"/>
                      <a:pt x="28575" y="1905"/>
                      <a:pt x="32385" y="3810"/>
                    </a:cubicBezTo>
                    <a:cubicBezTo>
                      <a:pt x="35242" y="3810"/>
                      <a:pt x="37147" y="4763"/>
                      <a:pt x="38100" y="4763"/>
                    </a:cubicBezTo>
                    <a:cubicBezTo>
                      <a:pt x="39053" y="4763"/>
                      <a:pt x="40005" y="4763"/>
                      <a:pt x="40005" y="4763"/>
                    </a:cubicBezTo>
                    <a:cubicBezTo>
                      <a:pt x="40005" y="4763"/>
                      <a:pt x="40957" y="3810"/>
                      <a:pt x="41910" y="1905"/>
                    </a:cubicBezTo>
                    <a:lnTo>
                      <a:pt x="44767" y="190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AE0C607B-41E2-E34C-A10D-874B2735B009}"/>
                  </a:ext>
                </a:extLst>
              </p:cNvPr>
              <p:cNvSpPr/>
              <p:nvPr/>
            </p:nvSpPr>
            <p:spPr>
              <a:xfrm>
                <a:off x="5812155" y="3013709"/>
                <a:ext cx="60959" cy="77152"/>
              </a:xfrm>
              <a:custGeom>
                <a:avLst/>
                <a:gdLst>
                  <a:gd name="connsiteX0" fmla="*/ 10477 w 60959"/>
                  <a:gd name="connsiteY0" fmla="*/ 28575 h 77152"/>
                  <a:gd name="connsiteX1" fmla="*/ 18097 w 60959"/>
                  <a:gd name="connsiteY1" fmla="*/ 54293 h 77152"/>
                  <a:gd name="connsiteX2" fmla="*/ 37147 w 60959"/>
                  <a:gd name="connsiteY2" fmla="*/ 63818 h 77152"/>
                  <a:gd name="connsiteX3" fmla="*/ 49530 w 60959"/>
                  <a:gd name="connsiteY3" fmla="*/ 60008 h 77152"/>
                  <a:gd name="connsiteX4" fmla="*/ 58102 w 60959"/>
                  <a:gd name="connsiteY4" fmla="*/ 46673 h 77152"/>
                  <a:gd name="connsiteX5" fmla="*/ 60960 w 60959"/>
                  <a:gd name="connsiteY5" fmla="*/ 48578 h 77152"/>
                  <a:gd name="connsiteX6" fmla="*/ 51435 w 60959"/>
                  <a:gd name="connsiteY6" fmla="*/ 68580 h 77152"/>
                  <a:gd name="connsiteX7" fmla="*/ 31432 w 60959"/>
                  <a:gd name="connsiteY7" fmla="*/ 77153 h 77152"/>
                  <a:gd name="connsiteX8" fmla="*/ 9525 w 60959"/>
                  <a:gd name="connsiteY8" fmla="*/ 66675 h 77152"/>
                  <a:gd name="connsiteX9" fmla="*/ 0 w 60959"/>
                  <a:gd name="connsiteY9" fmla="*/ 39053 h 77152"/>
                  <a:gd name="connsiteX10" fmla="*/ 9525 w 60959"/>
                  <a:gd name="connsiteY10" fmla="*/ 10478 h 77152"/>
                  <a:gd name="connsiteX11" fmla="*/ 33338 w 60959"/>
                  <a:gd name="connsiteY11" fmla="*/ 0 h 77152"/>
                  <a:gd name="connsiteX12" fmla="*/ 53340 w 60959"/>
                  <a:gd name="connsiteY12" fmla="*/ 7620 h 77152"/>
                  <a:gd name="connsiteX13" fmla="*/ 60960 w 60959"/>
                  <a:gd name="connsiteY13" fmla="*/ 29528 h 77152"/>
                  <a:gd name="connsiteX14" fmla="*/ 10477 w 60959"/>
                  <a:gd name="connsiteY14" fmla="*/ 29528 h 77152"/>
                  <a:gd name="connsiteX15" fmla="*/ 10477 w 60959"/>
                  <a:gd name="connsiteY15" fmla="*/ 24765 h 77152"/>
                  <a:gd name="connsiteX16" fmla="*/ 43815 w 60959"/>
                  <a:gd name="connsiteY16" fmla="*/ 24765 h 77152"/>
                  <a:gd name="connsiteX17" fmla="*/ 41910 w 60959"/>
                  <a:gd name="connsiteY17" fmla="*/ 15240 h 77152"/>
                  <a:gd name="connsiteX18" fmla="*/ 36195 w 60959"/>
                  <a:gd name="connsiteY18" fmla="*/ 8573 h 77152"/>
                  <a:gd name="connsiteX19" fmla="*/ 27622 w 60959"/>
                  <a:gd name="connsiteY19" fmla="*/ 5715 h 77152"/>
                  <a:gd name="connsiteX20" fmla="*/ 16192 w 60959"/>
                  <a:gd name="connsiteY20" fmla="*/ 10478 h 77152"/>
                  <a:gd name="connsiteX21" fmla="*/ 10477 w 60959"/>
                  <a:gd name="connsiteY21" fmla="*/ 24765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0959" h="77152">
                    <a:moveTo>
                      <a:pt x="10477" y="28575"/>
                    </a:moveTo>
                    <a:cubicBezTo>
                      <a:pt x="10477" y="39053"/>
                      <a:pt x="13335" y="47625"/>
                      <a:pt x="18097" y="54293"/>
                    </a:cubicBezTo>
                    <a:cubicBezTo>
                      <a:pt x="22860" y="60960"/>
                      <a:pt x="29527" y="63818"/>
                      <a:pt x="37147" y="63818"/>
                    </a:cubicBezTo>
                    <a:cubicBezTo>
                      <a:pt x="44767" y="63818"/>
                      <a:pt x="45720" y="62865"/>
                      <a:pt x="49530" y="60008"/>
                    </a:cubicBezTo>
                    <a:cubicBezTo>
                      <a:pt x="53340" y="57150"/>
                      <a:pt x="56197" y="53340"/>
                      <a:pt x="58102" y="46673"/>
                    </a:cubicBezTo>
                    <a:lnTo>
                      <a:pt x="60960" y="48578"/>
                    </a:lnTo>
                    <a:cubicBezTo>
                      <a:pt x="60007" y="56198"/>
                      <a:pt x="56197" y="62865"/>
                      <a:pt x="51435" y="68580"/>
                    </a:cubicBezTo>
                    <a:cubicBezTo>
                      <a:pt x="46672" y="74295"/>
                      <a:pt x="39052" y="77153"/>
                      <a:pt x="31432" y="77153"/>
                    </a:cubicBezTo>
                    <a:cubicBezTo>
                      <a:pt x="23813" y="77153"/>
                      <a:pt x="15240" y="73343"/>
                      <a:pt x="9525" y="66675"/>
                    </a:cubicBezTo>
                    <a:cubicBezTo>
                      <a:pt x="3810" y="60008"/>
                      <a:pt x="0" y="50483"/>
                      <a:pt x="0" y="39053"/>
                    </a:cubicBezTo>
                    <a:cubicBezTo>
                      <a:pt x="0" y="27623"/>
                      <a:pt x="2857" y="17145"/>
                      <a:pt x="9525" y="10478"/>
                    </a:cubicBezTo>
                    <a:cubicBezTo>
                      <a:pt x="16192" y="3810"/>
                      <a:pt x="23813" y="0"/>
                      <a:pt x="33338" y="0"/>
                    </a:cubicBezTo>
                    <a:cubicBezTo>
                      <a:pt x="42863" y="0"/>
                      <a:pt x="48577" y="2858"/>
                      <a:pt x="53340" y="7620"/>
                    </a:cubicBezTo>
                    <a:cubicBezTo>
                      <a:pt x="58102" y="12383"/>
                      <a:pt x="60960" y="20003"/>
                      <a:pt x="60960" y="29528"/>
                    </a:cubicBezTo>
                    <a:lnTo>
                      <a:pt x="10477" y="29528"/>
                    </a:lnTo>
                    <a:close/>
                    <a:moveTo>
                      <a:pt x="10477" y="24765"/>
                    </a:moveTo>
                    <a:lnTo>
                      <a:pt x="43815" y="24765"/>
                    </a:lnTo>
                    <a:cubicBezTo>
                      <a:pt x="43815" y="20003"/>
                      <a:pt x="43815" y="17145"/>
                      <a:pt x="41910" y="15240"/>
                    </a:cubicBezTo>
                    <a:cubicBezTo>
                      <a:pt x="40957" y="12383"/>
                      <a:pt x="39052" y="9525"/>
                      <a:pt x="36195" y="8573"/>
                    </a:cubicBezTo>
                    <a:cubicBezTo>
                      <a:pt x="33338" y="7620"/>
                      <a:pt x="30480" y="5715"/>
                      <a:pt x="27622" y="5715"/>
                    </a:cubicBezTo>
                    <a:cubicBezTo>
                      <a:pt x="22860" y="5715"/>
                      <a:pt x="19050" y="7620"/>
                      <a:pt x="16192" y="10478"/>
                    </a:cubicBezTo>
                    <a:cubicBezTo>
                      <a:pt x="13335" y="13335"/>
                      <a:pt x="10477" y="19050"/>
                      <a:pt x="10477" y="247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7BA52421-A05C-0ABD-D361-1FFF99A4A134}"/>
                  </a:ext>
                </a:extLst>
              </p:cNvPr>
              <p:cNvSpPr/>
              <p:nvPr/>
            </p:nvSpPr>
            <p:spPr>
              <a:xfrm>
                <a:off x="5883592" y="2974657"/>
                <a:ext cx="76200" cy="115252"/>
              </a:xfrm>
              <a:custGeom>
                <a:avLst/>
                <a:gdLst>
                  <a:gd name="connsiteX0" fmla="*/ 50482 w 76200"/>
                  <a:gd name="connsiteY0" fmla="*/ 104775 h 115252"/>
                  <a:gd name="connsiteX1" fmla="*/ 40005 w 76200"/>
                  <a:gd name="connsiteY1" fmla="*/ 112395 h 115252"/>
                  <a:gd name="connsiteX2" fmla="*/ 29527 w 76200"/>
                  <a:gd name="connsiteY2" fmla="*/ 115252 h 115252"/>
                  <a:gd name="connsiteX3" fmla="*/ 8572 w 76200"/>
                  <a:gd name="connsiteY3" fmla="*/ 105727 h 115252"/>
                  <a:gd name="connsiteX4" fmla="*/ 0 w 76200"/>
                  <a:gd name="connsiteY4" fmla="*/ 80010 h 115252"/>
                  <a:gd name="connsiteX5" fmla="*/ 9525 w 76200"/>
                  <a:gd name="connsiteY5" fmla="*/ 51435 h 115252"/>
                  <a:gd name="connsiteX6" fmla="*/ 35242 w 76200"/>
                  <a:gd name="connsiteY6" fmla="*/ 38100 h 115252"/>
                  <a:gd name="connsiteX7" fmla="*/ 51435 w 76200"/>
                  <a:gd name="connsiteY7" fmla="*/ 43815 h 115252"/>
                  <a:gd name="connsiteX8" fmla="*/ 51435 w 76200"/>
                  <a:gd name="connsiteY8" fmla="*/ 30480 h 115252"/>
                  <a:gd name="connsiteX9" fmla="*/ 51435 w 76200"/>
                  <a:gd name="connsiteY9" fmla="*/ 15240 h 115252"/>
                  <a:gd name="connsiteX10" fmla="*/ 49530 w 76200"/>
                  <a:gd name="connsiteY10" fmla="*/ 11430 h 115252"/>
                  <a:gd name="connsiteX11" fmla="*/ 46672 w 76200"/>
                  <a:gd name="connsiteY11" fmla="*/ 10477 h 115252"/>
                  <a:gd name="connsiteX12" fmla="*/ 40957 w 76200"/>
                  <a:gd name="connsiteY12" fmla="*/ 11430 h 115252"/>
                  <a:gd name="connsiteX13" fmla="*/ 40957 w 76200"/>
                  <a:gd name="connsiteY13" fmla="*/ 8572 h 115252"/>
                  <a:gd name="connsiteX14" fmla="*/ 61913 w 76200"/>
                  <a:gd name="connsiteY14" fmla="*/ 0 h 115252"/>
                  <a:gd name="connsiteX15" fmla="*/ 65722 w 76200"/>
                  <a:gd name="connsiteY15" fmla="*/ 0 h 115252"/>
                  <a:gd name="connsiteX16" fmla="*/ 65722 w 76200"/>
                  <a:gd name="connsiteY16" fmla="*/ 83820 h 115252"/>
                  <a:gd name="connsiteX17" fmla="*/ 65722 w 76200"/>
                  <a:gd name="connsiteY17" fmla="*/ 99060 h 115252"/>
                  <a:gd name="connsiteX18" fmla="*/ 67627 w 76200"/>
                  <a:gd name="connsiteY18" fmla="*/ 102870 h 115252"/>
                  <a:gd name="connsiteX19" fmla="*/ 70485 w 76200"/>
                  <a:gd name="connsiteY19" fmla="*/ 103822 h 115252"/>
                  <a:gd name="connsiteX20" fmla="*/ 76200 w 76200"/>
                  <a:gd name="connsiteY20" fmla="*/ 102870 h 115252"/>
                  <a:gd name="connsiteX21" fmla="*/ 76200 w 76200"/>
                  <a:gd name="connsiteY21" fmla="*/ 105727 h 115252"/>
                  <a:gd name="connsiteX22" fmla="*/ 55245 w 76200"/>
                  <a:gd name="connsiteY22" fmla="*/ 114300 h 115252"/>
                  <a:gd name="connsiteX23" fmla="*/ 51435 w 76200"/>
                  <a:gd name="connsiteY23" fmla="*/ 114300 h 115252"/>
                  <a:gd name="connsiteX24" fmla="*/ 51435 w 76200"/>
                  <a:gd name="connsiteY24" fmla="*/ 103822 h 115252"/>
                  <a:gd name="connsiteX25" fmla="*/ 50482 w 76200"/>
                  <a:gd name="connsiteY25" fmla="*/ 100013 h 115252"/>
                  <a:gd name="connsiteX26" fmla="*/ 50482 w 76200"/>
                  <a:gd name="connsiteY26" fmla="*/ 62865 h 115252"/>
                  <a:gd name="connsiteX27" fmla="*/ 47625 w 76200"/>
                  <a:gd name="connsiteY27" fmla="*/ 53340 h 115252"/>
                  <a:gd name="connsiteX28" fmla="*/ 40957 w 76200"/>
                  <a:gd name="connsiteY28" fmla="*/ 46672 h 115252"/>
                  <a:gd name="connsiteX29" fmla="*/ 33338 w 76200"/>
                  <a:gd name="connsiteY29" fmla="*/ 44767 h 115252"/>
                  <a:gd name="connsiteX30" fmla="*/ 20955 w 76200"/>
                  <a:gd name="connsiteY30" fmla="*/ 51435 h 115252"/>
                  <a:gd name="connsiteX31" fmla="*/ 13335 w 76200"/>
                  <a:gd name="connsiteY31" fmla="*/ 75247 h 115252"/>
                  <a:gd name="connsiteX32" fmla="*/ 20002 w 76200"/>
                  <a:gd name="connsiteY32" fmla="*/ 100013 h 115252"/>
                  <a:gd name="connsiteX33" fmla="*/ 35242 w 76200"/>
                  <a:gd name="connsiteY33" fmla="*/ 108585 h 115252"/>
                  <a:gd name="connsiteX34" fmla="*/ 49530 w 76200"/>
                  <a:gd name="connsiteY34" fmla="*/ 100965 h 115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6200" h="115252">
                    <a:moveTo>
                      <a:pt x="50482" y="104775"/>
                    </a:moveTo>
                    <a:cubicBezTo>
                      <a:pt x="46672" y="108585"/>
                      <a:pt x="43815" y="111442"/>
                      <a:pt x="40005" y="112395"/>
                    </a:cubicBezTo>
                    <a:cubicBezTo>
                      <a:pt x="36195" y="113347"/>
                      <a:pt x="33338" y="115252"/>
                      <a:pt x="29527" y="115252"/>
                    </a:cubicBezTo>
                    <a:cubicBezTo>
                      <a:pt x="21907" y="115252"/>
                      <a:pt x="14288" y="112395"/>
                      <a:pt x="8572" y="105727"/>
                    </a:cubicBezTo>
                    <a:cubicBezTo>
                      <a:pt x="2857" y="99060"/>
                      <a:pt x="0" y="90488"/>
                      <a:pt x="0" y="80010"/>
                    </a:cubicBezTo>
                    <a:cubicBezTo>
                      <a:pt x="0" y="69533"/>
                      <a:pt x="2857" y="60008"/>
                      <a:pt x="9525" y="51435"/>
                    </a:cubicBezTo>
                    <a:cubicBezTo>
                      <a:pt x="16192" y="42863"/>
                      <a:pt x="24765" y="38100"/>
                      <a:pt x="35242" y="38100"/>
                    </a:cubicBezTo>
                    <a:cubicBezTo>
                      <a:pt x="45720" y="38100"/>
                      <a:pt x="46672" y="40005"/>
                      <a:pt x="51435" y="43815"/>
                    </a:cubicBezTo>
                    <a:lnTo>
                      <a:pt x="51435" y="30480"/>
                    </a:lnTo>
                    <a:cubicBezTo>
                      <a:pt x="51435" y="21908"/>
                      <a:pt x="51435" y="17145"/>
                      <a:pt x="51435" y="15240"/>
                    </a:cubicBezTo>
                    <a:cubicBezTo>
                      <a:pt x="51435" y="13335"/>
                      <a:pt x="50482" y="12383"/>
                      <a:pt x="49530" y="11430"/>
                    </a:cubicBezTo>
                    <a:cubicBezTo>
                      <a:pt x="48577" y="10477"/>
                      <a:pt x="47625" y="10477"/>
                      <a:pt x="46672" y="10477"/>
                    </a:cubicBezTo>
                    <a:cubicBezTo>
                      <a:pt x="45720" y="10477"/>
                      <a:pt x="43815" y="10477"/>
                      <a:pt x="40957" y="11430"/>
                    </a:cubicBezTo>
                    <a:lnTo>
                      <a:pt x="40957" y="8572"/>
                    </a:lnTo>
                    <a:cubicBezTo>
                      <a:pt x="40005" y="8572"/>
                      <a:pt x="61913" y="0"/>
                      <a:pt x="61913" y="0"/>
                    </a:cubicBezTo>
                    <a:lnTo>
                      <a:pt x="65722" y="0"/>
                    </a:lnTo>
                    <a:lnTo>
                      <a:pt x="65722" y="83820"/>
                    </a:lnTo>
                    <a:cubicBezTo>
                      <a:pt x="65722" y="92392"/>
                      <a:pt x="65722" y="97155"/>
                      <a:pt x="65722" y="99060"/>
                    </a:cubicBezTo>
                    <a:cubicBezTo>
                      <a:pt x="65722" y="100965"/>
                      <a:pt x="66675" y="101917"/>
                      <a:pt x="67627" y="102870"/>
                    </a:cubicBezTo>
                    <a:cubicBezTo>
                      <a:pt x="68580" y="103822"/>
                      <a:pt x="69532" y="103822"/>
                      <a:pt x="70485" y="103822"/>
                    </a:cubicBezTo>
                    <a:cubicBezTo>
                      <a:pt x="71438" y="103822"/>
                      <a:pt x="73342" y="103822"/>
                      <a:pt x="76200" y="102870"/>
                    </a:cubicBezTo>
                    <a:lnTo>
                      <a:pt x="76200" y="105727"/>
                    </a:lnTo>
                    <a:cubicBezTo>
                      <a:pt x="76200" y="105727"/>
                      <a:pt x="55245" y="114300"/>
                      <a:pt x="55245" y="114300"/>
                    </a:cubicBezTo>
                    <a:lnTo>
                      <a:pt x="51435" y="114300"/>
                    </a:lnTo>
                    <a:lnTo>
                      <a:pt x="51435" y="103822"/>
                    </a:lnTo>
                    <a:close/>
                    <a:moveTo>
                      <a:pt x="50482" y="100013"/>
                    </a:moveTo>
                    <a:lnTo>
                      <a:pt x="50482" y="62865"/>
                    </a:lnTo>
                    <a:cubicBezTo>
                      <a:pt x="50482" y="59055"/>
                      <a:pt x="49530" y="56197"/>
                      <a:pt x="47625" y="53340"/>
                    </a:cubicBezTo>
                    <a:cubicBezTo>
                      <a:pt x="45720" y="50483"/>
                      <a:pt x="43815" y="48577"/>
                      <a:pt x="40957" y="46672"/>
                    </a:cubicBezTo>
                    <a:cubicBezTo>
                      <a:pt x="38100" y="44767"/>
                      <a:pt x="36195" y="44767"/>
                      <a:pt x="33338" y="44767"/>
                    </a:cubicBezTo>
                    <a:cubicBezTo>
                      <a:pt x="28575" y="44767"/>
                      <a:pt x="24765" y="46672"/>
                      <a:pt x="20955" y="51435"/>
                    </a:cubicBezTo>
                    <a:cubicBezTo>
                      <a:pt x="16192" y="57150"/>
                      <a:pt x="13335" y="64770"/>
                      <a:pt x="13335" y="75247"/>
                    </a:cubicBezTo>
                    <a:cubicBezTo>
                      <a:pt x="13335" y="85725"/>
                      <a:pt x="15240" y="94297"/>
                      <a:pt x="20002" y="100013"/>
                    </a:cubicBezTo>
                    <a:cubicBezTo>
                      <a:pt x="24765" y="105727"/>
                      <a:pt x="29527" y="108585"/>
                      <a:pt x="35242" y="108585"/>
                    </a:cubicBezTo>
                    <a:cubicBezTo>
                      <a:pt x="40957" y="108585"/>
                      <a:pt x="44767" y="105727"/>
                      <a:pt x="49530" y="1009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47392E7A-EF33-9985-63DD-E92F49E8B183}"/>
                  </a:ext>
                </a:extLst>
              </p:cNvPr>
              <p:cNvSpPr/>
              <p:nvPr/>
            </p:nvSpPr>
            <p:spPr>
              <a:xfrm>
                <a:off x="5098732" y="3173729"/>
                <a:ext cx="138112" cy="108585"/>
              </a:xfrm>
              <a:custGeom>
                <a:avLst/>
                <a:gdLst>
                  <a:gd name="connsiteX0" fmla="*/ 63817 w 138112"/>
                  <a:gd name="connsiteY0" fmla="*/ 108585 h 108585"/>
                  <a:gd name="connsiteX1" fmla="*/ 21908 w 138112"/>
                  <a:gd name="connsiteY1" fmla="*/ 18098 h 108585"/>
                  <a:gd name="connsiteX2" fmla="*/ 21908 w 138112"/>
                  <a:gd name="connsiteY2" fmla="*/ 89535 h 108585"/>
                  <a:gd name="connsiteX3" fmla="*/ 23813 w 138112"/>
                  <a:gd name="connsiteY3" fmla="*/ 101917 h 108585"/>
                  <a:gd name="connsiteX4" fmla="*/ 33338 w 138112"/>
                  <a:gd name="connsiteY4" fmla="*/ 104775 h 108585"/>
                  <a:gd name="connsiteX5" fmla="*/ 37147 w 138112"/>
                  <a:gd name="connsiteY5" fmla="*/ 104775 h 108585"/>
                  <a:gd name="connsiteX6" fmla="*/ 37147 w 138112"/>
                  <a:gd name="connsiteY6" fmla="*/ 107633 h 108585"/>
                  <a:gd name="connsiteX7" fmla="*/ 0 w 138112"/>
                  <a:gd name="connsiteY7" fmla="*/ 107633 h 108585"/>
                  <a:gd name="connsiteX8" fmla="*/ 0 w 138112"/>
                  <a:gd name="connsiteY8" fmla="*/ 104775 h 108585"/>
                  <a:gd name="connsiteX9" fmla="*/ 3810 w 138112"/>
                  <a:gd name="connsiteY9" fmla="*/ 104775 h 108585"/>
                  <a:gd name="connsiteX10" fmla="*/ 13335 w 138112"/>
                  <a:gd name="connsiteY10" fmla="*/ 100965 h 108585"/>
                  <a:gd name="connsiteX11" fmla="*/ 15240 w 138112"/>
                  <a:gd name="connsiteY11" fmla="*/ 89535 h 108585"/>
                  <a:gd name="connsiteX12" fmla="*/ 15240 w 138112"/>
                  <a:gd name="connsiteY12" fmla="*/ 19050 h 108585"/>
                  <a:gd name="connsiteX13" fmla="*/ 13335 w 138112"/>
                  <a:gd name="connsiteY13" fmla="*/ 8573 h 108585"/>
                  <a:gd name="connsiteX14" fmla="*/ 9525 w 138112"/>
                  <a:gd name="connsiteY14" fmla="*/ 4763 h 108585"/>
                  <a:gd name="connsiteX15" fmla="*/ 0 w 138112"/>
                  <a:gd name="connsiteY15" fmla="*/ 2858 h 108585"/>
                  <a:gd name="connsiteX16" fmla="*/ 0 w 138112"/>
                  <a:gd name="connsiteY16" fmla="*/ 0 h 108585"/>
                  <a:gd name="connsiteX17" fmla="*/ 30480 w 138112"/>
                  <a:gd name="connsiteY17" fmla="*/ 0 h 108585"/>
                  <a:gd name="connsiteX18" fmla="*/ 69533 w 138112"/>
                  <a:gd name="connsiteY18" fmla="*/ 83820 h 108585"/>
                  <a:gd name="connsiteX19" fmla="*/ 107633 w 138112"/>
                  <a:gd name="connsiteY19" fmla="*/ 0 h 108585"/>
                  <a:gd name="connsiteX20" fmla="*/ 138112 w 138112"/>
                  <a:gd name="connsiteY20" fmla="*/ 0 h 108585"/>
                  <a:gd name="connsiteX21" fmla="*/ 138112 w 138112"/>
                  <a:gd name="connsiteY21" fmla="*/ 2858 h 108585"/>
                  <a:gd name="connsiteX22" fmla="*/ 134302 w 138112"/>
                  <a:gd name="connsiteY22" fmla="*/ 2858 h 108585"/>
                  <a:gd name="connsiteX23" fmla="*/ 124777 w 138112"/>
                  <a:gd name="connsiteY23" fmla="*/ 6667 h 108585"/>
                  <a:gd name="connsiteX24" fmla="*/ 122873 w 138112"/>
                  <a:gd name="connsiteY24" fmla="*/ 18098 h 108585"/>
                  <a:gd name="connsiteX25" fmla="*/ 122873 w 138112"/>
                  <a:gd name="connsiteY25" fmla="*/ 88583 h 108585"/>
                  <a:gd name="connsiteX26" fmla="*/ 124777 w 138112"/>
                  <a:gd name="connsiteY26" fmla="*/ 100965 h 108585"/>
                  <a:gd name="connsiteX27" fmla="*/ 134302 w 138112"/>
                  <a:gd name="connsiteY27" fmla="*/ 103823 h 108585"/>
                  <a:gd name="connsiteX28" fmla="*/ 138112 w 138112"/>
                  <a:gd name="connsiteY28" fmla="*/ 103823 h 108585"/>
                  <a:gd name="connsiteX29" fmla="*/ 138112 w 138112"/>
                  <a:gd name="connsiteY29" fmla="*/ 106680 h 108585"/>
                  <a:gd name="connsiteX30" fmla="*/ 92392 w 138112"/>
                  <a:gd name="connsiteY30" fmla="*/ 106680 h 108585"/>
                  <a:gd name="connsiteX31" fmla="*/ 92392 w 138112"/>
                  <a:gd name="connsiteY31" fmla="*/ 103823 h 108585"/>
                  <a:gd name="connsiteX32" fmla="*/ 96202 w 138112"/>
                  <a:gd name="connsiteY32" fmla="*/ 103823 h 108585"/>
                  <a:gd name="connsiteX33" fmla="*/ 105727 w 138112"/>
                  <a:gd name="connsiteY33" fmla="*/ 100013 h 108585"/>
                  <a:gd name="connsiteX34" fmla="*/ 107633 w 138112"/>
                  <a:gd name="connsiteY34" fmla="*/ 88583 h 108585"/>
                  <a:gd name="connsiteX35" fmla="*/ 107633 w 138112"/>
                  <a:gd name="connsiteY35" fmla="*/ 17145 h 108585"/>
                  <a:gd name="connsiteX36" fmla="*/ 66675 w 138112"/>
                  <a:gd name="connsiteY36" fmla="*/ 107633 h 108585"/>
                  <a:gd name="connsiteX37" fmla="*/ 63817 w 138112"/>
                  <a:gd name="connsiteY37" fmla="*/ 107633 h 108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38112" h="108585">
                    <a:moveTo>
                      <a:pt x="63817" y="108585"/>
                    </a:moveTo>
                    <a:lnTo>
                      <a:pt x="21908" y="18098"/>
                    </a:lnTo>
                    <a:lnTo>
                      <a:pt x="21908" y="89535"/>
                    </a:lnTo>
                    <a:cubicBezTo>
                      <a:pt x="21908" y="96203"/>
                      <a:pt x="21908" y="100013"/>
                      <a:pt x="23813" y="101917"/>
                    </a:cubicBezTo>
                    <a:cubicBezTo>
                      <a:pt x="25717" y="103823"/>
                      <a:pt x="28575" y="104775"/>
                      <a:pt x="33338" y="104775"/>
                    </a:cubicBezTo>
                    <a:lnTo>
                      <a:pt x="37147" y="104775"/>
                    </a:lnTo>
                    <a:lnTo>
                      <a:pt x="37147" y="107633"/>
                    </a:lnTo>
                    <a:lnTo>
                      <a:pt x="0" y="107633"/>
                    </a:lnTo>
                    <a:lnTo>
                      <a:pt x="0" y="104775"/>
                    </a:lnTo>
                    <a:lnTo>
                      <a:pt x="3810" y="104775"/>
                    </a:lnTo>
                    <a:cubicBezTo>
                      <a:pt x="8572" y="104775"/>
                      <a:pt x="11430" y="103823"/>
                      <a:pt x="13335" y="100965"/>
                    </a:cubicBezTo>
                    <a:cubicBezTo>
                      <a:pt x="14288" y="99060"/>
                      <a:pt x="15240" y="95250"/>
                      <a:pt x="15240" y="89535"/>
                    </a:cubicBezTo>
                    <a:lnTo>
                      <a:pt x="15240" y="19050"/>
                    </a:lnTo>
                    <a:cubicBezTo>
                      <a:pt x="15240" y="14288"/>
                      <a:pt x="15240" y="10478"/>
                      <a:pt x="13335" y="8573"/>
                    </a:cubicBezTo>
                    <a:cubicBezTo>
                      <a:pt x="13335" y="6667"/>
                      <a:pt x="11430" y="5715"/>
                      <a:pt x="9525" y="4763"/>
                    </a:cubicBezTo>
                    <a:cubicBezTo>
                      <a:pt x="7620" y="3810"/>
                      <a:pt x="4763" y="2858"/>
                      <a:pt x="0" y="2858"/>
                    </a:cubicBezTo>
                    <a:lnTo>
                      <a:pt x="0" y="0"/>
                    </a:lnTo>
                    <a:lnTo>
                      <a:pt x="30480" y="0"/>
                    </a:lnTo>
                    <a:lnTo>
                      <a:pt x="69533" y="83820"/>
                    </a:lnTo>
                    <a:lnTo>
                      <a:pt x="107633" y="0"/>
                    </a:lnTo>
                    <a:lnTo>
                      <a:pt x="138112" y="0"/>
                    </a:lnTo>
                    <a:lnTo>
                      <a:pt x="138112" y="2858"/>
                    </a:lnTo>
                    <a:lnTo>
                      <a:pt x="134302" y="2858"/>
                    </a:lnTo>
                    <a:cubicBezTo>
                      <a:pt x="129540" y="2858"/>
                      <a:pt x="126683" y="3810"/>
                      <a:pt x="124777" y="6667"/>
                    </a:cubicBezTo>
                    <a:cubicBezTo>
                      <a:pt x="123825" y="8573"/>
                      <a:pt x="122873" y="12383"/>
                      <a:pt x="122873" y="18098"/>
                    </a:cubicBezTo>
                    <a:lnTo>
                      <a:pt x="122873" y="88583"/>
                    </a:lnTo>
                    <a:cubicBezTo>
                      <a:pt x="122873" y="95250"/>
                      <a:pt x="122873" y="99060"/>
                      <a:pt x="124777" y="100965"/>
                    </a:cubicBezTo>
                    <a:cubicBezTo>
                      <a:pt x="126683" y="102870"/>
                      <a:pt x="129540" y="103823"/>
                      <a:pt x="134302" y="103823"/>
                    </a:cubicBezTo>
                    <a:lnTo>
                      <a:pt x="138112" y="103823"/>
                    </a:lnTo>
                    <a:lnTo>
                      <a:pt x="138112" y="106680"/>
                    </a:lnTo>
                    <a:lnTo>
                      <a:pt x="92392" y="106680"/>
                    </a:lnTo>
                    <a:lnTo>
                      <a:pt x="92392" y="103823"/>
                    </a:lnTo>
                    <a:lnTo>
                      <a:pt x="96202" y="103823"/>
                    </a:lnTo>
                    <a:cubicBezTo>
                      <a:pt x="100965" y="103823"/>
                      <a:pt x="103823" y="102870"/>
                      <a:pt x="105727" y="100013"/>
                    </a:cubicBezTo>
                    <a:cubicBezTo>
                      <a:pt x="106680" y="98108"/>
                      <a:pt x="107633" y="94298"/>
                      <a:pt x="107633" y="88583"/>
                    </a:cubicBezTo>
                    <a:lnTo>
                      <a:pt x="107633" y="17145"/>
                    </a:lnTo>
                    <a:lnTo>
                      <a:pt x="66675" y="107633"/>
                    </a:lnTo>
                    <a:lnTo>
                      <a:pt x="63817" y="10763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5B904767-75AE-8002-1F08-20811A16A065}"/>
                  </a:ext>
                </a:extLst>
              </p:cNvPr>
              <p:cNvSpPr/>
              <p:nvPr/>
            </p:nvSpPr>
            <p:spPr>
              <a:xfrm>
                <a:off x="5247322" y="3208972"/>
                <a:ext cx="60959" cy="77152"/>
              </a:xfrm>
              <a:custGeom>
                <a:avLst/>
                <a:gdLst>
                  <a:gd name="connsiteX0" fmla="*/ 10478 w 60959"/>
                  <a:gd name="connsiteY0" fmla="*/ 28575 h 77152"/>
                  <a:gd name="connsiteX1" fmla="*/ 18097 w 60959"/>
                  <a:gd name="connsiteY1" fmla="*/ 54293 h 77152"/>
                  <a:gd name="connsiteX2" fmla="*/ 37147 w 60959"/>
                  <a:gd name="connsiteY2" fmla="*/ 63818 h 77152"/>
                  <a:gd name="connsiteX3" fmla="*/ 49530 w 60959"/>
                  <a:gd name="connsiteY3" fmla="*/ 60008 h 77152"/>
                  <a:gd name="connsiteX4" fmla="*/ 58103 w 60959"/>
                  <a:gd name="connsiteY4" fmla="*/ 46673 h 77152"/>
                  <a:gd name="connsiteX5" fmla="*/ 60960 w 60959"/>
                  <a:gd name="connsiteY5" fmla="*/ 48578 h 77152"/>
                  <a:gd name="connsiteX6" fmla="*/ 51435 w 60959"/>
                  <a:gd name="connsiteY6" fmla="*/ 68580 h 77152"/>
                  <a:gd name="connsiteX7" fmla="*/ 31433 w 60959"/>
                  <a:gd name="connsiteY7" fmla="*/ 77153 h 77152"/>
                  <a:gd name="connsiteX8" fmla="*/ 9525 w 60959"/>
                  <a:gd name="connsiteY8" fmla="*/ 66675 h 77152"/>
                  <a:gd name="connsiteX9" fmla="*/ 0 w 60959"/>
                  <a:gd name="connsiteY9" fmla="*/ 39053 h 77152"/>
                  <a:gd name="connsiteX10" fmla="*/ 9525 w 60959"/>
                  <a:gd name="connsiteY10" fmla="*/ 10478 h 77152"/>
                  <a:gd name="connsiteX11" fmla="*/ 33338 w 60959"/>
                  <a:gd name="connsiteY11" fmla="*/ 0 h 77152"/>
                  <a:gd name="connsiteX12" fmla="*/ 53340 w 60959"/>
                  <a:gd name="connsiteY12" fmla="*/ 7620 h 77152"/>
                  <a:gd name="connsiteX13" fmla="*/ 60960 w 60959"/>
                  <a:gd name="connsiteY13" fmla="*/ 29528 h 77152"/>
                  <a:gd name="connsiteX14" fmla="*/ 10478 w 60959"/>
                  <a:gd name="connsiteY14" fmla="*/ 29528 h 77152"/>
                  <a:gd name="connsiteX15" fmla="*/ 10478 w 60959"/>
                  <a:gd name="connsiteY15" fmla="*/ 23813 h 77152"/>
                  <a:gd name="connsiteX16" fmla="*/ 43815 w 60959"/>
                  <a:gd name="connsiteY16" fmla="*/ 23813 h 77152"/>
                  <a:gd name="connsiteX17" fmla="*/ 41910 w 60959"/>
                  <a:gd name="connsiteY17" fmla="*/ 14288 h 77152"/>
                  <a:gd name="connsiteX18" fmla="*/ 36195 w 60959"/>
                  <a:gd name="connsiteY18" fmla="*/ 7620 h 77152"/>
                  <a:gd name="connsiteX19" fmla="*/ 27622 w 60959"/>
                  <a:gd name="connsiteY19" fmla="*/ 4763 h 77152"/>
                  <a:gd name="connsiteX20" fmla="*/ 16193 w 60959"/>
                  <a:gd name="connsiteY20" fmla="*/ 9525 h 77152"/>
                  <a:gd name="connsiteX21" fmla="*/ 10478 w 60959"/>
                  <a:gd name="connsiteY21" fmla="*/ 23813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0959" h="77152">
                    <a:moveTo>
                      <a:pt x="10478" y="28575"/>
                    </a:moveTo>
                    <a:cubicBezTo>
                      <a:pt x="10478" y="39053"/>
                      <a:pt x="13335" y="47625"/>
                      <a:pt x="18097" y="54293"/>
                    </a:cubicBezTo>
                    <a:cubicBezTo>
                      <a:pt x="22860" y="60960"/>
                      <a:pt x="29528" y="63818"/>
                      <a:pt x="37147" y="63818"/>
                    </a:cubicBezTo>
                    <a:cubicBezTo>
                      <a:pt x="44768" y="63818"/>
                      <a:pt x="45720" y="62865"/>
                      <a:pt x="49530" y="60008"/>
                    </a:cubicBezTo>
                    <a:cubicBezTo>
                      <a:pt x="53340" y="57150"/>
                      <a:pt x="56197" y="53340"/>
                      <a:pt x="58103" y="46673"/>
                    </a:cubicBezTo>
                    <a:lnTo>
                      <a:pt x="60960" y="48578"/>
                    </a:lnTo>
                    <a:cubicBezTo>
                      <a:pt x="60008" y="56198"/>
                      <a:pt x="56197" y="62865"/>
                      <a:pt x="51435" y="68580"/>
                    </a:cubicBezTo>
                    <a:cubicBezTo>
                      <a:pt x="46672" y="74295"/>
                      <a:pt x="39053" y="77153"/>
                      <a:pt x="31433" y="77153"/>
                    </a:cubicBezTo>
                    <a:cubicBezTo>
                      <a:pt x="23813" y="77153"/>
                      <a:pt x="15240" y="73343"/>
                      <a:pt x="9525" y="66675"/>
                    </a:cubicBezTo>
                    <a:cubicBezTo>
                      <a:pt x="3810" y="60008"/>
                      <a:pt x="0" y="50483"/>
                      <a:pt x="0" y="39053"/>
                    </a:cubicBezTo>
                    <a:cubicBezTo>
                      <a:pt x="0" y="27623"/>
                      <a:pt x="2858" y="17145"/>
                      <a:pt x="9525" y="10478"/>
                    </a:cubicBezTo>
                    <a:cubicBezTo>
                      <a:pt x="16193" y="3810"/>
                      <a:pt x="23813" y="0"/>
                      <a:pt x="33338" y="0"/>
                    </a:cubicBezTo>
                    <a:cubicBezTo>
                      <a:pt x="42863" y="0"/>
                      <a:pt x="48578" y="2858"/>
                      <a:pt x="53340" y="7620"/>
                    </a:cubicBezTo>
                    <a:cubicBezTo>
                      <a:pt x="58103" y="12383"/>
                      <a:pt x="60960" y="20003"/>
                      <a:pt x="60960" y="29528"/>
                    </a:cubicBezTo>
                    <a:lnTo>
                      <a:pt x="10478" y="29528"/>
                    </a:lnTo>
                    <a:close/>
                    <a:moveTo>
                      <a:pt x="10478" y="23813"/>
                    </a:moveTo>
                    <a:lnTo>
                      <a:pt x="43815" y="23813"/>
                    </a:lnTo>
                    <a:cubicBezTo>
                      <a:pt x="43815" y="19050"/>
                      <a:pt x="43815" y="16193"/>
                      <a:pt x="41910" y="14288"/>
                    </a:cubicBezTo>
                    <a:cubicBezTo>
                      <a:pt x="40958" y="11430"/>
                      <a:pt x="39053" y="8573"/>
                      <a:pt x="36195" y="7620"/>
                    </a:cubicBezTo>
                    <a:cubicBezTo>
                      <a:pt x="33338" y="6668"/>
                      <a:pt x="30480" y="4763"/>
                      <a:pt x="27622" y="4763"/>
                    </a:cubicBezTo>
                    <a:cubicBezTo>
                      <a:pt x="22860" y="4763"/>
                      <a:pt x="19050" y="6668"/>
                      <a:pt x="16193" y="9525"/>
                    </a:cubicBezTo>
                    <a:cubicBezTo>
                      <a:pt x="13335" y="12383"/>
                      <a:pt x="10478" y="18098"/>
                      <a:pt x="10478" y="238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E5FC2240-8C27-2537-4A99-786A67D195D8}"/>
                  </a:ext>
                </a:extLst>
              </p:cNvPr>
              <p:cNvSpPr/>
              <p:nvPr/>
            </p:nvSpPr>
            <p:spPr>
              <a:xfrm>
                <a:off x="5317807" y="3207067"/>
                <a:ext cx="63817" cy="76200"/>
              </a:xfrm>
              <a:custGeom>
                <a:avLst/>
                <a:gdLst>
                  <a:gd name="connsiteX0" fmla="*/ 40958 w 63817"/>
                  <a:gd name="connsiteY0" fmla="*/ 64770 h 76200"/>
                  <a:gd name="connsiteX1" fmla="*/ 26670 w 63817"/>
                  <a:gd name="connsiteY1" fmla="*/ 74295 h 76200"/>
                  <a:gd name="connsiteX2" fmla="*/ 17145 w 63817"/>
                  <a:gd name="connsiteY2" fmla="*/ 76200 h 76200"/>
                  <a:gd name="connsiteX3" fmla="*/ 4763 w 63817"/>
                  <a:gd name="connsiteY3" fmla="*/ 71438 h 76200"/>
                  <a:gd name="connsiteX4" fmla="*/ 0 w 63817"/>
                  <a:gd name="connsiteY4" fmla="*/ 58103 h 76200"/>
                  <a:gd name="connsiteX5" fmla="*/ 1905 w 63817"/>
                  <a:gd name="connsiteY5" fmla="*/ 48578 h 76200"/>
                  <a:gd name="connsiteX6" fmla="*/ 13335 w 63817"/>
                  <a:gd name="connsiteY6" fmla="*/ 38100 h 76200"/>
                  <a:gd name="connsiteX7" fmla="*/ 40005 w 63817"/>
                  <a:gd name="connsiteY7" fmla="*/ 26670 h 76200"/>
                  <a:gd name="connsiteX8" fmla="*/ 40005 w 63817"/>
                  <a:gd name="connsiteY8" fmla="*/ 23813 h 76200"/>
                  <a:gd name="connsiteX9" fmla="*/ 36195 w 63817"/>
                  <a:gd name="connsiteY9" fmla="*/ 8573 h 76200"/>
                  <a:gd name="connsiteX10" fmla="*/ 25718 w 63817"/>
                  <a:gd name="connsiteY10" fmla="*/ 4763 h 76200"/>
                  <a:gd name="connsiteX11" fmla="*/ 18098 w 63817"/>
                  <a:gd name="connsiteY11" fmla="*/ 7620 h 76200"/>
                  <a:gd name="connsiteX12" fmla="*/ 15240 w 63817"/>
                  <a:gd name="connsiteY12" fmla="*/ 13335 h 76200"/>
                  <a:gd name="connsiteX13" fmla="*/ 15240 w 63817"/>
                  <a:gd name="connsiteY13" fmla="*/ 18098 h 76200"/>
                  <a:gd name="connsiteX14" fmla="*/ 13335 w 63817"/>
                  <a:gd name="connsiteY14" fmla="*/ 23813 h 76200"/>
                  <a:gd name="connsiteX15" fmla="*/ 8573 w 63817"/>
                  <a:gd name="connsiteY15" fmla="*/ 25717 h 76200"/>
                  <a:gd name="connsiteX16" fmla="*/ 3810 w 63817"/>
                  <a:gd name="connsiteY16" fmla="*/ 23813 h 76200"/>
                  <a:gd name="connsiteX17" fmla="*/ 1905 w 63817"/>
                  <a:gd name="connsiteY17" fmla="*/ 18098 h 76200"/>
                  <a:gd name="connsiteX18" fmla="*/ 8573 w 63817"/>
                  <a:gd name="connsiteY18" fmla="*/ 5715 h 76200"/>
                  <a:gd name="connsiteX19" fmla="*/ 28575 w 63817"/>
                  <a:gd name="connsiteY19" fmla="*/ 0 h 76200"/>
                  <a:gd name="connsiteX20" fmla="*/ 44768 w 63817"/>
                  <a:gd name="connsiteY20" fmla="*/ 2858 h 76200"/>
                  <a:gd name="connsiteX21" fmla="*/ 51435 w 63817"/>
                  <a:gd name="connsiteY21" fmla="*/ 10478 h 76200"/>
                  <a:gd name="connsiteX22" fmla="*/ 52388 w 63817"/>
                  <a:gd name="connsiteY22" fmla="*/ 24765 h 76200"/>
                  <a:gd name="connsiteX23" fmla="*/ 52388 w 63817"/>
                  <a:gd name="connsiteY23" fmla="*/ 49530 h 76200"/>
                  <a:gd name="connsiteX24" fmla="*/ 52388 w 63817"/>
                  <a:gd name="connsiteY24" fmla="*/ 61913 h 76200"/>
                  <a:gd name="connsiteX25" fmla="*/ 53340 w 63817"/>
                  <a:gd name="connsiteY25" fmla="*/ 64770 h 76200"/>
                  <a:gd name="connsiteX26" fmla="*/ 55245 w 63817"/>
                  <a:gd name="connsiteY26" fmla="*/ 64770 h 76200"/>
                  <a:gd name="connsiteX27" fmla="*/ 57150 w 63817"/>
                  <a:gd name="connsiteY27" fmla="*/ 64770 h 76200"/>
                  <a:gd name="connsiteX28" fmla="*/ 63818 w 63817"/>
                  <a:gd name="connsiteY28" fmla="*/ 59055 h 76200"/>
                  <a:gd name="connsiteX29" fmla="*/ 63818 w 63817"/>
                  <a:gd name="connsiteY29" fmla="*/ 63817 h 76200"/>
                  <a:gd name="connsiteX30" fmla="*/ 46673 w 63817"/>
                  <a:gd name="connsiteY30" fmla="*/ 75248 h 76200"/>
                  <a:gd name="connsiteX31" fmla="*/ 40958 w 63817"/>
                  <a:gd name="connsiteY31" fmla="*/ 72390 h 76200"/>
                  <a:gd name="connsiteX32" fmla="*/ 39053 w 63817"/>
                  <a:gd name="connsiteY32" fmla="*/ 62865 h 76200"/>
                  <a:gd name="connsiteX33" fmla="*/ 40958 w 63817"/>
                  <a:gd name="connsiteY33" fmla="*/ 60008 h 76200"/>
                  <a:gd name="connsiteX34" fmla="*/ 40958 w 63817"/>
                  <a:gd name="connsiteY34" fmla="*/ 32385 h 76200"/>
                  <a:gd name="connsiteX35" fmla="*/ 25718 w 63817"/>
                  <a:gd name="connsiteY35" fmla="*/ 39053 h 76200"/>
                  <a:gd name="connsiteX36" fmla="*/ 17145 w 63817"/>
                  <a:gd name="connsiteY36" fmla="*/ 46673 h 76200"/>
                  <a:gd name="connsiteX37" fmla="*/ 14288 w 63817"/>
                  <a:gd name="connsiteY37" fmla="*/ 55245 h 76200"/>
                  <a:gd name="connsiteX38" fmla="*/ 18098 w 63817"/>
                  <a:gd name="connsiteY38" fmla="*/ 64770 h 76200"/>
                  <a:gd name="connsiteX39" fmla="*/ 25718 w 63817"/>
                  <a:gd name="connsiteY39" fmla="*/ 68580 h 76200"/>
                  <a:gd name="connsiteX40" fmla="*/ 41910 w 63817"/>
                  <a:gd name="connsiteY40" fmla="*/ 6096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63817" h="76200">
                    <a:moveTo>
                      <a:pt x="40958" y="64770"/>
                    </a:moveTo>
                    <a:cubicBezTo>
                      <a:pt x="33338" y="70485"/>
                      <a:pt x="28575" y="74295"/>
                      <a:pt x="26670" y="74295"/>
                    </a:cubicBezTo>
                    <a:cubicBezTo>
                      <a:pt x="23813" y="75248"/>
                      <a:pt x="20955" y="76200"/>
                      <a:pt x="17145" y="76200"/>
                    </a:cubicBezTo>
                    <a:cubicBezTo>
                      <a:pt x="12383" y="76200"/>
                      <a:pt x="7620" y="74295"/>
                      <a:pt x="4763" y="71438"/>
                    </a:cubicBezTo>
                    <a:cubicBezTo>
                      <a:pt x="1905" y="68580"/>
                      <a:pt x="0" y="63817"/>
                      <a:pt x="0" y="58103"/>
                    </a:cubicBezTo>
                    <a:cubicBezTo>
                      <a:pt x="0" y="52388"/>
                      <a:pt x="0" y="51435"/>
                      <a:pt x="1905" y="48578"/>
                    </a:cubicBezTo>
                    <a:cubicBezTo>
                      <a:pt x="3810" y="44767"/>
                      <a:pt x="7620" y="41910"/>
                      <a:pt x="13335" y="38100"/>
                    </a:cubicBezTo>
                    <a:cubicBezTo>
                      <a:pt x="19050" y="34290"/>
                      <a:pt x="27623" y="31433"/>
                      <a:pt x="40005" y="26670"/>
                    </a:cubicBezTo>
                    <a:lnTo>
                      <a:pt x="40005" y="23813"/>
                    </a:lnTo>
                    <a:cubicBezTo>
                      <a:pt x="40005" y="16192"/>
                      <a:pt x="39053" y="11430"/>
                      <a:pt x="36195" y="8573"/>
                    </a:cubicBezTo>
                    <a:cubicBezTo>
                      <a:pt x="33338" y="5715"/>
                      <a:pt x="30480" y="4763"/>
                      <a:pt x="25718" y="4763"/>
                    </a:cubicBezTo>
                    <a:cubicBezTo>
                      <a:pt x="20955" y="4763"/>
                      <a:pt x="20003" y="4763"/>
                      <a:pt x="18098" y="7620"/>
                    </a:cubicBezTo>
                    <a:cubicBezTo>
                      <a:pt x="16193" y="9525"/>
                      <a:pt x="15240" y="11430"/>
                      <a:pt x="15240" y="13335"/>
                    </a:cubicBezTo>
                    <a:lnTo>
                      <a:pt x="15240" y="18098"/>
                    </a:lnTo>
                    <a:cubicBezTo>
                      <a:pt x="15240" y="20955"/>
                      <a:pt x="15240" y="22860"/>
                      <a:pt x="13335" y="23813"/>
                    </a:cubicBezTo>
                    <a:cubicBezTo>
                      <a:pt x="11430" y="24765"/>
                      <a:pt x="10478" y="25717"/>
                      <a:pt x="8573" y="25717"/>
                    </a:cubicBezTo>
                    <a:cubicBezTo>
                      <a:pt x="6668" y="25717"/>
                      <a:pt x="4763" y="25717"/>
                      <a:pt x="3810" y="23813"/>
                    </a:cubicBezTo>
                    <a:cubicBezTo>
                      <a:pt x="2858" y="21908"/>
                      <a:pt x="1905" y="20955"/>
                      <a:pt x="1905" y="18098"/>
                    </a:cubicBezTo>
                    <a:cubicBezTo>
                      <a:pt x="1905" y="13335"/>
                      <a:pt x="3810" y="9525"/>
                      <a:pt x="8573" y="5715"/>
                    </a:cubicBezTo>
                    <a:cubicBezTo>
                      <a:pt x="13335" y="1905"/>
                      <a:pt x="20003" y="0"/>
                      <a:pt x="28575" y="0"/>
                    </a:cubicBezTo>
                    <a:cubicBezTo>
                      <a:pt x="37148" y="0"/>
                      <a:pt x="40005" y="953"/>
                      <a:pt x="44768" y="2858"/>
                    </a:cubicBezTo>
                    <a:cubicBezTo>
                      <a:pt x="47625" y="4763"/>
                      <a:pt x="50483" y="6667"/>
                      <a:pt x="51435" y="10478"/>
                    </a:cubicBezTo>
                    <a:cubicBezTo>
                      <a:pt x="51435" y="12383"/>
                      <a:pt x="52388" y="17145"/>
                      <a:pt x="52388" y="24765"/>
                    </a:cubicBezTo>
                    <a:lnTo>
                      <a:pt x="52388" y="49530"/>
                    </a:lnTo>
                    <a:cubicBezTo>
                      <a:pt x="52388" y="56198"/>
                      <a:pt x="52388" y="60960"/>
                      <a:pt x="52388" y="61913"/>
                    </a:cubicBezTo>
                    <a:cubicBezTo>
                      <a:pt x="52388" y="62865"/>
                      <a:pt x="52388" y="64770"/>
                      <a:pt x="53340" y="64770"/>
                    </a:cubicBezTo>
                    <a:cubicBezTo>
                      <a:pt x="54293" y="64770"/>
                      <a:pt x="54293" y="64770"/>
                      <a:pt x="55245" y="64770"/>
                    </a:cubicBezTo>
                    <a:cubicBezTo>
                      <a:pt x="56198" y="64770"/>
                      <a:pt x="57150" y="64770"/>
                      <a:pt x="57150" y="64770"/>
                    </a:cubicBezTo>
                    <a:cubicBezTo>
                      <a:pt x="58103" y="64770"/>
                      <a:pt x="60008" y="61913"/>
                      <a:pt x="63818" y="59055"/>
                    </a:cubicBezTo>
                    <a:lnTo>
                      <a:pt x="63818" y="63817"/>
                    </a:lnTo>
                    <a:cubicBezTo>
                      <a:pt x="58103" y="71438"/>
                      <a:pt x="52388" y="75248"/>
                      <a:pt x="46673" y="75248"/>
                    </a:cubicBezTo>
                    <a:cubicBezTo>
                      <a:pt x="40958" y="75248"/>
                      <a:pt x="41910" y="75248"/>
                      <a:pt x="40958" y="72390"/>
                    </a:cubicBezTo>
                    <a:cubicBezTo>
                      <a:pt x="40005" y="69533"/>
                      <a:pt x="39053" y="67628"/>
                      <a:pt x="39053" y="62865"/>
                    </a:cubicBezTo>
                    <a:close/>
                    <a:moveTo>
                      <a:pt x="40958" y="60008"/>
                    </a:moveTo>
                    <a:lnTo>
                      <a:pt x="40958" y="32385"/>
                    </a:lnTo>
                    <a:cubicBezTo>
                      <a:pt x="33338" y="35242"/>
                      <a:pt x="27623" y="38100"/>
                      <a:pt x="25718" y="39053"/>
                    </a:cubicBezTo>
                    <a:cubicBezTo>
                      <a:pt x="21908" y="40958"/>
                      <a:pt x="18098" y="43815"/>
                      <a:pt x="17145" y="46673"/>
                    </a:cubicBezTo>
                    <a:cubicBezTo>
                      <a:pt x="16193" y="49530"/>
                      <a:pt x="14288" y="52388"/>
                      <a:pt x="14288" y="55245"/>
                    </a:cubicBezTo>
                    <a:cubicBezTo>
                      <a:pt x="14288" y="58103"/>
                      <a:pt x="15240" y="61913"/>
                      <a:pt x="18098" y="64770"/>
                    </a:cubicBezTo>
                    <a:cubicBezTo>
                      <a:pt x="20955" y="67628"/>
                      <a:pt x="22860" y="68580"/>
                      <a:pt x="25718" y="68580"/>
                    </a:cubicBezTo>
                    <a:cubicBezTo>
                      <a:pt x="28575" y="68580"/>
                      <a:pt x="35243" y="65723"/>
                      <a:pt x="41910" y="609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679C56CE-8E30-92DC-C903-E224AABC2DE6}"/>
                  </a:ext>
                </a:extLst>
              </p:cNvPr>
              <p:cNvSpPr/>
              <p:nvPr/>
            </p:nvSpPr>
            <p:spPr>
              <a:xfrm>
                <a:off x="5392102" y="3208020"/>
                <a:ext cx="49529" cy="77152"/>
              </a:xfrm>
              <a:custGeom>
                <a:avLst/>
                <a:gdLst>
                  <a:gd name="connsiteX0" fmla="*/ 44767 w 49529"/>
                  <a:gd name="connsiteY0" fmla="*/ 0 h 77152"/>
                  <a:gd name="connsiteX1" fmla="*/ 44767 w 49529"/>
                  <a:gd name="connsiteY1" fmla="*/ 24765 h 77152"/>
                  <a:gd name="connsiteX2" fmla="*/ 41910 w 49529"/>
                  <a:gd name="connsiteY2" fmla="*/ 24765 h 77152"/>
                  <a:gd name="connsiteX3" fmla="*/ 34290 w 49529"/>
                  <a:gd name="connsiteY3" fmla="*/ 8572 h 77152"/>
                  <a:gd name="connsiteX4" fmla="*/ 21907 w 49529"/>
                  <a:gd name="connsiteY4" fmla="*/ 4763 h 77152"/>
                  <a:gd name="connsiteX5" fmla="*/ 13335 w 49529"/>
                  <a:gd name="connsiteY5" fmla="*/ 7620 h 77152"/>
                  <a:gd name="connsiteX6" fmla="*/ 9525 w 49529"/>
                  <a:gd name="connsiteY6" fmla="*/ 14288 h 77152"/>
                  <a:gd name="connsiteX7" fmla="*/ 12382 w 49529"/>
                  <a:gd name="connsiteY7" fmla="*/ 21908 h 77152"/>
                  <a:gd name="connsiteX8" fmla="*/ 21907 w 49529"/>
                  <a:gd name="connsiteY8" fmla="*/ 28575 h 77152"/>
                  <a:gd name="connsiteX9" fmla="*/ 33338 w 49529"/>
                  <a:gd name="connsiteY9" fmla="*/ 34290 h 77152"/>
                  <a:gd name="connsiteX10" fmla="*/ 49530 w 49529"/>
                  <a:gd name="connsiteY10" fmla="*/ 55245 h 77152"/>
                  <a:gd name="connsiteX11" fmla="*/ 41910 w 49529"/>
                  <a:gd name="connsiteY11" fmla="*/ 71438 h 77152"/>
                  <a:gd name="connsiteX12" fmla="*/ 24765 w 49529"/>
                  <a:gd name="connsiteY12" fmla="*/ 77152 h 77152"/>
                  <a:gd name="connsiteX13" fmla="*/ 9525 w 49529"/>
                  <a:gd name="connsiteY13" fmla="*/ 75247 h 77152"/>
                  <a:gd name="connsiteX14" fmla="*/ 5715 w 49529"/>
                  <a:gd name="connsiteY14" fmla="*/ 75247 h 77152"/>
                  <a:gd name="connsiteX15" fmla="*/ 2857 w 49529"/>
                  <a:gd name="connsiteY15" fmla="*/ 77152 h 77152"/>
                  <a:gd name="connsiteX16" fmla="*/ 0 w 49529"/>
                  <a:gd name="connsiteY16" fmla="*/ 77152 h 77152"/>
                  <a:gd name="connsiteX17" fmla="*/ 0 w 49529"/>
                  <a:gd name="connsiteY17" fmla="*/ 51435 h 77152"/>
                  <a:gd name="connsiteX18" fmla="*/ 2857 w 49529"/>
                  <a:gd name="connsiteY18" fmla="*/ 51435 h 77152"/>
                  <a:gd name="connsiteX19" fmla="*/ 11430 w 49529"/>
                  <a:gd name="connsiteY19" fmla="*/ 68580 h 77152"/>
                  <a:gd name="connsiteX20" fmla="*/ 25717 w 49529"/>
                  <a:gd name="connsiteY20" fmla="*/ 74295 h 77152"/>
                  <a:gd name="connsiteX21" fmla="*/ 34290 w 49529"/>
                  <a:gd name="connsiteY21" fmla="*/ 71438 h 77152"/>
                  <a:gd name="connsiteX22" fmla="*/ 38100 w 49529"/>
                  <a:gd name="connsiteY22" fmla="*/ 63817 h 77152"/>
                  <a:gd name="connsiteX23" fmla="*/ 34290 w 49529"/>
                  <a:gd name="connsiteY23" fmla="*/ 54292 h 77152"/>
                  <a:gd name="connsiteX24" fmla="*/ 19050 w 49529"/>
                  <a:gd name="connsiteY24" fmla="*/ 44767 h 77152"/>
                  <a:gd name="connsiteX25" fmla="*/ 3810 w 49529"/>
                  <a:gd name="connsiteY25" fmla="*/ 34290 h 77152"/>
                  <a:gd name="connsiteX26" fmla="*/ 0 w 49529"/>
                  <a:gd name="connsiteY26" fmla="*/ 22860 h 77152"/>
                  <a:gd name="connsiteX27" fmla="*/ 5715 w 49529"/>
                  <a:gd name="connsiteY27" fmla="*/ 7620 h 77152"/>
                  <a:gd name="connsiteX28" fmla="*/ 21907 w 49529"/>
                  <a:gd name="connsiteY28" fmla="*/ 1905 h 77152"/>
                  <a:gd name="connsiteX29" fmla="*/ 32385 w 49529"/>
                  <a:gd name="connsiteY29" fmla="*/ 3810 h 77152"/>
                  <a:gd name="connsiteX30" fmla="*/ 38100 w 49529"/>
                  <a:gd name="connsiteY30" fmla="*/ 4763 h 77152"/>
                  <a:gd name="connsiteX31" fmla="*/ 40005 w 49529"/>
                  <a:gd name="connsiteY31" fmla="*/ 4763 h 77152"/>
                  <a:gd name="connsiteX32" fmla="*/ 41910 w 49529"/>
                  <a:gd name="connsiteY32" fmla="*/ 1905 h 77152"/>
                  <a:gd name="connsiteX33" fmla="*/ 44767 w 49529"/>
                  <a:gd name="connsiteY33" fmla="*/ 1905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9529" h="77152">
                    <a:moveTo>
                      <a:pt x="44767" y="0"/>
                    </a:moveTo>
                    <a:lnTo>
                      <a:pt x="44767" y="24765"/>
                    </a:lnTo>
                    <a:lnTo>
                      <a:pt x="41910" y="24765"/>
                    </a:lnTo>
                    <a:cubicBezTo>
                      <a:pt x="40005" y="17145"/>
                      <a:pt x="37147" y="11430"/>
                      <a:pt x="34290" y="8572"/>
                    </a:cubicBezTo>
                    <a:cubicBezTo>
                      <a:pt x="31432" y="5715"/>
                      <a:pt x="27622" y="4763"/>
                      <a:pt x="21907" y="4763"/>
                    </a:cubicBezTo>
                    <a:cubicBezTo>
                      <a:pt x="16192" y="4763"/>
                      <a:pt x="15240" y="5715"/>
                      <a:pt x="13335" y="7620"/>
                    </a:cubicBezTo>
                    <a:cubicBezTo>
                      <a:pt x="11430" y="9525"/>
                      <a:pt x="9525" y="11430"/>
                      <a:pt x="9525" y="14288"/>
                    </a:cubicBezTo>
                    <a:cubicBezTo>
                      <a:pt x="9525" y="17145"/>
                      <a:pt x="9525" y="20002"/>
                      <a:pt x="12382" y="21908"/>
                    </a:cubicBezTo>
                    <a:cubicBezTo>
                      <a:pt x="14288" y="23813"/>
                      <a:pt x="17145" y="26670"/>
                      <a:pt x="21907" y="28575"/>
                    </a:cubicBezTo>
                    <a:lnTo>
                      <a:pt x="33338" y="34290"/>
                    </a:lnTo>
                    <a:cubicBezTo>
                      <a:pt x="43815" y="39052"/>
                      <a:pt x="49530" y="46672"/>
                      <a:pt x="49530" y="55245"/>
                    </a:cubicBezTo>
                    <a:cubicBezTo>
                      <a:pt x="49530" y="63817"/>
                      <a:pt x="46672" y="67627"/>
                      <a:pt x="41910" y="71438"/>
                    </a:cubicBezTo>
                    <a:cubicBezTo>
                      <a:pt x="37147" y="75247"/>
                      <a:pt x="31432" y="77152"/>
                      <a:pt x="24765" y="77152"/>
                    </a:cubicBezTo>
                    <a:cubicBezTo>
                      <a:pt x="18097" y="77152"/>
                      <a:pt x="15240" y="77152"/>
                      <a:pt x="9525" y="75247"/>
                    </a:cubicBezTo>
                    <a:cubicBezTo>
                      <a:pt x="7620" y="75247"/>
                      <a:pt x="6667" y="75247"/>
                      <a:pt x="5715" y="75247"/>
                    </a:cubicBezTo>
                    <a:cubicBezTo>
                      <a:pt x="4763" y="75247"/>
                      <a:pt x="3810" y="75247"/>
                      <a:pt x="2857" y="77152"/>
                    </a:cubicBezTo>
                    <a:lnTo>
                      <a:pt x="0" y="77152"/>
                    </a:lnTo>
                    <a:lnTo>
                      <a:pt x="0" y="51435"/>
                    </a:lnTo>
                    <a:lnTo>
                      <a:pt x="2857" y="51435"/>
                    </a:lnTo>
                    <a:cubicBezTo>
                      <a:pt x="4763" y="59055"/>
                      <a:pt x="7620" y="64770"/>
                      <a:pt x="11430" y="68580"/>
                    </a:cubicBezTo>
                    <a:cubicBezTo>
                      <a:pt x="15240" y="72390"/>
                      <a:pt x="20003" y="74295"/>
                      <a:pt x="25717" y="74295"/>
                    </a:cubicBezTo>
                    <a:cubicBezTo>
                      <a:pt x="31432" y="74295"/>
                      <a:pt x="32385" y="73342"/>
                      <a:pt x="34290" y="71438"/>
                    </a:cubicBezTo>
                    <a:cubicBezTo>
                      <a:pt x="36195" y="69533"/>
                      <a:pt x="38100" y="66675"/>
                      <a:pt x="38100" y="63817"/>
                    </a:cubicBezTo>
                    <a:cubicBezTo>
                      <a:pt x="38100" y="60960"/>
                      <a:pt x="37147" y="57150"/>
                      <a:pt x="34290" y="54292"/>
                    </a:cubicBezTo>
                    <a:cubicBezTo>
                      <a:pt x="31432" y="51435"/>
                      <a:pt x="26670" y="48577"/>
                      <a:pt x="19050" y="44767"/>
                    </a:cubicBezTo>
                    <a:cubicBezTo>
                      <a:pt x="11430" y="40958"/>
                      <a:pt x="6667" y="37147"/>
                      <a:pt x="3810" y="34290"/>
                    </a:cubicBezTo>
                    <a:cubicBezTo>
                      <a:pt x="1905" y="31433"/>
                      <a:pt x="0" y="27622"/>
                      <a:pt x="0" y="22860"/>
                    </a:cubicBezTo>
                    <a:cubicBezTo>
                      <a:pt x="0" y="18097"/>
                      <a:pt x="1905" y="12383"/>
                      <a:pt x="5715" y="7620"/>
                    </a:cubicBezTo>
                    <a:cubicBezTo>
                      <a:pt x="9525" y="2858"/>
                      <a:pt x="15240" y="1905"/>
                      <a:pt x="21907" y="1905"/>
                    </a:cubicBezTo>
                    <a:cubicBezTo>
                      <a:pt x="28575" y="1905"/>
                      <a:pt x="28575" y="1905"/>
                      <a:pt x="32385" y="3810"/>
                    </a:cubicBezTo>
                    <a:cubicBezTo>
                      <a:pt x="35242" y="3810"/>
                      <a:pt x="37147" y="4763"/>
                      <a:pt x="38100" y="4763"/>
                    </a:cubicBezTo>
                    <a:cubicBezTo>
                      <a:pt x="39053" y="4763"/>
                      <a:pt x="40005" y="4763"/>
                      <a:pt x="40005" y="4763"/>
                    </a:cubicBezTo>
                    <a:cubicBezTo>
                      <a:pt x="40005" y="4763"/>
                      <a:pt x="40957" y="3810"/>
                      <a:pt x="41910" y="1905"/>
                    </a:cubicBezTo>
                    <a:lnTo>
                      <a:pt x="44767" y="190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FCB500F5-0B71-4D1D-64A8-8634F6EE5918}"/>
                  </a:ext>
                </a:extLst>
              </p:cNvPr>
              <p:cNvSpPr/>
              <p:nvPr/>
            </p:nvSpPr>
            <p:spPr>
              <a:xfrm>
                <a:off x="5446394" y="3209925"/>
                <a:ext cx="80040" cy="74295"/>
              </a:xfrm>
              <a:custGeom>
                <a:avLst/>
                <a:gdLst>
                  <a:gd name="connsiteX0" fmla="*/ 69533 w 80040"/>
                  <a:gd name="connsiteY0" fmla="*/ 0 h 74295"/>
                  <a:gd name="connsiteX1" fmla="*/ 69533 w 80040"/>
                  <a:gd name="connsiteY1" fmla="*/ 43815 h 74295"/>
                  <a:gd name="connsiteX2" fmla="*/ 69533 w 80040"/>
                  <a:gd name="connsiteY2" fmla="*/ 59055 h 74295"/>
                  <a:gd name="connsiteX3" fmla="*/ 71438 w 80040"/>
                  <a:gd name="connsiteY3" fmla="*/ 62865 h 74295"/>
                  <a:gd name="connsiteX4" fmla="*/ 74295 w 80040"/>
                  <a:gd name="connsiteY4" fmla="*/ 63817 h 74295"/>
                  <a:gd name="connsiteX5" fmla="*/ 80010 w 80040"/>
                  <a:gd name="connsiteY5" fmla="*/ 62865 h 74295"/>
                  <a:gd name="connsiteX6" fmla="*/ 80010 w 80040"/>
                  <a:gd name="connsiteY6" fmla="*/ 65722 h 74295"/>
                  <a:gd name="connsiteX7" fmla="*/ 59055 w 80040"/>
                  <a:gd name="connsiteY7" fmla="*/ 74295 h 74295"/>
                  <a:gd name="connsiteX8" fmla="*/ 55245 w 80040"/>
                  <a:gd name="connsiteY8" fmla="*/ 74295 h 74295"/>
                  <a:gd name="connsiteX9" fmla="*/ 55245 w 80040"/>
                  <a:gd name="connsiteY9" fmla="*/ 59055 h 74295"/>
                  <a:gd name="connsiteX10" fmla="*/ 40958 w 80040"/>
                  <a:gd name="connsiteY10" fmla="*/ 71438 h 74295"/>
                  <a:gd name="connsiteX11" fmla="*/ 30480 w 80040"/>
                  <a:gd name="connsiteY11" fmla="*/ 74295 h 74295"/>
                  <a:gd name="connsiteX12" fmla="*/ 20003 w 80040"/>
                  <a:gd name="connsiteY12" fmla="*/ 70485 h 74295"/>
                  <a:gd name="connsiteX13" fmla="*/ 13335 w 80040"/>
                  <a:gd name="connsiteY13" fmla="*/ 60960 h 74295"/>
                  <a:gd name="connsiteX14" fmla="*/ 11430 w 80040"/>
                  <a:gd name="connsiteY14" fmla="*/ 45720 h 74295"/>
                  <a:gd name="connsiteX15" fmla="*/ 11430 w 80040"/>
                  <a:gd name="connsiteY15" fmla="*/ 13335 h 74295"/>
                  <a:gd name="connsiteX16" fmla="*/ 10478 w 80040"/>
                  <a:gd name="connsiteY16" fmla="*/ 6667 h 74295"/>
                  <a:gd name="connsiteX17" fmla="*/ 7620 w 80040"/>
                  <a:gd name="connsiteY17" fmla="*/ 3810 h 74295"/>
                  <a:gd name="connsiteX18" fmla="*/ 0 w 80040"/>
                  <a:gd name="connsiteY18" fmla="*/ 2858 h 74295"/>
                  <a:gd name="connsiteX19" fmla="*/ 0 w 80040"/>
                  <a:gd name="connsiteY19" fmla="*/ 0 h 74295"/>
                  <a:gd name="connsiteX20" fmla="*/ 25718 w 80040"/>
                  <a:gd name="connsiteY20" fmla="*/ 0 h 74295"/>
                  <a:gd name="connsiteX21" fmla="*/ 25718 w 80040"/>
                  <a:gd name="connsiteY21" fmla="*/ 48578 h 74295"/>
                  <a:gd name="connsiteX22" fmla="*/ 29528 w 80040"/>
                  <a:gd name="connsiteY22" fmla="*/ 61913 h 74295"/>
                  <a:gd name="connsiteX23" fmla="*/ 38100 w 80040"/>
                  <a:gd name="connsiteY23" fmla="*/ 64770 h 74295"/>
                  <a:gd name="connsiteX24" fmla="*/ 45720 w 80040"/>
                  <a:gd name="connsiteY24" fmla="*/ 62865 h 74295"/>
                  <a:gd name="connsiteX25" fmla="*/ 56198 w 80040"/>
                  <a:gd name="connsiteY25" fmla="*/ 54292 h 74295"/>
                  <a:gd name="connsiteX26" fmla="*/ 56198 w 80040"/>
                  <a:gd name="connsiteY26" fmla="*/ 13335 h 74295"/>
                  <a:gd name="connsiteX27" fmla="*/ 54293 w 80040"/>
                  <a:gd name="connsiteY27" fmla="*/ 4763 h 74295"/>
                  <a:gd name="connsiteX28" fmla="*/ 44768 w 80040"/>
                  <a:gd name="connsiteY28" fmla="*/ 2858 h 74295"/>
                  <a:gd name="connsiteX29" fmla="*/ 44768 w 80040"/>
                  <a:gd name="connsiteY29" fmla="*/ 0 h 74295"/>
                  <a:gd name="connsiteX30" fmla="*/ 69533 w 80040"/>
                  <a:gd name="connsiteY30" fmla="*/ 0 h 74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0040" h="74295">
                    <a:moveTo>
                      <a:pt x="69533" y="0"/>
                    </a:moveTo>
                    <a:lnTo>
                      <a:pt x="69533" y="43815"/>
                    </a:lnTo>
                    <a:cubicBezTo>
                      <a:pt x="69533" y="52388"/>
                      <a:pt x="69533" y="57150"/>
                      <a:pt x="69533" y="59055"/>
                    </a:cubicBezTo>
                    <a:cubicBezTo>
                      <a:pt x="69533" y="60960"/>
                      <a:pt x="70485" y="61913"/>
                      <a:pt x="71438" y="62865"/>
                    </a:cubicBezTo>
                    <a:cubicBezTo>
                      <a:pt x="72390" y="63817"/>
                      <a:pt x="73343" y="63817"/>
                      <a:pt x="74295" y="63817"/>
                    </a:cubicBezTo>
                    <a:cubicBezTo>
                      <a:pt x="75248" y="63817"/>
                      <a:pt x="78105" y="63817"/>
                      <a:pt x="80010" y="62865"/>
                    </a:cubicBezTo>
                    <a:lnTo>
                      <a:pt x="80010" y="65722"/>
                    </a:lnTo>
                    <a:cubicBezTo>
                      <a:pt x="80963" y="65722"/>
                      <a:pt x="59055" y="74295"/>
                      <a:pt x="59055" y="74295"/>
                    </a:cubicBezTo>
                    <a:lnTo>
                      <a:pt x="55245" y="74295"/>
                    </a:lnTo>
                    <a:lnTo>
                      <a:pt x="55245" y="59055"/>
                    </a:lnTo>
                    <a:cubicBezTo>
                      <a:pt x="48578" y="65722"/>
                      <a:pt x="43815" y="70485"/>
                      <a:pt x="40958" y="71438"/>
                    </a:cubicBezTo>
                    <a:cubicBezTo>
                      <a:pt x="38100" y="72390"/>
                      <a:pt x="34290" y="74295"/>
                      <a:pt x="30480" y="74295"/>
                    </a:cubicBezTo>
                    <a:cubicBezTo>
                      <a:pt x="26670" y="74295"/>
                      <a:pt x="22860" y="73342"/>
                      <a:pt x="20003" y="70485"/>
                    </a:cubicBezTo>
                    <a:cubicBezTo>
                      <a:pt x="17145" y="67628"/>
                      <a:pt x="15240" y="64770"/>
                      <a:pt x="13335" y="60960"/>
                    </a:cubicBezTo>
                    <a:cubicBezTo>
                      <a:pt x="11430" y="57150"/>
                      <a:pt x="11430" y="52388"/>
                      <a:pt x="11430" y="45720"/>
                    </a:cubicBezTo>
                    <a:lnTo>
                      <a:pt x="11430" y="13335"/>
                    </a:lnTo>
                    <a:cubicBezTo>
                      <a:pt x="11430" y="9525"/>
                      <a:pt x="11430" y="7620"/>
                      <a:pt x="10478" y="6667"/>
                    </a:cubicBezTo>
                    <a:cubicBezTo>
                      <a:pt x="9525" y="5715"/>
                      <a:pt x="8573" y="4763"/>
                      <a:pt x="7620" y="3810"/>
                    </a:cubicBezTo>
                    <a:cubicBezTo>
                      <a:pt x="6668" y="2858"/>
                      <a:pt x="3810" y="2858"/>
                      <a:pt x="0" y="2858"/>
                    </a:cubicBezTo>
                    <a:lnTo>
                      <a:pt x="0" y="0"/>
                    </a:lnTo>
                    <a:lnTo>
                      <a:pt x="25718" y="0"/>
                    </a:lnTo>
                    <a:lnTo>
                      <a:pt x="25718" y="48578"/>
                    </a:lnTo>
                    <a:cubicBezTo>
                      <a:pt x="25718" y="55245"/>
                      <a:pt x="26670" y="60008"/>
                      <a:pt x="29528" y="61913"/>
                    </a:cubicBezTo>
                    <a:cubicBezTo>
                      <a:pt x="32385" y="63817"/>
                      <a:pt x="34290" y="64770"/>
                      <a:pt x="38100" y="64770"/>
                    </a:cubicBezTo>
                    <a:cubicBezTo>
                      <a:pt x="41910" y="64770"/>
                      <a:pt x="42863" y="64770"/>
                      <a:pt x="45720" y="62865"/>
                    </a:cubicBezTo>
                    <a:cubicBezTo>
                      <a:pt x="48578" y="60960"/>
                      <a:pt x="52388" y="59055"/>
                      <a:pt x="56198" y="54292"/>
                    </a:cubicBezTo>
                    <a:lnTo>
                      <a:pt x="56198" y="13335"/>
                    </a:lnTo>
                    <a:cubicBezTo>
                      <a:pt x="56198" y="9525"/>
                      <a:pt x="56198" y="6667"/>
                      <a:pt x="54293" y="4763"/>
                    </a:cubicBezTo>
                    <a:cubicBezTo>
                      <a:pt x="52388" y="2858"/>
                      <a:pt x="49530" y="2858"/>
                      <a:pt x="44768" y="2858"/>
                    </a:cubicBezTo>
                    <a:lnTo>
                      <a:pt x="44768" y="0"/>
                    </a:lnTo>
                    <a:lnTo>
                      <a:pt x="695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032926F-96D6-895B-BB9C-99EEF913409E}"/>
                  </a:ext>
                </a:extLst>
              </p:cNvPr>
              <p:cNvSpPr/>
              <p:nvPr/>
            </p:nvSpPr>
            <p:spPr>
              <a:xfrm>
                <a:off x="5532119" y="3206115"/>
                <a:ext cx="52387" cy="75247"/>
              </a:xfrm>
              <a:custGeom>
                <a:avLst/>
                <a:gdLst>
                  <a:gd name="connsiteX0" fmla="*/ 22860 w 52387"/>
                  <a:gd name="connsiteY0" fmla="*/ 1905 h 75247"/>
                  <a:gd name="connsiteX1" fmla="*/ 22860 w 52387"/>
                  <a:gd name="connsiteY1" fmla="*/ 18097 h 75247"/>
                  <a:gd name="connsiteX2" fmla="*/ 41910 w 52387"/>
                  <a:gd name="connsiteY2" fmla="*/ 1905 h 75247"/>
                  <a:gd name="connsiteX3" fmla="*/ 49530 w 52387"/>
                  <a:gd name="connsiteY3" fmla="*/ 4763 h 75247"/>
                  <a:gd name="connsiteX4" fmla="*/ 52388 w 52387"/>
                  <a:gd name="connsiteY4" fmla="*/ 10477 h 75247"/>
                  <a:gd name="connsiteX5" fmla="*/ 50483 w 52387"/>
                  <a:gd name="connsiteY5" fmla="*/ 15240 h 75247"/>
                  <a:gd name="connsiteX6" fmla="*/ 45720 w 52387"/>
                  <a:gd name="connsiteY6" fmla="*/ 17145 h 75247"/>
                  <a:gd name="connsiteX7" fmla="*/ 39053 w 52387"/>
                  <a:gd name="connsiteY7" fmla="*/ 14288 h 75247"/>
                  <a:gd name="connsiteX8" fmla="*/ 34290 w 52387"/>
                  <a:gd name="connsiteY8" fmla="*/ 11430 h 75247"/>
                  <a:gd name="connsiteX9" fmla="*/ 31433 w 52387"/>
                  <a:gd name="connsiteY9" fmla="*/ 13335 h 75247"/>
                  <a:gd name="connsiteX10" fmla="*/ 23813 w 52387"/>
                  <a:gd name="connsiteY10" fmla="*/ 23813 h 75247"/>
                  <a:gd name="connsiteX11" fmla="*/ 23813 w 52387"/>
                  <a:gd name="connsiteY11" fmla="*/ 58102 h 75247"/>
                  <a:gd name="connsiteX12" fmla="*/ 25718 w 52387"/>
                  <a:gd name="connsiteY12" fmla="*/ 67627 h 75247"/>
                  <a:gd name="connsiteX13" fmla="*/ 29528 w 52387"/>
                  <a:gd name="connsiteY13" fmla="*/ 71438 h 75247"/>
                  <a:gd name="connsiteX14" fmla="*/ 37148 w 52387"/>
                  <a:gd name="connsiteY14" fmla="*/ 72390 h 75247"/>
                  <a:gd name="connsiteX15" fmla="*/ 37148 w 52387"/>
                  <a:gd name="connsiteY15" fmla="*/ 75247 h 75247"/>
                  <a:gd name="connsiteX16" fmla="*/ 0 w 52387"/>
                  <a:gd name="connsiteY16" fmla="*/ 75247 h 75247"/>
                  <a:gd name="connsiteX17" fmla="*/ 0 w 52387"/>
                  <a:gd name="connsiteY17" fmla="*/ 72390 h 75247"/>
                  <a:gd name="connsiteX18" fmla="*/ 8573 w 52387"/>
                  <a:gd name="connsiteY18" fmla="*/ 70485 h 75247"/>
                  <a:gd name="connsiteX19" fmla="*/ 11430 w 52387"/>
                  <a:gd name="connsiteY19" fmla="*/ 66675 h 75247"/>
                  <a:gd name="connsiteX20" fmla="*/ 11430 w 52387"/>
                  <a:gd name="connsiteY20" fmla="*/ 59055 h 75247"/>
                  <a:gd name="connsiteX21" fmla="*/ 11430 w 52387"/>
                  <a:gd name="connsiteY21" fmla="*/ 30480 h 75247"/>
                  <a:gd name="connsiteX22" fmla="*/ 11430 w 52387"/>
                  <a:gd name="connsiteY22" fmla="*/ 15240 h 75247"/>
                  <a:gd name="connsiteX23" fmla="*/ 9525 w 52387"/>
                  <a:gd name="connsiteY23" fmla="*/ 11430 h 75247"/>
                  <a:gd name="connsiteX24" fmla="*/ 5715 w 52387"/>
                  <a:gd name="connsiteY24" fmla="*/ 10477 h 75247"/>
                  <a:gd name="connsiteX25" fmla="*/ 0 w 52387"/>
                  <a:gd name="connsiteY25" fmla="*/ 11430 h 75247"/>
                  <a:gd name="connsiteX26" fmla="*/ 0 w 52387"/>
                  <a:gd name="connsiteY26" fmla="*/ 8572 h 75247"/>
                  <a:gd name="connsiteX27" fmla="*/ 20955 w 52387"/>
                  <a:gd name="connsiteY27" fmla="*/ 0 h 75247"/>
                  <a:gd name="connsiteX28" fmla="*/ 23813 w 52387"/>
                  <a:gd name="connsiteY28" fmla="*/ 0 h 75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2387" h="75247">
                    <a:moveTo>
                      <a:pt x="22860" y="1905"/>
                    </a:moveTo>
                    <a:lnTo>
                      <a:pt x="22860" y="18097"/>
                    </a:lnTo>
                    <a:cubicBezTo>
                      <a:pt x="28575" y="7620"/>
                      <a:pt x="35243" y="1905"/>
                      <a:pt x="41910" y="1905"/>
                    </a:cubicBezTo>
                    <a:cubicBezTo>
                      <a:pt x="48578" y="1905"/>
                      <a:pt x="47625" y="1905"/>
                      <a:pt x="49530" y="4763"/>
                    </a:cubicBezTo>
                    <a:cubicBezTo>
                      <a:pt x="51435" y="7620"/>
                      <a:pt x="52388" y="8572"/>
                      <a:pt x="52388" y="10477"/>
                    </a:cubicBezTo>
                    <a:cubicBezTo>
                      <a:pt x="52388" y="12382"/>
                      <a:pt x="52388" y="14288"/>
                      <a:pt x="50483" y="15240"/>
                    </a:cubicBezTo>
                    <a:cubicBezTo>
                      <a:pt x="48578" y="16192"/>
                      <a:pt x="47625" y="17145"/>
                      <a:pt x="45720" y="17145"/>
                    </a:cubicBezTo>
                    <a:cubicBezTo>
                      <a:pt x="43815" y="17145"/>
                      <a:pt x="41910" y="17145"/>
                      <a:pt x="39053" y="14288"/>
                    </a:cubicBezTo>
                    <a:cubicBezTo>
                      <a:pt x="36195" y="11430"/>
                      <a:pt x="35243" y="11430"/>
                      <a:pt x="34290" y="11430"/>
                    </a:cubicBezTo>
                    <a:cubicBezTo>
                      <a:pt x="33338" y="11430"/>
                      <a:pt x="32385" y="11430"/>
                      <a:pt x="31433" y="13335"/>
                    </a:cubicBezTo>
                    <a:cubicBezTo>
                      <a:pt x="29528" y="15240"/>
                      <a:pt x="26670" y="19050"/>
                      <a:pt x="23813" y="23813"/>
                    </a:cubicBezTo>
                    <a:lnTo>
                      <a:pt x="23813" y="58102"/>
                    </a:lnTo>
                    <a:cubicBezTo>
                      <a:pt x="23813" y="61913"/>
                      <a:pt x="23813" y="64770"/>
                      <a:pt x="25718" y="67627"/>
                    </a:cubicBezTo>
                    <a:cubicBezTo>
                      <a:pt x="25718" y="68580"/>
                      <a:pt x="27623" y="70485"/>
                      <a:pt x="29528" y="71438"/>
                    </a:cubicBezTo>
                    <a:cubicBezTo>
                      <a:pt x="31433" y="72390"/>
                      <a:pt x="33338" y="72390"/>
                      <a:pt x="37148" y="72390"/>
                    </a:cubicBezTo>
                    <a:lnTo>
                      <a:pt x="37148" y="75247"/>
                    </a:lnTo>
                    <a:lnTo>
                      <a:pt x="0" y="75247"/>
                    </a:lnTo>
                    <a:lnTo>
                      <a:pt x="0" y="72390"/>
                    </a:lnTo>
                    <a:cubicBezTo>
                      <a:pt x="3810" y="72390"/>
                      <a:pt x="6668" y="72390"/>
                      <a:pt x="8573" y="70485"/>
                    </a:cubicBezTo>
                    <a:cubicBezTo>
                      <a:pt x="9525" y="70485"/>
                      <a:pt x="10478" y="68580"/>
                      <a:pt x="11430" y="66675"/>
                    </a:cubicBezTo>
                    <a:cubicBezTo>
                      <a:pt x="11430" y="66675"/>
                      <a:pt x="11430" y="62865"/>
                      <a:pt x="11430" y="59055"/>
                    </a:cubicBezTo>
                    <a:lnTo>
                      <a:pt x="11430" y="30480"/>
                    </a:lnTo>
                    <a:cubicBezTo>
                      <a:pt x="11430" y="21907"/>
                      <a:pt x="11430" y="17145"/>
                      <a:pt x="11430" y="15240"/>
                    </a:cubicBezTo>
                    <a:cubicBezTo>
                      <a:pt x="11430" y="13335"/>
                      <a:pt x="10478" y="12382"/>
                      <a:pt x="9525" y="11430"/>
                    </a:cubicBezTo>
                    <a:cubicBezTo>
                      <a:pt x="8573" y="10477"/>
                      <a:pt x="7620" y="10477"/>
                      <a:pt x="5715" y="10477"/>
                    </a:cubicBezTo>
                    <a:cubicBezTo>
                      <a:pt x="3810" y="10477"/>
                      <a:pt x="1905" y="10477"/>
                      <a:pt x="0" y="11430"/>
                    </a:cubicBezTo>
                    <a:lnTo>
                      <a:pt x="0" y="8572"/>
                    </a:lnTo>
                    <a:cubicBezTo>
                      <a:pt x="0" y="8572"/>
                      <a:pt x="20955" y="0"/>
                      <a:pt x="20955" y="0"/>
                    </a:cubicBezTo>
                    <a:lnTo>
                      <a:pt x="238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2E7408A3-A780-07EA-5BEF-93CD6A633337}"/>
                  </a:ext>
                </a:extLst>
              </p:cNvPr>
              <p:cNvSpPr/>
              <p:nvPr/>
            </p:nvSpPr>
            <p:spPr>
              <a:xfrm>
                <a:off x="5589269" y="3208972"/>
                <a:ext cx="60960" cy="77152"/>
              </a:xfrm>
              <a:custGeom>
                <a:avLst/>
                <a:gdLst>
                  <a:gd name="connsiteX0" fmla="*/ 10478 w 60960"/>
                  <a:gd name="connsiteY0" fmla="*/ 28575 h 77152"/>
                  <a:gd name="connsiteX1" fmla="*/ 18098 w 60960"/>
                  <a:gd name="connsiteY1" fmla="*/ 54293 h 77152"/>
                  <a:gd name="connsiteX2" fmla="*/ 37148 w 60960"/>
                  <a:gd name="connsiteY2" fmla="*/ 63818 h 77152"/>
                  <a:gd name="connsiteX3" fmla="*/ 49530 w 60960"/>
                  <a:gd name="connsiteY3" fmla="*/ 60008 h 77152"/>
                  <a:gd name="connsiteX4" fmla="*/ 58103 w 60960"/>
                  <a:gd name="connsiteY4" fmla="*/ 46673 h 77152"/>
                  <a:gd name="connsiteX5" fmla="*/ 60960 w 60960"/>
                  <a:gd name="connsiteY5" fmla="*/ 48578 h 77152"/>
                  <a:gd name="connsiteX6" fmla="*/ 51435 w 60960"/>
                  <a:gd name="connsiteY6" fmla="*/ 68580 h 77152"/>
                  <a:gd name="connsiteX7" fmla="*/ 31433 w 60960"/>
                  <a:gd name="connsiteY7" fmla="*/ 77153 h 77152"/>
                  <a:gd name="connsiteX8" fmla="*/ 9525 w 60960"/>
                  <a:gd name="connsiteY8" fmla="*/ 66675 h 77152"/>
                  <a:gd name="connsiteX9" fmla="*/ 0 w 60960"/>
                  <a:gd name="connsiteY9" fmla="*/ 39053 h 77152"/>
                  <a:gd name="connsiteX10" fmla="*/ 9525 w 60960"/>
                  <a:gd name="connsiteY10" fmla="*/ 10478 h 77152"/>
                  <a:gd name="connsiteX11" fmla="*/ 33338 w 60960"/>
                  <a:gd name="connsiteY11" fmla="*/ 0 h 77152"/>
                  <a:gd name="connsiteX12" fmla="*/ 53340 w 60960"/>
                  <a:gd name="connsiteY12" fmla="*/ 7620 h 77152"/>
                  <a:gd name="connsiteX13" fmla="*/ 60960 w 60960"/>
                  <a:gd name="connsiteY13" fmla="*/ 29528 h 77152"/>
                  <a:gd name="connsiteX14" fmla="*/ 10478 w 60960"/>
                  <a:gd name="connsiteY14" fmla="*/ 29528 h 77152"/>
                  <a:gd name="connsiteX15" fmla="*/ 10478 w 60960"/>
                  <a:gd name="connsiteY15" fmla="*/ 23813 h 77152"/>
                  <a:gd name="connsiteX16" fmla="*/ 43815 w 60960"/>
                  <a:gd name="connsiteY16" fmla="*/ 23813 h 77152"/>
                  <a:gd name="connsiteX17" fmla="*/ 41910 w 60960"/>
                  <a:gd name="connsiteY17" fmla="*/ 14288 h 77152"/>
                  <a:gd name="connsiteX18" fmla="*/ 36195 w 60960"/>
                  <a:gd name="connsiteY18" fmla="*/ 7620 h 77152"/>
                  <a:gd name="connsiteX19" fmla="*/ 27623 w 60960"/>
                  <a:gd name="connsiteY19" fmla="*/ 4763 h 77152"/>
                  <a:gd name="connsiteX20" fmla="*/ 16193 w 60960"/>
                  <a:gd name="connsiteY20" fmla="*/ 9525 h 77152"/>
                  <a:gd name="connsiteX21" fmla="*/ 10478 w 60960"/>
                  <a:gd name="connsiteY21" fmla="*/ 23813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0960" h="77152">
                    <a:moveTo>
                      <a:pt x="10478" y="28575"/>
                    </a:moveTo>
                    <a:cubicBezTo>
                      <a:pt x="10478" y="39053"/>
                      <a:pt x="13335" y="47625"/>
                      <a:pt x="18098" y="54293"/>
                    </a:cubicBezTo>
                    <a:cubicBezTo>
                      <a:pt x="22860" y="60960"/>
                      <a:pt x="29528" y="63818"/>
                      <a:pt x="37148" y="63818"/>
                    </a:cubicBezTo>
                    <a:cubicBezTo>
                      <a:pt x="44768" y="63818"/>
                      <a:pt x="45720" y="62865"/>
                      <a:pt x="49530" y="60008"/>
                    </a:cubicBezTo>
                    <a:cubicBezTo>
                      <a:pt x="53340" y="57150"/>
                      <a:pt x="56198" y="53340"/>
                      <a:pt x="58103" y="46673"/>
                    </a:cubicBezTo>
                    <a:lnTo>
                      <a:pt x="60960" y="48578"/>
                    </a:lnTo>
                    <a:cubicBezTo>
                      <a:pt x="60008" y="56198"/>
                      <a:pt x="56198" y="62865"/>
                      <a:pt x="51435" y="68580"/>
                    </a:cubicBezTo>
                    <a:cubicBezTo>
                      <a:pt x="46673" y="74295"/>
                      <a:pt x="39053" y="77153"/>
                      <a:pt x="31433" y="77153"/>
                    </a:cubicBezTo>
                    <a:cubicBezTo>
                      <a:pt x="23813" y="77153"/>
                      <a:pt x="15240" y="73343"/>
                      <a:pt x="9525" y="66675"/>
                    </a:cubicBezTo>
                    <a:cubicBezTo>
                      <a:pt x="3810" y="60008"/>
                      <a:pt x="0" y="50483"/>
                      <a:pt x="0" y="39053"/>
                    </a:cubicBezTo>
                    <a:cubicBezTo>
                      <a:pt x="0" y="27623"/>
                      <a:pt x="2858" y="17145"/>
                      <a:pt x="9525" y="10478"/>
                    </a:cubicBezTo>
                    <a:cubicBezTo>
                      <a:pt x="16193" y="3810"/>
                      <a:pt x="23813" y="0"/>
                      <a:pt x="33338" y="0"/>
                    </a:cubicBezTo>
                    <a:cubicBezTo>
                      <a:pt x="42863" y="0"/>
                      <a:pt x="48578" y="2858"/>
                      <a:pt x="53340" y="7620"/>
                    </a:cubicBezTo>
                    <a:cubicBezTo>
                      <a:pt x="58103" y="12383"/>
                      <a:pt x="60960" y="20003"/>
                      <a:pt x="60960" y="29528"/>
                    </a:cubicBezTo>
                    <a:lnTo>
                      <a:pt x="10478" y="29528"/>
                    </a:lnTo>
                    <a:close/>
                    <a:moveTo>
                      <a:pt x="10478" y="23813"/>
                    </a:moveTo>
                    <a:lnTo>
                      <a:pt x="43815" y="23813"/>
                    </a:lnTo>
                    <a:cubicBezTo>
                      <a:pt x="43815" y="19050"/>
                      <a:pt x="43815" y="16193"/>
                      <a:pt x="41910" y="14288"/>
                    </a:cubicBezTo>
                    <a:cubicBezTo>
                      <a:pt x="40958" y="11430"/>
                      <a:pt x="39053" y="8573"/>
                      <a:pt x="36195" y="7620"/>
                    </a:cubicBezTo>
                    <a:cubicBezTo>
                      <a:pt x="33338" y="6668"/>
                      <a:pt x="30480" y="4763"/>
                      <a:pt x="27623" y="4763"/>
                    </a:cubicBezTo>
                    <a:cubicBezTo>
                      <a:pt x="22860" y="4763"/>
                      <a:pt x="19050" y="6668"/>
                      <a:pt x="16193" y="9525"/>
                    </a:cubicBezTo>
                    <a:cubicBezTo>
                      <a:pt x="13335" y="12383"/>
                      <a:pt x="10478" y="18098"/>
                      <a:pt x="10478" y="238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2505BB35-D8B1-C5CF-8E87-3A307626CA3F}"/>
                  </a:ext>
                </a:extLst>
              </p:cNvPr>
              <p:cNvSpPr/>
              <p:nvPr/>
            </p:nvSpPr>
            <p:spPr>
              <a:xfrm>
                <a:off x="5661659" y="3208020"/>
                <a:ext cx="49530" cy="77152"/>
              </a:xfrm>
              <a:custGeom>
                <a:avLst/>
                <a:gdLst>
                  <a:gd name="connsiteX0" fmla="*/ 44768 w 49530"/>
                  <a:gd name="connsiteY0" fmla="*/ 0 h 77152"/>
                  <a:gd name="connsiteX1" fmla="*/ 44768 w 49530"/>
                  <a:gd name="connsiteY1" fmla="*/ 24765 h 77152"/>
                  <a:gd name="connsiteX2" fmla="*/ 41910 w 49530"/>
                  <a:gd name="connsiteY2" fmla="*/ 24765 h 77152"/>
                  <a:gd name="connsiteX3" fmla="*/ 34290 w 49530"/>
                  <a:gd name="connsiteY3" fmla="*/ 8572 h 77152"/>
                  <a:gd name="connsiteX4" fmla="*/ 21908 w 49530"/>
                  <a:gd name="connsiteY4" fmla="*/ 4763 h 77152"/>
                  <a:gd name="connsiteX5" fmla="*/ 13335 w 49530"/>
                  <a:gd name="connsiteY5" fmla="*/ 7620 h 77152"/>
                  <a:gd name="connsiteX6" fmla="*/ 9525 w 49530"/>
                  <a:gd name="connsiteY6" fmla="*/ 14288 h 77152"/>
                  <a:gd name="connsiteX7" fmla="*/ 12383 w 49530"/>
                  <a:gd name="connsiteY7" fmla="*/ 21908 h 77152"/>
                  <a:gd name="connsiteX8" fmla="*/ 21908 w 49530"/>
                  <a:gd name="connsiteY8" fmla="*/ 28575 h 77152"/>
                  <a:gd name="connsiteX9" fmla="*/ 33338 w 49530"/>
                  <a:gd name="connsiteY9" fmla="*/ 34290 h 77152"/>
                  <a:gd name="connsiteX10" fmla="*/ 49530 w 49530"/>
                  <a:gd name="connsiteY10" fmla="*/ 55245 h 77152"/>
                  <a:gd name="connsiteX11" fmla="*/ 41910 w 49530"/>
                  <a:gd name="connsiteY11" fmla="*/ 71438 h 77152"/>
                  <a:gd name="connsiteX12" fmla="*/ 24765 w 49530"/>
                  <a:gd name="connsiteY12" fmla="*/ 77152 h 77152"/>
                  <a:gd name="connsiteX13" fmla="*/ 9525 w 49530"/>
                  <a:gd name="connsiteY13" fmla="*/ 75247 h 77152"/>
                  <a:gd name="connsiteX14" fmla="*/ 5715 w 49530"/>
                  <a:gd name="connsiteY14" fmla="*/ 75247 h 77152"/>
                  <a:gd name="connsiteX15" fmla="*/ 2858 w 49530"/>
                  <a:gd name="connsiteY15" fmla="*/ 77152 h 77152"/>
                  <a:gd name="connsiteX16" fmla="*/ 0 w 49530"/>
                  <a:gd name="connsiteY16" fmla="*/ 77152 h 77152"/>
                  <a:gd name="connsiteX17" fmla="*/ 0 w 49530"/>
                  <a:gd name="connsiteY17" fmla="*/ 51435 h 77152"/>
                  <a:gd name="connsiteX18" fmla="*/ 2858 w 49530"/>
                  <a:gd name="connsiteY18" fmla="*/ 51435 h 77152"/>
                  <a:gd name="connsiteX19" fmla="*/ 11430 w 49530"/>
                  <a:gd name="connsiteY19" fmla="*/ 68580 h 77152"/>
                  <a:gd name="connsiteX20" fmla="*/ 25718 w 49530"/>
                  <a:gd name="connsiteY20" fmla="*/ 74295 h 77152"/>
                  <a:gd name="connsiteX21" fmla="*/ 34290 w 49530"/>
                  <a:gd name="connsiteY21" fmla="*/ 71438 h 77152"/>
                  <a:gd name="connsiteX22" fmla="*/ 38100 w 49530"/>
                  <a:gd name="connsiteY22" fmla="*/ 63817 h 77152"/>
                  <a:gd name="connsiteX23" fmla="*/ 34290 w 49530"/>
                  <a:gd name="connsiteY23" fmla="*/ 54292 h 77152"/>
                  <a:gd name="connsiteX24" fmla="*/ 19050 w 49530"/>
                  <a:gd name="connsiteY24" fmla="*/ 44767 h 77152"/>
                  <a:gd name="connsiteX25" fmla="*/ 3810 w 49530"/>
                  <a:gd name="connsiteY25" fmla="*/ 34290 h 77152"/>
                  <a:gd name="connsiteX26" fmla="*/ 0 w 49530"/>
                  <a:gd name="connsiteY26" fmla="*/ 22860 h 77152"/>
                  <a:gd name="connsiteX27" fmla="*/ 5715 w 49530"/>
                  <a:gd name="connsiteY27" fmla="*/ 7620 h 77152"/>
                  <a:gd name="connsiteX28" fmla="*/ 21908 w 49530"/>
                  <a:gd name="connsiteY28" fmla="*/ 1905 h 77152"/>
                  <a:gd name="connsiteX29" fmla="*/ 32385 w 49530"/>
                  <a:gd name="connsiteY29" fmla="*/ 3810 h 77152"/>
                  <a:gd name="connsiteX30" fmla="*/ 38100 w 49530"/>
                  <a:gd name="connsiteY30" fmla="*/ 4763 h 77152"/>
                  <a:gd name="connsiteX31" fmla="*/ 40005 w 49530"/>
                  <a:gd name="connsiteY31" fmla="*/ 4763 h 77152"/>
                  <a:gd name="connsiteX32" fmla="*/ 41910 w 49530"/>
                  <a:gd name="connsiteY32" fmla="*/ 1905 h 77152"/>
                  <a:gd name="connsiteX33" fmla="*/ 44768 w 49530"/>
                  <a:gd name="connsiteY33" fmla="*/ 1905 h 7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9530" h="77152">
                    <a:moveTo>
                      <a:pt x="44768" y="0"/>
                    </a:moveTo>
                    <a:lnTo>
                      <a:pt x="44768" y="24765"/>
                    </a:lnTo>
                    <a:lnTo>
                      <a:pt x="41910" y="24765"/>
                    </a:lnTo>
                    <a:cubicBezTo>
                      <a:pt x="40005" y="17145"/>
                      <a:pt x="37147" y="11430"/>
                      <a:pt x="34290" y="8572"/>
                    </a:cubicBezTo>
                    <a:cubicBezTo>
                      <a:pt x="31433" y="5715"/>
                      <a:pt x="27622" y="4763"/>
                      <a:pt x="21908" y="4763"/>
                    </a:cubicBezTo>
                    <a:cubicBezTo>
                      <a:pt x="16193" y="4763"/>
                      <a:pt x="15240" y="5715"/>
                      <a:pt x="13335" y="7620"/>
                    </a:cubicBezTo>
                    <a:cubicBezTo>
                      <a:pt x="11430" y="9525"/>
                      <a:pt x="9525" y="11430"/>
                      <a:pt x="9525" y="14288"/>
                    </a:cubicBezTo>
                    <a:cubicBezTo>
                      <a:pt x="9525" y="17145"/>
                      <a:pt x="9525" y="20002"/>
                      <a:pt x="12383" y="21908"/>
                    </a:cubicBezTo>
                    <a:cubicBezTo>
                      <a:pt x="14288" y="23813"/>
                      <a:pt x="17145" y="26670"/>
                      <a:pt x="21908" y="28575"/>
                    </a:cubicBezTo>
                    <a:lnTo>
                      <a:pt x="33338" y="34290"/>
                    </a:lnTo>
                    <a:cubicBezTo>
                      <a:pt x="43815" y="39052"/>
                      <a:pt x="49530" y="46672"/>
                      <a:pt x="49530" y="55245"/>
                    </a:cubicBezTo>
                    <a:cubicBezTo>
                      <a:pt x="49530" y="63817"/>
                      <a:pt x="46672" y="67627"/>
                      <a:pt x="41910" y="71438"/>
                    </a:cubicBezTo>
                    <a:cubicBezTo>
                      <a:pt x="37147" y="75247"/>
                      <a:pt x="31433" y="77152"/>
                      <a:pt x="24765" y="77152"/>
                    </a:cubicBezTo>
                    <a:cubicBezTo>
                      <a:pt x="18097" y="77152"/>
                      <a:pt x="15240" y="77152"/>
                      <a:pt x="9525" y="75247"/>
                    </a:cubicBezTo>
                    <a:cubicBezTo>
                      <a:pt x="7620" y="75247"/>
                      <a:pt x="6668" y="75247"/>
                      <a:pt x="5715" y="75247"/>
                    </a:cubicBezTo>
                    <a:cubicBezTo>
                      <a:pt x="4763" y="75247"/>
                      <a:pt x="3810" y="75247"/>
                      <a:pt x="2858" y="77152"/>
                    </a:cubicBezTo>
                    <a:lnTo>
                      <a:pt x="0" y="77152"/>
                    </a:lnTo>
                    <a:lnTo>
                      <a:pt x="0" y="51435"/>
                    </a:lnTo>
                    <a:lnTo>
                      <a:pt x="2858" y="51435"/>
                    </a:lnTo>
                    <a:cubicBezTo>
                      <a:pt x="4763" y="59055"/>
                      <a:pt x="7620" y="64770"/>
                      <a:pt x="11430" y="68580"/>
                    </a:cubicBezTo>
                    <a:cubicBezTo>
                      <a:pt x="15240" y="72390"/>
                      <a:pt x="20003" y="74295"/>
                      <a:pt x="25718" y="74295"/>
                    </a:cubicBezTo>
                    <a:cubicBezTo>
                      <a:pt x="31433" y="74295"/>
                      <a:pt x="32385" y="73342"/>
                      <a:pt x="34290" y="71438"/>
                    </a:cubicBezTo>
                    <a:cubicBezTo>
                      <a:pt x="36195" y="69533"/>
                      <a:pt x="38100" y="66675"/>
                      <a:pt x="38100" y="63817"/>
                    </a:cubicBezTo>
                    <a:cubicBezTo>
                      <a:pt x="38100" y="60960"/>
                      <a:pt x="37147" y="57150"/>
                      <a:pt x="34290" y="54292"/>
                    </a:cubicBezTo>
                    <a:cubicBezTo>
                      <a:pt x="31433" y="51435"/>
                      <a:pt x="26670" y="48577"/>
                      <a:pt x="19050" y="44767"/>
                    </a:cubicBezTo>
                    <a:cubicBezTo>
                      <a:pt x="11430" y="40958"/>
                      <a:pt x="6668" y="37147"/>
                      <a:pt x="3810" y="34290"/>
                    </a:cubicBezTo>
                    <a:cubicBezTo>
                      <a:pt x="1905" y="31433"/>
                      <a:pt x="0" y="27622"/>
                      <a:pt x="0" y="22860"/>
                    </a:cubicBezTo>
                    <a:cubicBezTo>
                      <a:pt x="0" y="18097"/>
                      <a:pt x="1905" y="12383"/>
                      <a:pt x="5715" y="7620"/>
                    </a:cubicBezTo>
                    <a:cubicBezTo>
                      <a:pt x="9525" y="2858"/>
                      <a:pt x="15240" y="1905"/>
                      <a:pt x="21908" y="1905"/>
                    </a:cubicBezTo>
                    <a:cubicBezTo>
                      <a:pt x="28575" y="1905"/>
                      <a:pt x="28575" y="1905"/>
                      <a:pt x="32385" y="3810"/>
                    </a:cubicBezTo>
                    <a:cubicBezTo>
                      <a:pt x="35243" y="3810"/>
                      <a:pt x="37147" y="4763"/>
                      <a:pt x="38100" y="4763"/>
                    </a:cubicBezTo>
                    <a:cubicBezTo>
                      <a:pt x="39053" y="4763"/>
                      <a:pt x="40005" y="4763"/>
                      <a:pt x="40005" y="4763"/>
                    </a:cubicBezTo>
                    <a:cubicBezTo>
                      <a:pt x="40005" y="4763"/>
                      <a:pt x="40958" y="3810"/>
                      <a:pt x="41910" y="1905"/>
                    </a:cubicBezTo>
                    <a:lnTo>
                      <a:pt x="44768" y="190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6" name="Graphic 4">
              <a:extLst>
                <a:ext uri="{FF2B5EF4-FFF2-40B4-BE49-F238E27FC236}">
                  <a16:creationId xmlns:a16="http://schemas.microsoft.com/office/drawing/2014/main" id="{2E565016-537B-B902-AFE0-14A76C758C14}"/>
                </a:ext>
              </a:extLst>
            </p:cNvPr>
            <p:cNvGrpSpPr/>
            <p:nvPr/>
          </p:nvGrpSpPr>
          <p:grpSpPr>
            <a:xfrm>
              <a:off x="3718560" y="3222307"/>
              <a:ext cx="333374" cy="1399222"/>
              <a:chOff x="3718560" y="3222307"/>
              <a:chExt cx="333374" cy="1399222"/>
            </a:xfrm>
            <a:solidFill>
              <a:srgbClr val="000000"/>
            </a:solidFill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48B7FDDD-76E8-F217-9006-F69A297300A7}"/>
                  </a:ext>
                </a:extLst>
              </p:cNvPr>
              <p:cNvSpPr/>
              <p:nvPr/>
            </p:nvSpPr>
            <p:spPr>
              <a:xfrm>
                <a:off x="3723322" y="4321492"/>
                <a:ext cx="104775" cy="107632"/>
              </a:xfrm>
              <a:custGeom>
                <a:avLst/>
                <a:gdLst>
                  <a:gd name="connsiteX0" fmla="*/ 104775 w 104775"/>
                  <a:gd name="connsiteY0" fmla="*/ 107632 h 107632"/>
                  <a:gd name="connsiteX1" fmla="*/ 101917 w 104775"/>
                  <a:gd name="connsiteY1" fmla="*/ 107632 h 107632"/>
                  <a:gd name="connsiteX2" fmla="*/ 101917 w 104775"/>
                  <a:gd name="connsiteY2" fmla="*/ 103822 h 107632"/>
                  <a:gd name="connsiteX3" fmla="*/ 98107 w 104775"/>
                  <a:gd name="connsiteY3" fmla="*/ 94297 h 107632"/>
                  <a:gd name="connsiteX4" fmla="*/ 86677 w 104775"/>
                  <a:gd name="connsiteY4" fmla="*/ 92392 h 107632"/>
                  <a:gd name="connsiteX5" fmla="*/ 19050 w 104775"/>
                  <a:gd name="connsiteY5" fmla="*/ 92392 h 107632"/>
                  <a:gd name="connsiteX6" fmla="*/ 6667 w 104775"/>
                  <a:gd name="connsiteY6" fmla="*/ 94297 h 107632"/>
                  <a:gd name="connsiteX7" fmla="*/ 2857 w 104775"/>
                  <a:gd name="connsiteY7" fmla="*/ 102870 h 107632"/>
                  <a:gd name="connsiteX8" fmla="*/ 2857 w 104775"/>
                  <a:gd name="connsiteY8" fmla="*/ 106680 h 107632"/>
                  <a:gd name="connsiteX9" fmla="*/ 0 w 104775"/>
                  <a:gd name="connsiteY9" fmla="*/ 106680 h 107632"/>
                  <a:gd name="connsiteX10" fmla="*/ 0 w 104775"/>
                  <a:gd name="connsiteY10" fmla="*/ 63817 h 107632"/>
                  <a:gd name="connsiteX11" fmla="*/ 5715 w 104775"/>
                  <a:gd name="connsiteY11" fmla="*/ 27622 h 107632"/>
                  <a:gd name="connsiteX12" fmla="*/ 23813 w 104775"/>
                  <a:gd name="connsiteY12" fmla="*/ 7620 h 107632"/>
                  <a:gd name="connsiteX13" fmla="*/ 52388 w 104775"/>
                  <a:gd name="connsiteY13" fmla="*/ 0 h 107632"/>
                  <a:gd name="connsiteX14" fmla="*/ 88582 w 104775"/>
                  <a:gd name="connsiteY14" fmla="*/ 13335 h 107632"/>
                  <a:gd name="connsiteX15" fmla="*/ 104775 w 104775"/>
                  <a:gd name="connsiteY15" fmla="*/ 59055 h 107632"/>
                  <a:gd name="connsiteX16" fmla="*/ 104775 w 104775"/>
                  <a:gd name="connsiteY16" fmla="*/ 105727 h 107632"/>
                  <a:gd name="connsiteX17" fmla="*/ 97155 w 104775"/>
                  <a:gd name="connsiteY17" fmla="*/ 78105 h 107632"/>
                  <a:gd name="connsiteX18" fmla="*/ 99060 w 104775"/>
                  <a:gd name="connsiteY18" fmla="*/ 61913 h 107632"/>
                  <a:gd name="connsiteX19" fmla="*/ 86677 w 104775"/>
                  <a:gd name="connsiteY19" fmla="*/ 32385 h 107632"/>
                  <a:gd name="connsiteX20" fmla="*/ 52388 w 104775"/>
                  <a:gd name="connsiteY20" fmla="*/ 20955 h 107632"/>
                  <a:gd name="connsiteX21" fmla="*/ 18098 w 104775"/>
                  <a:gd name="connsiteY21" fmla="*/ 32385 h 107632"/>
                  <a:gd name="connsiteX22" fmla="*/ 5715 w 104775"/>
                  <a:gd name="connsiteY22" fmla="*/ 62865 h 107632"/>
                  <a:gd name="connsiteX23" fmla="*/ 7620 w 104775"/>
                  <a:gd name="connsiteY23" fmla="*/ 79057 h 107632"/>
                  <a:gd name="connsiteX24" fmla="*/ 97155 w 104775"/>
                  <a:gd name="connsiteY24" fmla="*/ 79057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04775" h="107632">
                    <a:moveTo>
                      <a:pt x="104775" y="107632"/>
                    </a:moveTo>
                    <a:lnTo>
                      <a:pt x="101917" y="107632"/>
                    </a:lnTo>
                    <a:lnTo>
                      <a:pt x="101917" y="103822"/>
                    </a:lnTo>
                    <a:cubicBezTo>
                      <a:pt x="101917" y="99060"/>
                      <a:pt x="100965" y="96202"/>
                      <a:pt x="98107" y="94297"/>
                    </a:cubicBezTo>
                    <a:cubicBezTo>
                      <a:pt x="96202" y="93345"/>
                      <a:pt x="92392" y="92392"/>
                      <a:pt x="86677" y="92392"/>
                    </a:cubicBezTo>
                    <a:lnTo>
                      <a:pt x="19050" y="92392"/>
                    </a:lnTo>
                    <a:cubicBezTo>
                      <a:pt x="12382" y="92392"/>
                      <a:pt x="8573" y="92392"/>
                      <a:pt x="6667" y="94297"/>
                    </a:cubicBezTo>
                    <a:cubicBezTo>
                      <a:pt x="4763" y="96202"/>
                      <a:pt x="2857" y="99060"/>
                      <a:pt x="2857" y="102870"/>
                    </a:cubicBezTo>
                    <a:lnTo>
                      <a:pt x="2857" y="106680"/>
                    </a:lnTo>
                    <a:lnTo>
                      <a:pt x="0" y="106680"/>
                    </a:lnTo>
                    <a:lnTo>
                      <a:pt x="0" y="63817"/>
                    </a:lnTo>
                    <a:cubicBezTo>
                      <a:pt x="0" y="48577"/>
                      <a:pt x="1905" y="36195"/>
                      <a:pt x="5715" y="27622"/>
                    </a:cubicBezTo>
                    <a:cubicBezTo>
                      <a:pt x="9525" y="19050"/>
                      <a:pt x="15240" y="12382"/>
                      <a:pt x="23813" y="7620"/>
                    </a:cubicBezTo>
                    <a:cubicBezTo>
                      <a:pt x="32385" y="2857"/>
                      <a:pt x="41910" y="0"/>
                      <a:pt x="52388" y="0"/>
                    </a:cubicBezTo>
                    <a:cubicBezTo>
                      <a:pt x="62865" y="0"/>
                      <a:pt x="79057" y="4763"/>
                      <a:pt x="88582" y="13335"/>
                    </a:cubicBezTo>
                    <a:cubicBezTo>
                      <a:pt x="99060" y="22860"/>
                      <a:pt x="104775" y="38100"/>
                      <a:pt x="104775" y="59055"/>
                    </a:cubicBezTo>
                    <a:lnTo>
                      <a:pt x="104775" y="105727"/>
                    </a:lnTo>
                    <a:close/>
                    <a:moveTo>
                      <a:pt x="97155" y="78105"/>
                    </a:moveTo>
                    <a:cubicBezTo>
                      <a:pt x="99060" y="71438"/>
                      <a:pt x="99060" y="65722"/>
                      <a:pt x="99060" y="61913"/>
                    </a:cubicBezTo>
                    <a:cubicBezTo>
                      <a:pt x="99060" y="49530"/>
                      <a:pt x="95250" y="40005"/>
                      <a:pt x="86677" y="32385"/>
                    </a:cubicBezTo>
                    <a:cubicBezTo>
                      <a:pt x="78105" y="24765"/>
                      <a:pt x="66675" y="20955"/>
                      <a:pt x="52388" y="20955"/>
                    </a:cubicBezTo>
                    <a:cubicBezTo>
                      <a:pt x="38100" y="20955"/>
                      <a:pt x="26670" y="24765"/>
                      <a:pt x="18098" y="32385"/>
                    </a:cubicBezTo>
                    <a:cubicBezTo>
                      <a:pt x="9525" y="40005"/>
                      <a:pt x="5715" y="50482"/>
                      <a:pt x="5715" y="62865"/>
                    </a:cubicBezTo>
                    <a:cubicBezTo>
                      <a:pt x="5715" y="75247"/>
                      <a:pt x="5715" y="72390"/>
                      <a:pt x="7620" y="79057"/>
                    </a:cubicBezTo>
                    <a:lnTo>
                      <a:pt x="97155" y="7905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83AC68F6-D2D2-068F-9DF4-F0B4945769A5}"/>
                  </a:ext>
                </a:extLst>
              </p:cNvPr>
              <p:cNvSpPr/>
              <p:nvPr/>
            </p:nvSpPr>
            <p:spPr>
              <a:xfrm>
                <a:off x="3754754" y="4251007"/>
                <a:ext cx="75247" cy="60960"/>
              </a:xfrm>
              <a:custGeom>
                <a:avLst/>
                <a:gdLst>
                  <a:gd name="connsiteX0" fmla="*/ 29528 w 75247"/>
                  <a:gd name="connsiteY0" fmla="*/ 49530 h 60960"/>
                  <a:gd name="connsiteX1" fmla="*/ 54293 w 75247"/>
                  <a:gd name="connsiteY1" fmla="*/ 41910 h 60960"/>
                  <a:gd name="connsiteX2" fmla="*/ 62865 w 75247"/>
                  <a:gd name="connsiteY2" fmla="*/ 23813 h 60960"/>
                  <a:gd name="connsiteX3" fmla="*/ 59055 w 75247"/>
                  <a:gd name="connsiteY3" fmla="*/ 11430 h 60960"/>
                  <a:gd name="connsiteX4" fmla="*/ 45720 w 75247"/>
                  <a:gd name="connsiteY4" fmla="*/ 2858 h 60960"/>
                  <a:gd name="connsiteX5" fmla="*/ 47625 w 75247"/>
                  <a:gd name="connsiteY5" fmla="*/ 0 h 60960"/>
                  <a:gd name="connsiteX6" fmla="*/ 66675 w 75247"/>
                  <a:gd name="connsiteY6" fmla="*/ 9525 h 60960"/>
                  <a:gd name="connsiteX7" fmla="*/ 75248 w 75247"/>
                  <a:gd name="connsiteY7" fmla="*/ 29528 h 60960"/>
                  <a:gd name="connsiteX8" fmla="*/ 65723 w 75247"/>
                  <a:gd name="connsiteY8" fmla="*/ 51435 h 60960"/>
                  <a:gd name="connsiteX9" fmla="*/ 39053 w 75247"/>
                  <a:gd name="connsiteY9" fmla="*/ 60960 h 60960"/>
                  <a:gd name="connsiteX10" fmla="*/ 10478 w 75247"/>
                  <a:gd name="connsiteY10" fmla="*/ 51435 h 60960"/>
                  <a:gd name="connsiteX11" fmla="*/ 0 w 75247"/>
                  <a:gd name="connsiteY11" fmla="*/ 27623 h 60960"/>
                  <a:gd name="connsiteX12" fmla="*/ 7620 w 75247"/>
                  <a:gd name="connsiteY12" fmla="*/ 7620 h 60960"/>
                  <a:gd name="connsiteX13" fmla="*/ 28575 w 75247"/>
                  <a:gd name="connsiteY13" fmla="*/ 0 h 60960"/>
                  <a:gd name="connsiteX14" fmla="*/ 28575 w 75247"/>
                  <a:gd name="connsiteY14" fmla="*/ 48578 h 60960"/>
                  <a:gd name="connsiteX15" fmla="*/ 24765 w 75247"/>
                  <a:gd name="connsiteY15" fmla="*/ 49530 h 60960"/>
                  <a:gd name="connsiteX16" fmla="*/ 24765 w 75247"/>
                  <a:gd name="connsiteY16" fmla="*/ 17145 h 60960"/>
                  <a:gd name="connsiteX17" fmla="*/ 15240 w 75247"/>
                  <a:gd name="connsiteY17" fmla="*/ 19050 h 60960"/>
                  <a:gd name="connsiteX18" fmla="*/ 8573 w 75247"/>
                  <a:gd name="connsiteY18" fmla="*/ 24765 h 60960"/>
                  <a:gd name="connsiteX19" fmla="*/ 5715 w 75247"/>
                  <a:gd name="connsiteY19" fmla="*/ 32385 h 60960"/>
                  <a:gd name="connsiteX20" fmla="*/ 10478 w 75247"/>
                  <a:gd name="connsiteY20" fmla="*/ 43815 h 60960"/>
                  <a:gd name="connsiteX21" fmla="*/ 24765 w 75247"/>
                  <a:gd name="connsiteY21" fmla="*/ 49530 h 60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5247" h="60960">
                    <a:moveTo>
                      <a:pt x="29528" y="49530"/>
                    </a:moveTo>
                    <a:cubicBezTo>
                      <a:pt x="40005" y="49530"/>
                      <a:pt x="48578" y="46673"/>
                      <a:pt x="54293" y="41910"/>
                    </a:cubicBezTo>
                    <a:cubicBezTo>
                      <a:pt x="60008" y="37148"/>
                      <a:pt x="62865" y="30480"/>
                      <a:pt x="62865" y="23813"/>
                    </a:cubicBezTo>
                    <a:cubicBezTo>
                      <a:pt x="62865" y="17145"/>
                      <a:pt x="61913" y="15240"/>
                      <a:pt x="59055" y="11430"/>
                    </a:cubicBezTo>
                    <a:cubicBezTo>
                      <a:pt x="56198" y="7620"/>
                      <a:pt x="52388" y="4763"/>
                      <a:pt x="45720" y="2858"/>
                    </a:cubicBezTo>
                    <a:lnTo>
                      <a:pt x="47625" y="0"/>
                    </a:lnTo>
                    <a:cubicBezTo>
                      <a:pt x="54293" y="953"/>
                      <a:pt x="60960" y="3810"/>
                      <a:pt x="66675" y="9525"/>
                    </a:cubicBezTo>
                    <a:cubicBezTo>
                      <a:pt x="72390" y="15240"/>
                      <a:pt x="75248" y="20955"/>
                      <a:pt x="75248" y="29528"/>
                    </a:cubicBezTo>
                    <a:cubicBezTo>
                      <a:pt x="75248" y="38100"/>
                      <a:pt x="72390" y="45720"/>
                      <a:pt x="65723" y="51435"/>
                    </a:cubicBezTo>
                    <a:cubicBezTo>
                      <a:pt x="59055" y="57150"/>
                      <a:pt x="50483" y="60960"/>
                      <a:pt x="39053" y="60960"/>
                    </a:cubicBezTo>
                    <a:cubicBezTo>
                      <a:pt x="27623" y="60960"/>
                      <a:pt x="17145" y="58103"/>
                      <a:pt x="10478" y="51435"/>
                    </a:cubicBezTo>
                    <a:cubicBezTo>
                      <a:pt x="3810" y="44768"/>
                      <a:pt x="0" y="37148"/>
                      <a:pt x="0" y="27623"/>
                    </a:cubicBezTo>
                    <a:cubicBezTo>
                      <a:pt x="0" y="18098"/>
                      <a:pt x="2858" y="13335"/>
                      <a:pt x="7620" y="7620"/>
                    </a:cubicBezTo>
                    <a:cubicBezTo>
                      <a:pt x="12383" y="1905"/>
                      <a:pt x="20003" y="0"/>
                      <a:pt x="28575" y="0"/>
                    </a:cubicBezTo>
                    <a:lnTo>
                      <a:pt x="28575" y="48578"/>
                    </a:lnTo>
                    <a:close/>
                    <a:moveTo>
                      <a:pt x="24765" y="49530"/>
                    </a:moveTo>
                    <a:lnTo>
                      <a:pt x="24765" y="17145"/>
                    </a:lnTo>
                    <a:cubicBezTo>
                      <a:pt x="20003" y="17145"/>
                      <a:pt x="17145" y="17145"/>
                      <a:pt x="15240" y="19050"/>
                    </a:cubicBezTo>
                    <a:cubicBezTo>
                      <a:pt x="12383" y="20003"/>
                      <a:pt x="10478" y="21908"/>
                      <a:pt x="8573" y="24765"/>
                    </a:cubicBezTo>
                    <a:cubicBezTo>
                      <a:pt x="6668" y="27623"/>
                      <a:pt x="5715" y="29528"/>
                      <a:pt x="5715" y="32385"/>
                    </a:cubicBezTo>
                    <a:cubicBezTo>
                      <a:pt x="5715" y="37148"/>
                      <a:pt x="7620" y="40958"/>
                      <a:pt x="10478" y="43815"/>
                    </a:cubicBezTo>
                    <a:cubicBezTo>
                      <a:pt x="13335" y="46673"/>
                      <a:pt x="18098" y="49530"/>
                      <a:pt x="24765" y="495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DEC1B9DC-3CAE-1949-AFA2-ABDA0C6D0CEF}"/>
                  </a:ext>
                </a:extLst>
              </p:cNvPr>
              <p:cNvSpPr/>
              <p:nvPr/>
            </p:nvSpPr>
            <p:spPr>
              <a:xfrm>
                <a:off x="3754754" y="4181475"/>
                <a:ext cx="76200" cy="59055"/>
              </a:xfrm>
              <a:custGeom>
                <a:avLst/>
                <a:gdLst>
                  <a:gd name="connsiteX0" fmla="*/ 46673 w 76200"/>
                  <a:gd name="connsiteY0" fmla="*/ 0 h 59055"/>
                  <a:gd name="connsiteX1" fmla="*/ 68580 w 76200"/>
                  <a:gd name="connsiteY1" fmla="*/ 11430 h 59055"/>
                  <a:gd name="connsiteX2" fmla="*/ 76200 w 76200"/>
                  <a:gd name="connsiteY2" fmla="*/ 29528 h 59055"/>
                  <a:gd name="connsiteX3" fmla="*/ 65723 w 76200"/>
                  <a:gd name="connsiteY3" fmla="*/ 50482 h 59055"/>
                  <a:gd name="connsiteX4" fmla="*/ 38100 w 76200"/>
                  <a:gd name="connsiteY4" fmla="*/ 59055 h 59055"/>
                  <a:gd name="connsiteX5" fmla="*/ 10478 w 76200"/>
                  <a:gd name="connsiteY5" fmla="*/ 49530 h 59055"/>
                  <a:gd name="connsiteX6" fmla="*/ 0 w 76200"/>
                  <a:gd name="connsiteY6" fmla="*/ 25718 h 59055"/>
                  <a:gd name="connsiteX7" fmla="*/ 5715 w 76200"/>
                  <a:gd name="connsiteY7" fmla="*/ 8572 h 59055"/>
                  <a:gd name="connsiteX8" fmla="*/ 17145 w 76200"/>
                  <a:gd name="connsiteY8" fmla="*/ 1905 h 59055"/>
                  <a:gd name="connsiteX9" fmla="*/ 21908 w 76200"/>
                  <a:gd name="connsiteY9" fmla="*/ 3810 h 59055"/>
                  <a:gd name="connsiteX10" fmla="*/ 23813 w 76200"/>
                  <a:gd name="connsiteY10" fmla="*/ 9525 h 59055"/>
                  <a:gd name="connsiteX11" fmla="*/ 20955 w 76200"/>
                  <a:gd name="connsiteY11" fmla="*/ 16193 h 59055"/>
                  <a:gd name="connsiteX12" fmla="*/ 14288 w 76200"/>
                  <a:gd name="connsiteY12" fmla="*/ 18097 h 59055"/>
                  <a:gd name="connsiteX13" fmla="*/ 7620 w 76200"/>
                  <a:gd name="connsiteY13" fmla="*/ 20955 h 59055"/>
                  <a:gd name="connsiteX14" fmla="*/ 5715 w 76200"/>
                  <a:gd name="connsiteY14" fmla="*/ 28575 h 59055"/>
                  <a:gd name="connsiteX15" fmla="*/ 11430 w 76200"/>
                  <a:gd name="connsiteY15" fmla="*/ 40957 h 59055"/>
                  <a:gd name="connsiteX16" fmla="*/ 31433 w 76200"/>
                  <a:gd name="connsiteY16" fmla="*/ 47625 h 59055"/>
                  <a:gd name="connsiteX17" fmla="*/ 54293 w 76200"/>
                  <a:gd name="connsiteY17" fmla="*/ 40957 h 59055"/>
                  <a:gd name="connsiteX18" fmla="*/ 63818 w 76200"/>
                  <a:gd name="connsiteY18" fmla="*/ 23813 h 59055"/>
                  <a:gd name="connsiteX19" fmla="*/ 59055 w 76200"/>
                  <a:gd name="connsiteY19" fmla="*/ 10478 h 59055"/>
                  <a:gd name="connsiteX20" fmla="*/ 45720 w 76200"/>
                  <a:gd name="connsiteY20" fmla="*/ 1905 h 59055"/>
                  <a:gd name="connsiteX21" fmla="*/ 45720 w 76200"/>
                  <a:gd name="connsiteY21" fmla="*/ 0 h 5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6200" h="59055">
                    <a:moveTo>
                      <a:pt x="46673" y="0"/>
                    </a:moveTo>
                    <a:cubicBezTo>
                      <a:pt x="56198" y="1905"/>
                      <a:pt x="62865" y="5715"/>
                      <a:pt x="68580" y="11430"/>
                    </a:cubicBezTo>
                    <a:cubicBezTo>
                      <a:pt x="74295" y="17145"/>
                      <a:pt x="76200" y="22860"/>
                      <a:pt x="76200" y="29528"/>
                    </a:cubicBezTo>
                    <a:cubicBezTo>
                      <a:pt x="76200" y="36195"/>
                      <a:pt x="72390" y="44768"/>
                      <a:pt x="65723" y="50482"/>
                    </a:cubicBezTo>
                    <a:cubicBezTo>
                      <a:pt x="59055" y="56197"/>
                      <a:pt x="49530" y="59055"/>
                      <a:pt x="38100" y="59055"/>
                    </a:cubicBezTo>
                    <a:cubicBezTo>
                      <a:pt x="26670" y="59055"/>
                      <a:pt x="18098" y="56197"/>
                      <a:pt x="10478" y="49530"/>
                    </a:cubicBezTo>
                    <a:cubicBezTo>
                      <a:pt x="2858" y="42863"/>
                      <a:pt x="0" y="35243"/>
                      <a:pt x="0" y="25718"/>
                    </a:cubicBezTo>
                    <a:cubicBezTo>
                      <a:pt x="0" y="16193"/>
                      <a:pt x="1905" y="13335"/>
                      <a:pt x="5715" y="8572"/>
                    </a:cubicBezTo>
                    <a:cubicBezTo>
                      <a:pt x="9525" y="3810"/>
                      <a:pt x="13335" y="1905"/>
                      <a:pt x="17145" y="1905"/>
                    </a:cubicBezTo>
                    <a:cubicBezTo>
                      <a:pt x="20955" y="1905"/>
                      <a:pt x="20955" y="1905"/>
                      <a:pt x="21908" y="3810"/>
                    </a:cubicBezTo>
                    <a:cubicBezTo>
                      <a:pt x="22860" y="5715"/>
                      <a:pt x="23813" y="6668"/>
                      <a:pt x="23813" y="9525"/>
                    </a:cubicBezTo>
                    <a:cubicBezTo>
                      <a:pt x="23813" y="12382"/>
                      <a:pt x="22860" y="15240"/>
                      <a:pt x="20955" y="16193"/>
                    </a:cubicBezTo>
                    <a:cubicBezTo>
                      <a:pt x="20003" y="16193"/>
                      <a:pt x="18098" y="18097"/>
                      <a:pt x="14288" y="18097"/>
                    </a:cubicBezTo>
                    <a:cubicBezTo>
                      <a:pt x="10478" y="18097"/>
                      <a:pt x="8573" y="19050"/>
                      <a:pt x="7620" y="20955"/>
                    </a:cubicBezTo>
                    <a:cubicBezTo>
                      <a:pt x="5715" y="22860"/>
                      <a:pt x="5715" y="25718"/>
                      <a:pt x="5715" y="28575"/>
                    </a:cubicBezTo>
                    <a:cubicBezTo>
                      <a:pt x="5715" y="33338"/>
                      <a:pt x="7620" y="38100"/>
                      <a:pt x="11430" y="40957"/>
                    </a:cubicBezTo>
                    <a:cubicBezTo>
                      <a:pt x="16193" y="44768"/>
                      <a:pt x="22860" y="47625"/>
                      <a:pt x="31433" y="47625"/>
                    </a:cubicBezTo>
                    <a:cubicBezTo>
                      <a:pt x="40005" y="47625"/>
                      <a:pt x="47625" y="45720"/>
                      <a:pt x="54293" y="40957"/>
                    </a:cubicBezTo>
                    <a:cubicBezTo>
                      <a:pt x="60960" y="36195"/>
                      <a:pt x="63818" y="31432"/>
                      <a:pt x="63818" y="23813"/>
                    </a:cubicBezTo>
                    <a:cubicBezTo>
                      <a:pt x="63818" y="16193"/>
                      <a:pt x="61913" y="14288"/>
                      <a:pt x="59055" y="10478"/>
                    </a:cubicBezTo>
                    <a:cubicBezTo>
                      <a:pt x="57150" y="7620"/>
                      <a:pt x="52388" y="4763"/>
                      <a:pt x="45720" y="1905"/>
                    </a:cubicBezTo>
                    <a:lnTo>
                      <a:pt x="457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5F27CD85-C1A8-1D54-BF2C-46A5582A0CDD}"/>
                  </a:ext>
                </a:extLst>
              </p:cNvPr>
              <p:cNvSpPr/>
              <p:nvPr/>
            </p:nvSpPr>
            <p:spPr>
              <a:xfrm>
                <a:off x="3755707" y="4102417"/>
                <a:ext cx="74294" cy="68579"/>
              </a:xfrm>
              <a:custGeom>
                <a:avLst/>
                <a:gdLst>
                  <a:gd name="connsiteX0" fmla="*/ 0 w 74294"/>
                  <a:gd name="connsiteY0" fmla="*/ 34290 h 68579"/>
                  <a:gd name="connsiteX1" fmla="*/ 12382 w 74294"/>
                  <a:gd name="connsiteY1" fmla="*/ 8572 h 68579"/>
                  <a:gd name="connsiteX2" fmla="*/ 36195 w 74294"/>
                  <a:gd name="connsiteY2" fmla="*/ 0 h 68579"/>
                  <a:gd name="connsiteX3" fmla="*/ 55245 w 74294"/>
                  <a:gd name="connsiteY3" fmla="*/ 4763 h 68579"/>
                  <a:gd name="connsiteX4" fmla="*/ 69532 w 74294"/>
                  <a:gd name="connsiteY4" fmla="*/ 17145 h 68579"/>
                  <a:gd name="connsiteX5" fmla="*/ 74295 w 74294"/>
                  <a:gd name="connsiteY5" fmla="*/ 35242 h 68579"/>
                  <a:gd name="connsiteX6" fmla="*/ 61913 w 74294"/>
                  <a:gd name="connsiteY6" fmla="*/ 60960 h 68579"/>
                  <a:gd name="connsiteX7" fmla="*/ 38100 w 74294"/>
                  <a:gd name="connsiteY7" fmla="*/ 68580 h 68579"/>
                  <a:gd name="connsiteX8" fmla="*/ 19050 w 74294"/>
                  <a:gd name="connsiteY8" fmla="*/ 63817 h 68579"/>
                  <a:gd name="connsiteX9" fmla="*/ 4763 w 74294"/>
                  <a:gd name="connsiteY9" fmla="*/ 51435 h 68579"/>
                  <a:gd name="connsiteX10" fmla="*/ 0 w 74294"/>
                  <a:gd name="connsiteY10" fmla="*/ 34290 h 68579"/>
                  <a:gd name="connsiteX11" fmla="*/ 4763 w 74294"/>
                  <a:gd name="connsiteY11" fmla="*/ 37147 h 68579"/>
                  <a:gd name="connsiteX12" fmla="*/ 7620 w 74294"/>
                  <a:gd name="connsiteY12" fmla="*/ 45720 h 68579"/>
                  <a:gd name="connsiteX13" fmla="*/ 16192 w 74294"/>
                  <a:gd name="connsiteY13" fmla="*/ 52388 h 68579"/>
                  <a:gd name="connsiteX14" fmla="*/ 32385 w 74294"/>
                  <a:gd name="connsiteY14" fmla="*/ 55245 h 68579"/>
                  <a:gd name="connsiteX15" fmla="*/ 59055 w 74294"/>
                  <a:gd name="connsiteY15" fmla="*/ 49530 h 68579"/>
                  <a:gd name="connsiteX16" fmla="*/ 70485 w 74294"/>
                  <a:gd name="connsiteY16" fmla="*/ 33338 h 68579"/>
                  <a:gd name="connsiteX17" fmla="*/ 63817 w 74294"/>
                  <a:gd name="connsiteY17" fmla="*/ 20955 h 68579"/>
                  <a:gd name="connsiteX18" fmla="*/ 42863 w 74294"/>
                  <a:gd name="connsiteY18" fmla="*/ 16192 h 68579"/>
                  <a:gd name="connsiteX19" fmla="*/ 13335 w 74294"/>
                  <a:gd name="connsiteY19" fmla="*/ 24765 h 68579"/>
                  <a:gd name="connsiteX20" fmla="*/ 5715 w 74294"/>
                  <a:gd name="connsiteY20" fmla="*/ 39052 h 6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4294" h="68579">
                    <a:moveTo>
                      <a:pt x="0" y="34290"/>
                    </a:moveTo>
                    <a:cubicBezTo>
                      <a:pt x="0" y="23813"/>
                      <a:pt x="3810" y="15240"/>
                      <a:pt x="12382" y="8572"/>
                    </a:cubicBezTo>
                    <a:cubicBezTo>
                      <a:pt x="19050" y="2857"/>
                      <a:pt x="27622" y="0"/>
                      <a:pt x="36195" y="0"/>
                    </a:cubicBezTo>
                    <a:cubicBezTo>
                      <a:pt x="44767" y="0"/>
                      <a:pt x="48577" y="1905"/>
                      <a:pt x="55245" y="4763"/>
                    </a:cubicBezTo>
                    <a:cubicBezTo>
                      <a:pt x="61913" y="7620"/>
                      <a:pt x="66675" y="12382"/>
                      <a:pt x="69532" y="17145"/>
                    </a:cubicBezTo>
                    <a:cubicBezTo>
                      <a:pt x="72390" y="21907"/>
                      <a:pt x="74295" y="28575"/>
                      <a:pt x="74295" y="35242"/>
                    </a:cubicBezTo>
                    <a:cubicBezTo>
                      <a:pt x="74295" y="45720"/>
                      <a:pt x="70485" y="54292"/>
                      <a:pt x="61913" y="60960"/>
                    </a:cubicBezTo>
                    <a:cubicBezTo>
                      <a:pt x="54292" y="66675"/>
                      <a:pt x="46672" y="68580"/>
                      <a:pt x="38100" y="68580"/>
                    </a:cubicBezTo>
                    <a:cubicBezTo>
                      <a:pt x="29527" y="68580"/>
                      <a:pt x="24765" y="66675"/>
                      <a:pt x="19050" y="63817"/>
                    </a:cubicBezTo>
                    <a:cubicBezTo>
                      <a:pt x="13335" y="60960"/>
                      <a:pt x="7620" y="56197"/>
                      <a:pt x="4763" y="51435"/>
                    </a:cubicBezTo>
                    <a:cubicBezTo>
                      <a:pt x="1905" y="46672"/>
                      <a:pt x="0" y="40957"/>
                      <a:pt x="0" y="34290"/>
                    </a:cubicBezTo>
                    <a:close/>
                    <a:moveTo>
                      <a:pt x="4763" y="37147"/>
                    </a:moveTo>
                    <a:cubicBezTo>
                      <a:pt x="4763" y="40005"/>
                      <a:pt x="4763" y="42863"/>
                      <a:pt x="7620" y="45720"/>
                    </a:cubicBezTo>
                    <a:cubicBezTo>
                      <a:pt x="10477" y="48577"/>
                      <a:pt x="12382" y="50482"/>
                      <a:pt x="16192" y="52388"/>
                    </a:cubicBezTo>
                    <a:cubicBezTo>
                      <a:pt x="20002" y="54292"/>
                      <a:pt x="25717" y="55245"/>
                      <a:pt x="32385" y="55245"/>
                    </a:cubicBezTo>
                    <a:cubicBezTo>
                      <a:pt x="42863" y="55245"/>
                      <a:pt x="51435" y="53340"/>
                      <a:pt x="59055" y="49530"/>
                    </a:cubicBezTo>
                    <a:cubicBezTo>
                      <a:pt x="66675" y="45720"/>
                      <a:pt x="70485" y="40005"/>
                      <a:pt x="70485" y="33338"/>
                    </a:cubicBezTo>
                    <a:cubicBezTo>
                      <a:pt x="70485" y="26670"/>
                      <a:pt x="68580" y="23813"/>
                      <a:pt x="63817" y="20955"/>
                    </a:cubicBezTo>
                    <a:cubicBezTo>
                      <a:pt x="59055" y="18097"/>
                      <a:pt x="52388" y="16192"/>
                      <a:pt x="42863" y="16192"/>
                    </a:cubicBezTo>
                    <a:cubicBezTo>
                      <a:pt x="33338" y="16192"/>
                      <a:pt x="20002" y="19050"/>
                      <a:pt x="13335" y="24765"/>
                    </a:cubicBezTo>
                    <a:cubicBezTo>
                      <a:pt x="8572" y="28575"/>
                      <a:pt x="5715" y="33338"/>
                      <a:pt x="5715" y="3905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0CE9ED12-743A-90A2-10A6-4865D3C0991A}"/>
                  </a:ext>
                </a:extLst>
              </p:cNvPr>
              <p:cNvSpPr/>
              <p:nvPr/>
            </p:nvSpPr>
            <p:spPr>
              <a:xfrm>
                <a:off x="3754754" y="3973830"/>
                <a:ext cx="73342" cy="123825"/>
              </a:xfrm>
              <a:custGeom>
                <a:avLst/>
                <a:gdLst>
                  <a:gd name="connsiteX0" fmla="*/ 15240 w 73342"/>
                  <a:gd name="connsiteY0" fmla="*/ 97155 h 123825"/>
                  <a:gd name="connsiteX1" fmla="*/ 6668 w 73342"/>
                  <a:gd name="connsiteY1" fmla="*/ 87630 h 123825"/>
                  <a:gd name="connsiteX2" fmla="*/ 1905 w 73342"/>
                  <a:gd name="connsiteY2" fmla="*/ 80010 h 123825"/>
                  <a:gd name="connsiteX3" fmla="*/ 0 w 73342"/>
                  <a:gd name="connsiteY3" fmla="*/ 72390 h 123825"/>
                  <a:gd name="connsiteX4" fmla="*/ 3810 w 73342"/>
                  <a:gd name="connsiteY4" fmla="*/ 60960 h 123825"/>
                  <a:gd name="connsiteX5" fmla="*/ 15240 w 73342"/>
                  <a:gd name="connsiteY5" fmla="*/ 54292 h 123825"/>
                  <a:gd name="connsiteX6" fmla="*/ 2858 w 73342"/>
                  <a:gd name="connsiteY6" fmla="*/ 40957 h 123825"/>
                  <a:gd name="connsiteX7" fmla="*/ 0 w 73342"/>
                  <a:gd name="connsiteY7" fmla="*/ 29527 h 123825"/>
                  <a:gd name="connsiteX8" fmla="*/ 2858 w 73342"/>
                  <a:gd name="connsiteY8" fmla="*/ 19050 h 123825"/>
                  <a:gd name="connsiteX9" fmla="*/ 12383 w 73342"/>
                  <a:gd name="connsiteY9" fmla="*/ 12382 h 123825"/>
                  <a:gd name="connsiteX10" fmla="*/ 26670 w 73342"/>
                  <a:gd name="connsiteY10" fmla="*/ 10477 h 123825"/>
                  <a:gd name="connsiteX11" fmla="*/ 57150 w 73342"/>
                  <a:gd name="connsiteY11" fmla="*/ 10477 h 123825"/>
                  <a:gd name="connsiteX12" fmla="*/ 66675 w 73342"/>
                  <a:gd name="connsiteY12" fmla="*/ 9525 h 123825"/>
                  <a:gd name="connsiteX13" fmla="*/ 69533 w 73342"/>
                  <a:gd name="connsiteY13" fmla="*/ 6667 h 123825"/>
                  <a:gd name="connsiteX14" fmla="*/ 70485 w 73342"/>
                  <a:gd name="connsiteY14" fmla="*/ 0 h 123825"/>
                  <a:gd name="connsiteX15" fmla="*/ 73343 w 73342"/>
                  <a:gd name="connsiteY15" fmla="*/ 0 h 123825"/>
                  <a:gd name="connsiteX16" fmla="*/ 73343 w 73342"/>
                  <a:gd name="connsiteY16" fmla="*/ 35242 h 123825"/>
                  <a:gd name="connsiteX17" fmla="*/ 70485 w 73342"/>
                  <a:gd name="connsiteY17" fmla="*/ 35242 h 123825"/>
                  <a:gd name="connsiteX18" fmla="*/ 70485 w 73342"/>
                  <a:gd name="connsiteY18" fmla="*/ 33338 h 123825"/>
                  <a:gd name="connsiteX19" fmla="*/ 68580 w 73342"/>
                  <a:gd name="connsiteY19" fmla="*/ 26670 h 123825"/>
                  <a:gd name="connsiteX20" fmla="*/ 64770 w 73342"/>
                  <a:gd name="connsiteY20" fmla="*/ 23813 h 123825"/>
                  <a:gd name="connsiteX21" fmla="*/ 57150 w 73342"/>
                  <a:gd name="connsiteY21" fmla="*/ 23813 h 123825"/>
                  <a:gd name="connsiteX22" fmla="*/ 26670 w 73342"/>
                  <a:gd name="connsiteY22" fmla="*/ 23813 h 123825"/>
                  <a:gd name="connsiteX23" fmla="*/ 14288 w 73342"/>
                  <a:gd name="connsiteY23" fmla="*/ 25717 h 123825"/>
                  <a:gd name="connsiteX24" fmla="*/ 9525 w 73342"/>
                  <a:gd name="connsiteY24" fmla="*/ 35242 h 123825"/>
                  <a:gd name="connsiteX25" fmla="*/ 11430 w 73342"/>
                  <a:gd name="connsiteY25" fmla="*/ 43815 h 123825"/>
                  <a:gd name="connsiteX26" fmla="*/ 19050 w 73342"/>
                  <a:gd name="connsiteY26" fmla="*/ 54292 h 123825"/>
                  <a:gd name="connsiteX27" fmla="*/ 19050 w 73342"/>
                  <a:gd name="connsiteY27" fmla="*/ 54292 h 123825"/>
                  <a:gd name="connsiteX28" fmla="*/ 21908 w 73342"/>
                  <a:gd name="connsiteY28" fmla="*/ 54292 h 123825"/>
                  <a:gd name="connsiteX29" fmla="*/ 56198 w 73342"/>
                  <a:gd name="connsiteY29" fmla="*/ 54292 h 123825"/>
                  <a:gd name="connsiteX30" fmla="*/ 65723 w 73342"/>
                  <a:gd name="connsiteY30" fmla="*/ 54292 h 123825"/>
                  <a:gd name="connsiteX31" fmla="*/ 68580 w 73342"/>
                  <a:gd name="connsiteY31" fmla="*/ 51435 h 123825"/>
                  <a:gd name="connsiteX32" fmla="*/ 69533 w 73342"/>
                  <a:gd name="connsiteY32" fmla="*/ 43815 h 123825"/>
                  <a:gd name="connsiteX33" fmla="*/ 72390 w 73342"/>
                  <a:gd name="connsiteY33" fmla="*/ 43815 h 123825"/>
                  <a:gd name="connsiteX34" fmla="*/ 72390 w 73342"/>
                  <a:gd name="connsiteY34" fmla="*/ 80010 h 123825"/>
                  <a:gd name="connsiteX35" fmla="*/ 69533 w 73342"/>
                  <a:gd name="connsiteY35" fmla="*/ 80010 h 123825"/>
                  <a:gd name="connsiteX36" fmla="*/ 68580 w 73342"/>
                  <a:gd name="connsiteY36" fmla="*/ 72390 h 123825"/>
                  <a:gd name="connsiteX37" fmla="*/ 64770 w 73342"/>
                  <a:gd name="connsiteY37" fmla="*/ 69532 h 123825"/>
                  <a:gd name="connsiteX38" fmla="*/ 57150 w 73342"/>
                  <a:gd name="connsiteY38" fmla="*/ 69532 h 123825"/>
                  <a:gd name="connsiteX39" fmla="*/ 26670 w 73342"/>
                  <a:gd name="connsiteY39" fmla="*/ 69532 h 123825"/>
                  <a:gd name="connsiteX40" fmla="*/ 14288 w 73342"/>
                  <a:gd name="connsiteY40" fmla="*/ 72390 h 123825"/>
                  <a:gd name="connsiteX41" fmla="*/ 9525 w 73342"/>
                  <a:gd name="connsiteY41" fmla="*/ 81915 h 123825"/>
                  <a:gd name="connsiteX42" fmla="*/ 11430 w 73342"/>
                  <a:gd name="connsiteY42" fmla="*/ 90488 h 123825"/>
                  <a:gd name="connsiteX43" fmla="*/ 19050 w 73342"/>
                  <a:gd name="connsiteY43" fmla="*/ 100013 h 123825"/>
                  <a:gd name="connsiteX44" fmla="*/ 57150 w 73342"/>
                  <a:gd name="connsiteY44" fmla="*/ 100013 h 123825"/>
                  <a:gd name="connsiteX45" fmla="*/ 66675 w 73342"/>
                  <a:gd name="connsiteY45" fmla="*/ 99060 h 123825"/>
                  <a:gd name="connsiteX46" fmla="*/ 69533 w 73342"/>
                  <a:gd name="connsiteY46" fmla="*/ 96202 h 123825"/>
                  <a:gd name="connsiteX47" fmla="*/ 70485 w 73342"/>
                  <a:gd name="connsiteY47" fmla="*/ 88582 h 123825"/>
                  <a:gd name="connsiteX48" fmla="*/ 73343 w 73342"/>
                  <a:gd name="connsiteY48" fmla="*/ 88582 h 123825"/>
                  <a:gd name="connsiteX49" fmla="*/ 73343 w 73342"/>
                  <a:gd name="connsiteY49" fmla="*/ 123825 h 123825"/>
                  <a:gd name="connsiteX50" fmla="*/ 70485 w 73342"/>
                  <a:gd name="connsiteY50" fmla="*/ 123825 h 123825"/>
                  <a:gd name="connsiteX51" fmla="*/ 69533 w 73342"/>
                  <a:gd name="connsiteY51" fmla="*/ 117157 h 123825"/>
                  <a:gd name="connsiteX52" fmla="*/ 66675 w 73342"/>
                  <a:gd name="connsiteY52" fmla="*/ 114300 h 123825"/>
                  <a:gd name="connsiteX53" fmla="*/ 58103 w 73342"/>
                  <a:gd name="connsiteY53" fmla="*/ 113347 h 123825"/>
                  <a:gd name="connsiteX54" fmla="*/ 31433 w 73342"/>
                  <a:gd name="connsiteY54" fmla="*/ 113347 h 123825"/>
                  <a:gd name="connsiteX55" fmla="*/ 16193 w 73342"/>
                  <a:gd name="connsiteY55" fmla="*/ 113347 h 123825"/>
                  <a:gd name="connsiteX56" fmla="*/ 12383 w 73342"/>
                  <a:gd name="connsiteY56" fmla="*/ 115252 h 123825"/>
                  <a:gd name="connsiteX57" fmla="*/ 11430 w 73342"/>
                  <a:gd name="connsiteY57" fmla="*/ 118110 h 123825"/>
                  <a:gd name="connsiteX58" fmla="*/ 12383 w 73342"/>
                  <a:gd name="connsiteY58" fmla="*/ 122872 h 123825"/>
                  <a:gd name="connsiteX59" fmla="*/ 9525 w 73342"/>
                  <a:gd name="connsiteY59" fmla="*/ 122872 h 123825"/>
                  <a:gd name="connsiteX60" fmla="*/ 953 w 73342"/>
                  <a:gd name="connsiteY60" fmla="*/ 102870 h 123825"/>
                  <a:gd name="connsiteX61" fmla="*/ 953 w 73342"/>
                  <a:gd name="connsiteY61" fmla="*/ 100013 h 123825"/>
                  <a:gd name="connsiteX62" fmla="*/ 16193 w 73342"/>
                  <a:gd name="connsiteY62" fmla="*/ 1000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73342" h="123825">
                    <a:moveTo>
                      <a:pt x="15240" y="97155"/>
                    </a:moveTo>
                    <a:cubicBezTo>
                      <a:pt x="10478" y="92392"/>
                      <a:pt x="6668" y="88582"/>
                      <a:pt x="6668" y="87630"/>
                    </a:cubicBezTo>
                    <a:cubicBezTo>
                      <a:pt x="4763" y="85725"/>
                      <a:pt x="2858" y="82867"/>
                      <a:pt x="1905" y="80010"/>
                    </a:cubicBezTo>
                    <a:cubicBezTo>
                      <a:pt x="953" y="77152"/>
                      <a:pt x="0" y="74295"/>
                      <a:pt x="0" y="72390"/>
                    </a:cubicBezTo>
                    <a:cubicBezTo>
                      <a:pt x="0" y="67627"/>
                      <a:pt x="953" y="63817"/>
                      <a:pt x="3810" y="60960"/>
                    </a:cubicBezTo>
                    <a:cubicBezTo>
                      <a:pt x="6668" y="58102"/>
                      <a:pt x="10478" y="55245"/>
                      <a:pt x="15240" y="54292"/>
                    </a:cubicBezTo>
                    <a:cubicBezTo>
                      <a:pt x="8573" y="48577"/>
                      <a:pt x="4763" y="44767"/>
                      <a:pt x="2858" y="40957"/>
                    </a:cubicBezTo>
                    <a:cubicBezTo>
                      <a:pt x="953" y="37147"/>
                      <a:pt x="0" y="33338"/>
                      <a:pt x="0" y="29527"/>
                    </a:cubicBezTo>
                    <a:cubicBezTo>
                      <a:pt x="0" y="25717"/>
                      <a:pt x="953" y="22860"/>
                      <a:pt x="2858" y="19050"/>
                    </a:cubicBezTo>
                    <a:cubicBezTo>
                      <a:pt x="4763" y="15240"/>
                      <a:pt x="7620" y="14288"/>
                      <a:pt x="12383" y="12382"/>
                    </a:cubicBezTo>
                    <a:cubicBezTo>
                      <a:pt x="15240" y="11430"/>
                      <a:pt x="20003" y="10477"/>
                      <a:pt x="26670" y="10477"/>
                    </a:cubicBezTo>
                    <a:lnTo>
                      <a:pt x="57150" y="10477"/>
                    </a:lnTo>
                    <a:cubicBezTo>
                      <a:pt x="61913" y="10477"/>
                      <a:pt x="64770" y="10477"/>
                      <a:pt x="66675" y="9525"/>
                    </a:cubicBezTo>
                    <a:cubicBezTo>
                      <a:pt x="67628" y="9525"/>
                      <a:pt x="68580" y="7620"/>
                      <a:pt x="69533" y="6667"/>
                    </a:cubicBezTo>
                    <a:cubicBezTo>
                      <a:pt x="70485" y="5715"/>
                      <a:pt x="70485" y="2857"/>
                      <a:pt x="70485" y="0"/>
                    </a:cubicBezTo>
                    <a:lnTo>
                      <a:pt x="73343" y="0"/>
                    </a:lnTo>
                    <a:lnTo>
                      <a:pt x="73343" y="35242"/>
                    </a:lnTo>
                    <a:lnTo>
                      <a:pt x="70485" y="35242"/>
                    </a:lnTo>
                    <a:lnTo>
                      <a:pt x="70485" y="33338"/>
                    </a:lnTo>
                    <a:cubicBezTo>
                      <a:pt x="70485" y="30480"/>
                      <a:pt x="70485" y="27622"/>
                      <a:pt x="68580" y="26670"/>
                    </a:cubicBezTo>
                    <a:cubicBezTo>
                      <a:pt x="68580" y="25717"/>
                      <a:pt x="66675" y="24765"/>
                      <a:pt x="64770" y="23813"/>
                    </a:cubicBezTo>
                    <a:cubicBezTo>
                      <a:pt x="64770" y="23813"/>
                      <a:pt x="60960" y="23813"/>
                      <a:pt x="57150" y="23813"/>
                    </a:cubicBezTo>
                    <a:lnTo>
                      <a:pt x="26670" y="23813"/>
                    </a:lnTo>
                    <a:cubicBezTo>
                      <a:pt x="20955" y="23813"/>
                      <a:pt x="17145" y="23813"/>
                      <a:pt x="14288" y="25717"/>
                    </a:cubicBezTo>
                    <a:cubicBezTo>
                      <a:pt x="11430" y="27622"/>
                      <a:pt x="9525" y="31432"/>
                      <a:pt x="9525" y="35242"/>
                    </a:cubicBezTo>
                    <a:cubicBezTo>
                      <a:pt x="9525" y="39052"/>
                      <a:pt x="9525" y="40957"/>
                      <a:pt x="11430" y="43815"/>
                    </a:cubicBezTo>
                    <a:cubicBezTo>
                      <a:pt x="13335" y="46672"/>
                      <a:pt x="15240" y="49530"/>
                      <a:pt x="19050" y="54292"/>
                    </a:cubicBezTo>
                    <a:lnTo>
                      <a:pt x="19050" y="54292"/>
                    </a:lnTo>
                    <a:cubicBezTo>
                      <a:pt x="19050" y="54292"/>
                      <a:pt x="21908" y="54292"/>
                      <a:pt x="21908" y="54292"/>
                    </a:cubicBezTo>
                    <a:lnTo>
                      <a:pt x="56198" y="54292"/>
                    </a:lnTo>
                    <a:cubicBezTo>
                      <a:pt x="60960" y="54292"/>
                      <a:pt x="63818" y="54292"/>
                      <a:pt x="65723" y="54292"/>
                    </a:cubicBezTo>
                    <a:cubicBezTo>
                      <a:pt x="67628" y="54292"/>
                      <a:pt x="67628" y="52388"/>
                      <a:pt x="68580" y="51435"/>
                    </a:cubicBezTo>
                    <a:cubicBezTo>
                      <a:pt x="69533" y="50482"/>
                      <a:pt x="69533" y="47625"/>
                      <a:pt x="69533" y="43815"/>
                    </a:cubicBezTo>
                    <a:lnTo>
                      <a:pt x="72390" y="43815"/>
                    </a:lnTo>
                    <a:lnTo>
                      <a:pt x="72390" y="80010"/>
                    </a:lnTo>
                    <a:lnTo>
                      <a:pt x="69533" y="80010"/>
                    </a:lnTo>
                    <a:cubicBezTo>
                      <a:pt x="69533" y="76200"/>
                      <a:pt x="69533" y="73342"/>
                      <a:pt x="68580" y="72390"/>
                    </a:cubicBezTo>
                    <a:cubicBezTo>
                      <a:pt x="67628" y="71438"/>
                      <a:pt x="66675" y="69532"/>
                      <a:pt x="64770" y="69532"/>
                    </a:cubicBezTo>
                    <a:cubicBezTo>
                      <a:pt x="64770" y="69532"/>
                      <a:pt x="60960" y="69532"/>
                      <a:pt x="57150" y="69532"/>
                    </a:cubicBezTo>
                    <a:lnTo>
                      <a:pt x="26670" y="69532"/>
                    </a:lnTo>
                    <a:cubicBezTo>
                      <a:pt x="20955" y="69532"/>
                      <a:pt x="17145" y="69532"/>
                      <a:pt x="14288" y="72390"/>
                    </a:cubicBezTo>
                    <a:cubicBezTo>
                      <a:pt x="11430" y="74295"/>
                      <a:pt x="9525" y="78105"/>
                      <a:pt x="9525" y="81915"/>
                    </a:cubicBezTo>
                    <a:cubicBezTo>
                      <a:pt x="9525" y="85725"/>
                      <a:pt x="9525" y="87630"/>
                      <a:pt x="11430" y="90488"/>
                    </a:cubicBezTo>
                    <a:cubicBezTo>
                      <a:pt x="13335" y="95250"/>
                      <a:pt x="16193" y="98107"/>
                      <a:pt x="19050" y="100013"/>
                    </a:cubicBezTo>
                    <a:lnTo>
                      <a:pt x="57150" y="100013"/>
                    </a:lnTo>
                    <a:cubicBezTo>
                      <a:pt x="61913" y="100013"/>
                      <a:pt x="64770" y="100013"/>
                      <a:pt x="66675" y="99060"/>
                    </a:cubicBezTo>
                    <a:cubicBezTo>
                      <a:pt x="68580" y="98107"/>
                      <a:pt x="69533" y="97155"/>
                      <a:pt x="69533" y="96202"/>
                    </a:cubicBezTo>
                    <a:cubicBezTo>
                      <a:pt x="69533" y="95250"/>
                      <a:pt x="70485" y="92392"/>
                      <a:pt x="70485" y="88582"/>
                    </a:cubicBezTo>
                    <a:lnTo>
                      <a:pt x="73343" y="88582"/>
                    </a:lnTo>
                    <a:lnTo>
                      <a:pt x="73343" y="123825"/>
                    </a:lnTo>
                    <a:lnTo>
                      <a:pt x="70485" y="123825"/>
                    </a:lnTo>
                    <a:cubicBezTo>
                      <a:pt x="70485" y="120967"/>
                      <a:pt x="70485" y="118110"/>
                      <a:pt x="69533" y="117157"/>
                    </a:cubicBezTo>
                    <a:cubicBezTo>
                      <a:pt x="68580" y="116205"/>
                      <a:pt x="67628" y="115252"/>
                      <a:pt x="66675" y="114300"/>
                    </a:cubicBezTo>
                    <a:cubicBezTo>
                      <a:pt x="65723" y="113347"/>
                      <a:pt x="61913" y="113347"/>
                      <a:pt x="58103" y="113347"/>
                    </a:cubicBezTo>
                    <a:lnTo>
                      <a:pt x="31433" y="113347"/>
                    </a:lnTo>
                    <a:cubicBezTo>
                      <a:pt x="23813" y="113347"/>
                      <a:pt x="19050" y="113347"/>
                      <a:pt x="16193" y="113347"/>
                    </a:cubicBezTo>
                    <a:cubicBezTo>
                      <a:pt x="14288" y="113347"/>
                      <a:pt x="13335" y="113347"/>
                      <a:pt x="12383" y="115252"/>
                    </a:cubicBezTo>
                    <a:cubicBezTo>
                      <a:pt x="11430" y="117157"/>
                      <a:pt x="11430" y="117157"/>
                      <a:pt x="11430" y="118110"/>
                    </a:cubicBezTo>
                    <a:cubicBezTo>
                      <a:pt x="11430" y="119063"/>
                      <a:pt x="11430" y="120967"/>
                      <a:pt x="12383" y="122872"/>
                    </a:cubicBezTo>
                    <a:lnTo>
                      <a:pt x="9525" y="122872"/>
                    </a:lnTo>
                    <a:cubicBezTo>
                      <a:pt x="9525" y="123825"/>
                      <a:pt x="953" y="102870"/>
                      <a:pt x="953" y="102870"/>
                    </a:cubicBezTo>
                    <a:lnTo>
                      <a:pt x="953" y="100013"/>
                    </a:lnTo>
                    <a:lnTo>
                      <a:pt x="16193" y="1000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F2277662-0813-C45B-C6E7-270E4FA10A25}"/>
                  </a:ext>
                </a:extLst>
              </p:cNvPr>
              <p:cNvSpPr/>
              <p:nvPr/>
            </p:nvSpPr>
            <p:spPr>
              <a:xfrm>
                <a:off x="3754754" y="3899534"/>
                <a:ext cx="106680" cy="75247"/>
              </a:xfrm>
              <a:custGeom>
                <a:avLst/>
                <a:gdLst>
                  <a:gd name="connsiteX0" fmla="*/ 9525 w 106680"/>
                  <a:gd name="connsiteY0" fmla="*/ 74295 h 75247"/>
                  <a:gd name="connsiteX1" fmla="*/ 953 w 106680"/>
                  <a:gd name="connsiteY1" fmla="*/ 52388 h 75247"/>
                  <a:gd name="connsiteX2" fmla="*/ 953 w 106680"/>
                  <a:gd name="connsiteY2" fmla="*/ 49530 h 75247"/>
                  <a:gd name="connsiteX3" fmla="*/ 17145 w 106680"/>
                  <a:gd name="connsiteY3" fmla="*/ 49530 h 75247"/>
                  <a:gd name="connsiteX4" fmla="*/ 3810 w 106680"/>
                  <a:gd name="connsiteY4" fmla="*/ 38100 h 75247"/>
                  <a:gd name="connsiteX5" fmla="*/ 0 w 106680"/>
                  <a:gd name="connsiteY5" fmla="*/ 26670 h 75247"/>
                  <a:gd name="connsiteX6" fmla="*/ 8573 w 106680"/>
                  <a:gd name="connsiteY6" fmla="*/ 8572 h 75247"/>
                  <a:gd name="connsiteX7" fmla="*/ 35243 w 106680"/>
                  <a:gd name="connsiteY7" fmla="*/ 0 h 75247"/>
                  <a:gd name="connsiteX8" fmla="*/ 65723 w 106680"/>
                  <a:gd name="connsiteY8" fmla="*/ 10478 h 75247"/>
                  <a:gd name="connsiteX9" fmla="*/ 75248 w 106680"/>
                  <a:gd name="connsiteY9" fmla="*/ 32385 h 75247"/>
                  <a:gd name="connsiteX10" fmla="*/ 73343 w 106680"/>
                  <a:gd name="connsiteY10" fmla="*/ 41910 h 75247"/>
                  <a:gd name="connsiteX11" fmla="*/ 68580 w 106680"/>
                  <a:gd name="connsiteY11" fmla="*/ 48578 h 75247"/>
                  <a:gd name="connsiteX12" fmla="*/ 90488 w 106680"/>
                  <a:gd name="connsiteY12" fmla="*/ 48578 h 75247"/>
                  <a:gd name="connsiteX13" fmla="*/ 100013 w 106680"/>
                  <a:gd name="connsiteY13" fmla="*/ 48578 h 75247"/>
                  <a:gd name="connsiteX14" fmla="*/ 102870 w 106680"/>
                  <a:gd name="connsiteY14" fmla="*/ 45720 h 75247"/>
                  <a:gd name="connsiteX15" fmla="*/ 103823 w 106680"/>
                  <a:gd name="connsiteY15" fmla="*/ 38100 h 75247"/>
                  <a:gd name="connsiteX16" fmla="*/ 106680 w 106680"/>
                  <a:gd name="connsiteY16" fmla="*/ 38100 h 75247"/>
                  <a:gd name="connsiteX17" fmla="*/ 106680 w 106680"/>
                  <a:gd name="connsiteY17" fmla="*/ 75247 h 75247"/>
                  <a:gd name="connsiteX18" fmla="*/ 103823 w 106680"/>
                  <a:gd name="connsiteY18" fmla="*/ 75247 h 75247"/>
                  <a:gd name="connsiteX19" fmla="*/ 103823 w 106680"/>
                  <a:gd name="connsiteY19" fmla="*/ 73343 h 75247"/>
                  <a:gd name="connsiteX20" fmla="*/ 101918 w 106680"/>
                  <a:gd name="connsiteY20" fmla="*/ 65722 h 75247"/>
                  <a:gd name="connsiteX21" fmla="*/ 99060 w 106680"/>
                  <a:gd name="connsiteY21" fmla="*/ 63818 h 75247"/>
                  <a:gd name="connsiteX22" fmla="*/ 89535 w 106680"/>
                  <a:gd name="connsiteY22" fmla="*/ 63818 h 75247"/>
                  <a:gd name="connsiteX23" fmla="*/ 22860 w 106680"/>
                  <a:gd name="connsiteY23" fmla="*/ 63818 h 75247"/>
                  <a:gd name="connsiteX24" fmla="*/ 14288 w 106680"/>
                  <a:gd name="connsiteY24" fmla="*/ 63818 h 75247"/>
                  <a:gd name="connsiteX25" fmla="*/ 11430 w 106680"/>
                  <a:gd name="connsiteY25" fmla="*/ 65722 h 75247"/>
                  <a:gd name="connsiteX26" fmla="*/ 11430 w 106680"/>
                  <a:gd name="connsiteY26" fmla="*/ 69533 h 75247"/>
                  <a:gd name="connsiteX27" fmla="*/ 12383 w 106680"/>
                  <a:gd name="connsiteY27" fmla="*/ 74295 h 75247"/>
                  <a:gd name="connsiteX28" fmla="*/ 9525 w 106680"/>
                  <a:gd name="connsiteY28" fmla="*/ 74295 h 75247"/>
                  <a:gd name="connsiteX29" fmla="*/ 21908 w 106680"/>
                  <a:gd name="connsiteY29" fmla="*/ 49530 h 75247"/>
                  <a:gd name="connsiteX30" fmla="*/ 48578 w 106680"/>
                  <a:gd name="connsiteY30" fmla="*/ 49530 h 75247"/>
                  <a:gd name="connsiteX31" fmla="*/ 60008 w 106680"/>
                  <a:gd name="connsiteY31" fmla="*/ 49530 h 75247"/>
                  <a:gd name="connsiteX32" fmla="*/ 67628 w 106680"/>
                  <a:gd name="connsiteY32" fmla="*/ 43815 h 75247"/>
                  <a:gd name="connsiteX33" fmla="*/ 71438 w 106680"/>
                  <a:gd name="connsiteY33" fmla="*/ 33338 h 75247"/>
                  <a:gd name="connsiteX34" fmla="*/ 65723 w 106680"/>
                  <a:gd name="connsiteY34" fmla="*/ 20955 h 75247"/>
                  <a:gd name="connsiteX35" fmla="*/ 43815 w 106680"/>
                  <a:gd name="connsiteY35" fmla="*/ 14288 h 75247"/>
                  <a:gd name="connsiteX36" fmla="*/ 19050 w 106680"/>
                  <a:gd name="connsiteY36" fmla="*/ 20955 h 75247"/>
                  <a:gd name="connsiteX37" fmla="*/ 13335 w 106680"/>
                  <a:gd name="connsiteY37" fmla="*/ 32385 h 75247"/>
                  <a:gd name="connsiteX38" fmla="*/ 15240 w 106680"/>
                  <a:gd name="connsiteY38" fmla="*/ 40005 h 75247"/>
                  <a:gd name="connsiteX39" fmla="*/ 23813 w 106680"/>
                  <a:gd name="connsiteY39" fmla="*/ 49530 h 75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6680" h="75247">
                    <a:moveTo>
                      <a:pt x="9525" y="74295"/>
                    </a:moveTo>
                    <a:lnTo>
                      <a:pt x="953" y="52388"/>
                    </a:lnTo>
                    <a:lnTo>
                      <a:pt x="953" y="49530"/>
                    </a:lnTo>
                    <a:lnTo>
                      <a:pt x="17145" y="49530"/>
                    </a:lnTo>
                    <a:cubicBezTo>
                      <a:pt x="10478" y="45720"/>
                      <a:pt x="6668" y="41910"/>
                      <a:pt x="3810" y="38100"/>
                    </a:cubicBezTo>
                    <a:cubicBezTo>
                      <a:pt x="953" y="34290"/>
                      <a:pt x="0" y="30480"/>
                      <a:pt x="0" y="26670"/>
                    </a:cubicBezTo>
                    <a:cubicBezTo>
                      <a:pt x="0" y="20003"/>
                      <a:pt x="2858" y="13335"/>
                      <a:pt x="8573" y="8572"/>
                    </a:cubicBezTo>
                    <a:cubicBezTo>
                      <a:pt x="15240" y="2858"/>
                      <a:pt x="23813" y="0"/>
                      <a:pt x="35243" y="0"/>
                    </a:cubicBezTo>
                    <a:cubicBezTo>
                      <a:pt x="46673" y="0"/>
                      <a:pt x="57150" y="3810"/>
                      <a:pt x="65723" y="10478"/>
                    </a:cubicBezTo>
                    <a:cubicBezTo>
                      <a:pt x="72390" y="16193"/>
                      <a:pt x="75248" y="23813"/>
                      <a:pt x="75248" y="32385"/>
                    </a:cubicBezTo>
                    <a:cubicBezTo>
                      <a:pt x="75248" y="40958"/>
                      <a:pt x="75248" y="39053"/>
                      <a:pt x="73343" y="41910"/>
                    </a:cubicBezTo>
                    <a:cubicBezTo>
                      <a:pt x="73343" y="43815"/>
                      <a:pt x="71438" y="46672"/>
                      <a:pt x="68580" y="48578"/>
                    </a:cubicBezTo>
                    <a:lnTo>
                      <a:pt x="90488" y="48578"/>
                    </a:lnTo>
                    <a:cubicBezTo>
                      <a:pt x="95250" y="48578"/>
                      <a:pt x="98108" y="48578"/>
                      <a:pt x="100013" y="48578"/>
                    </a:cubicBezTo>
                    <a:cubicBezTo>
                      <a:pt x="101918" y="48578"/>
                      <a:pt x="101918" y="46672"/>
                      <a:pt x="102870" y="45720"/>
                    </a:cubicBezTo>
                    <a:cubicBezTo>
                      <a:pt x="103823" y="44768"/>
                      <a:pt x="103823" y="41910"/>
                      <a:pt x="103823" y="38100"/>
                    </a:cubicBezTo>
                    <a:lnTo>
                      <a:pt x="106680" y="38100"/>
                    </a:lnTo>
                    <a:lnTo>
                      <a:pt x="106680" y="75247"/>
                    </a:lnTo>
                    <a:lnTo>
                      <a:pt x="103823" y="75247"/>
                    </a:lnTo>
                    <a:lnTo>
                      <a:pt x="103823" y="73343"/>
                    </a:lnTo>
                    <a:cubicBezTo>
                      <a:pt x="103823" y="70485"/>
                      <a:pt x="103823" y="67628"/>
                      <a:pt x="101918" y="65722"/>
                    </a:cubicBezTo>
                    <a:cubicBezTo>
                      <a:pt x="101918" y="64770"/>
                      <a:pt x="100013" y="63818"/>
                      <a:pt x="99060" y="63818"/>
                    </a:cubicBezTo>
                    <a:cubicBezTo>
                      <a:pt x="98108" y="63818"/>
                      <a:pt x="94298" y="63818"/>
                      <a:pt x="89535" y="63818"/>
                    </a:cubicBezTo>
                    <a:lnTo>
                      <a:pt x="22860" y="63818"/>
                    </a:lnTo>
                    <a:cubicBezTo>
                      <a:pt x="18098" y="63818"/>
                      <a:pt x="15240" y="63818"/>
                      <a:pt x="14288" y="63818"/>
                    </a:cubicBezTo>
                    <a:cubicBezTo>
                      <a:pt x="13335" y="63818"/>
                      <a:pt x="12383" y="64770"/>
                      <a:pt x="11430" y="65722"/>
                    </a:cubicBezTo>
                    <a:cubicBezTo>
                      <a:pt x="10478" y="66675"/>
                      <a:pt x="11430" y="67628"/>
                      <a:pt x="11430" y="69533"/>
                    </a:cubicBezTo>
                    <a:cubicBezTo>
                      <a:pt x="11430" y="71438"/>
                      <a:pt x="11430" y="72390"/>
                      <a:pt x="12383" y="74295"/>
                    </a:cubicBezTo>
                    <a:lnTo>
                      <a:pt x="9525" y="74295"/>
                    </a:lnTo>
                    <a:close/>
                    <a:moveTo>
                      <a:pt x="21908" y="49530"/>
                    </a:moveTo>
                    <a:lnTo>
                      <a:pt x="48578" y="49530"/>
                    </a:lnTo>
                    <a:cubicBezTo>
                      <a:pt x="54293" y="49530"/>
                      <a:pt x="58103" y="49530"/>
                      <a:pt x="60008" y="49530"/>
                    </a:cubicBezTo>
                    <a:cubicBezTo>
                      <a:pt x="62865" y="49530"/>
                      <a:pt x="65723" y="46672"/>
                      <a:pt x="67628" y="43815"/>
                    </a:cubicBezTo>
                    <a:cubicBezTo>
                      <a:pt x="69533" y="40958"/>
                      <a:pt x="71438" y="37147"/>
                      <a:pt x="71438" y="33338"/>
                    </a:cubicBezTo>
                    <a:cubicBezTo>
                      <a:pt x="71438" y="29528"/>
                      <a:pt x="69533" y="23813"/>
                      <a:pt x="65723" y="20955"/>
                    </a:cubicBezTo>
                    <a:cubicBezTo>
                      <a:pt x="60008" y="17145"/>
                      <a:pt x="53340" y="14288"/>
                      <a:pt x="43815" y="14288"/>
                    </a:cubicBezTo>
                    <a:cubicBezTo>
                      <a:pt x="34290" y="14288"/>
                      <a:pt x="24765" y="16193"/>
                      <a:pt x="19050" y="20955"/>
                    </a:cubicBezTo>
                    <a:cubicBezTo>
                      <a:pt x="15240" y="23813"/>
                      <a:pt x="13335" y="28575"/>
                      <a:pt x="13335" y="32385"/>
                    </a:cubicBezTo>
                    <a:cubicBezTo>
                      <a:pt x="13335" y="36195"/>
                      <a:pt x="13335" y="37147"/>
                      <a:pt x="15240" y="40005"/>
                    </a:cubicBezTo>
                    <a:cubicBezTo>
                      <a:pt x="15240" y="41910"/>
                      <a:pt x="19050" y="44768"/>
                      <a:pt x="23813" y="495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83974F5F-B932-71EF-F531-B927B484D962}"/>
                  </a:ext>
                </a:extLst>
              </p:cNvPr>
              <p:cNvSpPr/>
              <p:nvPr/>
            </p:nvSpPr>
            <p:spPr>
              <a:xfrm>
                <a:off x="3755707" y="3820477"/>
                <a:ext cx="74294" cy="68579"/>
              </a:xfrm>
              <a:custGeom>
                <a:avLst/>
                <a:gdLst>
                  <a:gd name="connsiteX0" fmla="*/ 0 w 74294"/>
                  <a:gd name="connsiteY0" fmla="*/ 34290 h 68579"/>
                  <a:gd name="connsiteX1" fmla="*/ 12382 w 74294"/>
                  <a:gd name="connsiteY1" fmla="*/ 8572 h 68579"/>
                  <a:gd name="connsiteX2" fmla="*/ 36195 w 74294"/>
                  <a:gd name="connsiteY2" fmla="*/ 0 h 68579"/>
                  <a:gd name="connsiteX3" fmla="*/ 55245 w 74294"/>
                  <a:gd name="connsiteY3" fmla="*/ 4763 h 68579"/>
                  <a:gd name="connsiteX4" fmla="*/ 69532 w 74294"/>
                  <a:gd name="connsiteY4" fmla="*/ 17145 h 68579"/>
                  <a:gd name="connsiteX5" fmla="*/ 74295 w 74294"/>
                  <a:gd name="connsiteY5" fmla="*/ 35242 h 68579"/>
                  <a:gd name="connsiteX6" fmla="*/ 61913 w 74294"/>
                  <a:gd name="connsiteY6" fmla="*/ 60960 h 68579"/>
                  <a:gd name="connsiteX7" fmla="*/ 38100 w 74294"/>
                  <a:gd name="connsiteY7" fmla="*/ 68580 h 68579"/>
                  <a:gd name="connsiteX8" fmla="*/ 19050 w 74294"/>
                  <a:gd name="connsiteY8" fmla="*/ 63817 h 68579"/>
                  <a:gd name="connsiteX9" fmla="*/ 4763 w 74294"/>
                  <a:gd name="connsiteY9" fmla="*/ 51435 h 68579"/>
                  <a:gd name="connsiteX10" fmla="*/ 0 w 74294"/>
                  <a:gd name="connsiteY10" fmla="*/ 34290 h 68579"/>
                  <a:gd name="connsiteX11" fmla="*/ 4763 w 74294"/>
                  <a:gd name="connsiteY11" fmla="*/ 37147 h 68579"/>
                  <a:gd name="connsiteX12" fmla="*/ 7620 w 74294"/>
                  <a:gd name="connsiteY12" fmla="*/ 45720 h 68579"/>
                  <a:gd name="connsiteX13" fmla="*/ 16192 w 74294"/>
                  <a:gd name="connsiteY13" fmla="*/ 52388 h 68579"/>
                  <a:gd name="connsiteX14" fmla="*/ 32385 w 74294"/>
                  <a:gd name="connsiteY14" fmla="*/ 55245 h 68579"/>
                  <a:gd name="connsiteX15" fmla="*/ 59055 w 74294"/>
                  <a:gd name="connsiteY15" fmla="*/ 49530 h 68579"/>
                  <a:gd name="connsiteX16" fmla="*/ 70485 w 74294"/>
                  <a:gd name="connsiteY16" fmla="*/ 33338 h 68579"/>
                  <a:gd name="connsiteX17" fmla="*/ 63817 w 74294"/>
                  <a:gd name="connsiteY17" fmla="*/ 20955 h 68579"/>
                  <a:gd name="connsiteX18" fmla="*/ 42863 w 74294"/>
                  <a:gd name="connsiteY18" fmla="*/ 16192 h 68579"/>
                  <a:gd name="connsiteX19" fmla="*/ 13335 w 74294"/>
                  <a:gd name="connsiteY19" fmla="*/ 24765 h 68579"/>
                  <a:gd name="connsiteX20" fmla="*/ 5715 w 74294"/>
                  <a:gd name="connsiteY20" fmla="*/ 39053 h 6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4294" h="68579">
                    <a:moveTo>
                      <a:pt x="0" y="34290"/>
                    </a:moveTo>
                    <a:cubicBezTo>
                      <a:pt x="0" y="23813"/>
                      <a:pt x="3810" y="15240"/>
                      <a:pt x="12382" y="8572"/>
                    </a:cubicBezTo>
                    <a:cubicBezTo>
                      <a:pt x="19050" y="2857"/>
                      <a:pt x="27622" y="0"/>
                      <a:pt x="36195" y="0"/>
                    </a:cubicBezTo>
                    <a:cubicBezTo>
                      <a:pt x="44767" y="0"/>
                      <a:pt x="48577" y="1905"/>
                      <a:pt x="55245" y="4763"/>
                    </a:cubicBezTo>
                    <a:cubicBezTo>
                      <a:pt x="61913" y="7620"/>
                      <a:pt x="66675" y="12382"/>
                      <a:pt x="69532" y="17145"/>
                    </a:cubicBezTo>
                    <a:cubicBezTo>
                      <a:pt x="72390" y="21907"/>
                      <a:pt x="74295" y="28575"/>
                      <a:pt x="74295" y="35242"/>
                    </a:cubicBezTo>
                    <a:cubicBezTo>
                      <a:pt x="74295" y="45720"/>
                      <a:pt x="70485" y="54292"/>
                      <a:pt x="61913" y="60960"/>
                    </a:cubicBezTo>
                    <a:cubicBezTo>
                      <a:pt x="54292" y="66675"/>
                      <a:pt x="46672" y="68580"/>
                      <a:pt x="38100" y="68580"/>
                    </a:cubicBezTo>
                    <a:cubicBezTo>
                      <a:pt x="29527" y="68580"/>
                      <a:pt x="24765" y="66675"/>
                      <a:pt x="19050" y="63817"/>
                    </a:cubicBezTo>
                    <a:cubicBezTo>
                      <a:pt x="13335" y="60960"/>
                      <a:pt x="7620" y="56197"/>
                      <a:pt x="4763" y="51435"/>
                    </a:cubicBezTo>
                    <a:cubicBezTo>
                      <a:pt x="1905" y="46672"/>
                      <a:pt x="0" y="40957"/>
                      <a:pt x="0" y="34290"/>
                    </a:cubicBezTo>
                    <a:close/>
                    <a:moveTo>
                      <a:pt x="4763" y="37147"/>
                    </a:moveTo>
                    <a:cubicBezTo>
                      <a:pt x="4763" y="40005"/>
                      <a:pt x="4763" y="42863"/>
                      <a:pt x="7620" y="45720"/>
                    </a:cubicBezTo>
                    <a:cubicBezTo>
                      <a:pt x="10477" y="48578"/>
                      <a:pt x="12382" y="50482"/>
                      <a:pt x="16192" y="52388"/>
                    </a:cubicBezTo>
                    <a:cubicBezTo>
                      <a:pt x="20002" y="54292"/>
                      <a:pt x="25717" y="55245"/>
                      <a:pt x="32385" y="55245"/>
                    </a:cubicBezTo>
                    <a:cubicBezTo>
                      <a:pt x="42863" y="55245"/>
                      <a:pt x="51435" y="53340"/>
                      <a:pt x="59055" y="49530"/>
                    </a:cubicBezTo>
                    <a:cubicBezTo>
                      <a:pt x="66675" y="45720"/>
                      <a:pt x="70485" y="40005"/>
                      <a:pt x="70485" y="33338"/>
                    </a:cubicBezTo>
                    <a:cubicBezTo>
                      <a:pt x="70485" y="26670"/>
                      <a:pt x="68580" y="23813"/>
                      <a:pt x="63817" y="20955"/>
                    </a:cubicBezTo>
                    <a:cubicBezTo>
                      <a:pt x="59055" y="18097"/>
                      <a:pt x="52388" y="16192"/>
                      <a:pt x="42863" y="16192"/>
                    </a:cubicBezTo>
                    <a:cubicBezTo>
                      <a:pt x="33338" y="16192"/>
                      <a:pt x="20002" y="19050"/>
                      <a:pt x="13335" y="24765"/>
                    </a:cubicBezTo>
                    <a:cubicBezTo>
                      <a:pt x="8572" y="28575"/>
                      <a:pt x="5715" y="33338"/>
                      <a:pt x="5715" y="390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5DC04E77-7151-B7B0-346E-63EFFB267E9C}"/>
                  </a:ext>
                </a:extLst>
              </p:cNvPr>
              <p:cNvSpPr/>
              <p:nvPr/>
            </p:nvSpPr>
            <p:spPr>
              <a:xfrm>
                <a:off x="3755707" y="3757612"/>
                <a:ext cx="75247" cy="48577"/>
              </a:xfrm>
              <a:custGeom>
                <a:avLst/>
                <a:gdLst>
                  <a:gd name="connsiteX0" fmla="*/ 0 w 75247"/>
                  <a:gd name="connsiteY0" fmla="*/ 6668 h 48577"/>
                  <a:gd name="connsiteX1" fmla="*/ 23813 w 75247"/>
                  <a:gd name="connsiteY1" fmla="*/ 6668 h 48577"/>
                  <a:gd name="connsiteX2" fmla="*/ 23813 w 75247"/>
                  <a:gd name="connsiteY2" fmla="*/ 9525 h 48577"/>
                  <a:gd name="connsiteX3" fmla="*/ 8572 w 75247"/>
                  <a:gd name="connsiteY3" fmla="*/ 17145 h 48577"/>
                  <a:gd name="connsiteX4" fmla="*/ 4763 w 75247"/>
                  <a:gd name="connsiteY4" fmla="*/ 28575 h 48577"/>
                  <a:gd name="connsiteX5" fmla="*/ 7620 w 75247"/>
                  <a:gd name="connsiteY5" fmla="*/ 37147 h 48577"/>
                  <a:gd name="connsiteX6" fmla="*/ 14288 w 75247"/>
                  <a:gd name="connsiteY6" fmla="*/ 40005 h 48577"/>
                  <a:gd name="connsiteX7" fmla="*/ 21907 w 75247"/>
                  <a:gd name="connsiteY7" fmla="*/ 37147 h 48577"/>
                  <a:gd name="connsiteX8" fmla="*/ 28575 w 75247"/>
                  <a:gd name="connsiteY8" fmla="*/ 27622 h 48577"/>
                  <a:gd name="connsiteX9" fmla="*/ 34290 w 75247"/>
                  <a:gd name="connsiteY9" fmla="*/ 16193 h 48577"/>
                  <a:gd name="connsiteX10" fmla="*/ 54292 w 75247"/>
                  <a:gd name="connsiteY10" fmla="*/ 0 h 48577"/>
                  <a:gd name="connsiteX11" fmla="*/ 69532 w 75247"/>
                  <a:gd name="connsiteY11" fmla="*/ 7620 h 48577"/>
                  <a:gd name="connsiteX12" fmla="*/ 75247 w 75247"/>
                  <a:gd name="connsiteY12" fmla="*/ 23813 h 48577"/>
                  <a:gd name="connsiteX13" fmla="*/ 73342 w 75247"/>
                  <a:gd name="connsiteY13" fmla="*/ 39053 h 48577"/>
                  <a:gd name="connsiteX14" fmla="*/ 73342 w 75247"/>
                  <a:gd name="connsiteY14" fmla="*/ 42863 h 48577"/>
                  <a:gd name="connsiteX15" fmla="*/ 75247 w 75247"/>
                  <a:gd name="connsiteY15" fmla="*/ 45720 h 48577"/>
                  <a:gd name="connsiteX16" fmla="*/ 75247 w 75247"/>
                  <a:gd name="connsiteY16" fmla="*/ 48578 h 48577"/>
                  <a:gd name="connsiteX17" fmla="*/ 49530 w 75247"/>
                  <a:gd name="connsiteY17" fmla="*/ 48578 h 48577"/>
                  <a:gd name="connsiteX18" fmla="*/ 49530 w 75247"/>
                  <a:gd name="connsiteY18" fmla="*/ 45720 h 48577"/>
                  <a:gd name="connsiteX19" fmla="*/ 65722 w 75247"/>
                  <a:gd name="connsiteY19" fmla="*/ 37147 h 48577"/>
                  <a:gd name="connsiteX20" fmla="*/ 71438 w 75247"/>
                  <a:gd name="connsiteY20" fmla="*/ 23813 h 48577"/>
                  <a:gd name="connsiteX21" fmla="*/ 68580 w 75247"/>
                  <a:gd name="connsiteY21" fmla="*/ 15240 h 48577"/>
                  <a:gd name="connsiteX22" fmla="*/ 60960 w 75247"/>
                  <a:gd name="connsiteY22" fmla="*/ 11430 h 48577"/>
                  <a:gd name="connsiteX23" fmla="*/ 52388 w 75247"/>
                  <a:gd name="connsiteY23" fmla="*/ 15240 h 48577"/>
                  <a:gd name="connsiteX24" fmla="*/ 42863 w 75247"/>
                  <a:gd name="connsiteY24" fmla="*/ 30480 h 48577"/>
                  <a:gd name="connsiteX25" fmla="*/ 32385 w 75247"/>
                  <a:gd name="connsiteY25" fmla="*/ 44768 h 48577"/>
                  <a:gd name="connsiteX26" fmla="*/ 20955 w 75247"/>
                  <a:gd name="connsiteY26" fmla="*/ 48578 h 48577"/>
                  <a:gd name="connsiteX27" fmla="*/ 6667 w 75247"/>
                  <a:gd name="connsiteY27" fmla="*/ 42863 h 48577"/>
                  <a:gd name="connsiteX28" fmla="*/ 952 w 75247"/>
                  <a:gd name="connsiteY28" fmla="*/ 27622 h 48577"/>
                  <a:gd name="connsiteX29" fmla="*/ 2857 w 75247"/>
                  <a:gd name="connsiteY29" fmla="*/ 17145 h 48577"/>
                  <a:gd name="connsiteX30" fmla="*/ 3810 w 75247"/>
                  <a:gd name="connsiteY30" fmla="*/ 11430 h 48577"/>
                  <a:gd name="connsiteX31" fmla="*/ 3810 w 75247"/>
                  <a:gd name="connsiteY31" fmla="*/ 9525 h 48577"/>
                  <a:gd name="connsiteX32" fmla="*/ 952 w 75247"/>
                  <a:gd name="connsiteY32" fmla="*/ 7620 h 48577"/>
                  <a:gd name="connsiteX33" fmla="*/ 952 w 75247"/>
                  <a:gd name="connsiteY33" fmla="*/ 4763 h 48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47" h="48577">
                    <a:moveTo>
                      <a:pt x="0" y="6668"/>
                    </a:moveTo>
                    <a:lnTo>
                      <a:pt x="23813" y="6668"/>
                    </a:lnTo>
                    <a:lnTo>
                      <a:pt x="23813" y="9525"/>
                    </a:lnTo>
                    <a:cubicBezTo>
                      <a:pt x="16192" y="11430"/>
                      <a:pt x="11430" y="14288"/>
                      <a:pt x="8572" y="17145"/>
                    </a:cubicBezTo>
                    <a:cubicBezTo>
                      <a:pt x="5715" y="20003"/>
                      <a:pt x="4763" y="23813"/>
                      <a:pt x="4763" y="28575"/>
                    </a:cubicBezTo>
                    <a:cubicBezTo>
                      <a:pt x="4763" y="33338"/>
                      <a:pt x="5715" y="35243"/>
                      <a:pt x="7620" y="37147"/>
                    </a:cubicBezTo>
                    <a:cubicBezTo>
                      <a:pt x="9525" y="39053"/>
                      <a:pt x="11430" y="40005"/>
                      <a:pt x="14288" y="40005"/>
                    </a:cubicBezTo>
                    <a:cubicBezTo>
                      <a:pt x="17145" y="40005"/>
                      <a:pt x="20002" y="40005"/>
                      <a:pt x="21907" y="37147"/>
                    </a:cubicBezTo>
                    <a:cubicBezTo>
                      <a:pt x="23813" y="35243"/>
                      <a:pt x="26670" y="32385"/>
                      <a:pt x="28575" y="27622"/>
                    </a:cubicBezTo>
                    <a:lnTo>
                      <a:pt x="34290" y="16193"/>
                    </a:lnTo>
                    <a:cubicBezTo>
                      <a:pt x="39052" y="5715"/>
                      <a:pt x="45720" y="0"/>
                      <a:pt x="54292" y="0"/>
                    </a:cubicBezTo>
                    <a:cubicBezTo>
                      <a:pt x="62865" y="0"/>
                      <a:pt x="65722" y="2857"/>
                      <a:pt x="69532" y="7620"/>
                    </a:cubicBezTo>
                    <a:cubicBezTo>
                      <a:pt x="73342" y="12382"/>
                      <a:pt x="75247" y="18097"/>
                      <a:pt x="75247" y="23813"/>
                    </a:cubicBezTo>
                    <a:cubicBezTo>
                      <a:pt x="75247" y="29528"/>
                      <a:pt x="75247" y="33338"/>
                      <a:pt x="73342" y="39053"/>
                    </a:cubicBezTo>
                    <a:cubicBezTo>
                      <a:pt x="73342" y="40957"/>
                      <a:pt x="73342" y="41910"/>
                      <a:pt x="73342" y="42863"/>
                    </a:cubicBezTo>
                    <a:cubicBezTo>
                      <a:pt x="73342" y="43815"/>
                      <a:pt x="73342" y="44768"/>
                      <a:pt x="75247" y="45720"/>
                    </a:cubicBezTo>
                    <a:lnTo>
                      <a:pt x="75247" y="48578"/>
                    </a:lnTo>
                    <a:lnTo>
                      <a:pt x="49530" y="48578"/>
                    </a:lnTo>
                    <a:lnTo>
                      <a:pt x="49530" y="45720"/>
                    </a:lnTo>
                    <a:cubicBezTo>
                      <a:pt x="57150" y="43815"/>
                      <a:pt x="61913" y="41910"/>
                      <a:pt x="65722" y="37147"/>
                    </a:cubicBezTo>
                    <a:cubicBezTo>
                      <a:pt x="69532" y="32385"/>
                      <a:pt x="71438" y="28575"/>
                      <a:pt x="71438" y="23813"/>
                    </a:cubicBezTo>
                    <a:cubicBezTo>
                      <a:pt x="71438" y="19050"/>
                      <a:pt x="70485" y="17145"/>
                      <a:pt x="68580" y="15240"/>
                    </a:cubicBezTo>
                    <a:cubicBezTo>
                      <a:pt x="66675" y="13335"/>
                      <a:pt x="63817" y="11430"/>
                      <a:pt x="60960" y="11430"/>
                    </a:cubicBezTo>
                    <a:cubicBezTo>
                      <a:pt x="58102" y="11430"/>
                      <a:pt x="54292" y="12382"/>
                      <a:pt x="52388" y="15240"/>
                    </a:cubicBezTo>
                    <a:cubicBezTo>
                      <a:pt x="50482" y="18097"/>
                      <a:pt x="46672" y="22860"/>
                      <a:pt x="42863" y="30480"/>
                    </a:cubicBezTo>
                    <a:cubicBezTo>
                      <a:pt x="39052" y="38100"/>
                      <a:pt x="36195" y="42863"/>
                      <a:pt x="32385" y="44768"/>
                    </a:cubicBezTo>
                    <a:cubicBezTo>
                      <a:pt x="29527" y="46672"/>
                      <a:pt x="25717" y="48578"/>
                      <a:pt x="20955" y="48578"/>
                    </a:cubicBezTo>
                    <a:cubicBezTo>
                      <a:pt x="16192" y="48578"/>
                      <a:pt x="10477" y="46672"/>
                      <a:pt x="6667" y="42863"/>
                    </a:cubicBezTo>
                    <a:cubicBezTo>
                      <a:pt x="2857" y="39053"/>
                      <a:pt x="952" y="33338"/>
                      <a:pt x="952" y="27622"/>
                    </a:cubicBezTo>
                    <a:cubicBezTo>
                      <a:pt x="952" y="21907"/>
                      <a:pt x="952" y="21907"/>
                      <a:pt x="2857" y="17145"/>
                    </a:cubicBezTo>
                    <a:cubicBezTo>
                      <a:pt x="2857" y="14288"/>
                      <a:pt x="3810" y="12382"/>
                      <a:pt x="3810" y="11430"/>
                    </a:cubicBezTo>
                    <a:cubicBezTo>
                      <a:pt x="3810" y="10478"/>
                      <a:pt x="3810" y="9525"/>
                      <a:pt x="3810" y="9525"/>
                    </a:cubicBezTo>
                    <a:cubicBezTo>
                      <a:pt x="3810" y="9525"/>
                      <a:pt x="2857" y="8572"/>
                      <a:pt x="952" y="7620"/>
                    </a:cubicBezTo>
                    <a:lnTo>
                      <a:pt x="952" y="4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2FBE36B2-6F11-E7FC-051A-AED3ECF3D7CE}"/>
                  </a:ext>
                </a:extLst>
              </p:cNvPr>
              <p:cNvSpPr/>
              <p:nvPr/>
            </p:nvSpPr>
            <p:spPr>
              <a:xfrm>
                <a:off x="3718560" y="3713797"/>
                <a:ext cx="109537" cy="34321"/>
              </a:xfrm>
              <a:custGeom>
                <a:avLst/>
                <a:gdLst>
                  <a:gd name="connsiteX0" fmla="*/ 37148 w 109537"/>
                  <a:gd name="connsiteY0" fmla="*/ 10478 h 34321"/>
                  <a:gd name="connsiteX1" fmla="*/ 94298 w 109537"/>
                  <a:gd name="connsiteY1" fmla="*/ 10478 h 34321"/>
                  <a:gd name="connsiteX2" fmla="*/ 102870 w 109537"/>
                  <a:gd name="connsiteY2" fmla="*/ 9525 h 34321"/>
                  <a:gd name="connsiteX3" fmla="*/ 105727 w 109537"/>
                  <a:gd name="connsiteY3" fmla="*/ 6668 h 34321"/>
                  <a:gd name="connsiteX4" fmla="*/ 106680 w 109537"/>
                  <a:gd name="connsiteY4" fmla="*/ 0 h 34321"/>
                  <a:gd name="connsiteX5" fmla="*/ 109538 w 109537"/>
                  <a:gd name="connsiteY5" fmla="*/ 0 h 34321"/>
                  <a:gd name="connsiteX6" fmla="*/ 109538 w 109537"/>
                  <a:gd name="connsiteY6" fmla="*/ 34290 h 34321"/>
                  <a:gd name="connsiteX7" fmla="*/ 106680 w 109537"/>
                  <a:gd name="connsiteY7" fmla="*/ 34290 h 34321"/>
                  <a:gd name="connsiteX8" fmla="*/ 105727 w 109537"/>
                  <a:gd name="connsiteY8" fmla="*/ 27622 h 34321"/>
                  <a:gd name="connsiteX9" fmla="*/ 102870 w 109537"/>
                  <a:gd name="connsiteY9" fmla="*/ 24765 h 34321"/>
                  <a:gd name="connsiteX10" fmla="*/ 94298 w 109537"/>
                  <a:gd name="connsiteY10" fmla="*/ 23813 h 34321"/>
                  <a:gd name="connsiteX11" fmla="*/ 66675 w 109537"/>
                  <a:gd name="connsiteY11" fmla="*/ 23813 h 34321"/>
                  <a:gd name="connsiteX12" fmla="*/ 51435 w 109537"/>
                  <a:gd name="connsiteY12" fmla="*/ 23813 h 34321"/>
                  <a:gd name="connsiteX13" fmla="*/ 47625 w 109537"/>
                  <a:gd name="connsiteY13" fmla="*/ 25718 h 34321"/>
                  <a:gd name="connsiteX14" fmla="*/ 46673 w 109537"/>
                  <a:gd name="connsiteY14" fmla="*/ 28575 h 34321"/>
                  <a:gd name="connsiteX15" fmla="*/ 47625 w 109537"/>
                  <a:gd name="connsiteY15" fmla="*/ 34290 h 34321"/>
                  <a:gd name="connsiteX16" fmla="*/ 44767 w 109537"/>
                  <a:gd name="connsiteY16" fmla="*/ 34290 h 34321"/>
                  <a:gd name="connsiteX17" fmla="*/ 36195 w 109537"/>
                  <a:gd name="connsiteY17" fmla="*/ 14288 h 34321"/>
                  <a:gd name="connsiteX18" fmla="*/ 36195 w 109537"/>
                  <a:gd name="connsiteY18" fmla="*/ 10478 h 34321"/>
                  <a:gd name="connsiteX19" fmla="*/ 0 w 109537"/>
                  <a:gd name="connsiteY19" fmla="*/ 17145 h 34321"/>
                  <a:gd name="connsiteX20" fmla="*/ 1905 w 109537"/>
                  <a:gd name="connsiteY20" fmla="*/ 11430 h 34321"/>
                  <a:gd name="connsiteX21" fmla="*/ 7620 w 109537"/>
                  <a:gd name="connsiteY21" fmla="*/ 9525 h 34321"/>
                  <a:gd name="connsiteX22" fmla="*/ 13335 w 109537"/>
                  <a:gd name="connsiteY22" fmla="*/ 11430 h 34321"/>
                  <a:gd name="connsiteX23" fmla="*/ 15240 w 109537"/>
                  <a:gd name="connsiteY23" fmla="*/ 17145 h 34321"/>
                  <a:gd name="connsiteX24" fmla="*/ 13335 w 109537"/>
                  <a:gd name="connsiteY24" fmla="*/ 22860 h 34321"/>
                  <a:gd name="connsiteX25" fmla="*/ 7620 w 109537"/>
                  <a:gd name="connsiteY25" fmla="*/ 24765 h 34321"/>
                  <a:gd name="connsiteX26" fmla="*/ 1905 w 109537"/>
                  <a:gd name="connsiteY26" fmla="*/ 22860 h 34321"/>
                  <a:gd name="connsiteX27" fmla="*/ 0 w 109537"/>
                  <a:gd name="connsiteY27" fmla="*/ 17145 h 3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9537" h="34321">
                    <a:moveTo>
                      <a:pt x="37148" y="10478"/>
                    </a:moveTo>
                    <a:lnTo>
                      <a:pt x="94298" y="10478"/>
                    </a:lnTo>
                    <a:cubicBezTo>
                      <a:pt x="99060" y="10478"/>
                      <a:pt x="101917" y="10478"/>
                      <a:pt x="102870" y="9525"/>
                    </a:cubicBezTo>
                    <a:cubicBezTo>
                      <a:pt x="103823" y="8572"/>
                      <a:pt x="105727" y="7620"/>
                      <a:pt x="105727" y="6668"/>
                    </a:cubicBezTo>
                    <a:cubicBezTo>
                      <a:pt x="105727" y="5715"/>
                      <a:pt x="106680" y="2858"/>
                      <a:pt x="106680" y="0"/>
                    </a:cubicBezTo>
                    <a:lnTo>
                      <a:pt x="109538" y="0"/>
                    </a:lnTo>
                    <a:lnTo>
                      <a:pt x="109538" y="34290"/>
                    </a:lnTo>
                    <a:lnTo>
                      <a:pt x="106680" y="34290"/>
                    </a:lnTo>
                    <a:cubicBezTo>
                      <a:pt x="106680" y="30480"/>
                      <a:pt x="106680" y="28575"/>
                      <a:pt x="105727" y="27622"/>
                    </a:cubicBezTo>
                    <a:cubicBezTo>
                      <a:pt x="104775" y="26670"/>
                      <a:pt x="103823" y="25718"/>
                      <a:pt x="102870" y="24765"/>
                    </a:cubicBezTo>
                    <a:cubicBezTo>
                      <a:pt x="101917" y="23813"/>
                      <a:pt x="98107" y="23813"/>
                      <a:pt x="94298" y="23813"/>
                    </a:cubicBezTo>
                    <a:lnTo>
                      <a:pt x="66675" y="23813"/>
                    </a:lnTo>
                    <a:cubicBezTo>
                      <a:pt x="59055" y="23813"/>
                      <a:pt x="54292" y="23813"/>
                      <a:pt x="51435" y="23813"/>
                    </a:cubicBezTo>
                    <a:cubicBezTo>
                      <a:pt x="49530" y="23813"/>
                      <a:pt x="48577" y="23813"/>
                      <a:pt x="47625" y="25718"/>
                    </a:cubicBezTo>
                    <a:cubicBezTo>
                      <a:pt x="46673" y="27622"/>
                      <a:pt x="46673" y="27622"/>
                      <a:pt x="46673" y="28575"/>
                    </a:cubicBezTo>
                    <a:cubicBezTo>
                      <a:pt x="46673" y="29528"/>
                      <a:pt x="46673" y="31433"/>
                      <a:pt x="47625" y="34290"/>
                    </a:cubicBezTo>
                    <a:lnTo>
                      <a:pt x="44767" y="34290"/>
                    </a:lnTo>
                    <a:cubicBezTo>
                      <a:pt x="44767" y="35243"/>
                      <a:pt x="36195" y="14288"/>
                      <a:pt x="36195" y="14288"/>
                    </a:cubicBezTo>
                    <a:lnTo>
                      <a:pt x="36195" y="10478"/>
                    </a:lnTo>
                    <a:close/>
                    <a:moveTo>
                      <a:pt x="0" y="17145"/>
                    </a:moveTo>
                    <a:cubicBezTo>
                      <a:pt x="0" y="15240"/>
                      <a:pt x="0" y="13335"/>
                      <a:pt x="1905" y="11430"/>
                    </a:cubicBezTo>
                    <a:cubicBezTo>
                      <a:pt x="3810" y="9525"/>
                      <a:pt x="5715" y="9525"/>
                      <a:pt x="7620" y="9525"/>
                    </a:cubicBezTo>
                    <a:cubicBezTo>
                      <a:pt x="9525" y="9525"/>
                      <a:pt x="11430" y="9525"/>
                      <a:pt x="13335" y="11430"/>
                    </a:cubicBezTo>
                    <a:cubicBezTo>
                      <a:pt x="15240" y="13335"/>
                      <a:pt x="15240" y="15240"/>
                      <a:pt x="15240" y="17145"/>
                    </a:cubicBezTo>
                    <a:cubicBezTo>
                      <a:pt x="15240" y="19050"/>
                      <a:pt x="15240" y="20955"/>
                      <a:pt x="13335" y="22860"/>
                    </a:cubicBezTo>
                    <a:cubicBezTo>
                      <a:pt x="11430" y="24765"/>
                      <a:pt x="9525" y="24765"/>
                      <a:pt x="7620" y="24765"/>
                    </a:cubicBezTo>
                    <a:cubicBezTo>
                      <a:pt x="5715" y="24765"/>
                      <a:pt x="3810" y="24765"/>
                      <a:pt x="1905" y="22860"/>
                    </a:cubicBezTo>
                    <a:cubicBezTo>
                      <a:pt x="0" y="20955"/>
                      <a:pt x="0" y="19050"/>
                      <a:pt x="0" y="171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763C42FD-7ABF-5512-5E9E-9A1313EAA86B}"/>
                  </a:ext>
                </a:extLst>
              </p:cNvPr>
              <p:cNvSpPr/>
              <p:nvPr/>
            </p:nvSpPr>
            <p:spPr>
              <a:xfrm>
                <a:off x="3733800" y="3666172"/>
                <a:ext cx="95250" cy="42862"/>
              </a:xfrm>
              <a:custGeom>
                <a:avLst/>
                <a:gdLst>
                  <a:gd name="connsiteX0" fmla="*/ 0 w 95250"/>
                  <a:gd name="connsiteY0" fmla="*/ 18097 h 42862"/>
                  <a:gd name="connsiteX1" fmla="*/ 22860 w 95250"/>
                  <a:gd name="connsiteY1" fmla="*/ 18097 h 42862"/>
                  <a:gd name="connsiteX2" fmla="*/ 22860 w 95250"/>
                  <a:gd name="connsiteY2" fmla="*/ 1905 h 42862"/>
                  <a:gd name="connsiteX3" fmla="*/ 28575 w 95250"/>
                  <a:gd name="connsiteY3" fmla="*/ 1905 h 42862"/>
                  <a:gd name="connsiteX4" fmla="*/ 28575 w 95250"/>
                  <a:gd name="connsiteY4" fmla="*/ 18097 h 42862"/>
                  <a:gd name="connsiteX5" fmla="*/ 74295 w 95250"/>
                  <a:gd name="connsiteY5" fmla="*/ 18097 h 42862"/>
                  <a:gd name="connsiteX6" fmla="*/ 83820 w 95250"/>
                  <a:gd name="connsiteY6" fmla="*/ 16193 h 42862"/>
                  <a:gd name="connsiteX7" fmla="*/ 86677 w 95250"/>
                  <a:gd name="connsiteY7" fmla="*/ 11430 h 42862"/>
                  <a:gd name="connsiteX8" fmla="*/ 84773 w 95250"/>
                  <a:gd name="connsiteY8" fmla="*/ 6668 h 42862"/>
                  <a:gd name="connsiteX9" fmla="*/ 80010 w 95250"/>
                  <a:gd name="connsiteY9" fmla="*/ 2858 h 42862"/>
                  <a:gd name="connsiteX10" fmla="*/ 80010 w 95250"/>
                  <a:gd name="connsiteY10" fmla="*/ 0 h 42862"/>
                  <a:gd name="connsiteX11" fmla="*/ 91440 w 95250"/>
                  <a:gd name="connsiteY11" fmla="*/ 7620 h 42862"/>
                  <a:gd name="connsiteX12" fmla="*/ 95250 w 95250"/>
                  <a:gd name="connsiteY12" fmla="*/ 18097 h 42862"/>
                  <a:gd name="connsiteX13" fmla="*/ 93345 w 95250"/>
                  <a:gd name="connsiteY13" fmla="*/ 24765 h 42862"/>
                  <a:gd name="connsiteX14" fmla="*/ 87630 w 95250"/>
                  <a:gd name="connsiteY14" fmla="*/ 29528 h 42862"/>
                  <a:gd name="connsiteX15" fmla="*/ 76200 w 95250"/>
                  <a:gd name="connsiteY15" fmla="*/ 31433 h 42862"/>
                  <a:gd name="connsiteX16" fmla="*/ 28575 w 95250"/>
                  <a:gd name="connsiteY16" fmla="*/ 31433 h 42862"/>
                  <a:gd name="connsiteX17" fmla="*/ 28575 w 95250"/>
                  <a:gd name="connsiteY17" fmla="*/ 42863 h 42862"/>
                  <a:gd name="connsiteX18" fmla="*/ 25717 w 95250"/>
                  <a:gd name="connsiteY18" fmla="*/ 42863 h 42862"/>
                  <a:gd name="connsiteX19" fmla="*/ 20002 w 95250"/>
                  <a:gd name="connsiteY19" fmla="*/ 34290 h 42862"/>
                  <a:gd name="connsiteX20" fmla="*/ 10477 w 95250"/>
                  <a:gd name="connsiteY20" fmla="*/ 26670 h 42862"/>
                  <a:gd name="connsiteX21" fmla="*/ 0 w 95250"/>
                  <a:gd name="connsiteY21" fmla="*/ 21908 h 42862"/>
                  <a:gd name="connsiteX22" fmla="*/ 0 w 95250"/>
                  <a:gd name="connsiteY22" fmla="*/ 19050 h 4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250" h="42862">
                    <a:moveTo>
                      <a:pt x="0" y="18097"/>
                    </a:moveTo>
                    <a:lnTo>
                      <a:pt x="22860" y="18097"/>
                    </a:lnTo>
                    <a:lnTo>
                      <a:pt x="22860" y="1905"/>
                    </a:lnTo>
                    <a:lnTo>
                      <a:pt x="28575" y="1905"/>
                    </a:lnTo>
                    <a:lnTo>
                      <a:pt x="28575" y="18097"/>
                    </a:lnTo>
                    <a:lnTo>
                      <a:pt x="74295" y="18097"/>
                    </a:lnTo>
                    <a:cubicBezTo>
                      <a:pt x="79058" y="18097"/>
                      <a:pt x="81915" y="18097"/>
                      <a:pt x="83820" y="16193"/>
                    </a:cubicBezTo>
                    <a:cubicBezTo>
                      <a:pt x="85725" y="14288"/>
                      <a:pt x="86677" y="13335"/>
                      <a:pt x="86677" y="11430"/>
                    </a:cubicBezTo>
                    <a:cubicBezTo>
                      <a:pt x="86677" y="9525"/>
                      <a:pt x="86677" y="7620"/>
                      <a:pt x="84773" y="6668"/>
                    </a:cubicBezTo>
                    <a:cubicBezTo>
                      <a:pt x="82867" y="5715"/>
                      <a:pt x="81915" y="3810"/>
                      <a:pt x="80010" y="2858"/>
                    </a:cubicBezTo>
                    <a:lnTo>
                      <a:pt x="80010" y="0"/>
                    </a:lnTo>
                    <a:cubicBezTo>
                      <a:pt x="84773" y="1905"/>
                      <a:pt x="88583" y="4763"/>
                      <a:pt x="91440" y="7620"/>
                    </a:cubicBezTo>
                    <a:cubicBezTo>
                      <a:pt x="94298" y="10478"/>
                      <a:pt x="95250" y="14288"/>
                      <a:pt x="95250" y="18097"/>
                    </a:cubicBezTo>
                    <a:cubicBezTo>
                      <a:pt x="95250" y="21908"/>
                      <a:pt x="95250" y="22860"/>
                      <a:pt x="93345" y="24765"/>
                    </a:cubicBezTo>
                    <a:cubicBezTo>
                      <a:pt x="91440" y="26670"/>
                      <a:pt x="90488" y="28575"/>
                      <a:pt x="87630" y="29528"/>
                    </a:cubicBezTo>
                    <a:cubicBezTo>
                      <a:pt x="84773" y="30480"/>
                      <a:pt x="80963" y="31433"/>
                      <a:pt x="76200" y="31433"/>
                    </a:cubicBezTo>
                    <a:lnTo>
                      <a:pt x="28575" y="31433"/>
                    </a:lnTo>
                    <a:lnTo>
                      <a:pt x="28575" y="42863"/>
                    </a:lnTo>
                    <a:lnTo>
                      <a:pt x="25717" y="42863"/>
                    </a:lnTo>
                    <a:cubicBezTo>
                      <a:pt x="24765" y="40005"/>
                      <a:pt x="22860" y="37147"/>
                      <a:pt x="20002" y="34290"/>
                    </a:cubicBezTo>
                    <a:cubicBezTo>
                      <a:pt x="17145" y="31433"/>
                      <a:pt x="14288" y="28575"/>
                      <a:pt x="10477" y="26670"/>
                    </a:cubicBezTo>
                    <a:cubicBezTo>
                      <a:pt x="8573" y="25718"/>
                      <a:pt x="4763" y="23813"/>
                      <a:pt x="0" y="21908"/>
                    </a:cubicBez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444F0CB6-F1D3-ABA1-F48A-A46AB39AE091}"/>
                  </a:ext>
                </a:extLst>
              </p:cNvPr>
              <p:cNvSpPr/>
              <p:nvPr/>
            </p:nvSpPr>
            <p:spPr>
              <a:xfrm>
                <a:off x="3718560" y="3625215"/>
                <a:ext cx="109537" cy="34321"/>
              </a:xfrm>
              <a:custGeom>
                <a:avLst/>
                <a:gdLst>
                  <a:gd name="connsiteX0" fmla="*/ 37148 w 109537"/>
                  <a:gd name="connsiteY0" fmla="*/ 10478 h 34321"/>
                  <a:gd name="connsiteX1" fmla="*/ 94298 w 109537"/>
                  <a:gd name="connsiteY1" fmla="*/ 10478 h 34321"/>
                  <a:gd name="connsiteX2" fmla="*/ 102870 w 109537"/>
                  <a:gd name="connsiteY2" fmla="*/ 9525 h 34321"/>
                  <a:gd name="connsiteX3" fmla="*/ 105727 w 109537"/>
                  <a:gd name="connsiteY3" fmla="*/ 6667 h 34321"/>
                  <a:gd name="connsiteX4" fmla="*/ 106680 w 109537"/>
                  <a:gd name="connsiteY4" fmla="*/ 0 h 34321"/>
                  <a:gd name="connsiteX5" fmla="*/ 109538 w 109537"/>
                  <a:gd name="connsiteY5" fmla="*/ 0 h 34321"/>
                  <a:gd name="connsiteX6" fmla="*/ 109538 w 109537"/>
                  <a:gd name="connsiteY6" fmla="*/ 34290 h 34321"/>
                  <a:gd name="connsiteX7" fmla="*/ 106680 w 109537"/>
                  <a:gd name="connsiteY7" fmla="*/ 34290 h 34321"/>
                  <a:gd name="connsiteX8" fmla="*/ 105727 w 109537"/>
                  <a:gd name="connsiteY8" fmla="*/ 27622 h 34321"/>
                  <a:gd name="connsiteX9" fmla="*/ 102870 w 109537"/>
                  <a:gd name="connsiteY9" fmla="*/ 24765 h 34321"/>
                  <a:gd name="connsiteX10" fmla="*/ 94298 w 109537"/>
                  <a:gd name="connsiteY10" fmla="*/ 23813 h 34321"/>
                  <a:gd name="connsiteX11" fmla="*/ 66675 w 109537"/>
                  <a:gd name="connsiteY11" fmla="*/ 23813 h 34321"/>
                  <a:gd name="connsiteX12" fmla="*/ 51435 w 109537"/>
                  <a:gd name="connsiteY12" fmla="*/ 23813 h 34321"/>
                  <a:gd name="connsiteX13" fmla="*/ 47625 w 109537"/>
                  <a:gd name="connsiteY13" fmla="*/ 25717 h 34321"/>
                  <a:gd name="connsiteX14" fmla="*/ 46673 w 109537"/>
                  <a:gd name="connsiteY14" fmla="*/ 28575 h 34321"/>
                  <a:gd name="connsiteX15" fmla="*/ 47625 w 109537"/>
                  <a:gd name="connsiteY15" fmla="*/ 34290 h 34321"/>
                  <a:gd name="connsiteX16" fmla="*/ 44767 w 109537"/>
                  <a:gd name="connsiteY16" fmla="*/ 34290 h 34321"/>
                  <a:gd name="connsiteX17" fmla="*/ 36195 w 109537"/>
                  <a:gd name="connsiteY17" fmla="*/ 14288 h 34321"/>
                  <a:gd name="connsiteX18" fmla="*/ 36195 w 109537"/>
                  <a:gd name="connsiteY18" fmla="*/ 10478 h 34321"/>
                  <a:gd name="connsiteX19" fmla="*/ 0 w 109537"/>
                  <a:gd name="connsiteY19" fmla="*/ 17145 h 34321"/>
                  <a:gd name="connsiteX20" fmla="*/ 1905 w 109537"/>
                  <a:gd name="connsiteY20" fmla="*/ 11430 h 34321"/>
                  <a:gd name="connsiteX21" fmla="*/ 7620 w 109537"/>
                  <a:gd name="connsiteY21" fmla="*/ 9525 h 34321"/>
                  <a:gd name="connsiteX22" fmla="*/ 13335 w 109537"/>
                  <a:gd name="connsiteY22" fmla="*/ 11430 h 34321"/>
                  <a:gd name="connsiteX23" fmla="*/ 15240 w 109537"/>
                  <a:gd name="connsiteY23" fmla="*/ 17145 h 34321"/>
                  <a:gd name="connsiteX24" fmla="*/ 13335 w 109537"/>
                  <a:gd name="connsiteY24" fmla="*/ 22860 h 34321"/>
                  <a:gd name="connsiteX25" fmla="*/ 7620 w 109537"/>
                  <a:gd name="connsiteY25" fmla="*/ 24765 h 34321"/>
                  <a:gd name="connsiteX26" fmla="*/ 1905 w 109537"/>
                  <a:gd name="connsiteY26" fmla="*/ 22860 h 34321"/>
                  <a:gd name="connsiteX27" fmla="*/ 0 w 109537"/>
                  <a:gd name="connsiteY27" fmla="*/ 17145 h 3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9537" h="34321">
                    <a:moveTo>
                      <a:pt x="37148" y="10478"/>
                    </a:moveTo>
                    <a:lnTo>
                      <a:pt x="94298" y="10478"/>
                    </a:lnTo>
                    <a:cubicBezTo>
                      <a:pt x="99060" y="10478"/>
                      <a:pt x="101917" y="10478"/>
                      <a:pt x="102870" y="9525"/>
                    </a:cubicBezTo>
                    <a:cubicBezTo>
                      <a:pt x="103823" y="8572"/>
                      <a:pt x="105727" y="7620"/>
                      <a:pt x="105727" y="6667"/>
                    </a:cubicBezTo>
                    <a:cubicBezTo>
                      <a:pt x="105727" y="5715"/>
                      <a:pt x="106680" y="2857"/>
                      <a:pt x="106680" y="0"/>
                    </a:cubicBezTo>
                    <a:lnTo>
                      <a:pt x="109538" y="0"/>
                    </a:lnTo>
                    <a:lnTo>
                      <a:pt x="109538" y="34290"/>
                    </a:lnTo>
                    <a:lnTo>
                      <a:pt x="106680" y="34290"/>
                    </a:lnTo>
                    <a:cubicBezTo>
                      <a:pt x="106680" y="30480"/>
                      <a:pt x="106680" y="28575"/>
                      <a:pt x="105727" y="27622"/>
                    </a:cubicBezTo>
                    <a:cubicBezTo>
                      <a:pt x="104775" y="26670"/>
                      <a:pt x="103823" y="25717"/>
                      <a:pt x="102870" y="24765"/>
                    </a:cubicBezTo>
                    <a:cubicBezTo>
                      <a:pt x="101917" y="23813"/>
                      <a:pt x="98107" y="23813"/>
                      <a:pt x="94298" y="23813"/>
                    </a:cubicBezTo>
                    <a:lnTo>
                      <a:pt x="66675" y="23813"/>
                    </a:lnTo>
                    <a:cubicBezTo>
                      <a:pt x="59055" y="23813"/>
                      <a:pt x="54292" y="23813"/>
                      <a:pt x="51435" y="23813"/>
                    </a:cubicBezTo>
                    <a:cubicBezTo>
                      <a:pt x="49530" y="23813"/>
                      <a:pt x="48577" y="23813"/>
                      <a:pt x="47625" y="25717"/>
                    </a:cubicBezTo>
                    <a:cubicBezTo>
                      <a:pt x="46673" y="27622"/>
                      <a:pt x="46673" y="27622"/>
                      <a:pt x="46673" y="28575"/>
                    </a:cubicBezTo>
                    <a:cubicBezTo>
                      <a:pt x="46673" y="29528"/>
                      <a:pt x="46673" y="31432"/>
                      <a:pt x="47625" y="34290"/>
                    </a:cubicBezTo>
                    <a:lnTo>
                      <a:pt x="44767" y="34290"/>
                    </a:lnTo>
                    <a:cubicBezTo>
                      <a:pt x="44767" y="35242"/>
                      <a:pt x="36195" y="14288"/>
                      <a:pt x="36195" y="14288"/>
                    </a:cubicBezTo>
                    <a:lnTo>
                      <a:pt x="36195" y="10478"/>
                    </a:lnTo>
                    <a:close/>
                    <a:moveTo>
                      <a:pt x="0" y="17145"/>
                    </a:moveTo>
                    <a:cubicBezTo>
                      <a:pt x="0" y="15240"/>
                      <a:pt x="0" y="13335"/>
                      <a:pt x="1905" y="11430"/>
                    </a:cubicBezTo>
                    <a:cubicBezTo>
                      <a:pt x="3810" y="9525"/>
                      <a:pt x="5715" y="9525"/>
                      <a:pt x="7620" y="9525"/>
                    </a:cubicBezTo>
                    <a:cubicBezTo>
                      <a:pt x="9525" y="9525"/>
                      <a:pt x="11430" y="9525"/>
                      <a:pt x="13335" y="11430"/>
                    </a:cubicBezTo>
                    <a:cubicBezTo>
                      <a:pt x="15240" y="13335"/>
                      <a:pt x="15240" y="15240"/>
                      <a:pt x="15240" y="17145"/>
                    </a:cubicBezTo>
                    <a:cubicBezTo>
                      <a:pt x="15240" y="19050"/>
                      <a:pt x="15240" y="20955"/>
                      <a:pt x="13335" y="22860"/>
                    </a:cubicBezTo>
                    <a:cubicBezTo>
                      <a:pt x="11430" y="24765"/>
                      <a:pt x="9525" y="24765"/>
                      <a:pt x="7620" y="24765"/>
                    </a:cubicBezTo>
                    <a:cubicBezTo>
                      <a:pt x="5715" y="24765"/>
                      <a:pt x="3810" y="24765"/>
                      <a:pt x="1905" y="22860"/>
                    </a:cubicBezTo>
                    <a:cubicBezTo>
                      <a:pt x="0" y="20955"/>
                      <a:pt x="0" y="19050"/>
                      <a:pt x="0" y="171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1ADBC351-C82F-4A1F-B2B7-951966028BF4}"/>
                  </a:ext>
                </a:extLst>
              </p:cNvPr>
              <p:cNvSpPr/>
              <p:nvPr/>
            </p:nvSpPr>
            <p:spPr>
              <a:xfrm>
                <a:off x="3755707" y="3547109"/>
                <a:ext cx="74294" cy="68580"/>
              </a:xfrm>
              <a:custGeom>
                <a:avLst/>
                <a:gdLst>
                  <a:gd name="connsiteX0" fmla="*/ 0 w 74294"/>
                  <a:gd name="connsiteY0" fmla="*/ 34290 h 68580"/>
                  <a:gd name="connsiteX1" fmla="*/ 12382 w 74294"/>
                  <a:gd name="connsiteY1" fmla="*/ 8572 h 68580"/>
                  <a:gd name="connsiteX2" fmla="*/ 36195 w 74294"/>
                  <a:gd name="connsiteY2" fmla="*/ 0 h 68580"/>
                  <a:gd name="connsiteX3" fmla="*/ 55245 w 74294"/>
                  <a:gd name="connsiteY3" fmla="*/ 4763 h 68580"/>
                  <a:gd name="connsiteX4" fmla="*/ 69532 w 74294"/>
                  <a:gd name="connsiteY4" fmla="*/ 17145 h 68580"/>
                  <a:gd name="connsiteX5" fmla="*/ 74295 w 74294"/>
                  <a:gd name="connsiteY5" fmla="*/ 35243 h 68580"/>
                  <a:gd name="connsiteX6" fmla="*/ 61913 w 74294"/>
                  <a:gd name="connsiteY6" fmla="*/ 60960 h 68580"/>
                  <a:gd name="connsiteX7" fmla="*/ 38100 w 74294"/>
                  <a:gd name="connsiteY7" fmla="*/ 68580 h 68580"/>
                  <a:gd name="connsiteX8" fmla="*/ 19050 w 74294"/>
                  <a:gd name="connsiteY8" fmla="*/ 63818 h 68580"/>
                  <a:gd name="connsiteX9" fmla="*/ 4763 w 74294"/>
                  <a:gd name="connsiteY9" fmla="*/ 51435 h 68580"/>
                  <a:gd name="connsiteX10" fmla="*/ 0 w 74294"/>
                  <a:gd name="connsiteY10" fmla="*/ 34290 h 68580"/>
                  <a:gd name="connsiteX11" fmla="*/ 4763 w 74294"/>
                  <a:gd name="connsiteY11" fmla="*/ 37147 h 68580"/>
                  <a:gd name="connsiteX12" fmla="*/ 7620 w 74294"/>
                  <a:gd name="connsiteY12" fmla="*/ 45720 h 68580"/>
                  <a:gd name="connsiteX13" fmla="*/ 16192 w 74294"/>
                  <a:gd name="connsiteY13" fmla="*/ 52388 h 68580"/>
                  <a:gd name="connsiteX14" fmla="*/ 32385 w 74294"/>
                  <a:gd name="connsiteY14" fmla="*/ 55245 h 68580"/>
                  <a:gd name="connsiteX15" fmla="*/ 59055 w 74294"/>
                  <a:gd name="connsiteY15" fmla="*/ 49530 h 68580"/>
                  <a:gd name="connsiteX16" fmla="*/ 70485 w 74294"/>
                  <a:gd name="connsiteY16" fmla="*/ 33338 h 68580"/>
                  <a:gd name="connsiteX17" fmla="*/ 63817 w 74294"/>
                  <a:gd name="connsiteY17" fmla="*/ 20955 h 68580"/>
                  <a:gd name="connsiteX18" fmla="*/ 42863 w 74294"/>
                  <a:gd name="connsiteY18" fmla="*/ 16193 h 68580"/>
                  <a:gd name="connsiteX19" fmla="*/ 13335 w 74294"/>
                  <a:gd name="connsiteY19" fmla="*/ 24765 h 68580"/>
                  <a:gd name="connsiteX20" fmla="*/ 5715 w 74294"/>
                  <a:gd name="connsiteY20" fmla="*/ 39053 h 68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4294" h="68580">
                    <a:moveTo>
                      <a:pt x="0" y="34290"/>
                    </a:moveTo>
                    <a:cubicBezTo>
                      <a:pt x="0" y="23813"/>
                      <a:pt x="3810" y="15240"/>
                      <a:pt x="12382" y="8572"/>
                    </a:cubicBezTo>
                    <a:cubicBezTo>
                      <a:pt x="19050" y="2858"/>
                      <a:pt x="27622" y="0"/>
                      <a:pt x="36195" y="0"/>
                    </a:cubicBezTo>
                    <a:cubicBezTo>
                      <a:pt x="44767" y="0"/>
                      <a:pt x="48577" y="1905"/>
                      <a:pt x="55245" y="4763"/>
                    </a:cubicBezTo>
                    <a:cubicBezTo>
                      <a:pt x="61913" y="7620"/>
                      <a:pt x="66675" y="12383"/>
                      <a:pt x="69532" y="17145"/>
                    </a:cubicBezTo>
                    <a:cubicBezTo>
                      <a:pt x="72390" y="21908"/>
                      <a:pt x="74295" y="28575"/>
                      <a:pt x="74295" y="35243"/>
                    </a:cubicBezTo>
                    <a:cubicBezTo>
                      <a:pt x="74295" y="45720"/>
                      <a:pt x="70485" y="54293"/>
                      <a:pt x="61913" y="60960"/>
                    </a:cubicBezTo>
                    <a:cubicBezTo>
                      <a:pt x="54292" y="66675"/>
                      <a:pt x="46672" y="68580"/>
                      <a:pt x="38100" y="68580"/>
                    </a:cubicBezTo>
                    <a:cubicBezTo>
                      <a:pt x="29527" y="68580"/>
                      <a:pt x="24765" y="66675"/>
                      <a:pt x="19050" y="63818"/>
                    </a:cubicBezTo>
                    <a:cubicBezTo>
                      <a:pt x="13335" y="60960"/>
                      <a:pt x="7620" y="56197"/>
                      <a:pt x="4763" y="51435"/>
                    </a:cubicBezTo>
                    <a:cubicBezTo>
                      <a:pt x="1905" y="46672"/>
                      <a:pt x="0" y="40958"/>
                      <a:pt x="0" y="34290"/>
                    </a:cubicBezTo>
                    <a:close/>
                    <a:moveTo>
                      <a:pt x="4763" y="37147"/>
                    </a:moveTo>
                    <a:cubicBezTo>
                      <a:pt x="4763" y="40005"/>
                      <a:pt x="4763" y="42863"/>
                      <a:pt x="7620" y="45720"/>
                    </a:cubicBezTo>
                    <a:cubicBezTo>
                      <a:pt x="10477" y="48578"/>
                      <a:pt x="12382" y="50483"/>
                      <a:pt x="16192" y="52388"/>
                    </a:cubicBezTo>
                    <a:cubicBezTo>
                      <a:pt x="20002" y="54293"/>
                      <a:pt x="25717" y="55245"/>
                      <a:pt x="32385" y="55245"/>
                    </a:cubicBezTo>
                    <a:cubicBezTo>
                      <a:pt x="42863" y="55245"/>
                      <a:pt x="51435" y="53340"/>
                      <a:pt x="59055" y="49530"/>
                    </a:cubicBezTo>
                    <a:cubicBezTo>
                      <a:pt x="66675" y="45720"/>
                      <a:pt x="70485" y="40005"/>
                      <a:pt x="70485" y="33338"/>
                    </a:cubicBezTo>
                    <a:cubicBezTo>
                      <a:pt x="70485" y="26670"/>
                      <a:pt x="68580" y="23813"/>
                      <a:pt x="63817" y="20955"/>
                    </a:cubicBezTo>
                    <a:cubicBezTo>
                      <a:pt x="59055" y="18097"/>
                      <a:pt x="52388" y="16193"/>
                      <a:pt x="42863" y="16193"/>
                    </a:cubicBezTo>
                    <a:cubicBezTo>
                      <a:pt x="33338" y="16193"/>
                      <a:pt x="20002" y="19050"/>
                      <a:pt x="13335" y="24765"/>
                    </a:cubicBezTo>
                    <a:cubicBezTo>
                      <a:pt x="8572" y="28575"/>
                      <a:pt x="5715" y="33338"/>
                      <a:pt x="5715" y="390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AB7B96A0-5292-5C8A-514B-C3F0E373AA46}"/>
                  </a:ext>
                </a:extLst>
              </p:cNvPr>
              <p:cNvSpPr/>
              <p:nvPr/>
            </p:nvSpPr>
            <p:spPr>
              <a:xfrm>
                <a:off x="3751897" y="3464242"/>
                <a:ext cx="76200" cy="78104"/>
              </a:xfrm>
              <a:custGeom>
                <a:avLst/>
                <a:gdLst>
                  <a:gd name="connsiteX0" fmla="*/ 18098 w 76200"/>
                  <a:gd name="connsiteY0" fmla="*/ 52388 h 78104"/>
                  <a:gd name="connsiteX1" fmla="*/ 2857 w 76200"/>
                  <a:gd name="connsiteY1" fmla="*/ 28575 h 78104"/>
                  <a:gd name="connsiteX2" fmla="*/ 5715 w 76200"/>
                  <a:gd name="connsiteY2" fmla="*/ 19050 h 78104"/>
                  <a:gd name="connsiteX3" fmla="*/ 15240 w 76200"/>
                  <a:gd name="connsiteY3" fmla="*/ 12383 h 78104"/>
                  <a:gd name="connsiteX4" fmla="*/ 29527 w 76200"/>
                  <a:gd name="connsiteY4" fmla="*/ 10478 h 78104"/>
                  <a:gd name="connsiteX5" fmla="*/ 60007 w 76200"/>
                  <a:gd name="connsiteY5" fmla="*/ 10478 h 78104"/>
                  <a:gd name="connsiteX6" fmla="*/ 69532 w 76200"/>
                  <a:gd name="connsiteY6" fmla="*/ 9525 h 78104"/>
                  <a:gd name="connsiteX7" fmla="*/ 72390 w 76200"/>
                  <a:gd name="connsiteY7" fmla="*/ 6667 h 78104"/>
                  <a:gd name="connsiteX8" fmla="*/ 73342 w 76200"/>
                  <a:gd name="connsiteY8" fmla="*/ 0 h 78104"/>
                  <a:gd name="connsiteX9" fmla="*/ 76200 w 76200"/>
                  <a:gd name="connsiteY9" fmla="*/ 0 h 78104"/>
                  <a:gd name="connsiteX10" fmla="*/ 76200 w 76200"/>
                  <a:gd name="connsiteY10" fmla="*/ 35242 h 78104"/>
                  <a:gd name="connsiteX11" fmla="*/ 73342 w 76200"/>
                  <a:gd name="connsiteY11" fmla="*/ 35242 h 78104"/>
                  <a:gd name="connsiteX12" fmla="*/ 73342 w 76200"/>
                  <a:gd name="connsiteY12" fmla="*/ 33338 h 78104"/>
                  <a:gd name="connsiteX13" fmla="*/ 71438 w 76200"/>
                  <a:gd name="connsiteY13" fmla="*/ 26670 h 78104"/>
                  <a:gd name="connsiteX14" fmla="*/ 66675 w 76200"/>
                  <a:gd name="connsiteY14" fmla="*/ 23813 h 78104"/>
                  <a:gd name="connsiteX15" fmla="*/ 59055 w 76200"/>
                  <a:gd name="connsiteY15" fmla="*/ 23813 h 78104"/>
                  <a:gd name="connsiteX16" fmla="*/ 29527 w 76200"/>
                  <a:gd name="connsiteY16" fmla="*/ 23813 h 78104"/>
                  <a:gd name="connsiteX17" fmla="*/ 15240 w 76200"/>
                  <a:gd name="connsiteY17" fmla="*/ 26670 h 78104"/>
                  <a:gd name="connsiteX18" fmla="*/ 10477 w 76200"/>
                  <a:gd name="connsiteY18" fmla="*/ 35242 h 78104"/>
                  <a:gd name="connsiteX19" fmla="*/ 20955 w 76200"/>
                  <a:gd name="connsiteY19" fmla="*/ 53340 h 78104"/>
                  <a:gd name="connsiteX20" fmla="*/ 58102 w 76200"/>
                  <a:gd name="connsiteY20" fmla="*/ 53340 h 78104"/>
                  <a:gd name="connsiteX21" fmla="*/ 66675 w 76200"/>
                  <a:gd name="connsiteY21" fmla="*/ 53340 h 78104"/>
                  <a:gd name="connsiteX22" fmla="*/ 69532 w 76200"/>
                  <a:gd name="connsiteY22" fmla="*/ 50483 h 78104"/>
                  <a:gd name="connsiteX23" fmla="*/ 70485 w 76200"/>
                  <a:gd name="connsiteY23" fmla="*/ 42863 h 78104"/>
                  <a:gd name="connsiteX24" fmla="*/ 73342 w 76200"/>
                  <a:gd name="connsiteY24" fmla="*/ 42863 h 78104"/>
                  <a:gd name="connsiteX25" fmla="*/ 73342 w 76200"/>
                  <a:gd name="connsiteY25" fmla="*/ 78105 h 78104"/>
                  <a:gd name="connsiteX26" fmla="*/ 70485 w 76200"/>
                  <a:gd name="connsiteY26" fmla="*/ 78105 h 78104"/>
                  <a:gd name="connsiteX27" fmla="*/ 70485 w 76200"/>
                  <a:gd name="connsiteY27" fmla="*/ 76200 h 78104"/>
                  <a:gd name="connsiteX28" fmla="*/ 67627 w 76200"/>
                  <a:gd name="connsiteY28" fmla="*/ 68580 h 78104"/>
                  <a:gd name="connsiteX29" fmla="*/ 57150 w 76200"/>
                  <a:gd name="connsiteY29" fmla="*/ 66675 h 78104"/>
                  <a:gd name="connsiteX30" fmla="*/ 30480 w 76200"/>
                  <a:gd name="connsiteY30" fmla="*/ 66675 h 78104"/>
                  <a:gd name="connsiteX31" fmla="*/ 15240 w 76200"/>
                  <a:gd name="connsiteY31" fmla="*/ 66675 h 78104"/>
                  <a:gd name="connsiteX32" fmla="*/ 11430 w 76200"/>
                  <a:gd name="connsiteY32" fmla="*/ 68580 h 78104"/>
                  <a:gd name="connsiteX33" fmla="*/ 10477 w 76200"/>
                  <a:gd name="connsiteY33" fmla="*/ 71438 h 78104"/>
                  <a:gd name="connsiteX34" fmla="*/ 11430 w 76200"/>
                  <a:gd name="connsiteY34" fmla="*/ 76200 h 78104"/>
                  <a:gd name="connsiteX35" fmla="*/ 8573 w 76200"/>
                  <a:gd name="connsiteY35" fmla="*/ 76200 h 78104"/>
                  <a:gd name="connsiteX36" fmla="*/ 0 w 76200"/>
                  <a:gd name="connsiteY36" fmla="*/ 56198 h 78104"/>
                  <a:gd name="connsiteX37" fmla="*/ 0 w 76200"/>
                  <a:gd name="connsiteY37" fmla="*/ 53340 h 78104"/>
                  <a:gd name="connsiteX38" fmla="*/ 15240 w 76200"/>
                  <a:gd name="connsiteY38" fmla="*/ 5334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76200" h="78104">
                    <a:moveTo>
                      <a:pt x="18098" y="52388"/>
                    </a:moveTo>
                    <a:cubicBezTo>
                      <a:pt x="7620" y="43815"/>
                      <a:pt x="2857" y="36195"/>
                      <a:pt x="2857" y="28575"/>
                    </a:cubicBezTo>
                    <a:cubicBezTo>
                      <a:pt x="2857" y="20955"/>
                      <a:pt x="3810" y="20955"/>
                      <a:pt x="5715" y="19050"/>
                    </a:cubicBezTo>
                    <a:cubicBezTo>
                      <a:pt x="7620" y="17145"/>
                      <a:pt x="10477" y="14288"/>
                      <a:pt x="15240" y="12383"/>
                    </a:cubicBezTo>
                    <a:cubicBezTo>
                      <a:pt x="18098" y="11430"/>
                      <a:pt x="22860" y="10478"/>
                      <a:pt x="29527" y="10478"/>
                    </a:cubicBezTo>
                    <a:lnTo>
                      <a:pt x="60007" y="10478"/>
                    </a:lnTo>
                    <a:cubicBezTo>
                      <a:pt x="64770" y="10478"/>
                      <a:pt x="67627" y="10478"/>
                      <a:pt x="69532" y="9525"/>
                    </a:cubicBezTo>
                    <a:cubicBezTo>
                      <a:pt x="70485" y="9525"/>
                      <a:pt x="71438" y="7620"/>
                      <a:pt x="72390" y="6667"/>
                    </a:cubicBezTo>
                    <a:cubicBezTo>
                      <a:pt x="73342" y="5715"/>
                      <a:pt x="73342" y="2858"/>
                      <a:pt x="73342" y="0"/>
                    </a:cubicBezTo>
                    <a:lnTo>
                      <a:pt x="76200" y="0"/>
                    </a:lnTo>
                    <a:lnTo>
                      <a:pt x="76200" y="35242"/>
                    </a:lnTo>
                    <a:lnTo>
                      <a:pt x="73342" y="35242"/>
                    </a:lnTo>
                    <a:lnTo>
                      <a:pt x="73342" y="33338"/>
                    </a:lnTo>
                    <a:cubicBezTo>
                      <a:pt x="73342" y="30480"/>
                      <a:pt x="73342" y="27623"/>
                      <a:pt x="71438" y="26670"/>
                    </a:cubicBezTo>
                    <a:cubicBezTo>
                      <a:pt x="69532" y="25717"/>
                      <a:pt x="68580" y="24765"/>
                      <a:pt x="66675" y="23813"/>
                    </a:cubicBezTo>
                    <a:cubicBezTo>
                      <a:pt x="66675" y="23813"/>
                      <a:pt x="63817" y="23813"/>
                      <a:pt x="59055" y="23813"/>
                    </a:cubicBezTo>
                    <a:lnTo>
                      <a:pt x="29527" y="23813"/>
                    </a:lnTo>
                    <a:cubicBezTo>
                      <a:pt x="22860" y="23813"/>
                      <a:pt x="18098" y="23813"/>
                      <a:pt x="15240" y="26670"/>
                    </a:cubicBezTo>
                    <a:cubicBezTo>
                      <a:pt x="12382" y="29527"/>
                      <a:pt x="10477" y="31433"/>
                      <a:pt x="10477" y="35242"/>
                    </a:cubicBezTo>
                    <a:cubicBezTo>
                      <a:pt x="10477" y="40958"/>
                      <a:pt x="14288" y="47625"/>
                      <a:pt x="20955" y="53340"/>
                    </a:cubicBezTo>
                    <a:lnTo>
                      <a:pt x="58102" y="53340"/>
                    </a:lnTo>
                    <a:cubicBezTo>
                      <a:pt x="62865" y="53340"/>
                      <a:pt x="65723" y="53340"/>
                      <a:pt x="66675" y="53340"/>
                    </a:cubicBezTo>
                    <a:cubicBezTo>
                      <a:pt x="68580" y="53340"/>
                      <a:pt x="69532" y="51435"/>
                      <a:pt x="69532" y="50483"/>
                    </a:cubicBezTo>
                    <a:cubicBezTo>
                      <a:pt x="69532" y="49530"/>
                      <a:pt x="70485" y="46673"/>
                      <a:pt x="70485" y="42863"/>
                    </a:cubicBezTo>
                    <a:lnTo>
                      <a:pt x="73342" y="42863"/>
                    </a:lnTo>
                    <a:lnTo>
                      <a:pt x="73342" y="78105"/>
                    </a:lnTo>
                    <a:lnTo>
                      <a:pt x="70485" y="78105"/>
                    </a:lnTo>
                    <a:lnTo>
                      <a:pt x="70485" y="76200"/>
                    </a:lnTo>
                    <a:cubicBezTo>
                      <a:pt x="70485" y="72390"/>
                      <a:pt x="70485" y="70485"/>
                      <a:pt x="67627" y="68580"/>
                    </a:cubicBezTo>
                    <a:cubicBezTo>
                      <a:pt x="64770" y="66675"/>
                      <a:pt x="61913" y="66675"/>
                      <a:pt x="57150" y="66675"/>
                    </a:cubicBezTo>
                    <a:lnTo>
                      <a:pt x="30480" y="66675"/>
                    </a:lnTo>
                    <a:cubicBezTo>
                      <a:pt x="21907" y="66675"/>
                      <a:pt x="17145" y="66675"/>
                      <a:pt x="15240" y="66675"/>
                    </a:cubicBezTo>
                    <a:cubicBezTo>
                      <a:pt x="13335" y="66675"/>
                      <a:pt x="12382" y="67627"/>
                      <a:pt x="11430" y="68580"/>
                    </a:cubicBezTo>
                    <a:cubicBezTo>
                      <a:pt x="10477" y="69533"/>
                      <a:pt x="10477" y="70485"/>
                      <a:pt x="10477" y="71438"/>
                    </a:cubicBezTo>
                    <a:cubicBezTo>
                      <a:pt x="10477" y="72390"/>
                      <a:pt x="10477" y="74295"/>
                      <a:pt x="11430" y="76200"/>
                    </a:cubicBezTo>
                    <a:lnTo>
                      <a:pt x="8573" y="76200"/>
                    </a:lnTo>
                    <a:cubicBezTo>
                      <a:pt x="8573" y="77152"/>
                      <a:pt x="0" y="56198"/>
                      <a:pt x="0" y="56198"/>
                    </a:cubicBezTo>
                    <a:lnTo>
                      <a:pt x="0" y="53340"/>
                    </a:lnTo>
                    <a:lnTo>
                      <a:pt x="15240" y="5334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5FDA6BC-5666-EBD4-AA8A-1A5CD762EA48}"/>
                  </a:ext>
                </a:extLst>
              </p:cNvPr>
              <p:cNvSpPr/>
              <p:nvPr/>
            </p:nvSpPr>
            <p:spPr>
              <a:xfrm>
                <a:off x="3718560" y="3418522"/>
                <a:ext cx="112394" cy="44767"/>
              </a:xfrm>
              <a:custGeom>
                <a:avLst/>
                <a:gdLst>
                  <a:gd name="connsiteX0" fmla="*/ 0 w 112394"/>
                  <a:gd name="connsiteY0" fmla="*/ 0 h 44767"/>
                  <a:gd name="connsiteX1" fmla="*/ 112395 w 112394"/>
                  <a:gd name="connsiteY1" fmla="*/ 38100 h 44767"/>
                  <a:gd name="connsiteX2" fmla="*/ 112395 w 112394"/>
                  <a:gd name="connsiteY2" fmla="*/ 44768 h 44767"/>
                  <a:gd name="connsiteX3" fmla="*/ 0 w 112394"/>
                  <a:gd name="connsiteY3" fmla="*/ 6668 h 44767"/>
                  <a:gd name="connsiteX4" fmla="*/ 0 w 112394"/>
                  <a:gd name="connsiteY4" fmla="*/ 0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394" h="44767">
                    <a:moveTo>
                      <a:pt x="0" y="0"/>
                    </a:moveTo>
                    <a:lnTo>
                      <a:pt x="112395" y="38100"/>
                    </a:lnTo>
                    <a:lnTo>
                      <a:pt x="112395" y="44768"/>
                    </a:lnTo>
                    <a:lnTo>
                      <a:pt x="0" y="66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3E8E11EE-A9D0-300E-0E8E-6A7E458B1D94}"/>
                  </a:ext>
                </a:extLst>
              </p:cNvPr>
              <p:cNvSpPr/>
              <p:nvPr/>
            </p:nvSpPr>
            <p:spPr>
              <a:xfrm>
                <a:off x="3910964" y="4552950"/>
                <a:ext cx="110489" cy="68580"/>
              </a:xfrm>
              <a:custGeom>
                <a:avLst/>
                <a:gdLst>
                  <a:gd name="connsiteX0" fmla="*/ 0 w 110489"/>
                  <a:gd name="connsiteY0" fmla="*/ 6668 h 68580"/>
                  <a:gd name="connsiteX1" fmla="*/ 36195 w 110489"/>
                  <a:gd name="connsiteY1" fmla="*/ 6668 h 68580"/>
                  <a:gd name="connsiteX2" fmla="*/ 36195 w 110489"/>
                  <a:gd name="connsiteY2" fmla="*/ 9525 h 68580"/>
                  <a:gd name="connsiteX3" fmla="*/ 20002 w 110489"/>
                  <a:gd name="connsiteY3" fmla="*/ 14288 h 68580"/>
                  <a:gd name="connsiteX4" fmla="*/ 10477 w 110489"/>
                  <a:gd name="connsiteY4" fmla="*/ 24765 h 68580"/>
                  <a:gd name="connsiteX5" fmla="*/ 6668 w 110489"/>
                  <a:gd name="connsiteY5" fmla="*/ 38100 h 68580"/>
                  <a:gd name="connsiteX6" fmla="*/ 11430 w 110489"/>
                  <a:gd name="connsiteY6" fmla="*/ 51435 h 68580"/>
                  <a:gd name="connsiteX7" fmla="*/ 22860 w 110489"/>
                  <a:gd name="connsiteY7" fmla="*/ 57150 h 68580"/>
                  <a:gd name="connsiteX8" fmla="*/ 31433 w 110489"/>
                  <a:gd name="connsiteY8" fmla="*/ 54293 h 68580"/>
                  <a:gd name="connsiteX9" fmla="*/ 46673 w 110489"/>
                  <a:gd name="connsiteY9" fmla="*/ 31432 h 68580"/>
                  <a:gd name="connsiteX10" fmla="*/ 59055 w 110489"/>
                  <a:gd name="connsiteY10" fmla="*/ 11430 h 68580"/>
                  <a:gd name="connsiteX11" fmla="*/ 68580 w 110489"/>
                  <a:gd name="connsiteY11" fmla="*/ 2857 h 68580"/>
                  <a:gd name="connsiteX12" fmla="*/ 80963 w 110489"/>
                  <a:gd name="connsiteY12" fmla="*/ 0 h 68580"/>
                  <a:gd name="connsiteX13" fmla="*/ 101918 w 110489"/>
                  <a:gd name="connsiteY13" fmla="*/ 9525 h 68580"/>
                  <a:gd name="connsiteX14" fmla="*/ 110490 w 110489"/>
                  <a:gd name="connsiteY14" fmla="*/ 33338 h 68580"/>
                  <a:gd name="connsiteX15" fmla="*/ 110490 w 110489"/>
                  <a:gd name="connsiteY15" fmla="*/ 41910 h 68580"/>
                  <a:gd name="connsiteX16" fmla="*/ 107632 w 110489"/>
                  <a:gd name="connsiteY16" fmla="*/ 51435 h 68580"/>
                  <a:gd name="connsiteX17" fmla="*/ 104775 w 110489"/>
                  <a:gd name="connsiteY17" fmla="*/ 60960 h 68580"/>
                  <a:gd name="connsiteX18" fmla="*/ 105727 w 110489"/>
                  <a:gd name="connsiteY18" fmla="*/ 63818 h 68580"/>
                  <a:gd name="connsiteX19" fmla="*/ 110490 w 110489"/>
                  <a:gd name="connsiteY19" fmla="*/ 65722 h 68580"/>
                  <a:gd name="connsiteX20" fmla="*/ 110490 w 110489"/>
                  <a:gd name="connsiteY20" fmla="*/ 68580 h 68580"/>
                  <a:gd name="connsiteX21" fmla="*/ 74295 w 110489"/>
                  <a:gd name="connsiteY21" fmla="*/ 68580 h 68580"/>
                  <a:gd name="connsiteX22" fmla="*/ 74295 w 110489"/>
                  <a:gd name="connsiteY22" fmla="*/ 65722 h 68580"/>
                  <a:gd name="connsiteX23" fmla="*/ 91440 w 110489"/>
                  <a:gd name="connsiteY23" fmla="*/ 60007 h 68580"/>
                  <a:gd name="connsiteX24" fmla="*/ 100965 w 110489"/>
                  <a:gd name="connsiteY24" fmla="*/ 49530 h 68580"/>
                  <a:gd name="connsiteX25" fmla="*/ 104775 w 110489"/>
                  <a:gd name="connsiteY25" fmla="*/ 34290 h 68580"/>
                  <a:gd name="connsiteX26" fmla="*/ 100013 w 110489"/>
                  <a:gd name="connsiteY26" fmla="*/ 19050 h 68580"/>
                  <a:gd name="connsiteX27" fmla="*/ 87630 w 110489"/>
                  <a:gd name="connsiteY27" fmla="*/ 13335 h 68580"/>
                  <a:gd name="connsiteX28" fmla="*/ 80010 w 110489"/>
                  <a:gd name="connsiteY28" fmla="*/ 15240 h 68580"/>
                  <a:gd name="connsiteX29" fmla="*/ 72390 w 110489"/>
                  <a:gd name="connsiteY29" fmla="*/ 21907 h 68580"/>
                  <a:gd name="connsiteX30" fmla="*/ 62865 w 110489"/>
                  <a:gd name="connsiteY30" fmla="*/ 38100 h 68580"/>
                  <a:gd name="connsiteX31" fmla="*/ 50483 w 110489"/>
                  <a:gd name="connsiteY31" fmla="*/ 57150 h 68580"/>
                  <a:gd name="connsiteX32" fmla="*/ 40958 w 110489"/>
                  <a:gd name="connsiteY32" fmla="*/ 65722 h 68580"/>
                  <a:gd name="connsiteX33" fmla="*/ 28575 w 110489"/>
                  <a:gd name="connsiteY33" fmla="*/ 68580 h 68580"/>
                  <a:gd name="connsiteX34" fmla="*/ 9525 w 110489"/>
                  <a:gd name="connsiteY34" fmla="*/ 60007 h 68580"/>
                  <a:gd name="connsiteX35" fmla="*/ 952 w 110489"/>
                  <a:gd name="connsiteY35" fmla="*/ 38100 h 68580"/>
                  <a:gd name="connsiteX36" fmla="*/ 4763 w 110489"/>
                  <a:gd name="connsiteY36" fmla="*/ 20003 h 68580"/>
                  <a:gd name="connsiteX37" fmla="*/ 6668 w 110489"/>
                  <a:gd name="connsiteY37" fmla="*/ 14288 h 68580"/>
                  <a:gd name="connsiteX38" fmla="*/ 5715 w 110489"/>
                  <a:gd name="connsiteY38" fmla="*/ 11430 h 68580"/>
                  <a:gd name="connsiteX39" fmla="*/ 952 w 110489"/>
                  <a:gd name="connsiteY39" fmla="*/ 9525 h 68580"/>
                  <a:gd name="connsiteX40" fmla="*/ 952 w 110489"/>
                  <a:gd name="connsiteY40" fmla="*/ 6668 h 68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10489" h="68580">
                    <a:moveTo>
                      <a:pt x="0" y="6668"/>
                    </a:moveTo>
                    <a:lnTo>
                      <a:pt x="36195" y="6668"/>
                    </a:lnTo>
                    <a:lnTo>
                      <a:pt x="36195" y="9525"/>
                    </a:lnTo>
                    <a:cubicBezTo>
                      <a:pt x="29527" y="9525"/>
                      <a:pt x="23813" y="12382"/>
                      <a:pt x="20002" y="14288"/>
                    </a:cubicBezTo>
                    <a:cubicBezTo>
                      <a:pt x="16193" y="16193"/>
                      <a:pt x="12383" y="20003"/>
                      <a:pt x="10477" y="24765"/>
                    </a:cubicBezTo>
                    <a:cubicBezTo>
                      <a:pt x="8573" y="29528"/>
                      <a:pt x="6668" y="33338"/>
                      <a:pt x="6668" y="38100"/>
                    </a:cubicBezTo>
                    <a:cubicBezTo>
                      <a:pt x="6668" y="42863"/>
                      <a:pt x="8573" y="47625"/>
                      <a:pt x="11430" y="51435"/>
                    </a:cubicBezTo>
                    <a:cubicBezTo>
                      <a:pt x="14288" y="55245"/>
                      <a:pt x="18098" y="57150"/>
                      <a:pt x="22860" y="57150"/>
                    </a:cubicBezTo>
                    <a:cubicBezTo>
                      <a:pt x="27623" y="57150"/>
                      <a:pt x="28575" y="56197"/>
                      <a:pt x="31433" y="54293"/>
                    </a:cubicBezTo>
                    <a:cubicBezTo>
                      <a:pt x="35243" y="51435"/>
                      <a:pt x="40005" y="43815"/>
                      <a:pt x="46673" y="31432"/>
                    </a:cubicBezTo>
                    <a:cubicBezTo>
                      <a:pt x="52388" y="21907"/>
                      <a:pt x="56198" y="15240"/>
                      <a:pt x="59055" y="11430"/>
                    </a:cubicBezTo>
                    <a:cubicBezTo>
                      <a:pt x="61913" y="7620"/>
                      <a:pt x="64770" y="4763"/>
                      <a:pt x="68580" y="2857"/>
                    </a:cubicBezTo>
                    <a:cubicBezTo>
                      <a:pt x="72390" y="953"/>
                      <a:pt x="76200" y="0"/>
                      <a:pt x="80963" y="0"/>
                    </a:cubicBezTo>
                    <a:cubicBezTo>
                      <a:pt x="88582" y="0"/>
                      <a:pt x="96202" y="2857"/>
                      <a:pt x="101918" y="9525"/>
                    </a:cubicBezTo>
                    <a:cubicBezTo>
                      <a:pt x="107632" y="16193"/>
                      <a:pt x="110490" y="23813"/>
                      <a:pt x="110490" y="33338"/>
                    </a:cubicBezTo>
                    <a:cubicBezTo>
                      <a:pt x="110490" y="42863"/>
                      <a:pt x="110490" y="39053"/>
                      <a:pt x="110490" y="41910"/>
                    </a:cubicBezTo>
                    <a:cubicBezTo>
                      <a:pt x="110490" y="43815"/>
                      <a:pt x="109538" y="46672"/>
                      <a:pt x="107632" y="51435"/>
                    </a:cubicBezTo>
                    <a:cubicBezTo>
                      <a:pt x="105727" y="56197"/>
                      <a:pt x="104775" y="60007"/>
                      <a:pt x="104775" y="60960"/>
                    </a:cubicBezTo>
                    <a:cubicBezTo>
                      <a:pt x="104775" y="61913"/>
                      <a:pt x="104775" y="62865"/>
                      <a:pt x="105727" y="63818"/>
                    </a:cubicBezTo>
                    <a:cubicBezTo>
                      <a:pt x="106680" y="64770"/>
                      <a:pt x="107632" y="64770"/>
                      <a:pt x="110490" y="65722"/>
                    </a:cubicBezTo>
                    <a:lnTo>
                      <a:pt x="110490" y="68580"/>
                    </a:lnTo>
                    <a:lnTo>
                      <a:pt x="74295" y="68580"/>
                    </a:lnTo>
                    <a:lnTo>
                      <a:pt x="74295" y="65722"/>
                    </a:lnTo>
                    <a:cubicBezTo>
                      <a:pt x="81915" y="64770"/>
                      <a:pt x="87630" y="62865"/>
                      <a:pt x="91440" y="60007"/>
                    </a:cubicBezTo>
                    <a:cubicBezTo>
                      <a:pt x="95250" y="57150"/>
                      <a:pt x="98107" y="54293"/>
                      <a:pt x="100965" y="49530"/>
                    </a:cubicBezTo>
                    <a:cubicBezTo>
                      <a:pt x="103823" y="44768"/>
                      <a:pt x="104775" y="40005"/>
                      <a:pt x="104775" y="34290"/>
                    </a:cubicBezTo>
                    <a:cubicBezTo>
                      <a:pt x="104775" y="28575"/>
                      <a:pt x="102870" y="22860"/>
                      <a:pt x="100013" y="19050"/>
                    </a:cubicBezTo>
                    <a:cubicBezTo>
                      <a:pt x="97155" y="15240"/>
                      <a:pt x="92393" y="13335"/>
                      <a:pt x="87630" y="13335"/>
                    </a:cubicBezTo>
                    <a:cubicBezTo>
                      <a:pt x="82868" y="13335"/>
                      <a:pt x="82868" y="13335"/>
                      <a:pt x="80010" y="15240"/>
                    </a:cubicBezTo>
                    <a:cubicBezTo>
                      <a:pt x="77152" y="17145"/>
                      <a:pt x="75248" y="19050"/>
                      <a:pt x="72390" y="21907"/>
                    </a:cubicBezTo>
                    <a:cubicBezTo>
                      <a:pt x="70485" y="23813"/>
                      <a:pt x="67627" y="29528"/>
                      <a:pt x="62865" y="38100"/>
                    </a:cubicBezTo>
                    <a:cubicBezTo>
                      <a:pt x="58102" y="46672"/>
                      <a:pt x="53340" y="53340"/>
                      <a:pt x="50483" y="57150"/>
                    </a:cubicBezTo>
                    <a:cubicBezTo>
                      <a:pt x="47625" y="60960"/>
                      <a:pt x="43815" y="63818"/>
                      <a:pt x="40958" y="65722"/>
                    </a:cubicBezTo>
                    <a:cubicBezTo>
                      <a:pt x="38100" y="67628"/>
                      <a:pt x="33338" y="68580"/>
                      <a:pt x="28575" y="68580"/>
                    </a:cubicBezTo>
                    <a:cubicBezTo>
                      <a:pt x="20955" y="68580"/>
                      <a:pt x="14288" y="65722"/>
                      <a:pt x="9525" y="60007"/>
                    </a:cubicBezTo>
                    <a:cubicBezTo>
                      <a:pt x="4763" y="54293"/>
                      <a:pt x="952" y="46672"/>
                      <a:pt x="952" y="38100"/>
                    </a:cubicBezTo>
                    <a:cubicBezTo>
                      <a:pt x="952" y="29528"/>
                      <a:pt x="1905" y="26670"/>
                      <a:pt x="4763" y="20003"/>
                    </a:cubicBezTo>
                    <a:cubicBezTo>
                      <a:pt x="5715" y="17145"/>
                      <a:pt x="6668" y="15240"/>
                      <a:pt x="6668" y="14288"/>
                    </a:cubicBezTo>
                    <a:cubicBezTo>
                      <a:pt x="6668" y="13335"/>
                      <a:pt x="6668" y="11430"/>
                      <a:pt x="5715" y="11430"/>
                    </a:cubicBezTo>
                    <a:cubicBezTo>
                      <a:pt x="4763" y="11430"/>
                      <a:pt x="2858" y="9525"/>
                      <a:pt x="952" y="9525"/>
                    </a:cubicBezTo>
                    <a:lnTo>
                      <a:pt x="952" y="666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59CD36E1-807A-8988-BF56-EEEF1DFF94EC}"/>
                  </a:ext>
                </a:extLst>
              </p:cNvPr>
              <p:cNvSpPr/>
              <p:nvPr/>
            </p:nvSpPr>
            <p:spPr>
              <a:xfrm>
                <a:off x="3924300" y="4500562"/>
                <a:ext cx="95250" cy="42862"/>
              </a:xfrm>
              <a:custGeom>
                <a:avLst/>
                <a:gdLst>
                  <a:gd name="connsiteX0" fmla="*/ 0 w 95250"/>
                  <a:gd name="connsiteY0" fmla="*/ 18097 h 42862"/>
                  <a:gd name="connsiteX1" fmla="*/ 22860 w 95250"/>
                  <a:gd name="connsiteY1" fmla="*/ 18097 h 42862"/>
                  <a:gd name="connsiteX2" fmla="*/ 22860 w 95250"/>
                  <a:gd name="connsiteY2" fmla="*/ 1905 h 42862"/>
                  <a:gd name="connsiteX3" fmla="*/ 28575 w 95250"/>
                  <a:gd name="connsiteY3" fmla="*/ 1905 h 42862"/>
                  <a:gd name="connsiteX4" fmla="*/ 28575 w 95250"/>
                  <a:gd name="connsiteY4" fmla="*/ 18097 h 42862"/>
                  <a:gd name="connsiteX5" fmla="*/ 74295 w 95250"/>
                  <a:gd name="connsiteY5" fmla="*/ 18097 h 42862"/>
                  <a:gd name="connsiteX6" fmla="*/ 83820 w 95250"/>
                  <a:gd name="connsiteY6" fmla="*/ 16193 h 42862"/>
                  <a:gd name="connsiteX7" fmla="*/ 86678 w 95250"/>
                  <a:gd name="connsiteY7" fmla="*/ 11430 h 42862"/>
                  <a:gd name="connsiteX8" fmla="*/ 84772 w 95250"/>
                  <a:gd name="connsiteY8" fmla="*/ 6668 h 42862"/>
                  <a:gd name="connsiteX9" fmla="*/ 80010 w 95250"/>
                  <a:gd name="connsiteY9" fmla="*/ 2857 h 42862"/>
                  <a:gd name="connsiteX10" fmla="*/ 80010 w 95250"/>
                  <a:gd name="connsiteY10" fmla="*/ 0 h 42862"/>
                  <a:gd name="connsiteX11" fmla="*/ 91440 w 95250"/>
                  <a:gd name="connsiteY11" fmla="*/ 7620 h 42862"/>
                  <a:gd name="connsiteX12" fmla="*/ 95250 w 95250"/>
                  <a:gd name="connsiteY12" fmla="*/ 18097 h 42862"/>
                  <a:gd name="connsiteX13" fmla="*/ 93345 w 95250"/>
                  <a:gd name="connsiteY13" fmla="*/ 24765 h 42862"/>
                  <a:gd name="connsiteX14" fmla="*/ 87630 w 95250"/>
                  <a:gd name="connsiteY14" fmla="*/ 29528 h 42862"/>
                  <a:gd name="connsiteX15" fmla="*/ 76200 w 95250"/>
                  <a:gd name="connsiteY15" fmla="*/ 31432 h 42862"/>
                  <a:gd name="connsiteX16" fmla="*/ 28575 w 95250"/>
                  <a:gd name="connsiteY16" fmla="*/ 31432 h 42862"/>
                  <a:gd name="connsiteX17" fmla="*/ 28575 w 95250"/>
                  <a:gd name="connsiteY17" fmla="*/ 42863 h 42862"/>
                  <a:gd name="connsiteX18" fmla="*/ 25717 w 95250"/>
                  <a:gd name="connsiteY18" fmla="*/ 42863 h 42862"/>
                  <a:gd name="connsiteX19" fmla="*/ 20002 w 95250"/>
                  <a:gd name="connsiteY19" fmla="*/ 34290 h 42862"/>
                  <a:gd name="connsiteX20" fmla="*/ 10477 w 95250"/>
                  <a:gd name="connsiteY20" fmla="*/ 26670 h 42862"/>
                  <a:gd name="connsiteX21" fmla="*/ 0 w 95250"/>
                  <a:gd name="connsiteY21" fmla="*/ 21907 h 42862"/>
                  <a:gd name="connsiteX22" fmla="*/ 0 w 95250"/>
                  <a:gd name="connsiteY22" fmla="*/ 19050 h 4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250" h="42862">
                    <a:moveTo>
                      <a:pt x="0" y="18097"/>
                    </a:moveTo>
                    <a:lnTo>
                      <a:pt x="22860" y="18097"/>
                    </a:lnTo>
                    <a:lnTo>
                      <a:pt x="22860" y="1905"/>
                    </a:lnTo>
                    <a:lnTo>
                      <a:pt x="28575" y="1905"/>
                    </a:lnTo>
                    <a:lnTo>
                      <a:pt x="28575" y="18097"/>
                    </a:lnTo>
                    <a:lnTo>
                      <a:pt x="74295" y="18097"/>
                    </a:lnTo>
                    <a:cubicBezTo>
                      <a:pt x="79058" y="18097"/>
                      <a:pt x="81915" y="18097"/>
                      <a:pt x="83820" y="16193"/>
                    </a:cubicBezTo>
                    <a:cubicBezTo>
                      <a:pt x="85725" y="14288"/>
                      <a:pt x="86678" y="13335"/>
                      <a:pt x="86678" y="11430"/>
                    </a:cubicBezTo>
                    <a:cubicBezTo>
                      <a:pt x="86678" y="9525"/>
                      <a:pt x="86678" y="7620"/>
                      <a:pt x="84772" y="6668"/>
                    </a:cubicBezTo>
                    <a:cubicBezTo>
                      <a:pt x="82867" y="5715"/>
                      <a:pt x="81915" y="3810"/>
                      <a:pt x="80010" y="2857"/>
                    </a:cubicBezTo>
                    <a:lnTo>
                      <a:pt x="80010" y="0"/>
                    </a:lnTo>
                    <a:cubicBezTo>
                      <a:pt x="84772" y="1905"/>
                      <a:pt x="88583" y="4763"/>
                      <a:pt x="91440" y="7620"/>
                    </a:cubicBezTo>
                    <a:cubicBezTo>
                      <a:pt x="94297" y="10478"/>
                      <a:pt x="95250" y="14288"/>
                      <a:pt x="95250" y="18097"/>
                    </a:cubicBezTo>
                    <a:cubicBezTo>
                      <a:pt x="95250" y="21907"/>
                      <a:pt x="95250" y="22860"/>
                      <a:pt x="93345" y="24765"/>
                    </a:cubicBezTo>
                    <a:cubicBezTo>
                      <a:pt x="91440" y="26670"/>
                      <a:pt x="90488" y="28575"/>
                      <a:pt x="87630" y="29528"/>
                    </a:cubicBezTo>
                    <a:cubicBezTo>
                      <a:pt x="84772" y="30480"/>
                      <a:pt x="80963" y="31432"/>
                      <a:pt x="76200" y="31432"/>
                    </a:cubicBezTo>
                    <a:lnTo>
                      <a:pt x="28575" y="31432"/>
                    </a:lnTo>
                    <a:lnTo>
                      <a:pt x="28575" y="42863"/>
                    </a:lnTo>
                    <a:lnTo>
                      <a:pt x="25717" y="42863"/>
                    </a:lnTo>
                    <a:cubicBezTo>
                      <a:pt x="24765" y="40005"/>
                      <a:pt x="22860" y="37147"/>
                      <a:pt x="20002" y="34290"/>
                    </a:cubicBezTo>
                    <a:cubicBezTo>
                      <a:pt x="17145" y="31432"/>
                      <a:pt x="14288" y="28575"/>
                      <a:pt x="10477" y="26670"/>
                    </a:cubicBezTo>
                    <a:cubicBezTo>
                      <a:pt x="8573" y="25718"/>
                      <a:pt x="4763" y="23813"/>
                      <a:pt x="0" y="21907"/>
                    </a:cubicBez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60503F1A-1C7B-7ED8-252D-616A33E791E9}"/>
                  </a:ext>
                </a:extLst>
              </p:cNvPr>
              <p:cNvSpPr/>
              <p:nvPr/>
            </p:nvSpPr>
            <p:spPr>
              <a:xfrm>
                <a:off x="3944302" y="4447222"/>
                <a:ext cx="73342" cy="51434"/>
              </a:xfrm>
              <a:custGeom>
                <a:avLst/>
                <a:gdLst>
                  <a:gd name="connsiteX0" fmla="*/ 952 w 73342"/>
                  <a:gd name="connsiteY0" fmla="*/ 27622 h 51434"/>
                  <a:gd name="connsiteX1" fmla="*/ 17145 w 73342"/>
                  <a:gd name="connsiteY1" fmla="*/ 27622 h 51434"/>
                  <a:gd name="connsiteX2" fmla="*/ 952 w 73342"/>
                  <a:gd name="connsiteY2" fmla="*/ 9525 h 51434"/>
                  <a:gd name="connsiteX3" fmla="*/ 3810 w 73342"/>
                  <a:gd name="connsiteY3" fmla="*/ 2858 h 51434"/>
                  <a:gd name="connsiteX4" fmla="*/ 9525 w 73342"/>
                  <a:gd name="connsiteY4" fmla="*/ 0 h 51434"/>
                  <a:gd name="connsiteX5" fmla="*/ 14288 w 73342"/>
                  <a:gd name="connsiteY5" fmla="*/ 1905 h 51434"/>
                  <a:gd name="connsiteX6" fmla="*/ 16193 w 73342"/>
                  <a:gd name="connsiteY6" fmla="*/ 6668 h 51434"/>
                  <a:gd name="connsiteX7" fmla="*/ 13335 w 73342"/>
                  <a:gd name="connsiteY7" fmla="*/ 12383 h 51434"/>
                  <a:gd name="connsiteX8" fmla="*/ 10477 w 73342"/>
                  <a:gd name="connsiteY8" fmla="*/ 17145 h 51434"/>
                  <a:gd name="connsiteX9" fmla="*/ 12383 w 73342"/>
                  <a:gd name="connsiteY9" fmla="*/ 20003 h 51434"/>
                  <a:gd name="connsiteX10" fmla="*/ 22860 w 73342"/>
                  <a:gd name="connsiteY10" fmla="*/ 27622 h 51434"/>
                  <a:gd name="connsiteX11" fmla="*/ 57150 w 73342"/>
                  <a:gd name="connsiteY11" fmla="*/ 27622 h 51434"/>
                  <a:gd name="connsiteX12" fmla="*/ 65723 w 73342"/>
                  <a:gd name="connsiteY12" fmla="*/ 25718 h 51434"/>
                  <a:gd name="connsiteX13" fmla="*/ 69532 w 73342"/>
                  <a:gd name="connsiteY13" fmla="*/ 21908 h 51434"/>
                  <a:gd name="connsiteX14" fmla="*/ 70485 w 73342"/>
                  <a:gd name="connsiteY14" fmla="*/ 14288 h 51434"/>
                  <a:gd name="connsiteX15" fmla="*/ 73343 w 73342"/>
                  <a:gd name="connsiteY15" fmla="*/ 14288 h 51434"/>
                  <a:gd name="connsiteX16" fmla="*/ 73343 w 73342"/>
                  <a:gd name="connsiteY16" fmla="*/ 50483 h 51434"/>
                  <a:gd name="connsiteX17" fmla="*/ 70485 w 73342"/>
                  <a:gd name="connsiteY17" fmla="*/ 50483 h 51434"/>
                  <a:gd name="connsiteX18" fmla="*/ 68580 w 73342"/>
                  <a:gd name="connsiteY18" fmla="*/ 42863 h 51434"/>
                  <a:gd name="connsiteX19" fmla="*/ 64770 w 73342"/>
                  <a:gd name="connsiteY19" fmla="*/ 40005 h 51434"/>
                  <a:gd name="connsiteX20" fmla="*/ 57150 w 73342"/>
                  <a:gd name="connsiteY20" fmla="*/ 40005 h 51434"/>
                  <a:gd name="connsiteX21" fmla="*/ 29527 w 73342"/>
                  <a:gd name="connsiteY21" fmla="*/ 40005 h 51434"/>
                  <a:gd name="connsiteX22" fmla="*/ 15240 w 73342"/>
                  <a:gd name="connsiteY22" fmla="*/ 40005 h 51434"/>
                  <a:gd name="connsiteX23" fmla="*/ 11430 w 73342"/>
                  <a:gd name="connsiteY23" fmla="*/ 41910 h 51434"/>
                  <a:gd name="connsiteX24" fmla="*/ 10477 w 73342"/>
                  <a:gd name="connsiteY24" fmla="*/ 45720 h 51434"/>
                  <a:gd name="connsiteX25" fmla="*/ 11430 w 73342"/>
                  <a:gd name="connsiteY25" fmla="*/ 51435 h 51434"/>
                  <a:gd name="connsiteX26" fmla="*/ 8573 w 73342"/>
                  <a:gd name="connsiteY26" fmla="*/ 51435 h 51434"/>
                  <a:gd name="connsiteX27" fmla="*/ 0 w 73342"/>
                  <a:gd name="connsiteY27" fmla="*/ 30480 h 51434"/>
                  <a:gd name="connsiteX28" fmla="*/ 0 w 73342"/>
                  <a:gd name="connsiteY28" fmla="*/ 27622 h 51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3342" h="51434">
                    <a:moveTo>
                      <a:pt x="952" y="27622"/>
                    </a:moveTo>
                    <a:lnTo>
                      <a:pt x="17145" y="27622"/>
                    </a:lnTo>
                    <a:cubicBezTo>
                      <a:pt x="6668" y="21908"/>
                      <a:pt x="952" y="15240"/>
                      <a:pt x="952" y="9525"/>
                    </a:cubicBezTo>
                    <a:cubicBezTo>
                      <a:pt x="952" y="3810"/>
                      <a:pt x="952" y="4763"/>
                      <a:pt x="3810" y="2858"/>
                    </a:cubicBezTo>
                    <a:cubicBezTo>
                      <a:pt x="6668" y="953"/>
                      <a:pt x="7620" y="0"/>
                      <a:pt x="9525" y="0"/>
                    </a:cubicBezTo>
                    <a:cubicBezTo>
                      <a:pt x="11430" y="0"/>
                      <a:pt x="13335" y="0"/>
                      <a:pt x="14288" y="1905"/>
                    </a:cubicBezTo>
                    <a:cubicBezTo>
                      <a:pt x="15240" y="3810"/>
                      <a:pt x="16193" y="4763"/>
                      <a:pt x="16193" y="6668"/>
                    </a:cubicBezTo>
                    <a:cubicBezTo>
                      <a:pt x="16193" y="8572"/>
                      <a:pt x="16193" y="10478"/>
                      <a:pt x="13335" y="12383"/>
                    </a:cubicBezTo>
                    <a:cubicBezTo>
                      <a:pt x="10477" y="14288"/>
                      <a:pt x="10477" y="16193"/>
                      <a:pt x="10477" y="17145"/>
                    </a:cubicBezTo>
                    <a:cubicBezTo>
                      <a:pt x="10477" y="18097"/>
                      <a:pt x="10477" y="19050"/>
                      <a:pt x="12383" y="20003"/>
                    </a:cubicBezTo>
                    <a:cubicBezTo>
                      <a:pt x="14288" y="21908"/>
                      <a:pt x="18098" y="24765"/>
                      <a:pt x="22860" y="27622"/>
                    </a:cubicBezTo>
                    <a:lnTo>
                      <a:pt x="57150" y="27622"/>
                    </a:lnTo>
                    <a:cubicBezTo>
                      <a:pt x="60960" y="27622"/>
                      <a:pt x="63818" y="27622"/>
                      <a:pt x="65723" y="25718"/>
                    </a:cubicBezTo>
                    <a:cubicBezTo>
                      <a:pt x="66675" y="25718"/>
                      <a:pt x="68580" y="23813"/>
                      <a:pt x="69532" y="21908"/>
                    </a:cubicBezTo>
                    <a:cubicBezTo>
                      <a:pt x="70485" y="20003"/>
                      <a:pt x="70485" y="18097"/>
                      <a:pt x="70485" y="14288"/>
                    </a:cubicBezTo>
                    <a:lnTo>
                      <a:pt x="73343" y="14288"/>
                    </a:lnTo>
                    <a:lnTo>
                      <a:pt x="73343" y="50483"/>
                    </a:lnTo>
                    <a:lnTo>
                      <a:pt x="70485" y="50483"/>
                    </a:lnTo>
                    <a:cubicBezTo>
                      <a:pt x="70485" y="46672"/>
                      <a:pt x="70485" y="43815"/>
                      <a:pt x="68580" y="42863"/>
                    </a:cubicBezTo>
                    <a:cubicBezTo>
                      <a:pt x="68580" y="41910"/>
                      <a:pt x="66675" y="40958"/>
                      <a:pt x="64770" y="40005"/>
                    </a:cubicBezTo>
                    <a:cubicBezTo>
                      <a:pt x="64770" y="40005"/>
                      <a:pt x="60960" y="40005"/>
                      <a:pt x="57150" y="40005"/>
                    </a:cubicBezTo>
                    <a:lnTo>
                      <a:pt x="29527" y="40005"/>
                    </a:lnTo>
                    <a:cubicBezTo>
                      <a:pt x="20955" y="40005"/>
                      <a:pt x="16193" y="40005"/>
                      <a:pt x="15240" y="40005"/>
                    </a:cubicBezTo>
                    <a:cubicBezTo>
                      <a:pt x="14288" y="40005"/>
                      <a:pt x="12383" y="40958"/>
                      <a:pt x="11430" y="41910"/>
                    </a:cubicBezTo>
                    <a:cubicBezTo>
                      <a:pt x="10477" y="42863"/>
                      <a:pt x="10477" y="43815"/>
                      <a:pt x="10477" y="45720"/>
                    </a:cubicBezTo>
                    <a:cubicBezTo>
                      <a:pt x="10477" y="47625"/>
                      <a:pt x="10477" y="49530"/>
                      <a:pt x="11430" y="51435"/>
                    </a:cubicBezTo>
                    <a:lnTo>
                      <a:pt x="8573" y="51435"/>
                    </a:lnTo>
                    <a:cubicBezTo>
                      <a:pt x="8573" y="51435"/>
                      <a:pt x="0" y="30480"/>
                      <a:pt x="0" y="30480"/>
                    </a:cubicBezTo>
                    <a:lnTo>
                      <a:pt x="0" y="2762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C867A7F0-55E5-4DED-29D6-D1CE486FD962}"/>
                  </a:ext>
                </a:extLst>
              </p:cNvPr>
              <p:cNvSpPr/>
              <p:nvPr/>
            </p:nvSpPr>
            <p:spPr>
              <a:xfrm>
                <a:off x="3948112" y="4370038"/>
                <a:ext cx="73342" cy="78136"/>
              </a:xfrm>
              <a:custGeom>
                <a:avLst/>
                <a:gdLst>
                  <a:gd name="connsiteX0" fmla="*/ 0 w 73342"/>
                  <a:gd name="connsiteY0" fmla="*/ 10509 h 78136"/>
                  <a:gd name="connsiteX1" fmla="*/ 42863 w 73342"/>
                  <a:gd name="connsiteY1" fmla="*/ 10509 h 78136"/>
                  <a:gd name="connsiteX2" fmla="*/ 58103 w 73342"/>
                  <a:gd name="connsiteY2" fmla="*/ 10509 h 78136"/>
                  <a:gd name="connsiteX3" fmla="*/ 61913 w 73342"/>
                  <a:gd name="connsiteY3" fmla="*/ 8604 h 78136"/>
                  <a:gd name="connsiteX4" fmla="*/ 62865 w 73342"/>
                  <a:gd name="connsiteY4" fmla="*/ 5747 h 78136"/>
                  <a:gd name="connsiteX5" fmla="*/ 61913 w 73342"/>
                  <a:gd name="connsiteY5" fmla="*/ 31 h 78136"/>
                  <a:gd name="connsiteX6" fmla="*/ 64770 w 73342"/>
                  <a:gd name="connsiteY6" fmla="*/ 31 h 78136"/>
                  <a:gd name="connsiteX7" fmla="*/ 73342 w 73342"/>
                  <a:gd name="connsiteY7" fmla="*/ 20034 h 78136"/>
                  <a:gd name="connsiteX8" fmla="*/ 73342 w 73342"/>
                  <a:gd name="connsiteY8" fmla="*/ 23844 h 78136"/>
                  <a:gd name="connsiteX9" fmla="*/ 58103 w 73342"/>
                  <a:gd name="connsiteY9" fmla="*/ 23844 h 78136"/>
                  <a:gd name="connsiteX10" fmla="*/ 70485 w 73342"/>
                  <a:gd name="connsiteY10" fmla="*/ 38132 h 78136"/>
                  <a:gd name="connsiteX11" fmla="*/ 73342 w 73342"/>
                  <a:gd name="connsiteY11" fmla="*/ 48609 h 78136"/>
                  <a:gd name="connsiteX12" fmla="*/ 69533 w 73342"/>
                  <a:gd name="connsiteY12" fmla="*/ 59087 h 78136"/>
                  <a:gd name="connsiteX13" fmla="*/ 60960 w 73342"/>
                  <a:gd name="connsiteY13" fmla="*/ 64802 h 78136"/>
                  <a:gd name="connsiteX14" fmla="*/ 45720 w 73342"/>
                  <a:gd name="connsiteY14" fmla="*/ 66707 h 78136"/>
                  <a:gd name="connsiteX15" fmla="*/ 14288 w 73342"/>
                  <a:gd name="connsiteY15" fmla="*/ 66707 h 78136"/>
                  <a:gd name="connsiteX16" fmla="*/ 7620 w 73342"/>
                  <a:gd name="connsiteY16" fmla="*/ 67659 h 78136"/>
                  <a:gd name="connsiteX17" fmla="*/ 4763 w 73342"/>
                  <a:gd name="connsiteY17" fmla="*/ 70517 h 78136"/>
                  <a:gd name="connsiteX18" fmla="*/ 3810 w 73342"/>
                  <a:gd name="connsiteY18" fmla="*/ 78137 h 78136"/>
                  <a:gd name="connsiteX19" fmla="*/ 952 w 73342"/>
                  <a:gd name="connsiteY19" fmla="*/ 78137 h 78136"/>
                  <a:gd name="connsiteX20" fmla="*/ 952 w 73342"/>
                  <a:gd name="connsiteY20" fmla="*/ 53372 h 78136"/>
                  <a:gd name="connsiteX21" fmla="*/ 48578 w 73342"/>
                  <a:gd name="connsiteY21" fmla="*/ 53372 h 78136"/>
                  <a:gd name="connsiteX22" fmla="*/ 61913 w 73342"/>
                  <a:gd name="connsiteY22" fmla="*/ 49562 h 78136"/>
                  <a:gd name="connsiteX23" fmla="*/ 64770 w 73342"/>
                  <a:gd name="connsiteY23" fmla="*/ 40989 h 78136"/>
                  <a:gd name="connsiteX24" fmla="*/ 62865 w 73342"/>
                  <a:gd name="connsiteY24" fmla="*/ 33369 h 78136"/>
                  <a:gd name="connsiteX25" fmla="*/ 55245 w 73342"/>
                  <a:gd name="connsiteY25" fmla="*/ 22892 h 78136"/>
                  <a:gd name="connsiteX26" fmla="*/ 15240 w 73342"/>
                  <a:gd name="connsiteY26" fmla="*/ 22892 h 78136"/>
                  <a:gd name="connsiteX27" fmla="*/ 6667 w 73342"/>
                  <a:gd name="connsiteY27" fmla="*/ 24797 h 78136"/>
                  <a:gd name="connsiteX28" fmla="*/ 4763 w 73342"/>
                  <a:gd name="connsiteY28" fmla="*/ 34322 h 78136"/>
                  <a:gd name="connsiteX29" fmla="*/ 1905 w 73342"/>
                  <a:gd name="connsiteY29" fmla="*/ 34322 h 78136"/>
                  <a:gd name="connsiteX30" fmla="*/ 1905 w 73342"/>
                  <a:gd name="connsiteY30" fmla="*/ 10509 h 78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73342" h="78136">
                    <a:moveTo>
                      <a:pt x="0" y="10509"/>
                    </a:moveTo>
                    <a:lnTo>
                      <a:pt x="42863" y="10509"/>
                    </a:lnTo>
                    <a:cubicBezTo>
                      <a:pt x="51435" y="10509"/>
                      <a:pt x="56197" y="10509"/>
                      <a:pt x="58103" y="10509"/>
                    </a:cubicBezTo>
                    <a:cubicBezTo>
                      <a:pt x="60008" y="10509"/>
                      <a:pt x="60960" y="9557"/>
                      <a:pt x="61913" y="8604"/>
                    </a:cubicBezTo>
                    <a:cubicBezTo>
                      <a:pt x="62865" y="7652"/>
                      <a:pt x="62865" y="6699"/>
                      <a:pt x="62865" y="5747"/>
                    </a:cubicBezTo>
                    <a:cubicBezTo>
                      <a:pt x="62865" y="4794"/>
                      <a:pt x="62865" y="1937"/>
                      <a:pt x="61913" y="31"/>
                    </a:cubicBezTo>
                    <a:lnTo>
                      <a:pt x="64770" y="31"/>
                    </a:lnTo>
                    <a:cubicBezTo>
                      <a:pt x="64770" y="-921"/>
                      <a:pt x="73342" y="20034"/>
                      <a:pt x="73342" y="20034"/>
                    </a:cubicBezTo>
                    <a:lnTo>
                      <a:pt x="73342" y="23844"/>
                    </a:lnTo>
                    <a:lnTo>
                      <a:pt x="58103" y="23844"/>
                    </a:lnTo>
                    <a:cubicBezTo>
                      <a:pt x="64770" y="29559"/>
                      <a:pt x="68580" y="34322"/>
                      <a:pt x="70485" y="38132"/>
                    </a:cubicBezTo>
                    <a:cubicBezTo>
                      <a:pt x="72390" y="41942"/>
                      <a:pt x="73342" y="44799"/>
                      <a:pt x="73342" y="48609"/>
                    </a:cubicBezTo>
                    <a:cubicBezTo>
                      <a:pt x="73342" y="52419"/>
                      <a:pt x="72390" y="56229"/>
                      <a:pt x="69533" y="59087"/>
                    </a:cubicBezTo>
                    <a:cubicBezTo>
                      <a:pt x="66675" y="61944"/>
                      <a:pt x="63817" y="63849"/>
                      <a:pt x="60960" y="64802"/>
                    </a:cubicBezTo>
                    <a:cubicBezTo>
                      <a:pt x="58103" y="65754"/>
                      <a:pt x="52388" y="66707"/>
                      <a:pt x="45720" y="66707"/>
                    </a:cubicBezTo>
                    <a:lnTo>
                      <a:pt x="14288" y="66707"/>
                    </a:lnTo>
                    <a:cubicBezTo>
                      <a:pt x="10477" y="66707"/>
                      <a:pt x="8573" y="66707"/>
                      <a:pt x="7620" y="67659"/>
                    </a:cubicBezTo>
                    <a:cubicBezTo>
                      <a:pt x="6667" y="68612"/>
                      <a:pt x="5715" y="69564"/>
                      <a:pt x="4763" y="70517"/>
                    </a:cubicBezTo>
                    <a:cubicBezTo>
                      <a:pt x="3810" y="71469"/>
                      <a:pt x="3810" y="74327"/>
                      <a:pt x="3810" y="78137"/>
                    </a:cubicBezTo>
                    <a:lnTo>
                      <a:pt x="952" y="78137"/>
                    </a:lnTo>
                    <a:lnTo>
                      <a:pt x="952" y="53372"/>
                    </a:lnTo>
                    <a:lnTo>
                      <a:pt x="48578" y="53372"/>
                    </a:lnTo>
                    <a:cubicBezTo>
                      <a:pt x="55245" y="53372"/>
                      <a:pt x="59055" y="52419"/>
                      <a:pt x="61913" y="49562"/>
                    </a:cubicBezTo>
                    <a:cubicBezTo>
                      <a:pt x="64770" y="46704"/>
                      <a:pt x="64770" y="44799"/>
                      <a:pt x="64770" y="40989"/>
                    </a:cubicBezTo>
                    <a:cubicBezTo>
                      <a:pt x="64770" y="37179"/>
                      <a:pt x="64770" y="36227"/>
                      <a:pt x="62865" y="33369"/>
                    </a:cubicBezTo>
                    <a:cubicBezTo>
                      <a:pt x="60960" y="30512"/>
                      <a:pt x="59055" y="27654"/>
                      <a:pt x="55245" y="22892"/>
                    </a:cubicBezTo>
                    <a:lnTo>
                      <a:pt x="15240" y="22892"/>
                    </a:lnTo>
                    <a:cubicBezTo>
                      <a:pt x="11430" y="22892"/>
                      <a:pt x="8573" y="22892"/>
                      <a:pt x="6667" y="24797"/>
                    </a:cubicBezTo>
                    <a:cubicBezTo>
                      <a:pt x="4763" y="26702"/>
                      <a:pt x="4763" y="29559"/>
                      <a:pt x="4763" y="34322"/>
                    </a:cubicBezTo>
                    <a:lnTo>
                      <a:pt x="1905" y="34322"/>
                    </a:lnTo>
                    <a:lnTo>
                      <a:pt x="1905" y="1050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9AB9F250-316F-720E-F167-11EB66D59650}"/>
                  </a:ext>
                </a:extLst>
              </p:cNvPr>
              <p:cNvSpPr/>
              <p:nvPr/>
            </p:nvSpPr>
            <p:spPr>
              <a:xfrm>
                <a:off x="3945254" y="4302442"/>
                <a:ext cx="76200" cy="59054"/>
              </a:xfrm>
              <a:custGeom>
                <a:avLst/>
                <a:gdLst>
                  <a:gd name="connsiteX0" fmla="*/ 46673 w 76200"/>
                  <a:gd name="connsiteY0" fmla="*/ 0 h 59054"/>
                  <a:gd name="connsiteX1" fmla="*/ 68580 w 76200"/>
                  <a:gd name="connsiteY1" fmla="*/ 11430 h 59054"/>
                  <a:gd name="connsiteX2" fmla="*/ 76200 w 76200"/>
                  <a:gd name="connsiteY2" fmla="*/ 29527 h 59054"/>
                  <a:gd name="connsiteX3" fmla="*/ 65723 w 76200"/>
                  <a:gd name="connsiteY3" fmla="*/ 50482 h 59054"/>
                  <a:gd name="connsiteX4" fmla="*/ 38100 w 76200"/>
                  <a:gd name="connsiteY4" fmla="*/ 59055 h 59054"/>
                  <a:gd name="connsiteX5" fmla="*/ 10478 w 76200"/>
                  <a:gd name="connsiteY5" fmla="*/ 49530 h 59054"/>
                  <a:gd name="connsiteX6" fmla="*/ 0 w 76200"/>
                  <a:gd name="connsiteY6" fmla="*/ 25717 h 59054"/>
                  <a:gd name="connsiteX7" fmla="*/ 5715 w 76200"/>
                  <a:gd name="connsiteY7" fmla="*/ 8572 h 59054"/>
                  <a:gd name="connsiteX8" fmla="*/ 17145 w 76200"/>
                  <a:gd name="connsiteY8" fmla="*/ 1905 h 59054"/>
                  <a:gd name="connsiteX9" fmla="*/ 21908 w 76200"/>
                  <a:gd name="connsiteY9" fmla="*/ 3810 h 59054"/>
                  <a:gd name="connsiteX10" fmla="*/ 23813 w 76200"/>
                  <a:gd name="connsiteY10" fmla="*/ 9525 h 59054"/>
                  <a:gd name="connsiteX11" fmla="*/ 20955 w 76200"/>
                  <a:gd name="connsiteY11" fmla="*/ 16192 h 59054"/>
                  <a:gd name="connsiteX12" fmla="*/ 14288 w 76200"/>
                  <a:gd name="connsiteY12" fmla="*/ 18097 h 59054"/>
                  <a:gd name="connsiteX13" fmla="*/ 7620 w 76200"/>
                  <a:gd name="connsiteY13" fmla="*/ 20955 h 59054"/>
                  <a:gd name="connsiteX14" fmla="*/ 5715 w 76200"/>
                  <a:gd name="connsiteY14" fmla="*/ 28575 h 59054"/>
                  <a:gd name="connsiteX15" fmla="*/ 11430 w 76200"/>
                  <a:gd name="connsiteY15" fmla="*/ 40957 h 59054"/>
                  <a:gd name="connsiteX16" fmla="*/ 31433 w 76200"/>
                  <a:gd name="connsiteY16" fmla="*/ 47625 h 59054"/>
                  <a:gd name="connsiteX17" fmla="*/ 54292 w 76200"/>
                  <a:gd name="connsiteY17" fmla="*/ 40957 h 59054"/>
                  <a:gd name="connsiteX18" fmla="*/ 63817 w 76200"/>
                  <a:gd name="connsiteY18" fmla="*/ 23813 h 59054"/>
                  <a:gd name="connsiteX19" fmla="*/ 59055 w 76200"/>
                  <a:gd name="connsiteY19" fmla="*/ 10477 h 59054"/>
                  <a:gd name="connsiteX20" fmla="*/ 45720 w 76200"/>
                  <a:gd name="connsiteY20" fmla="*/ 1905 h 59054"/>
                  <a:gd name="connsiteX21" fmla="*/ 45720 w 76200"/>
                  <a:gd name="connsiteY21" fmla="*/ 0 h 59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6200" h="59054">
                    <a:moveTo>
                      <a:pt x="46673" y="0"/>
                    </a:moveTo>
                    <a:cubicBezTo>
                      <a:pt x="56198" y="1905"/>
                      <a:pt x="62865" y="5715"/>
                      <a:pt x="68580" y="11430"/>
                    </a:cubicBezTo>
                    <a:cubicBezTo>
                      <a:pt x="74295" y="17145"/>
                      <a:pt x="76200" y="22860"/>
                      <a:pt x="76200" y="29527"/>
                    </a:cubicBezTo>
                    <a:cubicBezTo>
                      <a:pt x="76200" y="36195"/>
                      <a:pt x="72390" y="44767"/>
                      <a:pt x="65723" y="50482"/>
                    </a:cubicBezTo>
                    <a:cubicBezTo>
                      <a:pt x="59055" y="56197"/>
                      <a:pt x="49530" y="59055"/>
                      <a:pt x="38100" y="59055"/>
                    </a:cubicBezTo>
                    <a:cubicBezTo>
                      <a:pt x="26670" y="59055"/>
                      <a:pt x="18098" y="56197"/>
                      <a:pt x="10478" y="49530"/>
                    </a:cubicBezTo>
                    <a:cubicBezTo>
                      <a:pt x="2858" y="42863"/>
                      <a:pt x="0" y="35242"/>
                      <a:pt x="0" y="25717"/>
                    </a:cubicBezTo>
                    <a:cubicBezTo>
                      <a:pt x="0" y="16192"/>
                      <a:pt x="1905" y="13335"/>
                      <a:pt x="5715" y="8572"/>
                    </a:cubicBezTo>
                    <a:cubicBezTo>
                      <a:pt x="9525" y="3810"/>
                      <a:pt x="13335" y="1905"/>
                      <a:pt x="17145" y="1905"/>
                    </a:cubicBezTo>
                    <a:cubicBezTo>
                      <a:pt x="20955" y="1905"/>
                      <a:pt x="20955" y="1905"/>
                      <a:pt x="21908" y="3810"/>
                    </a:cubicBezTo>
                    <a:cubicBezTo>
                      <a:pt x="22860" y="5715"/>
                      <a:pt x="23813" y="6667"/>
                      <a:pt x="23813" y="9525"/>
                    </a:cubicBezTo>
                    <a:cubicBezTo>
                      <a:pt x="23813" y="12382"/>
                      <a:pt x="22860" y="15240"/>
                      <a:pt x="20955" y="16192"/>
                    </a:cubicBezTo>
                    <a:cubicBezTo>
                      <a:pt x="20003" y="16192"/>
                      <a:pt x="18098" y="18097"/>
                      <a:pt x="14288" y="18097"/>
                    </a:cubicBezTo>
                    <a:cubicBezTo>
                      <a:pt x="10478" y="18097"/>
                      <a:pt x="8573" y="19050"/>
                      <a:pt x="7620" y="20955"/>
                    </a:cubicBezTo>
                    <a:cubicBezTo>
                      <a:pt x="5715" y="22860"/>
                      <a:pt x="5715" y="25717"/>
                      <a:pt x="5715" y="28575"/>
                    </a:cubicBezTo>
                    <a:cubicBezTo>
                      <a:pt x="5715" y="33338"/>
                      <a:pt x="7620" y="38100"/>
                      <a:pt x="11430" y="40957"/>
                    </a:cubicBezTo>
                    <a:cubicBezTo>
                      <a:pt x="16193" y="44767"/>
                      <a:pt x="22860" y="47625"/>
                      <a:pt x="31433" y="47625"/>
                    </a:cubicBezTo>
                    <a:cubicBezTo>
                      <a:pt x="40005" y="47625"/>
                      <a:pt x="47625" y="45720"/>
                      <a:pt x="54292" y="40957"/>
                    </a:cubicBezTo>
                    <a:cubicBezTo>
                      <a:pt x="60960" y="36195"/>
                      <a:pt x="63817" y="31432"/>
                      <a:pt x="63817" y="23813"/>
                    </a:cubicBezTo>
                    <a:cubicBezTo>
                      <a:pt x="63817" y="16192"/>
                      <a:pt x="61913" y="14288"/>
                      <a:pt x="59055" y="10477"/>
                    </a:cubicBezTo>
                    <a:cubicBezTo>
                      <a:pt x="57150" y="7620"/>
                      <a:pt x="52388" y="4763"/>
                      <a:pt x="45720" y="1905"/>
                    </a:cubicBezTo>
                    <a:lnTo>
                      <a:pt x="457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A5794A04-30EE-4810-9948-0163DA6D370B}"/>
                  </a:ext>
                </a:extLst>
              </p:cNvPr>
              <p:cNvSpPr/>
              <p:nvPr/>
            </p:nvSpPr>
            <p:spPr>
              <a:xfrm>
                <a:off x="3924300" y="4253865"/>
                <a:ext cx="95250" cy="42862"/>
              </a:xfrm>
              <a:custGeom>
                <a:avLst/>
                <a:gdLst>
                  <a:gd name="connsiteX0" fmla="*/ 0 w 95250"/>
                  <a:gd name="connsiteY0" fmla="*/ 18097 h 42862"/>
                  <a:gd name="connsiteX1" fmla="*/ 22860 w 95250"/>
                  <a:gd name="connsiteY1" fmla="*/ 18097 h 42862"/>
                  <a:gd name="connsiteX2" fmla="*/ 22860 w 95250"/>
                  <a:gd name="connsiteY2" fmla="*/ 1905 h 42862"/>
                  <a:gd name="connsiteX3" fmla="*/ 28575 w 95250"/>
                  <a:gd name="connsiteY3" fmla="*/ 1905 h 42862"/>
                  <a:gd name="connsiteX4" fmla="*/ 28575 w 95250"/>
                  <a:gd name="connsiteY4" fmla="*/ 18097 h 42862"/>
                  <a:gd name="connsiteX5" fmla="*/ 74295 w 95250"/>
                  <a:gd name="connsiteY5" fmla="*/ 18097 h 42862"/>
                  <a:gd name="connsiteX6" fmla="*/ 83820 w 95250"/>
                  <a:gd name="connsiteY6" fmla="*/ 16192 h 42862"/>
                  <a:gd name="connsiteX7" fmla="*/ 86678 w 95250"/>
                  <a:gd name="connsiteY7" fmla="*/ 11430 h 42862"/>
                  <a:gd name="connsiteX8" fmla="*/ 84772 w 95250"/>
                  <a:gd name="connsiteY8" fmla="*/ 6667 h 42862"/>
                  <a:gd name="connsiteX9" fmla="*/ 80010 w 95250"/>
                  <a:gd name="connsiteY9" fmla="*/ 2857 h 42862"/>
                  <a:gd name="connsiteX10" fmla="*/ 80010 w 95250"/>
                  <a:gd name="connsiteY10" fmla="*/ 0 h 42862"/>
                  <a:gd name="connsiteX11" fmla="*/ 91440 w 95250"/>
                  <a:gd name="connsiteY11" fmla="*/ 7620 h 42862"/>
                  <a:gd name="connsiteX12" fmla="*/ 95250 w 95250"/>
                  <a:gd name="connsiteY12" fmla="*/ 18097 h 42862"/>
                  <a:gd name="connsiteX13" fmla="*/ 93345 w 95250"/>
                  <a:gd name="connsiteY13" fmla="*/ 24765 h 42862"/>
                  <a:gd name="connsiteX14" fmla="*/ 87630 w 95250"/>
                  <a:gd name="connsiteY14" fmla="*/ 29528 h 42862"/>
                  <a:gd name="connsiteX15" fmla="*/ 76200 w 95250"/>
                  <a:gd name="connsiteY15" fmla="*/ 31432 h 42862"/>
                  <a:gd name="connsiteX16" fmla="*/ 28575 w 95250"/>
                  <a:gd name="connsiteY16" fmla="*/ 31432 h 42862"/>
                  <a:gd name="connsiteX17" fmla="*/ 28575 w 95250"/>
                  <a:gd name="connsiteY17" fmla="*/ 42863 h 42862"/>
                  <a:gd name="connsiteX18" fmla="*/ 25717 w 95250"/>
                  <a:gd name="connsiteY18" fmla="*/ 42863 h 42862"/>
                  <a:gd name="connsiteX19" fmla="*/ 20002 w 95250"/>
                  <a:gd name="connsiteY19" fmla="*/ 34290 h 42862"/>
                  <a:gd name="connsiteX20" fmla="*/ 10477 w 95250"/>
                  <a:gd name="connsiteY20" fmla="*/ 26670 h 42862"/>
                  <a:gd name="connsiteX21" fmla="*/ 0 w 95250"/>
                  <a:gd name="connsiteY21" fmla="*/ 21907 h 42862"/>
                  <a:gd name="connsiteX22" fmla="*/ 0 w 95250"/>
                  <a:gd name="connsiteY22" fmla="*/ 19050 h 4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250" h="42862">
                    <a:moveTo>
                      <a:pt x="0" y="18097"/>
                    </a:moveTo>
                    <a:lnTo>
                      <a:pt x="22860" y="18097"/>
                    </a:lnTo>
                    <a:lnTo>
                      <a:pt x="22860" y="1905"/>
                    </a:lnTo>
                    <a:lnTo>
                      <a:pt x="28575" y="1905"/>
                    </a:lnTo>
                    <a:lnTo>
                      <a:pt x="28575" y="18097"/>
                    </a:lnTo>
                    <a:lnTo>
                      <a:pt x="74295" y="18097"/>
                    </a:lnTo>
                    <a:cubicBezTo>
                      <a:pt x="79058" y="18097"/>
                      <a:pt x="81915" y="18097"/>
                      <a:pt x="83820" y="16192"/>
                    </a:cubicBezTo>
                    <a:cubicBezTo>
                      <a:pt x="85725" y="14288"/>
                      <a:pt x="86678" y="13335"/>
                      <a:pt x="86678" y="11430"/>
                    </a:cubicBezTo>
                    <a:cubicBezTo>
                      <a:pt x="86678" y="9525"/>
                      <a:pt x="86678" y="7620"/>
                      <a:pt x="84772" y="6667"/>
                    </a:cubicBezTo>
                    <a:cubicBezTo>
                      <a:pt x="82867" y="5715"/>
                      <a:pt x="81915" y="3810"/>
                      <a:pt x="80010" y="2857"/>
                    </a:cubicBezTo>
                    <a:lnTo>
                      <a:pt x="80010" y="0"/>
                    </a:lnTo>
                    <a:cubicBezTo>
                      <a:pt x="84772" y="1905"/>
                      <a:pt x="88583" y="4763"/>
                      <a:pt x="91440" y="7620"/>
                    </a:cubicBezTo>
                    <a:cubicBezTo>
                      <a:pt x="94297" y="10478"/>
                      <a:pt x="95250" y="14288"/>
                      <a:pt x="95250" y="18097"/>
                    </a:cubicBezTo>
                    <a:cubicBezTo>
                      <a:pt x="95250" y="21907"/>
                      <a:pt x="95250" y="22860"/>
                      <a:pt x="93345" y="24765"/>
                    </a:cubicBezTo>
                    <a:cubicBezTo>
                      <a:pt x="91440" y="26670"/>
                      <a:pt x="90488" y="28575"/>
                      <a:pt x="87630" y="29528"/>
                    </a:cubicBezTo>
                    <a:cubicBezTo>
                      <a:pt x="84772" y="30480"/>
                      <a:pt x="80963" y="31432"/>
                      <a:pt x="76200" y="31432"/>
                    </a:cubicBezTo>
                    <a:lnTo>
                      <a:pt x="28575" y="31432"/>
                    </a:lnTo>
                    <a:lnTo>
                      <a:pt x="28575" y="42863"/>
                    </a:lnTo>
                    <a:lnTo>
                      <a:pt x="25717" y="42863"/>
                    </a:lnTo>
                    <a:cubicBezTo>
                      <a:pt x="24765" y="40005"/>
                      <a:pt x="22860" y="37147"/>
                      <a:pt x="20002" y="34290"/>
                    </a:cubicBezTo>
                    <a:cubicBezTo>
                      <a:pt x="17145" y="31432"/>
                      <a:pt x="14288" y="28575"/>
                      <a:pt x="10477" y="26670"/>
                    </a:cubicBezTo>
                    <a:cubicBezTo>
                      <a:pt x="8573" y="25717"/>
                      <a:pt x="4763" y="23813"/>
                      <a:pt x="0" y="21907"/>
                    </a:cubicBez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15462480-12ED-FC88-96B0-D961704FBF75}"/>
                  </a:ext>
                </a:extLst>
              </p:cNvPr>
              <p:cNvSpPr/>
              <p:nvPr/>
            </p:nvSpPr>
            <p:spPr>
              <a:xfrm>
                <a:off x="3948112" y="4175728"/>
                <a:ext cx="73342" cy="78136"/>
              </a:xfrm>
              <a:custGeom>
                <a:avLst/>
                <a:gdLst>
                  <a:gd name="connsiteX0" fmla="*/ 0 w 73342"/>
                  <a:gd name="connsiteY0" fmla="*/ 10509 h 78136"/>
                  <a:gd name="connsiteX1" fmla="*/ 42863 w 73342"/>
                  <a:gd name="connsiteY1" fmla="*/ 10509 h 78136"/>
                  <a:gd name="connsiteX2" fmla="*/ 58103 w 73342"/>
                  <a:gd name="connsiteY2" fmla="*/ 10509 h 78136"/>
                  <a:gd name="connsiteX3" fmla="*/ 61913 w 73342"/>
                  <a:gd name="connsiteY3" fmla="*/ 8604 h 78136"/>
                  <a:gd name="connsiteX4" fmla="*/ 62865 w 73342"/>
                  <a:gd name="connsiteY4" fmla="*/ 5747 h 78136"/>
                  <a:gd name="connsiteX5" fmla="*/ 61913 w 73342"/>
                  <a:gd name="connsiteY5" fmla="*/ 32 h 78136"/>
                  <a:gd name="connsiteX6" fmla="*/ 64770 w 73342"/>
                  <a:gd name="connsiteY6" fmla="*/ 32 h 78136"/>
                  <a:gd name="connsiteX7" fmla="*/ 73342 w 73342"/>
                  <a:gd name="connsiteY7" fmla="*/ 20034 h 78136"/>
                  <a:gd name="connsiteX8" fmla="*/ 73342 w 73342"/>
                  <a:gd name="connsiteY8" fmla="*/ 23844 h 78136"/>
                  <a:gd name="connsiteX9" fmla="*/ 58103 w 73342"/>
                  <a:gd name="connsiteY9" fmla="*/ 23844 h 78136"/>
                  <a:gd name="connsiteX10" fmla="*/ 70485 w 73342"/>
                  <a:gd name="connsiteY10" fmla="*/ 38132 h 78136"/>
                  <a:gd name="connsiteX11" fmla="*/ 73342 w 73342"/>
                  <a:gd name="connsiteY11" fmla="*/ 48609 h 78136"/>
                  <a:gd name="connsiteX12" fmla="*/ 69533 w 73342"/>
                  <a:gd name="connsiteY12" fmla="*/ 59087 h 78136"/>
                  <a:gd name="connsiteX13" fmla="*/ 60960 w 73342"/>
                  <a:gd name="connsiteY13" fmla="*/ 64802 h 78136"/>
                  <a:gd name="connsiteX14" fmla="*/ 45720 w 73342"/>
                  <a:gd name="connsiteY14" fmla="*/ 66707 h 78136"/>
                  <a:gd name="connsiteX15" fmla="*/ 14288 w 73342"/>
                  <a:gd name="connsiteY15" fmla="*/ 66707 h 78136"/>
                  <a:gd name="connsiteX16" fmla="*/ 7620 w 73342"/>
                  <a:gd name="connsiteY16" fmla="*/ 67659 h 78136"/>
                  <a:gd name="connsiteX17" fmla="*/ 4763 w 73342"/>
                  <a:gd name="connsiteY17" fmla="*/ 70516 h 78136"/>
                  <a:gd name="connsiteX18" fmla="*/ 3810 w 73342"/>
                  <a:gd name="connsiteY18" fmla="*/ 78137 h 78136"/>
                  <a:gd name="connsiteX19" fmla="*/ 952 w 73342"/>
                  <a:gd name="connsiteY19" fmla="*/ 78137 h 78136"/>
                  <a:gd name="connsiteX20" fmla="*/ 952 w 73342"/>
                  <a:gd name="connsiteY20" fmla="*/ 53372 h 78136"/>
                  <a:gd name="connsiteX21" fmla="*/ 48578 w 73342"/>
                  <a:gd name="connsiteY21" fmla="*/ 53372 h 78136"/>
                  <a:gd name="connsiteX22" fmla="*/ 61913 w 73342"/>
                  <a:gd name="connsiteY22" fmla="*/ 49562 h 78136"/>
                  <a:gd name="connsiteX23" fmla="*/ 64770 w 73342"/>
                  <a:gd name="connsiteY23" fmla="*/ 40989 h 78136"/>
                  <a:gd name="connsiteX24" fmla="*/ 62865 w 73342"/>
                  <a:gd name="connsiteY24" fmla="*/ 33369 h 78136"/>
                  <a:gd name="connsiteX25" fmla="*/ 55245 w 73342"/>
                  <a:gd name="connsiteY25" fmla="*/ 22891 h 78136"/>
                  <a:gd name="connsiteX26" fmla="*/ 15240 w 73342"/>
                  <a:gd name="connsiteY26" fmla="*/ 22891 h 78136"/>
                  <a:gd name="connsiteX27" fmla="*/ 6667 w 73342"/>
                  <a:gd name="connsiteY27" fmla="*/ 24797 h 78136"/>
                  <a:gd name="connsiteX28" fmla="*/ 4763 w 73342"/>
                  <a:gd name="connsiteY28" fmla="*/ 34322 h 78136"/>
                  <a:gd name="connsiteX29" fmla="*/ 1905 w 73342"/>
                  <a:gd name="connsiteY29" fmla="*/ 34322 h 78136"/>
                  <a:gd name="connsiteX30" fmla="*/ 1905 w 73342"/>
                  <a:gd name="connsiteY30" fmla="*/ 10509 h 78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73342" h="78136">
                    <a:moveTo>
                      <a:pt x="0" y="10509"/>
                    </a:moveTo>
                    <a:lnTo>
                      <a:pt x="42863" y="10509"/>
                    </a:lnTo>
                    <a:cubicBezTo>
                      <a:pt x="51435" y="10509"/>
                      <a:pt x="56197" y="10509"/>
                      <a:pt x="58103" y="10509"/>
                    </a:cubicBezTo>
                    <a:cubicBezTo>
                      <a:pt x="60008" y="10509"/>
                      <a:pt x="60960" y="9557"/>
                      <a:pt x="61913" y="8604"/>
                    </a:cubicBezTo>
                    <a:cubicBezTo>
                      <a:pt x="62865" y="7652"/>
                      <a:pt x="62865" y="6699"/>
                      <a:pt x="62865" y="5747"/>
                    </a:cubicBezTo>
                    <a:cubicBezTo>
                      <a:pt x="62865" y="4794"/>
                      <a:pt x="62865" y="1937"/>
                      <a:pt x="61913" y="32"/>
                    </a:cubicBezTo>
                    <a:lnTo>
                      <a:pt x="64770" y="32"/>
                    </a:lnTo>
                    <a:cubicBezTo>
                      <a:pt x="64770" y="-921"/>
                      <a:pt x="73342" y="20034"/>
                      <a:pt x="73342" y="20034"/>
                    </a:cubicBezTo>
                    <a:lnTo>
                      <a:pt x="73342" y="23844"/>
                    </a:lnTo>
                    <a:lnTo>
                      <a:pt x="58103" y="23844"/>
                    </a:lnTo>
                    <a:cubicBezTo>
                      <a:pt x="64770" y="29559"/>
                      <a:pt x="68580" y="34322"/>
                      <a:pt x="70485" y="38132"/>
                    </a:cubicBezTo>
                    <a:cubicBezTo>
                      <a:pt x="72390" y="41941"/>
                      <a:pt x="73342" y="44799"/>
                      <a:pt x="73342" y="48609"/>
                    </a:cubicBezTo>
                    <a:cubicBezTo>
                      <a:pt x="73342" y="52419"/>
                      <a:pt x="72390" y="56229"/>
                      <a:pt x="69533" y="59087"/>
                    </a:cubicBezTo>
                    <a:cubicBezTo>
                      <a:pt x="66675" y="61944"/>
                      <a:pt x="63817" y="63849"/>
                      <a:pt x="60960" y="64802"/>
                    </a:cubicBezTo>
                    <a:cubicBezTo>
                      <a:pt x="58103" y="65754"/>
                      <a:pt x="52388" y="66707"/>
                      <a:pt x="45720" y="66707"/>
                    </a:cubicBezTo>
                    <a:lnTo>
                      <a:pt x="14288" y="66707"/>
                    </a:lnTo>
                    <a:cubicBezTo>
                      <a:pt x="10477" y="66707"/>
                      <a:pt x="8573" y="66707"/>
                      <a:pt x="7620" y="67659"/>
                    </a:cubicBezTo>
                    <a:cubicBezTo>
                      <a:pt x="6667" y="68612"/>
                      <a:pt x="5715" y="69564"/>
                      <a:pt x="4763" y="70516"/>
                    </a:cubicBezTo>
                    <a:cubicBezTo>
                      <a:pt x="3810" y="71469"/>
                      <a:pt x="3810" y="74327"/>
                      <a:pt x="3810" y="78137"/>
                    </a:cubicBezTo>
                    <a:lnTo>
                      <a:pt x="952" y="78137"/>
                    </a:lnTo>
                    <a:lnTo>
                      <a:pt x="952" y="53372"/>
                    </a:lnTo>
                    <a:lnTo>
                      <a:pt x="48578" y="53372"/>
                    </a:lnTo>
                    <a:cubicBezTo>
                      <a:pt x="55245" y="53372"/>
                      <a:pt x="59055" y="52419"/>
                      <a:pt x="61913" y="49562"/>
                    </a:cubicBezTo>
                    <a:cubicBezTo>
                      <a:pt x="64770" y="46704"/>
                      <a:pt x="64770" y="44799"/>
                      <a:pt x="64770" y="40989"/>
                    </a:cubicBezTo>
                    <a:cubicBezTo>
                      <a:pt x="64770" y="37179"/>
                      <a:pt x="64770" y="36227"/>
                      <a:pt x="62865" y="33369"/>
                    </a:cubicBezTo>
                    <a:cubicBezTo>
                      <a:pt x="60960" y="30512"/>
                      <a:pt x="59055" y="27654"/>
                      <a:pt x="55245" y="22891"/>
                    </a:cubicBezTo>
                    <a:lnTo>
                      <a:pt x="15240" y="22891"/>
                    </a:lnTo>
                    <a:cubicBezTo>
                      <a:pt x="11430" y="22891"/>
                      <a:pt x="8573" y="22891"/>
                      <a:pt x="6667" y="24797"/>
                    </a:cubicBezTo>
                    <a:cubicBezTo>
                      <a:pt x="4763" y="26702"/>
                      <a:pt x="4763" y="29559"/>
                      <a:pt x="4763" y="34322"/>
                    </a:cubicBezTo>
                    <a:lnTo>
                      <a:pt x="1905" y="34322"/>
                    </a:lnTo>
                    <a:lnTo>
                      <a:pt x="1905" y="1050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0F26DAB6-0ACD-474F-7775-698A2BC0FA30}"/>
                  </a:ext>
                </a:extLst>
              </p:cNvPr>
              <p:cNvSpPr/>
              <p:nvPr/>
            </p:nvSpPr>
            <p:spPr>
              <a:xfrm>
                <a:off x="3944302" y="4120515"/>
                <a:ext cx="73342" cy="51434"/>
              </a:xfrm>
              <a:custGeom>
                <a:avLst/>
                <a:gdLst>
                  <a:gd name="connsiteX0" fmla="*/ 952 w 73342"/>
                  <a:gd name="connsiteY0" fmla="*/ 27622 h 51434"/>
                  <a:gd name="connsiteX1" fmla="*/ 17145 w 73342"/>
                  <a:gd name="connsiteY1" fmla="*/ 27622 h 51434"/>
                  <a:gd name="connsiteX2" fmla="*/ 952 w 73342"/>
                  <a:gd name="connsiteY2" fmla="*/ 9525 h 51434"/>
                  <a:gd name="connsiteX3" fmla="*/ 3810 w 73342"/>
                  <a:gd name="connsiteY3" fmla="*/ 2857 h 51434"/>
                  <a:gd name="connsiteX4" fmla="*/ 9525 w 73342"/>
                  <a:gd name="connsiteY4" fmla="*/ 0 h 51434"/>
                  <a:gd name="connsiteX5" fmla="*/ 14288 w 73342"/>
                  <a:gd name="connsiteY5" fmla="*/ 1905 h 51434"/>
                  <a:gd name="connsiteX6" fmla="*/ 16193 w 73342"/>
                  <a:gd name="connsiteY6" fmla="*/ 6667 h 51434"/>
                  <a:gd name="connsiteX7" fmla="*/ 13335 w 73342"/>
                  <a:gd name="connsiteY7" fmla="*/ 12382 h 51434"/>
                  <a:gd name="connsiteX8" fmla="*/ 10477 w 73342"/>
                  <a:gd name="connsiteY8" fmla="*/ 17145 h 51434"/>
                  <a:gd name="connsiteX9" fmla="*/ 12383 w 73342"/>
                  <a:gd name="connsiteY9" fmla="*/ 20003 h 51434"/>
                  <a:gd name="connsiteX10" fmla="*/ 22860 w 73342"/>
                  <a:gd name="connsiteY10" fmla="*/ 27622 h 51434"/>
                  <a:gd name="connsiteX11" fmla="*/ 57150 w 73342"/>
                  <a:gd name="connsiteY11" fmla="*/ 27622 h 51434"/>
                  <a:gd name="connsiteX12" fmla="*/ 65723 w 73342"/>
                  <a:gd name="connsiteY12" fmla="*/ 25717 h 51434"/>
                  <a:gd name="connsiteX13" fmla="*/ 69532 w 73342"/>
                  <a:gd name="connsiteY13" fmla="*/ 21907 h 51434"/>
                  <a:gd name="connsiteX14" fmla="*/ 70485 w 73342"/>
                  <a:gd name="connsiteY14" fmla="*/ 14288 h 51434"/>
                  <a:gd name="connsiteX15" fmla="*/ 73343 w 73342"/>
                  <a:gd name="connsiteY15" fmla="*/ 14288 h 51434"/>
                  <a:gd name="connsiteX16" fmla="*/ 73343 w 73342"/>
                  <a:gd name="connsiteY16" fmla="*/ 50482 h 51434"/>
                  <a:gd name="connsiteX17" fmla="*/ 70485 w 73342"/>
                  <a:gd name="connsiteY17" fmla="*/ 50482 h 51434"/>
                  <a:gd name="connsiteX18" fmla="*/ 68580 w 73342"/>
                  <a:gd name="connsiteY18" fmla="*/ 42863 h 51434"/>
                  <a:gd name="connsiteX19" fmla="*/ 64770 w 73342"/>
                  <a:gd name="connsiteY19" fmla="*/ 40005 h 51434"/>
                  <a:gd name="connsiteX20" fmla="*/ 57150 w 73342"/>
                  <a:gd name="connsiteY20" fmla="*/ 40005 h 51434"/>
                  <a:gd name="connsiteX21" fmla="*/ 29527 w 73342"/>
                  <a:gd name="connsiteY21" fmla="*/ 40005 h 51434"/>
                  <a:gd name="connsiteX22" fmla="*/ 15240 w 73342"/>
                  <a:gd name="connsiteY22" fmla="*/ 40005 h 51434"/>
                  <a:gd name="connsiteX23" fmla="*/ 11430 w 73342"/>
                  <a:gd name="connsiteY23" fmla="*/ 41910 h 51434"/>
                  <a:gd name="connsiteX24" fmla="*/ 10477 w 73342"/>
                  <a:gd name="connsiteY24" fmla="*/ 45720 h 51434"/>
                  <a:gd name="connsiteX25" fmla="*/ 11430 w 73342"/>
                  <a:gd name="connsiteY25" fmla="*/ 51435 h 51434"/>
                  <a:gd name="connsiteX26" fmla="*/ 8573 w 73342"/>
                  <a:gd name="connsiteY26" fmla="*/ 51435 h 51434"/>
                  <a:gd name="connsiteX27" fmla="*/ 0 w 73342"/>
                  <a:gd name="connsiteY27" fmla="*/ 30480 h 51434"/>
                  <a:gd name="connsiteX28" fmla="*/ 0 w 73342"/>
                  <a:gd name="connsiteY28" fmla="*/ 27622 h 51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3342" h="51434">
                    <a:moveTo>
                      <a:pt x="952" y="27622"/>
                    </a:moveTo>
                    <a:lnTo>
                      <a:pt x="17145" y="27622"/>
                    </a:lnTo>
                    <a:cubicBezTo>
                      <a:pt x="6668" y="21907"/>
                      <a:pt x="952" y="15240"/>
                      <a:pt x="952" y="9525"/>
                    </a:cubicBezTo>
                    <a:cubicBezTo>
                      <a:pt x="952" y="3810"/>
                      <a:pt x="952" y="4763"/>
                      <a:pt x="3810" y="2857"/>
                    </a:cubicBezTo>
                    <a:cubicBezTo>
                      <a:pt x="6668" y="953"/>
                      <a:pt x="7620" y="0"/>
                      <a:pt x="9525" y="0"/>
                    </a:cubicBezTo>
                    <a:cubicBezTo>
                      <a:pt x="11430" y="0"/>
                      <a:pt x="13335" y="0"/>
                      <a:pt x="14288" y="1905"/>
                    </a:cubicBezTo>
                    <a:cubicBezTo>
                      <a:pt x="15240" y="3810"/>
                      <a:pt x="16193" y="4763"/>
                      <a:pt x="16193" y="6667"/>
                    </a:cubicBezTo>
                    <a:cubicBezTo>
                      <a:pt x="16193" y="8572"/>
                      <a:pt x="16193" y="10478"/>
                      <a:pt x="13335" y="12382"/>
                    </a:cubicBezTo>
                    <a:cubicBezTo>
                      <a:pt x="10477" y="14288"/>
                      <a:pt x="10477" y="16192"/>
                      <a:pt x="10477" y="17145"/>
                    </a:cubicBezTo>
                    <a:cubicBezTo>
                      <a:pt x="10477" y="18097"/>
                      <a:pt x="10477" y="19050"/>
                      <a:pt x="12383" y="20003"/>
                    </a:cubicBezTo>
                    <a:cubicBezTo>
                      <a:pt x="14288" y="21907"/>
                      <a:pt x="18098" y="24765"/>
                      <a:pt x="22860" y="27622"/>
                    </a:cubicBezTo>
                    <a:lnTo>
                      <a:pt x="57150" y="27622"/>
                    </a:lnTo>
                    <a:cubicBezTo>
                      <a:pt x="60960" y="27622"/>
                      <a:pt x="63818" y="27622"/>
                      <a:pt x="65723" y="25717"/>
                    </a:cubicBezTo>
                    <a:cubicBezTo>
                      <a:pt x="66675" y="25717"/>
                      <a:pt x="68580" y="23813"/>
                      <a:pt x="69532" y="21907"/>
                    </a:cubicBezTo>
                    <a:cubicBezTo>
                      <a:pt x="70485" y="20003"/>
                      <a:pt x="70485" y="18097"/>
                      <a:pt x="70485" y="14288"/>
                    </a:cubicBezTo>
                    <a:lnTo>
                      <a:pt x="73343" y="14288"/>
                    </a:lnTo>
                    <a:lnTo>
                      <a:pt x="73343" y="50482"/>
                    </a:lnTo>
                    <a:lnTo>
                      <a:pt x="70485" y="50482"/>
                    </a:lnTo>
                    <a:cubicBezTo>
                      <a:pt x="70485" y="46672"/>
                      <a:pt x="70485" y="43815"/>
                      <a:pt x="68580" y="42863"/>
                    </a:cubicBezTo>
                    <a:cubicBezTo>
                      <a:pt x="68580" y="41910"/>
                      <a:pt x="66675" y="40957"/>
                      <a:pt x="64770" y="40005"/>
                    </a:cubicBezTo>
                    <a:cubicBezTo>
                      <a:pt x="64770" y="40005"/>
                      <a:pt x="60960" y="40005"/>
                      <a:pt x="57150" y="40005"/>
                    </a:cubicBezTo>
                    <a:lnTo>
                      <a:pt x="29527" y="40005"/>
                    </a:lnTo>
                    <a:cubicBezTo>
                      <a:pt x="20955" y="40005"/>
                      <a:pt x="16193" y="40005"/>
                      <a:pt x="15240" y="40005"/>
                    </a:cubicBezTo>
                    <a:cubicBezTo>
                      <a:pt x="14288" y="40005"/>
                      <a:pt x="12383" y="40957"/>
                      <a:pt x="11430" y="41910"/>
                    </a:cubicBezTo>
                    <a:cubicBezTo>
                      <a:pt x="10477" y="42863"/>
                      <a:pt x="10477" y="43815"/>
                      <a:pt x="10477" y="45720"/>
                    </a:cubicBezTo>
                    <a:cubicBezTo>
                      <a:pt x="10477" y="47625"/>
                      <a:pt x="10477" y="49530"/>
                      <a:pt x="11430" y="51435"/>
                    </a:cubicBezTo>
                    <a:lnTo>
                      <a:pt x="8573" y="51435"/>
                    </a:lnTo>
                    <a:cubicBezTo>
                      <a:pt x="8573" y="51435"/>
                      <a:pt x="0" y="30480"/>
                      <a:pt x="0" y="30480"/>
                    </a:cubicBezTo>
                    <a:lnTo>
                      <a:pt x="0" y="2762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7EE07B8-98D8-3CD5-B84D-D001807CC27D}"/>
                  </a:ext>
                </a:extLst>
              </p:cNvPr>
              <p:cNvSpPr/>
              <p:nvPr/>
            </p:nvSpPr>
            <p:spPr>
              <a:xfrm>
                <a:off x="3946207" y="4052887"/>
                <a:ext cx="73342" cy="61912"/>
              </a:xfrm>
              <a:custGeom>
                <a:avLst/>
                <a:gdLst>
                  <a:gd name="connsiteX0" fmla="*/ 61913 w 73342"/>
                  <a:gd name="connsiteY0" fmla="*/ 22860 h 61912"/>
                  <a:gd name="connsiteX1" fmla="*/ 71438 w 73342"/>
                  <a:gd name="connsiteY1" fmla="*/ 36195 h 61912"/>
                  <a:gd name="connsiteX2" fmla="*/ 73342 w 73342"/>
                  <a:gd name="connsiteY2" fmla="*/ 44768 h 61912"/>
                  <a:gd name="connsiteX3" fmla="*/ 68580 w 73342"/>
                  <a:gd name="connsiteY3" fmla="*/ 57150 h 61912"/>
                  <a:gd name="connsiteX4" fmla="*/ 55245 w 73342"/>
                  <a:gd name="connsiteY4" fmla="*/ 61913 h 61912"/>
                  <a:gd name="connsiteX5" fmla="*/ 46672 w 73342"/>
                  <a:gd name="connsiteY5" fmla="*/ 60007 h 61912"/>
                  <a:gd name="connsiteX6" fmla="*/ 37147 w 73342"/>
                  <a:gd name="connsiteY6" fmla="*/ 48578 h 61912"/>
                  <a:gd name="connsiteX7" fmla="*/ 25717 w 73342"/>
                  <a:gd name="connsiteY7" fmla="*/ 22860 h 61912"/>
                  <a:gd name="connsiteX8" fmla="*/ 22860 w 73342"/>
                  <a:gd name="connsiteY8" fmla="*/ 22860 h 61912"/>
                  <a:gd name="connsiteX9" fmla="*/ 8572 w 73342"/>
                  <a:gd name="connsiteY9" fmla="*/ 26670 h 61912"/>
                  <a:gd name="connsiteX10" fmla="*/ 4763 w 73342"/>
                  <a:gd name="connsiteY10" fmla="*/ 36195 h 61912"/>
                  <a:gd name="connsiteX11" fmla="*/ 7620 w 73342"/>
                  <a:gd name="connsiteY11" fmla="*/ 43815 h 61912"/>
                  <a:gd name="connsiteX12" fmla="*/ 13335 w 73342"/>
                  <a:gd name="connsiteY12" fmla="*/ 46672 h 61912"/>
                  <a:gd name="connsiteX13" fmla="*/ 18097 w 73342"/>
                  <a:gd name="connsiteY13" fmla="*/ 46672 h 61912"/>
                  <a:gd name="connsiteX14" fmla="*/ 23813 w 73342"/>
                  <a:gd name="connsiteY14" fmla="*/ 48578 h 61912"/>
                  <a:gd name="connsiteX15" fmla="*/ 25717 w 73342"/>
                  <a:gd name="connsiteY15" fmla="*/ 53340 h 61912"/>
                  <a:gd name="connsiteX16" fmla="*/ 23813 w 73342"/>
                  <a:gd name="connsiteY16" fmla="*/ 58103 h 61912"/>
                  <a:gd name="connsiteX17" fmla="*/ 18097 w 73342"/>
                  <a:gd name="connsiteY17" fmla="*/ 60007 h 61912"/>
                  <a:gd name="connsiteX18" fmla="*/ 5715 w 73342"/>
                  <a:gd name="connsiteY18" fmla="*/ 53340 h 61912"/>
                  <a:gd name="connsiteX19" fmla="*/ 0 w 73342"/>
                  <a:gd name="connsiteY19" fmla="*/ 34290 h 61912"/>
                  <a:gd name="connsiteX20" fmla="*/ 2857 w 73342"/>
                  <a:gd name="connsiteY20" fmla="*/ 19050 h 61912"/>
                  <a:gd name="connsiteX21" fmla="*/ 10477 w 73342"/>
                  <a:gd name="connsiteY21" fmla="*/ 12382 h 61912"/>
                  <a:gd name="connsiteX22" fmla="*/ 23813 w 73342"/>
                  <a:gd name="connsiteY22" fmla="*/ 11430 h 61912"/>
                  <a:gd name="connsiteX23" fmla="*/ 47625 w 73342"/>
                  <a:gd name="connsiteY23" fmla="*/ 11430 h 61912"/>
                  <a:gd name="connsiteX24" fmla="*/ 60008 w 73342"/>
                  <a:gd name="connsiteY24" fmla="*/ 11430 h 61912"/>
                  <a:gd name="connsiteX25" fmla="*/ 62865 w 73342"/>
                  <a:gd name="connsiteY25" fmla="*/ 10478 h 61912"/>
                  <a:gd name="connsiteX26" fmla="*/ 62865 w 73342"/>
                  <a:gd name="connsiteY26" fmla="*/ 8572 h 61912"/>
                  <a:gd name="connsiteX27" fmla="*/ 62865 w 73342"/>
                  <a:gd name="connsiteY27" fmla="*/ 6668 h 61912"/>
                  <a:gd name="connsiteX28" fmla="*/ 57150 w 73342"/>
                  <a:gd name="connsiteY28" fmla="*/ 0 h 61912"/>
                  <a:gd name="connsiteX29" fmla="*/ 61913 w 73342"/>
                  <a:gd name="connsiteY29" fmla="*/ 0 h 61912"/>
                  <a:gd name="connsiteX30" fmla="*/ 73342 w 73342"/>
                  <a:gd name="connsiteY30" fmla="*/ 16193 h 61912"/>
                  <a:gd name="connsiteX31" fmla="*/ 70485 w 73342"/>
                  <a:gd name="connsiteY31" fmla="*/ 21907 h 61912"/>
                  <a:gd name="connsiteX32" fmla="*/ 61913 w 73342"/>
                  <a:gd name="connsiteY32" fmla="*/ 23813 h 61912"/>
                  <a:gd name="connsiteX33" fmla="*/ 57150 w 73342"/>
                  <a:gd name="connsiteY33" fmla="*/ 22860 h 61912"/>
                  <a:gd name="connsiteX34" fmla="*/ 30480 w 73342"/>
                  <a:gd name="connsiteY34" fmla="*/ 22860 h 61912"/>
                  <a:gd name="connsiteX35" fmla="*/ 37147 w 73342"/>
                  <a:gd name="connsiteY35" fmla="*/ 38100 h 61912"/>
                  <a:gd name="connsiteX36" fmla="*/ 43815 w 73342"/>
                  <a:gd name="connsiteY36" fmla="*/ 46672 h 61912"/>
                  <a:gd name="connsiteX37" fmla="*/ 52388 w 73342"/>
                  <a:gd name="connsiteY37" fmla="*/ 49530 h 61912"/>
                  <a:gd name="connsiteX38" fmla="*/ 61913 w 73342"/>
                  <a:gd name="connsiteY38" fmla="*/ 46672 h 61912"/>
                  <a:gd name="connsiteX39" fmla="*/ 65722 w 73342"/>
                  <a:gd name="connsiteY39" fmla="*/ 39053 h 61912"/>
                  <a:gd name="connsiteX40" fmla="*/ 58102 w 73342"/>
                  <a:gd name="connsiteY40" fmla="*/ 23813 h 6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342" h="61912">
                    <a:moveTo>
                      <a:pt x="61913" y="22860"/>
                    </a:moveTo>
                    <a:cubicBezTo>
                      <a:pt x="67627" y="30480"/>
                      <a:pt x="70485" y="34290"/>
                      <a:pt x="71438" y="36195"/>
                    </a:cubicBezTo>
                    <a:cubicBezTo>
                      <a:pt x="72390" y="39053"/>
                      <a:pt x="73342" y="41910"/>
                      <a:pt x="73342" y="44768"/>
                    </a:cubicBezTo>
                    <a:cubicBezTo>
                      <a:pt x="73342" y="49530"/>
                      <a:pt x="71438" y="53340"/>
                      <a:pt x="68580" y="57150"/>
                    </a:cubicBezTo>
                    <a:cubicBezTo>
                      <a:pt x="65722" y="60960"/>
                      <a:pt x="60960" y="61913"/>
                      <a:pt x="55245" y="61913"/>
                    </a:cubicBezTo>
                    <a:cubicBezTo>
                      <a:pt x="49530" y="61913"/>
                      <a:pt x="48577" y="61913"/>
                      <a:pt x="46672" y="60007"/>
                    </a:cubicBezTo>
                    <a:cubicBezTo>
                      <a:pt x="42863" y="58103"/>
                      <a:pt x="40005" y="54293"/>
                      <a:pt x="37147" y="48578"/>
                    </a:cubicBezTo>
                    <a:cubicBezTo>
                      <a:pt x="34290" y="42863"/>
                      <a:pt x="30480" y="34290"/>
                      <a:pt x="25717" y="22860"/>
                    </a:cubicBezTo>
                    <a:lnTo>
                      <a:pt x="22860" y="22860"/>
                    </a:lnTo>
                    <a:cubicBezTo>
                      <a:pt x="16192" y="22860"/>
                      <a:pt x="10477" y="23813"/>
                      <a:pt x="8572" y="26670"/>
                    </a:cubicBezTo>
                    <a:cubicBezTo>
                      <a:pt x="6667" y="29528"/>
                      <a:pt x="4763" y="32385"/>
                      <a:pt x="4763" y="36195"/>
                    </a:cubicBezTo>
                    <a:cubicBezTo>
                      <a:pt x="4763" y="40005"/>
                      <a:pt x="4763" y="41910"/>
                      <a:pt x="7620" y="43815"/>
                    </a:cubicBezTo>
                    <a:cubicBezTo>
                      <a:pt x="9525" y="45720"/>
                      <a:pt x="11430" y="46672"/>
                      <a:pt x="13335" y="46672"/>
                    </a:cubicBezTo>
                    <a:lnTo>
                      <a:pt x="18097" y="46672"/>
                    </a:lnTo>
                    <a:cubicBezTo>
                      <a:pt x="20002" y="46672"/>
                      <a:pt x="21907" y="46672"/>
                      <a:pt x="23813" y="48578"/>
                    </a:cubicBezTo>
                    <a:cubicBezTo>
                      <a:pt x="25717" y="50482"/>
                      <a:pt x="25717" y="51435"/>
                      <a:pt x="25717" y="53340"/>
                    </a:cubicBezTo>
                    <a:cubicBezTo>
                      <a:pt x="25717" y="55245"/>
                      <a:pt x="25717" y="57150"/>
                      <a:pt x="23813" y="58103"/>
                    </a:cubicBezTo>
                    <a:cubicBezTo>
                      <a:pt x="21907" y="59055"/>
                      <a:pt x="20955" y="60007"/>
                      <a:pt x="18097" y="60007"/>
                    </a:cubicBezTo>
                    <a:cubicBezTo>
                      <a:pt x="13335" y="60007"/>
                      <a:pt x="9525" y="58103"/>
                      <a:pt x="5715" y="53340"/>
                    </a:cubicBezTo>
                    <a:cubicBezTo>
                      <a:pt x="1905" y="48578"/>
                      <a:pt x="0" y="42863"/>
                      <a:pt x="0" y="34290"/>
                    </a:cubicBezTo>
                    <a:cubicBezTo>
                      <a:pt x="0" y="25718"/>
                      <a:pt x="952" y="22860"/>
                      <a:pt x="2857" y="19050"/>
                    </a:cubicBezTo>
                    <a:cubicBezTo>
                      <a:pt x="4763" y="16193"/>
                      <a:pt x="6667" y="13335"/>
                      <a:pt x="10477" y="12382"/>
                    </a:cubicBezTo>
                    <a:cubicBezTo>
                      <a:pt x="12382" y="12382"/>
                      <a:pt x="17145" y="11430"/>
                      <a:pt x="23813" y="11430"/>
                    </a:cubicBezTo>
                    <a:lnTo>
                      <a:pt x="47625" y="11430"/>
                    </a:lnTo>
                    <a:cubicBezTo>
                      <a:pt x="54292" y="11430"/>
                      <a:pt x="58102" y="11430"/>
                      <a:pt x="60008" y="11430"/>
                    </a:cubicBezTo>
                    <a:cubicBezTo>
                      <a:pt x="61913" y="11430"/>
                      <a:pt x="62865" y="11430"/>
                      <a:pt x="62865" y="10478"/>
                    </a:cubicBezTo>
                    <a:cubicBezTo>
                      <a:pt x="62865" y="9525"/>
                      <a:pt x="62865" y="9525"/>
                      <a:pt x="62865" y="8572"/>
                    </a:cubicBezTo>
                    <a:cubicBezTo>
                      <a:pt x="62865" y="7620"/>
                      <a:pt x="62865" y="6668"/>
                      <a:pt x="62865" y="6668"/>
                    </a:cubicBezTo>
                    <a:cubicBezTo>
                      <a:pt x="62865" y="5715"/>
                      <a:pt x="60008" y="3810"/>
                      <a:pt x="57150" y="0"/>
                    </a:cubicBezTo>
                    <a:lnTo>
                      <a:pt x="61913" y="0"/>
                    </a:lnTo>
                    <a:cubicBezTo>
                      <a:pt x="69533" y="5715"/>
                      <a:pt x="73342" y="11430"/>
                      <a:pt x="73342" y="16193"/>
                    </a:cubicBezTo>
                    <a:cubicBezTo>
                      <a:pt x="73342" y="20955"/>
                      <a:pt x="73342" y="20955"/>
                      <a:pt x="70485" y="21907"/>
                    </a:cubicBezTo>
                    <a:cubicBezTo>
                      <a:pt x="67627" y="22860"/>
                      <a:pt x="65722" y="23813"/>
                      <a:pt x="61913" y="23813"/>
                    </a:cubicBezTo>
                    <a:close/>
                    <a:moveTo>
                      <a:pt x="57150" y="22860"/>
                    </a:moveTo>
                    <a:lnTo>
                      <a:pt x="30480" y="22860"/>
                    </a:lnTo>
                    <a:cubicBezTo>
                      <a:pt x="33338" y="30480"/>
                      <a:pt x="36195" y="35243"/>
                      <a:pt x="37147" y="38100"/>
                    </a:cubicBezTo>
                    <a:cubicBezTo>
                      <a:pt x="39052" y="41910"/>
                      <a:pt x="41910" y="44768"/>
                      <a:pt x="43815" y="46672"/>
                    </a:cubicBezTo>
                    <a:cubicBezTo>
                      <a:pt x="45720" y="48578"/>
                      <a:pt x="48577" y="49530"/>
                      <a:pt x="52388" y="49530"/>
                    </a:cubicBezTo>
                    <a:cubicBezTo>
                      <a:pt x="56197" y="49530"/>
                      <a:pt x="59055" y="48578"/>
                      <a:pt x="61913" y="46672"/>
                    </a:cubicBezTo>
                    <a:cubicBezTo>
                      <a:pt x="64770" y="44768"/>
                      <a:pt x="65722" y="41910"/>
                      <a:pt x="65722" y="39053"/>
                    </a:cubicBezTo>
                    <a:cubicBezTo>
                      <a:pt x="65722" y="36195"/>
                      <a:pt x="62865" y="29528"/>
                      <a:pt x="58102" y="238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0D719120-8F71-DE0D-ED44-525F59544D6C}"/>
                  </a:ext>
                </a:extLst>
              </p:cNvPr>
              <p:cNvSpPr/>
              <p:nvPr/>
            </p:nvSpPr>
            <p:spPr>
              <a:xfrm>
                <a:off x="3909060" y="4010025"/>
                <a:ext cx="109537" cy="35242"/>
              </a:xfrm>
              <a:custGeom>
                <a:avLst/>
                <a:gdLst>
                  <a:gd name="connsiteX0" fmla="*/ 0 w 109537"/>
                  <a:gd name="connsiteY0" fmla="*/ 11430 h 35242"/>
                  <a:gd name="connsiteX1" fmla="*/ 94298 w 109537"/>
                  <a:gd name="connsiteY1" fmla="*/ 11430 h 35242"/>
                  <a:gd name="connsiteX2" fmla="*/ 102870 w 109537"/>
                  <a:gd name="connsiteY2" fmla="*/ 10478 h 35242"/>
                  <a:gd name="connsiteX3" fmla="*/ 105727 w 109537"/>
                  <a:gd name="connsiteY3" fmla="*/ 7620 h 35242"/>
                  <a:gd name="connsiteX4" fmla="*/ 106680 w 109537"/>
                  <a:gd name="connsiteY4" fmla="*/ 0 h 35242"/>
                  <a:gd name="connsiteX5" fmla="*/ 109537 w 109537"/>
                  <a:gd name="connsiteY5" fmla="*/ 0 h 35242"/>
                  <a:gd name="connsiteX6" fmla="*/ 109537 w 109537"/>
                  <a:gd name="connsiteY6" fmla="*/ 35243 h 35242"/>
                  <a:gd name="connsiteX7" fmla="*/ 106680 w 109537"/>
                  <a:gd name="connsiteY7" fmla="*/ 35243 h 35242"/>
                  <a:gd name="connsiteX8" fmla="*/ 105727 w 109537"/>
                  <a:gd name="connsiteY8" fmla="*/ 28575 h 35242"/>
                  <a:gd name="connsiteX9" fmla="*/ 102870 w 109537"/>
                  <a:gd name="connsiteY9" fmla="*/ 25718 h 35242"/>
                  <a:gd name="connsiteX10" fmla="*/ 94298 w 109537"/>
                  <a:gd name="connsiteY10" fmla="*/ 24765 h 35242"/>
                  <a:gd name="connsiteX11" fmla="*/ 29527 w 109537"/>
                  <a:gd name="connsiteY11" fmla="*/ 24765 h 35242"/>
                  <a:gd name="connsiteX12" fmla="*/ 15240 w 109537"/>
                  <a:gd name="connsiteY12" fmla="*/ 24765 h 35242"/>
                  <a:gd name="connsiteX13" fmla="*/ 11430 w 109537"/>
                  <a:gd name="connsiteY13" fmla="*/ 26670 h 35242"/>
                  <a:gd name="connsiteX14" fmla="*/ 10477 w 109537"/>
                  <a:gd name="connsiteY14" fmla="*/ 29528 h 35242"/>
                  <a:gd name="connsiteX15" fmla="*/ 11430 w 109537"/>
                  <a:gd name="connsiteY15" fmla="*/ 34290 h 35242"/>
                  <a:gd name="connsiteX16" fmla="*/ 8573 w 109537"/>
                  <a:gd name="connsiteY16" fmla="*/ 34290 h 35242"/>
                  <a:gd name="connsiteX17" fmla="*/ 0 w 109537"/>
                  <a:gd name="connsiteY17" fmla="*/ 14288 h 35242"/>
                  <a:gd name="connsiteX18" fmla="*/ 0 w 109537"/>
                  <a:gd name="connsiteY18" fmla="*/ 10478 h 35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9537" h="35242">
                    <a:moveTo>
                      <a:pt x="0" y="11430"/>
                    </a:moveTo>
                    <a:lnTo>
                      <a:pt x="94298" y="11430"/>
                    </a:lnTo>
                    <a:cubicBezTo>
                      <a:pt x="99060" y="11430"/>
                      <a:pt x="101918" y="11430"/>
                      <a:pt x="102870" y="10478"/>
                    </a:cubicBezTo>
                    <a:cubicBezTo>
                      <a:pt x="103823" y="9525"/>
                      <a:pt x="105727" y="8572"/>
                      <a:pt x="105727" y="7620"/>
                    </a:cubicBezTo>
                    <a:cubicBezTo>
                      <a:pt x="105727" y="6668"/>
                      <a:pt x="106680" y="3810"/>
                      <a:pt x="106680" y="0"/>
                    </a:cubicBezTo>
                    <a:lnTo>
                      <a:pt x="109537" y="0"/>
                    </a:lnTo>
                    <a:lnTo>
                      <a:pt x="109537" y="35243"/>
                    </a:lnTo>
                    <a:lnTo>
                      <a:pt x="106680" y="35243"/>
                    </a:lnTo>
                    <a:cubicBezTo>
                      <a:pt x="106680" y="32385"/>
                      <a:pt x="106680" y="29528"/>
                      <a:pt x="105727" y="28575"/>
                    </a:cubicBezTo>
                    <a:cubicBezTo>
                      <a:pt x="104775" y="27622"/>
                      <a:pt x="103823" y="26670"/>
                      <a:pt x="102870" y="25718"/>
                    </a:cubicBezTo>
                    <a:cubicBezTo>
                      <a:pt x="101918" y="24765"/>
                      <a:pt x="98107" y="24765"/>
                      <a:pt x="94298" y="24765"/>
                    </a:cubicBezTo>
                    <a:lnTo>
                      <a:pt x="29527" y="24765"/>
                    </a:lnTo>
                    <a:cubicBezTo>
                      <a:pt x="21907" y="24765"/>
                      <a:pt x="16192" y="24765"/>
                      <a:pt x="15240" y="24765"/>
                    </a:cubicBezTo>
                    <a:cubicBezTo>
                      <a:pt x="14288" y="24765"/>
                      <a:pt x="12382" y="24765"/>
                      <a:pt x="11430" y="26670"/>
                    </a:cubicBezTo>
                    <a:cubicBezTo>
                      <a:pt x="10477" y="28575"/>
                      <a:pt x="10477" y="28575"/>
                      <a:pt x="10477" y="29528"/>
                    </a:cubicBezTo>
                    <a:cubicBezTo>
                      <a:pt x="10477" y="30480"/>
                      <a:pt x="10477" y="32385"/>
                      <a:pt x="11430" y="34290"/>
                    </a:cubicBezTo>
                    <a:lnTo>
                      <a:pt x="8573" y="34290"/>
                    </a:lnTo>
                    <a:cubicBezTo>
                      <a:pt x="8573" y="35243"/>
                      <a:pt x="0" y="14288"/>
                      <a:pt x="0" y="14288"/>
                    </a:cubicBezTo>
                    <a:lnTo>
                      <a:pt x="0" y="1047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7EFEBBD8-0022-4FFC-3C0D-495D087DAEC4}"/>
                  </a:ext>
                </a:extLst>
              </p:cNvPr>
              <p:cNvSpPr/>
              <p:nvPr/>
            </p:nvSpPr>
            <p:spPr>
              <a:xfrm>
                <a:off x="3910012" y="3864292"/>
                <a:ext cx="107632" cy="111442"/>
              </a:xfrm>
              <a:custGeom>
                <a:avLst/>
                <a:gdLst>
                  <a:gd name="connsiteX0" fmla="*/ 73342 w 107632"/>
                  <a:gd name="connsiteY0" fmla="*/ 39052 h 111442"/>
                  <a:gd name="connsiteX1" fmla="*/ 73342 w 107632"/>
                  <a:gd name="connsiteY1" fmla="*/ 80010 h 111442"/>
                  <a:gd name="connsiteX2" fmla="*/ 89535 w 107632"/>
                  <a:gd name="connsiteY2" fmla="*/ 86677 h 111442"/>
                  <a:gd name="connsiteX3" fmla="*/ 99060 w 107632"/>
                  <a:gd name="connsiteY3" fmla="*/ 89535 h 111442"/>
                  <a:gd name="connsiteX4" fmla="*/ 102870 w 107632"/>
                  <a:gd name="connsiteY4" fmla="*/ 87630 h 111442"/>
                  <a:gd name="connsiteX5" fmla="*/ 104775 w 107632"/>
                  <a:gd name="connsiteY5" fmla="*/ 78105 h 111442"/>
                  <a:gd name="connsiteX6" fmla="*/ 107633 w 107632"/>
                  <a:gd name="connsiteY6" fmla="*/ 78105 h 111442"/>
                  <a:gd name="connsiteX7" fmla="*/ 107633 w 107632"/>
                  <a:gd name="connsiteY7" fmla="*/ 111442 h 111442"/>
                  <a:gd name="connsiteX8" fmla="*/ 104775 w 107632"/>
                  <a:gd name="connsiteY8" fmla="*/ 111442 h 111442"/>
                  <a:gd name="connsiteX9" fmla="*/ 101917 w 107632"/>
                  <a:gd name="connsiteY9" fmla="*/ 102870 h 111442"/>
                  <a:gd name="connsiteX10" fmla="*/ 86678 w 107632"/>
                  <a:gd name="connsiteY10" fmla="*/ 94297 h 111442"/>
                  <a:gd name="connsiteX11" fmla="*/ 0 w 107632"/>
                  <a:gd name="connsiteY11" fmla="*/ 57150 h 111442"/>
                  <a:gd name="connsiteX12" fmla="*/ 0 w 107632"/>
                  <a:gd name="connsiteY12" fmla="*/ 54292 h 111442"/>
                  <a:gd name="connsiteX13" fmla="*/ 87630 w 107632"/>
                  <a:gd name="connsiteY13" fmla="*/ 18097 h 111442"/>
                  <a:gd name="connsiteX14" fmla="*/ 100965 w 107632"/>
                  <a:gd name="connsiteY14" fmla="*/ 10477 h 111442"/>
                  <a:gd name="connsiteX15" fmla="*/ 104775 w 107632"/>
                  <a:gd name="connsiteY15" fmla="*/ 0 h 111442"/>
                  <a:gd name="connsiteX16" fmla="*/ 107633 w 107632"/>
                  <a:gd name="connsiteY16" fmla="*/ 0 h 111442"/>
                  <a:gd name="connsiteX17" fmla="*/ 107633 w 107632"/>
                  <a:gd name="connsiteY17" fmla="*/ 41910 h 111442"/>
                  <a:gd name="connsiteX18" fmla="*/ 104775 w 107632"/>
                  <a:gd name="connsiteY18" fmla="*/ 41910 h 111442"/>
                  <a:gd name="connsiteX19" fmla="*/ 102870 w 107632"/>
                  <a:gd name="connsiteY19" fmla="*/ 33338 h 111442"/>
                  <a:gd name="connsiteX20" fmla="*/ 98108 w 107632"/>
                  <a:gd name="connsiteY20" fmla="*/ 31432 h 111442"/>
                  <a:gd name="connsiteX21" fmla="*/ 87630 w 107632"/>
                  <a:gd name="connsiteY21" fmla="*/ 34290 h 111442"/>
                  <a:gd name="connsiteX22" fmla="*/ 72390 w 107632"/>
                  <a:gd name="connsiteY22" fmla="*/ 40957 h 111442"/>
                  <a:gd name="connsiteX23" fmla="*/ 67627 w 107632"/>
                  <a:gd name="connsiteY23" fmla="*/ 40957 h 111442"/>
                  <a:gd name="connsiteX24" fmla="*/ 24765 w 107632"/>
                  <a:gd name="connsiteY24" fmla="*/ 59055 h 111442"/>
                  <a:gd name="connsiteX25" fmla="*/ 67627 w 107632"/>
                  <a:gd name="connsiteY25" fmla="*/ 77152 h 111442"/>
                  <a:gd name="connsiteX26" fmla="*/ 67627 w 107632"/>
                  <a:gd name="connsiteY26" fmla="*/ 40957 h 111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7632" h="111442">
                    <a:moveTo>
                      <a:pt x="73342" y="39052"/>
                    </a:moveTo>
                    <a:lnTo>
                      <a:pt x="73342" y="80010"/>
                    </a:lnTo>
                    <a:lnTo>
                      <a:pt x="89535" y="86677"/>
                    </a:lnTo>
                    <a:cubicBezTo>
                      <a:pt x="93345" y="88582"/>
                      <a:pt x="96203" y="89535"/>
                      <a:pt x="99060" y="89535"/>
                    </a:cubicBezTo>
                    <a:cubicBezTo>
                      <a:pt x="101917" y="89535"/>
                      <a:pt x="101917" y="89535"/>
                      <a:pt x="102870" y="87630"/>
                    </a:cubicBezTo>
                    <a:cubicBezTo>
                      <a:pt x="103822" y="85725"/>
                      <a:pt x="104775" y="82867"/>
                      <a:pt x="104775" y="78105"/>
                    </a:cubicBezTo>
                    <a:lnTo>
                      <a:pt x="107633" y="78105"/>
                    </a:lnTo>
                    <a:lnTo>
                      <a:pt x="107633" y="111442"/>
                    </a:lnTo>
                    <a:lnTo>
                      <a:pt x="104775" y="111442"/>
                    </a:lnTo>
                    <a:cubicBezTo>
                      <a:pt x="104775" y="106680"/>
                      <a:pt x="102870" y="103822"/>
                      <a:pt x="101917" y="102870"/>
                    </a:cubicBezTo>
                    <a:cubicBezTo>
                      <a:pt x="99060" y="100013"/>
                      <a:pt x="94297" y="97155"/>
                      <a:pt x="86678" y="94297"/>
                    </a:cubicBezTo>
                    <a:lnTo>
                      <a:pt x="0" y="57150"/>
                    </a:lnTo>
                    <a:lnTo>
                      <a:pt x="0" y="54292"/>
                    </a:lnTo>
                    <a:lnTo>
                      <a:pt x="87630" y="18097"/>
                    </a:lnTo>
                    <a:cubicBezTo>
                      <a:pt x="94297" y="15240"/>
                      <a:pt x="99060" y="12382"/>
                      <a:pt x="100965" y="10477"/>
                    </a:cubicBezTo>
                    <a:cubicBezTo>
                      <a:pt x="102870" y="8572"/>
                      <a:pt x="103822" y="4763"/>
                      <a:pt x="104775" y="0"/>
                    </a:cubicBezTo>
                    <a:lnTo>
                      <a:pt x="107633" y="0"/>
                    </a:lnTo>
                    <a:lnTo>
                      <a:pt x="107633" y="41910"/>
                    </a:lnTo>
                    <a:lnTo>
                      <a:pt x="104775" y="41910"/>
                    </a:lnTo>
                    <a:cubicBezTo>
                      <a:pt x="104775" y="38100"/>
                      <a:pt x="104775" y="35242"/>
                      <a:pt x="102870" y="33338"/>
                    </a:cubicBezTo>
                    <a:cubicBezTo>
                      <a:pt x="100965" y="31432"/>
                      <a:pt x="100013" y="31432"/>
                      <a:pt x="98108" y="31432"/>
                    </a:cubicBezTo>
                    <a:cubicBezTo>
                      <a:pt x="96203" y="31432"/>
                      <a:pt x="92392" y="32385"/>
                      <a:pt x="87630" y="34290"/>
                    </a:cubicBezTo>
                    <a:lnTo>
                      <a:pt x="72390" y="40957"/>
                    </a:lnTo>
                    <a:close/>
                    <a:moveTo>
                      <a:pt x="67627" y="40957"/>
                    </a:moveTo>
                    <a:lnTo>
                      <a:pt x="24765" y="59055"/>
                    </a:lnTo>
                    <a:lnTo>
                      <a:pt x="67627" y="77152"/>
                    </a:lnTo>
                    <a:lnTo>
                      <a:pt x="67627" y="4095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4FCFD92B-D234-0241-A642-547751E8CB03}"/>
                  </a:ext>
                </a:extLst>
              </p:cNvPr>
              <p:cNvSpPr/>
              <p:nvPr/>
            </p:nvSpPr>
            <p:spPr>
              <a:xfrm>
                <a:off x="3945254" y="3787140"/>
                <a:ext cx="106679" cy="75247"/>
              </a:xfrm>
              <a:custGeom>
                <a:avLst/>
                <a:gdLst>
                  <a:gd name="connsiteX0" fmla="*/ 9525 w 106679"/>
                  <a:gd name="connsiteY0" fmla="*/ 74295 h 75247"/>
                  <a:gd name="connsiteX1" fmla="*/ 953 w 106679"/>
                  <a:gd name="connsiteY1" fmla="*/ 52388 h 75247"/>
                  <a:gd name="connsiteX2" fmla="*/ 953 w 106679"/>
                  <a:gd name="connsiteY2" fmla="*/ 49530 h 75247"/>
                  <a:gd name="connsiteX3" fmla="*/ 17145 w 106679"/>
                  <a:gd name="connsiteY3" fmla="*/ 49530 h 75247"/>
                  <a:gd name="connsiteX4" fmla="*/ 3810 w 106679"/>
                  <a:gd name="connsiteY4" fmla="*/ 38100 h 75247"/>
                  <a:gd name="connsiteX5" fmla="*/ 0 w 106679"/>
                  <a:gd name="connsiteY5" fmla="*/ 26670 h 75247"/>
                  <a:gd name="connsiteX6" fmla="*/ 8573 w 106679"/>
                  <a:gd name="connsiteY6" fmla="*/ 8572 h 75247"/>
                  <a:gd name="connsiteX7" fmla="*/ 35243 w 106679"/>
                  <a:gd name="connsiteY7" fmla="*/ 0 h 75247"/>
                  <a:gd name="connsiteX8" fmla="*/ 65723 w 106679"/>
                  <a:gd name="connsiteY8" fmla="*/ 10478 h 75247"/>
                  <a:gd name="connsiteX9" fmla="*/ 75248 w 106679"/>
                  <a:gd name="connsiteY9" fmla="*/ 32385 h 75247"/>
                  <a:gd name="connsiteX10" fmla="*/ 73342 w 106679"/>
                  <a:gd name="connsiteY10" fmla="*/ 41910 h 75247"/>
                  <a:gd name="connsiteX11" fmla="*/ 68580 w 106679"/>
                  <a:gd name="connsiteY11" fmla="*/ 48578 h 75247"/>
                  <a:gd name="connsiteX12" fmla="*/ 90488 w 106679"/>
                  <a:gd name="connsiteY12" fmla="*/ 48578 h 75247"/>
                  <a:gd name="connsiteX13" fmla="*/ 100013 w 106679"/>
                  <a:gd name="connsiteY13" fmla="*/ 48578 h 75247"/>
                  <a:gd name="connsiteX14" fmla="*/ 102870 w 106679"/>
                  <a:gd name="connsiteY14" fmla="*/ 45720 h 75247"/>
                  <a:gd name="connsiteX15" fmla="*/ 103823 w 106679"/>
                  <a:gd name="connsiteY15" fmla="*/ 38100 h 75247"/>
                  <a:gd name="connsiteX16" fmla="*/ 106680 w 106679"/>
                  <a:gd name="connsiteY16" fmla="*/ 38100 h 75247"/>
                  <a:gd name="connsiteX17" fmla="*/ 106680 w 106679"/>
                  <a:gd name="connsiteY17" fmla="*/ 75247 h 75247"/>
                  <a:gd name="connsiteX18" fmla="*/ 103823 w 106679"/>
                  <a:gd name="connsiteY18" fmla="*/ 75247 h 75247"/>
                  <a:gd name="connsiteX19" fmla="*/ 103823 w 106679"/>
                  <a:gd name="connsiteY19" fmla="*/ 73342 h 75247"/>
                  <a:gd name="connsiteX20" fmla="*/ 101917 w 106679"/>
                  <a:gd name="connsiteY20" fmla="*/ 65722 h 75247"/>
                  <a:gd name="connsiteX21" fmla="*/ 99060 w 106679"/>
                  <a:gd name="connsiteY21" fmla="*/ 63817 h 75247"/>
                  <a:gd name="connsiteX22" fmla="*/ 89535 w 106679"/>
                  <a:gd name="connsiteY22" fmla="*/ 63817 h 75247"/>
                  <a:gd name="connsiteX23" fmla="*/ 22860 w 106679"/>
                  <a:gd name="connsiteY23" fmla="*/ 63817 h 75247"/>
                  <a:gd name="connsiteX24" fmla="*/ 14288 w 106679"/>
                  <a:gd name="connsiteY24" fmla="*/ 63817 h 75247"/>
                  <a:gd name="connsiteX25" fmla="*/ 11430 w 106679"/>
                  <a:gd name="connsiteY25" fmla="*/ 65722 h 75247"/>
                  <a:gd name="connsiteX26" fmla="*/ 11430 w 106679"/>
                  <a:gd name="connsiteY26" fmla="*/ 69532 h 75247"/>
                  <a:gd name="connsiteX27" fmla="*/ 12383 w 106679"/>
                  <a:gd name="connsiteY27" fmla="*/ 74295 h 75247"/>
                  <a:gd name="connsiteX28" fmla="*/ 9525 w 106679"/>
                  <a:gd name="connsiteY28" fmla="*/ 74295 h 75247"/>
                  <a:gd name="connsiteX29" fmla="*/ 21908 w 106679"/>
                  <a:gd name="connsiteY29" fmla="*/ 49530 h 75247"/>
                  <a:gd name="connsiteX30" fmla="*/ 48578 w 106679"/>
                  <a:gd name="connsiteY30" fmla="*/ 49530 h 75247"/>
                  <a:gd name="connsiteX31" fmla="*/ 60008 w 106679"/>
                  <a:gd name="connsiteY31" fmla="*/ 49530 h 75247"/>
                  <a:gd name="connsiteX32" fmla="*/ 67628 w 106679"/>
                  <a:gd name="connsiteY32" fmla="*/ 43815 h 75247"/>
                  <a:gd name="connsiteX33" fmla="*/ 71438 w 106679"/>
                  <a:gd name="connsiteY33" fmla="*/ 33338 h 75247"/>
                  <a:gd name="connsiteX34" fmla="*/ 65723 w 106679"/>
                  <a:gd name="connsiteY34" fmla="*/ 20955 h 75247"/>
                  <a:gd name="connsiteX35" fmla="*/ 43815 w 106679"/>
                  <a:gd name="connsiteY35" fmla="*/ 14288 h 75247"/>
                  <a:gd name="connsiteX36" fmla="*/ 19050 w 106679"/>
                  <a:gd name="connsiteY36" fmla="*/ 20955 h 75247"/>
                  <a:gd name="connsiteX37" fmla="*/ 13335 w 106679"/>
                  <a:gd name="connsiteY37" fmla="*/ 32385 h 75247"/>
                  <a:gd name="connsiteX38" fmla="*/ 15240 w 106679"/>
                  <a:gd name="connsiteY38" fmla="*/ 40005 h 75247"/>
                  <a:gd name="connsiteX39" fmla="*/ 23813 w 106679"/>
                  <a:gd name="connsiteY39" fmla="*/ 49530 h 75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6679" h="75247">
                    <a:moveTo>
                      <a:pt x="9525" y="74295"/>
                    </a:moveTo>
                    <a:lnTo>
                      <a:pt x="953" y="52388"/>
                    </a:lnTo>
                    <a:lnTo>
                      <a:pt x="953" y="49530"/>
                    </a:lnTo>
                    <a:lnTo>
                      <a:pt x="17145" y="49530"/>
                    </a:lnTo>
                    <a:cubicBezTo>
                      <a:pt x="10478" y="45720"/>
                      <a:pt x="6668" y="41910"/>
                      <a:pt x="3810" y="38100"/>
                    </a:cubicBezTo>
                    <a:cubicBezTo>
                      <a:pt x="953" y="34290"/>
                      <a:pt x="0" y="30480"/>
                      <a:pt x="0" y="26670"/>
                    </a:cubicBezTo>
                    <a:cubicBezTo>
                      <a:pt x="0" y="20003"/>
                      <a:pt x="2858" y="13335"/>
                      <a:pt x="8573" y="8572"/>
                    </a:cubicBezTo>
                    <a:cubicBezTo>
                      <a:pt x="15240" y="2857"/>
                      <a:pt x="23813" y="0"/>
                      <a:pt x="35243" y="0"/>
                    </a:cubicBezTo>
                    <a:cubicBezTo>
                      <a:pt x="46673" y="0"/>
                      <a:pt x="57150" y="3810"/>
                      <a:pt x="65723" y="10478"/>
                    </a:cubicBezTo>
                    <a:cubicBezTo>
                      <a:pt x="72390" y="16192"/>
                      <a:pt x="75248" y="23813"/>
                      <a:pt x="75248" y="32385"/>
                    </a:cubicBezTo>
                    <a:cubicBezTo>
                      <a:pt x="75248" y="40957"/>
                      <a:pt x="75248" y="39053"/>
                      <a:pt x="73342" y="41910"/>
                    </a:cubicBezTo>
                    <a:cubicBezTo>
                      <a:pt x="73342" y="43815"/>
                      <a:pt x="71438" y="46672"/>
                      <a:pt x="68580" y="48578"/>
                    </a:cubicBezTo>
                    <a:lnTo>
                      <a:pt x="90488" y="48578"/>
                    </a:lnTo>
                    <a:cubicBezTo>
                      <a:pt x="95250" y="48578"/>
                      <a:pt x="98108" y="48578"/>
                      <a:pt x="100013" y="48578"/>
                    </a:cubicBezTo>
                    <a:cubicBezTo>
                      <a:pt x="101917" y="48578"/>
                      <a:pt x="101917" y="46672"/>
                      <a:pt x="102870" y="45720"/>
                    </a:cubicBezTo>
                    <a:cubicBezTo>
                      <a:pt x="103823" y="44767"/>
                      <a:pt x="103823" y="41910"/>
                      <a:pt x="103823" y="38100"/>
                    </a:cubicBezTo>
                    <a:lnTo>
                      <a:pt x="106680" y="38100"/>
                    </a:lnTo>
                    <a:lnTo>
                      <a:pt x="106680" y="75247"/>
                    </a:lnTo>
                    <a:lnTo>
                      <a:pt x="103823" y="75247"/>
                    </a:lnTo>
                    <a:lnTo>
                      <a:pt x="103823" y="73342"/>
                    </a:lnTo>
                    <a:cubicBezTo>
                      <a:pt x="103823" y="70485"/>
                      <a:pt x="103823" y="67628"/>
                      <a:pt x="101917" y="65722"/>
                    </a:cubicBezTo>
                    <a:cubicBezTo>
                      <a:pt x="101917" y="64770"/>
                      <a:pt x="100013" y="63817"/>
                      <a:pt x="99060" y="63817"/>
                    </a:cubicBezTo>
                    <a:cubicBezTo>
                      <a:pt x="98108" y="63817"/>
                      <a:pt x="94298" y="63817"/>
                      <a:pt x="89535" y="63817"/>
                    </a:cubicBezTo>
                    <a:lnTo>
                      <a:pt x="22860" y="63817"/>
                    </a:lnTo>
                    <a:cubicBezTo>
                      <a:pt x="18098" y="63817"/>
                      <a:pt x="15240" y="63817"/>
                      <a:pt x="14288" y="63817"/>
                    </a:cubicBezTo>
                    <a:cubicBezTo>
                      <a:pt x="13335" y="63817"/>
                      <a:pt x="12383" y="64770"/>
                      <a:pt x="11430" y="65722"/>
                    </a:cubicBezTo>
                    <a:cubicBezTo>
                      <a:pt x="10478" y="66675"/>
                      <a:pt x="11430" y="67628"/>
                      <a:pt x="11430" y="69532"/>
                    </a:cubicBezTo>
                    <a:cubicBezTo>
                      <a:pt x="11430" y="71438"/>
                      <a:pt x="11430" y="72390"/>
                      <a:pt x="12383" y="74295"/>
                    </a:cubicBezTo>
                    <a:lnTo>
                      <a:pt x="9525" y="74295"/>
                    </a:lnTo>
                    <a:close/>
                    <a:moveTo>
                      <a:pt x="21908" y="49530"/>
                    </a:moveTo>
                    <a:lnTo>
                      <a:pt x="48578" y="49530"/>
                    </a:lnTo>
                    <a:cubicBezTo>
                      <a:pt x="54292" y="49530"/>
                      <a:pt x="58103" y="49530"/>
                      <a:pt x="60008" y="49530"/>
                    </a:cubicBezTo>
                    <a:cubicBezTo>
                      <a:pt x="62865" y="49530"/>
                      <a:pt x="65723" y="46672"/>
                      <a:pt x="67628" y="43815"/>
                    </a:cubicBezTo>
                    <a:cubicBezTo>
                      <a:pt x="69533" y="40957"/>
                      <a:pt x="71438" y="37147"/>
                      <a:pt x="71438" y="33338"/>
                    </a:cubicBezTo>
                    <a:cubicBezTo>
                      <a:pt x="71438" y="29528"/>
                      <a:pt x="69533" y="23813"/>
                      <a:pt x="65723" y="20955"/>
                    </a:cubicBezTo>
                    <a:cubicBezTo>
                      <a:pt x="60008" y="17145"/>
                      <a:pt x="53340" y="14288"/>
                      <a:pt x="43815" y="14288"/>
                    </a:cubicBezTo>
                    <a:cubicBezTo>
                      <a:pt x="34290" y="14288"/>
                      <a:pt x="24765" y="16192"/>
                      <a:pt x="19050" y="20955"/>
                    </a:cubicBezTo>
                    <a:cubicBezTo>
                      <a:pt x="15240" y="23813"/>
                      <a:pt x="13335" y="28575"/>
                      <a:pt x="13335" y="32385"/>
                    </a:cubicBezTo>
                    <a:cubicBezTo>
                      <a:pt x="13335" y="36195"/>
                      <a:pt x="13335" y="37147"/>
                      <a:pt x="15240" y="40005"/>
                    </a:cubicBezTo>
                    <a:cubicBezTo>
                      <a:pt x="15240" y="41910"/>
                      <a:pt x="19050" y="44767"/>
                      <a:pt x="23813" y="495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4E0AF5E5-CBB2-B39A-EF0E-0FEB6A734613}"/>
                  </a:ext>
                </a:extLst>
              </p:cNvPr>
              <p:cNvSpPr/>
              <p:nvPr/>
            </p:nvSpPr>
            <p:spPr>
              <a:xfrm>
                <a:off x="3945254" y="3708082"/>
                <a:ext cx="106679" cy="75247"/>
              </a:xfrm>
              <a:custGeom>
                <a:avLst/>
                <a:gdLst>
                  <a:gd name="connsiteX0" fmla="*/ 9525 w 106679"/>
                  <a:gd name="connsiteY0" fmla="*/ 74295 h 75247"/>
                  <a:gd name="connsiteX1" fmla="*/ 953 w 106679"/>
                  <a:gd name="connsiteY1" fmla="*/ 52388 h 75247"/>
                  <a:gd name="connsiteX2" fmla="*/ 953 w 106679"/>
                  <a:gd name="connsiteY2" fmla="*/ 49530 h 75247"/>
                  <a:gd name="connsiteX3" fmla="*/ 17145 w 106679"/>
                  <a:gd name="connsiteY3" fmla="*/ 49530 h 75247"/>
                  <a:gd name="connsiteX4" fmla="*/ 3810 w 106679"/>
                  <a:gd name="connsiteY4" fmla="*/ 38100 h 75247"/>
                  <a:gd name="connsiteX5" fmla="*/ 0 w 106679"/>
                  <a:gd name="connsiteY5" fmla="*/ 26670 h 75247"/>
                  <a:gd name="connsiteX6" fmla="*/ 8573 w 106679"/>
                  <a:gd name="connsiteY6" fmla="*/ 8573 h 75247"/>
                  <a:gd name="connsiteX7" fmla="*/ 35243 w 106679"/>
                  <a:gd name="connsiteY7" fmla="*/ 0 h 75247"/>
                  <a:gd name="connsiteX8" fmla="*/ 65723 w 106679"/>
                  <a:gd name="connsiteY8" fmla="*/ 10478 h 75247"/>
                  <a:gd name="connsiteX9" fmla="*/ 75248 w 106679"/>
                  <a:gd name="connsiteY9" fmla="*/ 32385 h 75247"/>
                  <a:gd name="connsiteX10" fmla="*/ 73342 w 106679"/>
                  <a:gd name="connsiteY10" fmla="*/ 41910 h 75247"/>
                  <a:gd name="connsiteX11" fmla="*/ 68580 w 106679"/>
                  <a:gd name="connsiteY11" fmla="*/ 48578 h 75247"/>
                  <a:gd name="connsiteX12" fmla="*/ 90488 w 106679"/>
                  <a:gd name="connsiteY12" fmla="*/ 48578 h 75247"/>
                  <a:gd name="connsiteX13" fmla="*/ 100013 w 106679"/>
                  <a:gd name="connsiteY13" fmla="*/ 48578 h 75247"/>
                  <a:gd name="connsiteX14" fmla="*/ 102870 w 106679"/>
                  <a:gd name="connsiteY14" fmla="*/ 45720 h 75247"/>
                  <a:gd name="connsiteX15" fmla="*/ 103823 w 106679"/>
                  <a:gd name="connsiteY15" fmla="*/ 38100 h 75247"/>
                  <a:gd name="connsiteX16" fmla="*/ 106680 w 106679"/>
                  <a:gd name="connsiteY16" fmla="*/ 38100 h 75247"/>
                  <a:gd name="connsiteX17" fmla="*/ 106680 w 106679"/>
                  <a:gd name="connsiteY17" fmla="*/ 75248 h 75247"/>
                  <a:gd name="connsiteX18" fmla="*/ 103823 w 106679"/>
                  <a:gd name="connsiteY18" fmla="*/ 75248 h 75247"/>
                  <a:gd name="connsiteX19" fmla="*/ 103823 w 106679"/>
                  <a:gd name="connsiteY19" fmla="*/ 73343 h 75247"/>
                  <a:gd name="connsiteX20" fmla="*/ 101917 w 106679"/>
                  <a:gd name="connsiteY20" fmla="*/ 65723 h 75247"/>
                  <a:gd name="connsiteX21" fmla="*/ 99060 w 106679"/>
                  <a:gd name="connsiteY21" fmla="*/ 63818 h 75247"/>
                  <a:gd name="connsiteX22" fmla="*/ 89535 w 106679"/>
                  <a:gd name="connsiteY22" fmla="*/ 63818 h 75247"/>
                  <a:gd name="connsiteX23" fmla="*/ 22860 w 106679"/>
                  <a:gd name="connsiteY23" fmla="*/ 63818 h 75247"/>
                  <a:gd name="connsiteX24" fmla="*/ 14288 w 106679"/>
                  <a:gd name="connsiteY24" fmla="*/ 63818 h 75247"/>
                  <a:gd name="connsiteX25" fmla="*/ 11430 w 106679"/>
                  <a:gd name="connsiteY25" fmla="*/ 65723 h 75247"/>
                  <a:gd name="connsiteX26" fmla="*/ 11430 w 106679"/>
                  <a:gd name="connsiteY26" fmla="*/ 69533 h 75247"/>
                  <a:gd name="connsiteX27" fmla="*/ 12383 w 106679"/>
                  <a:gd name="connsiteY27" fmla="*/ 74295 h 75247"/>
                  <a:gd name="connsiteX28" fmla="*/ 9525 w 106679"/>
                  <a:gd name="connsiteY28" fmla="*/ 74295 h 75247"/>
                  <a:gd name="connsiteX29" fmla="*/ 21908 w 106679"/>
                  <a:gd name="connsiteY29" fmla="*/ 49530 h 75247"/>
                  <a:gd name="connsiteX30" fmla="*/ 48578 w 106679"/>
                  <a:gd name="connsiteY30" fmla="*/ 49530 h 75247"/>
                  <a:gd name="connsiteX31" fmla="*/ 60008 w 106679"/>
                  <a:gd name="connsiteY31" fmla="*/ 49530 h 75247"/>
                  <a:gd name="connsiteX32" fmla="*/ 67628 w 106679"/>
                  <a:gd name="connsiteY32" fmla="*/ 43815 h 75247"/>
                  <a:gd name="connsiteX33" fmla="*/ 71438 w 106679"/>
                  <a:gd name="connsiteY33" fmla="*/ 33338 h 75247"/>
                  <a:gd name="connsiteX34" fmla="*/ 65723 w 106679"/>
                  <a:gd name="connsiteY34" fmla="*/ 20955 h 75247"/>
                  <a:gd name="connsiteX35" fmla="*/ 43815 w 106679"/>
                  <a:gd name="connsiteY35" fmla="*/ 14288 h 75247"/>
                  <a:gd name="connsiteX36" fmla="*/ 19050 w 106679"/>
                  <a:gd name="connsiteY36" fmla="*/ 20955 h 75247"/>
                  <a:gd name="connsiteX37" fmla="*/ 13335 w 106679"/>
                  <a:gd name="connsiteY37" fmla="*/ 32385 h 75247"/>
                  <a:gd name="connsiteX38" fmla="*/ 15240 w 106679"/>
                  <a:gd name="connsiteY38" fmla="*/ 40005 h 75247"/>
                  <a:gd name="connsiteX39" fmla="*/ 23813 w 106679"/>
                  <a:gd name="connsiteY39" fmla="*/ 49530 h 75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6679" h="75247">
                    <a:moveTo>
                      <a:pt x="9525" y="74295"/>
                    </a:moveTo>
                    <a:lnTo>
                      <a:pt x="953" y="52388"/>
                    </a:lnTo>
                    <a:lnTo>
                      <a:pt x="953" y="49530"/>
                    </a:lnTo>
                    <a:lnTo>
                      <a:pt x="17145" y="49530"/>
                    </a:lnTo>
                    <a:cubicBezTo>
                      <a:pt x="10478" y="45720"/>
                      <a:pt x="6668" y="41910"/>
                      <a:pt x="3810" y="38100"/>
                    </a:cubicBezTo>
                    <a:cubicBezTo>
                      <a:pt x="953" y="34290"/>
                      <a:pt x="0" y="30480"/>
                      <a:pt x="0" y="26670"/>
                    </a:cubicBezTo>
                    <a:cubicBezTo>
                      <a:pt x="0" y="20003"/>
                      <a:pt x="2858" y="13335"/>
                      <a:pt x="8573" y="8573"/>
                    </a:cubicBezTo>
                    <a:cubicBezTo>
                      <a:pt x="15240" y="2858"/>
                      <a:pt x="23813" y="0"/>
                      <a:pt x="35243" y="0"/>
                    </a:cubicBezTo>
                    <a:cubicBezTo>
                      <a:pt x="46673" y="0"/>
                      <a:pt x="57150" y="3810"/>
                      <a:pt x="65723" y="10478"/>
                    </a:cubicBezTo>
                    <a:cubicBezTo>
                      <a:pt x="72390" y="16193"/>
                      <a:pt x="75248" y="23813"/>
                      <a:pt x="75248" y="32385"/>
                    </a:cubicBezTo>
                    <a:cubicBezTo>
                      <a:pt x="75248" y="40958"/>
                      <a:pt x="75248" y="39053"/>
                      <a:pt x="73342" y="41910"/>
                    </a:cubicBezTo>
                    <a:cubicBezTo>
                      <a:pt x="73342" y="43815"/>
                      <a:pt x="71438" y="46673"/>
                      <a:pt x="68580" y="48578"/>
                    </a:cubicBezTo>
                    <a:lnTo>
                      <a:pt x="90488" y="48578"/>
                    </a:lnTo>
                    <a:cubicBezTo>
                      <a:pt x="95250" y="48578"/>
                      <a:pt x="98108" y="48578"/>
                      <a:pt x="100013" y="48578"/>
                    </a:cubicBezTo>
                    <a:cubicBezTo>
                      <a:pt x="101917" y="48578"/>
                      <a:pt x="101917" y="46673"/>
                      <a:pt x="102870" y="45720"/>
                    </a:cubicBezTo>
                    <a:cubicBezTo>
                      <a:pt x="103823" y="44768"/>
                      <a:pt x="103823" y="41910"/>
                      <a:pt x="103823" y="38100"/>
                    </a:cubicBezTo>
                    <a:lnTo>
                      <a:pt x="106680" y="38100"/>
                    </a:lnTo>
                    <a:lnTo>
                      <a:pt x="106680" y="75248"/>
                    </a:lnTo>
                    <a:lnTo>
                      <a:pt x="103823" y="75248"/>
                    </a:lnTo>
                    <a:lnTo>
                      <a:pt x="103823" y="73343"/>
                    </a:lnTo>
                    <a:cubicBezTo>
                      <a:pt x="103823" y="70485"/>
                      <a:pt x="103823" y="67628"/>
                      <a:pt x="101917" y="65723"/>
                    </a:cubicBezTo>
                    <a:cubicBezTo>
                      <a:pt x="101917" y="64770"/>
                      <a:pt x="100013" y="63818"/>
                      <a:pt x="99060" y="63818"/>
                    </a:cubicBezTo>
                    <a:cubicBezTo>
                      <a:pt x="98108" y="63818"/>
                      <a:pt x="94298" y="63818"/>
                      <a:pt x="89535" y="63818"/>
                    </a:cubicBezTo>
                    <a:lnTo>
                      <a:pt x="22860" y="63818"/>
                    </a:lnTo>
                    <a:cubicBezTo>
                      <a:pt x="18098" y="63818"/>
                      <a:pt x="15240" y="63818"/>
                      <a:pt x="14288" y="63818"/>
                    </a:cubicBezTo>
                    <a:cubicBezTo>
                      <a:pt x="13335" y="63818"/>
                      <a:pt x="12383" y="64770"/>
                      <a:pt x="11430" y="65723"/>
                    </a:cubicBezTo>
                    <a:cubicBezTo>
                      <a:pt x="10478" y="66675"/>
                      <a:pt x="11430" y="67628"/>
                      <a:pt x="11430" y="69533"/>
                    </a:cubicBezTo>
                    <a:cubicBezTo>
                      <a:pt x="11430" y="71438"/>
                      <a:pt x="11430" y="72390"/>
                      <a:pt x="12383" y="74295"/>
                    </a:cubicBezTo>
                    <a:lnTo>
                      <a:pt x="9525" y="74295"/>
                    </a:lnTo>
                    <a:close/>
                    <a:moveTo>
                      <a:pt x="21908" y="49530"/>
                    </a:moveTo>
                    <a:lnTo>
                      <a:pt x="48578" y="49530"/>
                    </a:lnTo>
                    <a:cubicBezTo>
                      <a:pt x="54292" y="49530"/>
                      <a:pt x="58103" y="49530"/>
                      <a:pt x="60008" y="49530"/>
                    </a:cubicBezTo>
                    <a:cubicBezTo>
                      <a:pt x="62865" y="49530"/>
                      <a:pt x="65723" y="46673"/>
                      <a:pt x="67628" y="43815"/>
                    </a:cubicBezTo>
                    <a:cubicBezTo>
                      <a:pt x="69533" y="40958"/>
                      <a:pt x="71438" y="37148"/>
                      <a:pt x="71438" y="33338"/>
                    </a:cubicBezTo>
                    <a:cubicBezTo>
                      <a:pt x="71438" y="29528"/>
                      <a:pt x="69533" y="23813"/>
                      <a:pt x="65723" y="20955"/>
                    </a:cubicBezTo>
                    <a:cubicBezTo>
                      <a:pt x="60008" y="17145"/>
                      <a:pt x="53340" y="14288"/>
                      <a:pt x="43815" y="14288"/>
                    </a:cubicBezTo>
                    <a:cubicBezTo>
                      <a:pt x="34290" y="14288"/>
                      <a:pt x="24765" y="16193"/>
                      <a:pt x="19050" y="20955"/>
                    </a:cubicBezTo>
                    <a:cubicBezTo>
                      <a:pt x="15240" y="23813"/>
                      <a:pt x="13335" y="28575"/>
                      <a:pt x="13335" y="32385"/>
                    </a:cubicBezTo>
                    <a:cubicBezTo>
                      <a:pt x="13335" y="36195"/>
                      <a:pt x="13335" y="37148"/>
                      <a:pt x="15240" y="40005"/>
                    </a:cubicBezTo>
                    <a:cubicBezTo>
                      <a:pt x="15240" y="41910"/>
                      <a:pt x="19050" y="44768"/>
                      <a:pt x="23813" y="495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1B582128-1155-2916-EE18-3DAD6F227839}"/>
                  </a:ext>
                </a:extLst>
              </p:cNvPr>
              <p:cNvSpPr/>
              <p:nvPr/>
            </p:nvSpPr>
            <p:spPr>
              <a:xfrm>
                <a:off x="3944302" y="3649027"/>
                <a:ext cx="73342" cy="51434"/>
              </a:xfrm>
              <a:custGeom>
                <a:avLst/>
                <a:gdLst>
                  <a:gd name="connsiteX0" fmla="*/ 952 w 73342"/>
                  <a:gd name="connsiteY0" fmla="*/ 27622 h 51434"/>
                  <a:gd name="connsiteX1" fmla="*/ 17145 w 73342"/>
                  <a:gd name="connsiteY1" fmla="*/ 27622 h 51434"/>
                  <a:gd name="connsiteX2" fmla="*/ 952 w 73342"/>
                  <a:gd name="connsiteY2" fmla="*/ 9525 h 51434"/>
                  <a:gd name="connsiteX3" fmla="*/ 3810 w 73342"/>
                  <a:gd name="connsiteY3" fmla="*/ 2857 h 51434"/>
                  <a:gd name="connsiteX4" fmla="*/ 9525 w 73342"/>
                  <a:gd name="connsiteY4" fmla="*/ 0 h 51434"/>
                  <a:gd name="connsiteX5" fmla="*/ 14288 w 73342"/>
                  <a:gd name="connsiteY5" fmla="*/ 1905 h 51434"/>
                  <a:gd name="connsiteX6" fmla="*/ 16193 w 73342"/>
                  <a:gd name="connsiteY6" fmla="*/ 6667 h 51434"/>
                  <a:gd name="connsiteX7" fmla="*/ 13335 w 73342"/>
                  <a:gd name="connsiteY7" fmla="*/ 12382 h 51434"/>
                  <a:gd name="connsiteX8" fmla="*/ 10477 w 73342"/>
                  <a:gd name="connsiteY8" fmla="*/ 17145 h 51434"/>
                  <a:gd name="connsiteX9" fmla="*/ 12383 w 73342"/>
                  <a:gd name="connsiteY9" fmla="*/ 20003 h 51434"/>
                  <a:gd name="connsiteX10" fmla="*/ 22860 w 73342"/>
                  <a:gd name="connsiteY10" fmla="*/ 27622 h 51434"/>
                  <a:gd name="connsiteX11" fmla="*/ 57150 w 73342"/>
                  <a:gd name="connsiteY11" fmla="*/ 27622 h 51434"/>
                  <a:gd name="connsiteX12" fmla="*/ 65723 w 73342"/>
                  <a:gd name="connsiteY12" fmla="*/ 25717 h 51434"/>
                  <a:gd name="connsiteX13" fmla="*/ 69532 w 73342"/>
                  <a:gd name="connsiteY13" fmla="*/ 21907 h 51434"/>
                  <a:gd name="connsiteX14" fmla="*/ 70485 w 73342"/>
                  <a:gd name="connsiteY14" fmla="*/ 14288 h 51434"/>
                  <a:gd name="connsiteX15" fmla="*/ 73343 w 73342"/>
                  <a:gd name="connsiteY15" fmla="*/ 14288 h 51434"/>
                  <a:gd name="connsiteX16" fmla="*/ 73343 w 73342"/>
                  <a:gd name="connsiteY16" fmla="*/ 50482 h 51434"/>
                  <a:gd name="connsiteX17" fmla="*/ 70485 w 73342"/>
                  <a:gd name="connsiteY17" fmla="*/ 50482 h 51434"/>
                  <a:gd name="connsiteX18" fmla="*/ 68580 w 73342"/>
                  <a:gd name="connsiteY18" fmla="*/ 42863 h 51434"/>
                  <a:gd name="connsiteX19" fmla="*/ 64770 w 73342"/>
                  <a:gd name="connsiteY19" fmla="*/ 40005 h 51434"/>
                  <a:gd name="connsiteX20" fmla="*/ 57150 w 73342"/>
                  <a:gd name="connsiteY20" fmla="*/ 40005 h 51434"/>
                  <a:gd name="connsiteX21" fmla="*/ 29527 w 73342"/>
                  <a:gd name="connsiteY21" fmla="*/ 40005 h 51434"/>
                  <a:gd name="connsiteX22" fmla="*/ 15240 w 73342"/>
                  <a:gd name="connsiteY22" fmla="*/ 40005 h 51434"/>
                  <a:gd name="connsiteX23" fmla="*/ 11430 w 73342"/>
                  <a:gd name="connsiteY23" fmla="*/ 41910 h 51434"/>
                  <a:gd name="connsiteX24" fmla="*/ 10477 w 73342"/>
                  <a:gd name="connsiteY24" fmla="*/ 45720 h 51434"/>
                  <a:gd name="connsiteX25" fmla="*/ 11430 w 73342"/>
                  <a:gd name="connsiteY25" fmla="*/ 51435 h 51434"/>
                  <a:gd name="connsiteX26" fmla="*/ 8573 w 73342"/>
                  <a:gd name="connsiteY26" fmla="*/ 51435 h 51434"/>
                  <a:gd name="connsiteX27" fmla="*/ 0 w 73342"/>
                  <a:gd name="connsiteY27" fmla="*/ 30480 h 51434"/>
                  <a:gd name="connsiteX28" fmla="*/ 0 w 73342"/>
                  <a:gd name="connsiteY28" fmla="*/ 27622 h 51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3342" h="51434">
                    <a:moveTo>
                      <a:pt x="952" y="27622"/>
                    </a:moveTo>
                    <a:lnTo>
                      <a:pt x="17145" y="27622"/>
                    </a:lnTo>
                    <a:cubicBezTo>
                      <a:pt x="6668" y="21907"/>
                      <a:pt x="952" y="15240"/>
                      <a:pt x="952" y="9525"/>
                    </a:cubicBezTo>
                    <a:cubicBezTo>
                      <a:pt x="952" y="3810"/>
                      <a:pt x="952" y="4763"/>
                      <a:pt x="3810" y="2857"/>
                    </a:cubicBezTo>
                    <a:cubicBezTo>
                      <a:pt x="6668" y="953"/>
                      <a:pt x="7620" y="0"/>
                      <a:pt x="9525" y="0"/>
                    </a:cubicBezTo>
                    <a:cubicBezTo>
                      <a:pt x="11430" y="0"/>
                      <a:pt x="13335" y="0"/>
                      <a:pt x="14288" y="1905"/>
                    </a:cubicBezTo>
                    <a:cubicBezTo>
                      <a:pt x="15240" y="3810"/>
                      <a:pt x="16193" y="4763"/>
                      <a:pt x="16193" y="6667"/>
                    </a:cubicBezTo>
                    <a:cubicBezTo>
                      <a:pt x="16193" y="8572"/>
                      <a:pt x="16193" y="10478"/>
                      <a:pt x="13335" y="12382"/>
                    </a:cubicBezTo>
                    <a:cubicBezTo>
                      <a:pt x="10477" y="14288"/>
                      <a:pt x="10477" y="16192"/>
                      <a:pt x="10477" y="17145"/>
                    </a:cubicBezTo>
                    <a:cubicBezTo>
                      <a:pt x="10477" y="18097"/>
                      <a:pt x="10477" y="19050"/>
                      <a:pt x="12383" y="20003"/>
                    </a:cubicBezTo>
                    <a:cubicBezTo>
                      <a:pt x="14288" y="21907"/>
                      <a:pt x="18098" y="24765"/>
                      <a:pt x="22860" y="27622"/>
                    </a:cubicBezTo>
                    <a:lnTo>
                      <a:pt x="57150" y="27622"/>
                    </a:lnTo>
                    <a:cubicBezTo>
                      <a:pt x="60960" y="27622"/>
                      <a:pt x="63818" y="27622"/>
                      <a:pt x="65723" y="25717"/>
                    </a:cubicBezTo>
                    <a:cubicBezTo>
                      <a:pt x="66675" y="25717"/>
                      <a:pt x="68580" y="23813"/>
                      <a:pt x="69532" y="21907"/>
                    </a:cubicBezTo>
                    <a:cubicBezTo>
                      <a:pt x="70485" y="20003"/>
                      <a:pt x="70485" y="18097"/>
                      <a:pt x="70485" y="14288"/>
                    </a:cubicBezTo>
                    <a:lnTo>
                      <a:pt x="73343" y="14288"/>
                    </a:lnTo>
                    <a:lnTo>
                      <a:pt x="73343" y="50482"/>
                    </a:lnTo>
                    <a:lnTo>
                      <a:pt x="70485" y="50482"/>
                    </a:lnTo>
                    <a:cubicBezTo>
                      <a:pt x="70485" y="46672"/>
                      <a:pt x="70485" y="43815"/>
                      <a:pt x="68580" y="42863"/>
                    </a:cubicBezTo>
                    <a:cubicBezTo>
                      <a:pt x="68580" y="41910"/>
                      <a:pt x="66675" y="40957"/>
                      <a:pt x="64770" y="40005"/>
                    </a:cubicBezTo>
                    <a:cubicBezTo>
                      <a:pt x="64770" y="40005"/>
                      <a:pt x="60960" y="40005"/>
                      <a:pt x="57150" y="40005"/>
                    </a:cubicBezTo>
                    <a:lnTo>
                      <a:pt x="29527" y="40005"/>
                    </a:lnTo>
                    <a:cubicBezTo>
                      <a:pt x="20955" y="40005"/>
                      <a:pt x="16193" y="40005"/>
                      <a:pt x="15240" y="40005"/>
                    </a:cubicBezTo>
                    <a:cubicBezTo>
                      <a:pt x="14288" y="40005"/>
                      <a:pt x="12383" y="40957"/>
                      <a:pt x="11430" y="41910"/>
                    </a:cubicBezTo>
                    <a:cubicBezTo>
                      <a:pt x="10477" y="42863"/>
                      <a:pt x="10477" y="43815"/>
                      <a:pt x="10477" y="45720"/>
                    </a:cubicBezTo>
                    <a:cubicBezTo>
                      <a:pt x="10477" y="47625"/>
                      <a:pt x="10477" y="49530"/>
                      <a:pt x="11430" y="51435"/>
                    </a:cubicBezTo>
                    <a:lnTo>
                      <a:pt x="8573" y="51435"/>
                    </a:lnTo>
                    <a:cubicBezTo>
                      <a:pt x="8573" y="51435"/>
                      <a:pt x="0" y="30480"/>
                      <a:pt x="0" y="30480"/>
                    </a:cubicBezTo>
                    <a:lnTo>
                      <a:pt x="0" y="2762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3147BE1F-3BC8-7538-883F-0A9AC0D45BB8}"/>
                  </a:ext>
                </a:extLst>
              </p:cNvPr>
              <p:cNvSpPr/>
              <p:nvPr/>
            </p:nvSpPr>
            <p:spPr>
              <a:xfrm>
                <a:off x="3945254" y="3575684"/>
                <a:ext cx="74295" cy="68580"/>
              </a:xfrm>
              <a:custGeom>
                <a:avLst/>
                <a:gdLst>
                  <a:gd name="connsiteX0" fmla="*/ 0 w 74295"/>
                  <a:gd name="connsiteY0" fmla="*/ 34290 h 68580"/>
                  <a:gd name="connsiteX1" fmla="*/ 12383 w 74295"/>
                  <a:gd name="connsiteY1" fmla="*/ 8572 h 68580"/>
                  <a:gd name="connsiteX2" fmla="*/ 36195 w 74295"/>
                  <a:gd name="connsiteY2" fmla="*/ 0 h 68580"/>
                  <a:gd name="connsiteX3" fmla="*/ 55245 w 74295"/>
                  <a:gd name="connsiteY3" fmla="*/ 4763 h 68580"/>
                  <a:gd name="connsiteX4" fmla="*/ 69533 w 74295"/>
                  <a:gd name="connsiteY4" fmla="*/ 17145 h 68580"/>
                  <a:gd name="connsiteX5" fmla="*/ 74295 w 74295"/>
                  <a:gd name="connsiteY5" fmla="*/ 35243 h 68580"/>
                  <a:gd name="connsiteX6" fmla="*/ 61913 w 74295"/>
                  <a:gd name="connsiteY6" fmla="*/ 60960 h 68580"/>
                  <a:gd name="connsiteX7" fmla="*/ 38100 w 74295"/>
                  <a:gd name="connsiteY7" fmla="*/ 68580 h 68580"/>
                  <a:gd name="connsiteX8" fmla="*/ 19050 w 74295"/>
                  <a:gd name="connsiteY8" fmla="*/ 63818 h 68580"/>
                  <a:gd name="connsiteX9" fmla="*/ 4763 w 74295"/>
                  <a:gd name="connsiteY9" fmla="*/ 51435 h 68580"/>
                  <a:gd name="connsiteX10" fmla="*/ 0 w 74295"/>
                  <a:gd name="connsiteY10" fmla="*/ 34290 h 68580"/>
                  <a:gd name="connsiteX11" fmla="*/ 5715 w 74295"/>
                  <a:gd name="connsiteY11" fmla="*/ 37147 h 68580"/>
                  <a:gd name="connsiteX12" fmla="*/ 8573 w 74295"/>
                  <a:gd name="connsiteY12" fmla="*/ 45720 h 68580"/>
                  <a:gd name="connsiteX13" fmla="*/ 17145 w 74295"/>
                  <a:gd name="connsiteY13" fmla="*/ 52388 h 68580"/>
                  <a:gd name="connsiteX14" fmla="*/ 33338 w 74295"/>
                  <a:gd name="connsiteY14" fmla="*/ 55245 h 68580"/>
                  <a:gd name="connsiteX15" fmla="*/ 60008 w 74295"/>
                  <a:gd name="connsiteY15" fmla="*/ 49530 h 68580"/>
                  <a:gd name="connsiteX16" fmla="*/ 71438 w 74295"/>
                  <a:gd name="connsiteY16" fmla="*/ 33338 h 68580"/>
                  <a:gd name="connsiteX17" fmla="*/ 64770 w 74295"/>
                  <a:gd name="connsiteY17" fmla="*/ 20955 h 68580"/>
                  <a:gd name="connsiteX18" fmla="*/ 43815 w 74295"/>
                  <a:gd name="connsiteY18" fmla="*/ 16193 h 68580"/>
                  <a:gd name="connsiteX19" fmla="*/ 14288 w 74295"/>
                  <a:gd name="connsiteY19" fmla="*/ 24765 h 68580"/>
                  <a:gd name="connsiteX20" fmla="*/ 6668 w 74295"/>
                  <a:gd name="connsiteY20" fmla="*/ 39053 h 68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4295" h="68580">
                    <a:moveTo>
                      <a:pt x="0" y="34290"/>
                    </a:moveTo>
                    <a:cubicBezTo>
                      <a:pt x="0" y="23813"/>
                      <a:pt x="3810" y="15240"/>
                      <a:pt x="12383" y="8572"/>
                    </a:cubicBezTo>
                    <a:cubicBezTo>
                      <a:pt x="19050" y="2858"/>
                      <a:pt x="27623" y="0"/>
                      <a:pt x="36195" y="0"/>
                    </a:cubicBezTo>
                    <a:cubicBezTo>
                      <a:pt x="44767" y="0"/>
                      <a:pt x="48578" y="1905"/>
                      <a:pt x="55245" y="4763"/>
                    </a:cubicBezTo>
                    <a:cubicBezTo>
                      <a:pt x="61913" y="7620"/>
                      <a:pt x="66675" y="12383"/>
                      <a:pt x="69533" y="17145"/>
                    </a:cubicBezTo>
                    <a:cubicBezTo>
                      <a:pt x="72390" y="21908"/>
                      <a:pt x="74295" y="28575"/>
                      <a:pt x="74295" y="35243"/>
                    </a:cubicBezTo>
                    <a:cubicBezTo>
                      <a:pt x="74295" y="45720"/>
                      <a:pt x="70485" y="54293"/>
                      <a:pt x="61913" y="60960"/>
                    </a:cubicBezTo>
                    <a:cubicBezTo>
                      <a:pt x="54292" y="66675"/>
                      <a:pt x="46673" y="68580"/>
                      <a:pt x="38100" y="68580"/>
                    </a:cubicBezTo>
                    <a:cubicBezTo>
                      <a:pt x="29528" y="68580"/>
                      <a:pt x="24765" y="66675"/>
                      <a:pt x="19050" y="63818"/>
                    </a:cubicBezTo>
                    <a:cubicBezTo>
                      <a:pt x="13335" y="60960"/>
                      <a:pt x="7620" y="56197"/>
                      <a:pt x="4763" y="51435"/>
                    </a:cubicBezTo>
                    <a:cubicBezTo>
                      <a:pt x="1905" y="46672"/>
                      <a:pt x="0" y="40958"/>
                      <a:pt x="0" y="34290"/>
                    </a:cubicBezTo>
                    <a:close/>
                    <a:moveTo>
                      <a:pt x="5715" y="37147"/>
                    </a:moveTo>
                    <a:cubicBezTo>
                      <a:pt x="5715" y="40005"/>
                      <a:pt x="5715" y="42863"/>
                      <a:pt x="8573" y="45720"/>
                    </a:cubicBezTo>
                    <a:cubicBezTo>
                      <a:pt x="11430" y="48578"/>
                      <a:pt x="13335" y="50483"/>
                      <a:pt x="17145" y="52388"/>
                    </a:cubicBezTo>
                    <a:cubicBezTo>
                      <a:pt x="20955" y="54293"/>
                      <a:pt x="26670" y="55245"/>
                      <a:pt x="33338" y="55245"/>
                    </a:cubicBezTo>
                    <a:cubicBezTo>
                      <a:pt x="43815" y="55245"/>
                      <a:pt x="52388" y="53340"/>
                      <a:pt x="60008" y="49530"/>
                    </a:cubicBezTo>
                    <a:cubicBezTo>
                      <a:pt x="67628" y="45720"/>
                      <a:pt x="71438" y="40005"/>
                      <a:pt x="71438" y="33338"/>
                    </a:cubicBezTo>
                    <a:cubicBezTo>
                      <a:pt x="71438" y="26670"/>
                      <a:pt x="69533" y="23813"/>
                      <a:pt x="64770" y="20955"/>
                    </a:cubicBezTo>
                    <a:cubicBezTo>
                      <a:pt x="60008" y="18097"/>
                      <a:pt x="53340" y="16193"/>
                      <a:pt x="43815" y="16193"/>
                    </a:cubicBezTo>
                    <a:cubicBezTo>
                      <a:pt x="34290" y="16193"/>
                      <a:pt x="20955" y="19050"/>
                      <a:pt x="14288" y="24765"/>
                    </a:cubicBezTo>
                    <a:cubicBezTo>
                      <a:pt x="9525" y="28575"/>
                      <a:pt x="6668" y="33338"/>
                      <a:pt x="6668" y="390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9F80E96E-73FD-45A6-A0BA-85DA67D47B92}"/>
                  </a:ext>
                </a:extLst>
              </p:cNvPr>
              <p:cNvSpPr/>
              <p:nvPr/>
            </p:nvSpPr>
            <p:spPr>
              <a:xfrm>
                <a:off x="3946207" y="3502342"/>
                <a:ext cx="73342" cy="61912"/>
              </a:xfrm>
              <a:custGeom>
                <a:avLst/>
                <a:gdLst>
                  <a:gd name="connsiteX0" fmla="*/ 61913 w 73342"/>
                  <a:gd name="connsiteY0" fmla="*/ 22860 h 61912"/>
                  <a:gd name="connsiteX1" fmla="*/ 71438 w 73342"/>
                  <a:gd name="connsiteY1" fmla="*/ 36195 h 61912"/>
                  <a:gd name="connsiteX2" fmla="*/ 73342 w 73342"/>
                  <a:gd name="connsiteY2" fmla="*/ 44767 h 61912"/>
                  <a:gd name="connsiteX3" fmla="*/ 68580 w 73342"/>
                  <a:gd name="connsiteY3" fmla="*/ 57150 h 61912"/>
                  <a:gd name="connsiteX4" fmla="*/ 55245 w 73342"/>
                  <a:gd name="connsiteY4" fmla="*/ 61913 h 61912"/>
                  <a:gd name="connsiteX5" fmla="*/ 46672 w 73342"/>
                  <a:gd name="connsiteY5" fmla="*/ 60007 h 61912"/>
                  <a:gd name="connsiteX6" fmla="*/ 37147 w 73342"/>
                  <a:gd name="connsiteY6" fmla="*/ 48577 h 61912"/>
                  <a:gd name="connsiteX7" fmla="*/ 25717 w 73342"/>
                  <a:gd name="connsiteY7" fmla="*/ 22860 h 61912"/>
                  <a:gd name="connsiteX8" fmla="*/ 22860 w 73342"/>
                  <a:gd name="connsiteY8" fmla="*/ 22860 h 61912"/>
                  <a:gd name="connsiteX9" fmla="*/ 8572 w 73342"/>
                  <a:gd name="connsiteY9" fmla="*/ 26670 h 61912"/>
                  <a:gd name="connsiteX10" fmla="*/ 4763 w 73342"/>
                  <a:gd name="connsiteY10" fmla="*/ 36195 h 61912"/>
                  <a:gd name="connsiteX11" fmla="*/ 7620 w 73342"/>
                  <a:gd name="connsiteY11" fmla="*/ 43815 h 61912"/>
                  <a:gd name="connsiteX12" fmla="*/ 13335 w 73342"/>
                  <a:gd name="connsiteY12" fmla="*/ 46672 h 61912"/>
                  <a:gd name="connsiteX13" fmla="*/ 18097 w 73342"/>
                  <a:gd name="connsiteY13" fmla="*/ 46672 h 61912"/>
                  <a:gd name="connsiteX14" fmla="*/ 23813 w 73342"/>
                  <a:gd name="connsiteY14" fmla="*/ 48577 h 61912"/>
                  <a:gd name="connsiteX15" fmla="*/ 25717 w 73342"/>
                  <a:gd name="connsiteY15" fmla="*/ 53340 h 61912"/>
                  <a:gd name="connsiteX16" fmla="*/ 23813 w 73342"/>
                  <a:gd name="connsiteY16" fmla="*/ 58102 h 61912"/>
                  <a:gd name="connsiteX17" fmla="*/ 18097 w 73342"/>
                  <a:gd name="connsiteY17" fmla="*/ 60007 h 61912"/>
                  <a:gd name="connsiteX18" fmla="*/ 5715 w 73342"/>
                  <a:gd name="connsiteY18" fmla="*/ 53340 h 61912"/>
                  <a:gd name="connsiteX19" fmla="*/ 0 w 73342"/>
                  <a:gd name="connsiteY19" fmla="*/ 34290 h 61912"/>
                  <a:gd name="connsiteX20" fmla="*/ 2857 w 73342"/>
                  <a:gd name="connsiteY20" fmla="*/ 19050 h 61912"/>
                  <a:gd name="connsiteX21" fmla="*/ 10477 w 73342"/>
                  <a:gd name="connsiteY21" fmla="*/ 12382 h 61912"/>
                  <a:gd name="connsiteX22" fmla="*/ 23813 w 73342"/>
                  <a:gd name="connsiteY22" fmla="*/ 11430 h 61912"/>
                  <a:gd name="connsiteX23" fmla="*/ 47625 w 73342"/>
                  <a:gd name="connsiteY23" fmla="*/ 11430 h 61912"/>
                  <a:gd name="connsiteX24" fmla="*/ 60008 w 73342"/>
                  <a:gd name="connsiteY24" fmla="*/ 11430 h 61912"/>
                  <a:gd name="connsiteX25" fmla="*/ 62865 w 73342"/>
                  <a:gd name="connsiteY25" fmla="*/ 10477 h 61912"/>
                  <a:gd name="connsiteX26" fmla="*/ 62865 w 73342"/>
                  <a:gd name="connsiteY26" fmla="*/ 8572 h 61912"/>
                  <a:gd name="connsiteX27" fmla="*/ 62865 w 73342"/>
                  <a:gd name="connsiteY27" fmla="*/ 6667 h 61912"/>
                  <a:gd name="connsiteX28" fmla="*/ 57150 w 73342"/>
                  <a:gd name="connsiteY28" fmla="*/ 0 h 61912"/>
                  <a:gd name="connsiteX29" fmla="*/ 61913 w 73342"/>
                  <a:gd name="connsiteY29" fmla="*/ 0 h 61912"/>
                  <a:gd name="connsiteX30" fmla="*/ 73342 w 73342"/>
                  <a:gd name="connsiteY30" fmla="*/ 16192 h 61912"/>
                  <a:gd name="connsiteX31" fmla="*/ 70485 w 73342"/>
                  <a:gd name="connsiteY31" fmla="*/ 21907 h 61912"/>
                  <a:gd name="connsiteX32" fmla="*/ 61913 w 73342"/>
                  <a:gd name="connsiteY32" fmla="*/ 23813 h 61912"/>
                  <a:gd name="connsiteX33" fmla="*/ 57150 w 73342"/>
                  <a:gd name="connsiteY33" fmla="*/ 22860 h 61912"/>
                  <a:gd name="connsiteX34" fmla="*/ 30480 w 73342"/>
                  <a:gd name="connsiteY34" fmla="*/ 22860 h 61912"/>
                  <a:gd name="connsiteX35" fmla="*/ 37147 w 73342"/>
                  <a:gd name="connsiteY35" fmla="*/ 38100 h 61912"/>
                  <a:gd name="connsiteX36" fmla="*/ 43815 w 73342"/>
                  <a:gd name="connsiteY36" fmla="*/ 46672 h 61912"/>
                  <a:gd name="connsiteX37" fmla="*/ 52388 w 73342"/>
                  <a:gd name="connsiteY37" fmla="*/ 49530 h 61912"/>
                  <a:gd name="connsiteX38" fmla="*/ 61913 w 73342"/>
                  <a:gd name="connsiteY38" fmla="*/ 46672 h 61912"/>
                  <a:gd name="connsiteX39" fmla="*/ 65722 w 73342"/>
                  <a:gd name="connsiteY39" fmla="*/ 39052 h 61912"/>
                  <a:gd name="connsiteX40" fmla="*/ 58102 w 73342"/>
                  <a:gd name="connsiteY40" fmla="*/ 23813 h 6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3342" h="61912">
                    <a:moveTo>
                      <a:pt x="61913" y="22860"/>
                    </a:moveTo>
                    <a:cubicBezTo>
                      <a:pt x="67627" y="30480"/>
                      <a:pt x="70485" y="34290"/>
                      <a:pt x="71438" y="36195"/>
                    </a:cubicBezTo>
                    <a:cubicBezTo>
                      <a:pt x="72390" y="39052"/>
                      <a:pt x="73342" y="41910"/>
                      <a:pt x="73342" y="44767"/>
                    </a:cubicBezTo>
                    <a:cubicBezTo>
                      <a:pt x="73342" y="49530"/>
                      <a:pt x="71438" y="53340"/>
                      <a:pt x="68580" y="57150"/>
                    </a:cubicBezTo>
                    <a:cubicBezTo>
                      <a:pt x="65722" y="60960"/>
                      <a:pt x="60960" y="61913"/>
                      <a:pt x="55245" y="61913"/>
                    </a:cubicBezTo>
                    <a:cubicBezTo>
                      <a:pt x="49530" y="61913"/>
                      <a:pt x="48577" y="61913"/>
                      <a:pt x="46672" y="60007"/>
                    </a:cubicBezTo>
                    <a:cubicBezTo>
                      <a:pt x="42863" y="58102"/>
                      <a:pt x="40005" y="54292"/>
                      <a:pt x="37147" y="48577"/>
                    </a:cubicBezTo>
                    <a:cubicBezTo>
                      <a:pt x="34290" y="42863"/>
                      <a:pt x="30480" y="34290"/>
                      <a:pt x="25717" y="22860"/>
                    </a:cubicBezTo>
                    <a:lnTo>
                      <a:pt x="22860" y="22860"/>
                    </a:lnTo>
                    <a:cubicBezTo>
                      <a:pt x="16192" y="22860"/>
                      <a:pt x="10477" y="23813"/>
                      <a:pt x="8572" y="26670"/>
                    </a:cubicBezTo>
                    <a:cubicBezTo>
                      <a:pt x="6667" y="29527"/>
                      <a:pt x="4763" y="32385"/>
                      <a:pt x="4763" y="36195"/>
                    </a:cubicBezTo>
                    <a:cubicBezTo>
                      <a:pt x="4763" y="40005"/>
                      <a:pt x="4763" y="41910"/>
                      <a:pt x="7620" y="43815"/>
                    </a:cubicBezTo>
                    <a:cubicBezTo>
                      <a:pt x="9525" y="45720"/>
                      <a:pt x="11430" y="46672"/>
                      <a:pt x="13335" y="46672"/>
                    </a:cubicBezTo>
                    <a:lnTo>
                      <a:pt x="18097" y="46672"/>
                    </a:lnTo>
                    <a:cubicBezTo>
                      <a:pt x="20002" y="46672"/>
                      <a:pt x="21907" y="46672"/>
                      <a:pt x="23813" y="48577"/>
                    </a:cubicBezTo>
                    <a:cubicBezTo>
                      <a:pt x="25717" y="50482"/>
                      <a:pt x="25717" y="51435"/>
                      <a:pt x="25717" y="53340"/>
                    </a:cubicBezTo>
                    <a:cubicBezTo>
                      <a:pt x="25717" y="55245"/>
                      <a:pt x="25717" y="57150"/>
                      <a:pt x="23813" y="58102"/>
                    </a:cubicBezTo>
                    <a:cubicBezTo>
                      <a:pt x="21907" y="59055"/>
                      <a:pt x="20955" y="60007"/>
                      <a:pt x="18097" y="60007"/>
                    </a:cubicBezTo>
                    <a:cubicBezTo>
                      <a:pt x="13335" y="60007"/>
                      <a:pt x="9525" y="58102"/>
                      <a:pt x="5715" y="53340"/>
                    </a:cubicBezTo>
                    <a:cubicBezTo>
                      <a:pt x="1905" y="48577"/>
                      <a:pt x="0" y="42863"/>
                      <a:pt x="0" y="34290"/>
                    </a:cubicBezTo>
                    <a:cubicBezTo>
                      <a:pt x="0" y="25717"/>
                      <a:pt x="952" y="22860"/>
                      <a:pt x="2857" y="19050"/>
                    </a:cubicBezTo>
                    <a:cubicBezTo>
                      <a:pt x="4763" y="16192"/>
                      <a:pt x="6667" y="13335"/>
                      <a:pt x="10477" y="12382"/>
                    </a:cubicBezTo>
                    <a:cubicBezTo>
                      <a:pt x="12382" y="12382"/>
                      <a:pt x="17145" y="11430"/>
                      <a:pt x="23813" y="11430"/>
                    </a:cubicBezTo>
                    <a:lnTo>
                      <a:pt x="47625" y="11430"/>
                    </a:lnTo>
                    <a:cubicBezTo>
                      <a:pt x="54292" y="11430"/>
                      <a:pt x="58102" y="11430"/>
                      <a:pt x="60008" y="11430"/>
                    </a:cubicBezTo>
                    <a:cubicBezTo>
                      <a:pt x="61913" y="11430"/>
                      <a:pt x="62865" y="11430"/>
                      <a:pt x="62865" y="10477"/>
                    </a:cubicBezTo>
                    <a:cubicBezTo>
                      <a:pt x="62865" y="9525"/>
                      <a:pt x="62865" y="9525"/>
                      <a:pt x="62865" y="8572"/>
                    </a:cubicBezTo>
                    <a:cubicBezTo>
                      <a:pt x="62865" y="7620"/>
                      <a:pt x="62865" y="6667"/>
                      <a:pt x="62865" y="6667"/>
                    </a:cubicBezTo>
                    <a:cubicBezTo>
                      <a:pt x="62865" y="5715"/>
                      <a:pt x="60008" y="3810"/>
                      <a:pt x="57150" y="0"/>
                    </a:cubicBezTo>
                    <a:lnTo>
                      <a:pt x="61913" y="0"/>
                    </a:lnTo>
                    <a:cubicBezTo>
                      <a:pt x="69533" y="5715"/>
                      <a:pt x="73342" y="11430"/>
                      <a:pt x="73342" y="16192"/>
                    </a:cubicBezTo>
                    <a:cubicBezTo>
                      <a:pt x="73342" y="20955"/>
                      <a:pt x="73342" y="20955"/>
                      <a:pt x="70485" y="21907"/>
                    </a:cubicBezTo>
                    <a:cubicBezTo>
                      <a:pt x="67627" y="22860"/>
                      <a:pt x="65722" y="23813"/>
                      <a:pt x="61913" y="23813"/>
                    </a:cubicBezTo>
                    <a:close/>
                    <a:moveTo>
                      <a:pt x="57150" y="22860"/>
                    </a:moveTo>
                    <a:lnTo>
                      <a:pt x="30480" y="22860"/>
                    </a:lnTo>
                    <a:cubicBezTo>
                      <a:pt x="33338" y="30480"/>
                      <a:pt x="36195" y="35242"/>
                      <a:pt x="37147" y="38100"/>
                    </a:cubicBezTo>
                    <a:cubicBezTo>
                      <a:pt x="39052" y="41910"/>
                      <a:pt x="41910" y="44767"/>
                      <a:pt x="43815" y="46672"/>
                    </a:cubicBezTo>
                    <a:cubicBezTo>
                      <a:pt x="45720" y="48577"/>
                      <a:pt x="48577" y="49530"/>
                      <a:pt x="52388" y="49530"/>
                    </a:cubicBezTo>
                    <a:cubicBezTo>
                      <a:pt x="56197" y="49530"/>
                      <a:pt x="59055" y="48577"/>
                      <a:pt x="61913" y="46672"/>
                    </a:cubicBezTo>
                    <a:cubicBezTo>
                      <a:pt x="64770" y="44767"/>
                      <a:pt x="65722" y="41910"/>
                      <a:pt x="65722" y="39052"/>
                    </a:cubicBezTo>
                    <a:cubicBezTo>
                      <a:pt x="65722" y="36195"/>
                      <a:pt x="62865" y="29527"/>
                      <a:pt x="58102" y="238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D70D36B8-A75C-F96A-2827-13D1AE22D75D}"/>
                  </a:ext>
                </a:extLst>
              </p:cNvPr>
              <p:cNvSpPr/>
              <p:nvPr/>
            </p:nvSpPr>
            <p:spPr>
              <a:xfrm>
                <a:off x="3945254" y="3434715"/>
                <a:ext cx="76200" cy="59054"/>
              </a:xfrm>
              <a:custGeom>
                <a:avLst/>
                <a:gdLst>
                  <a:gd name="connsiteX0" fmla="*/ 46673 w 76200"/>
                  <a:gd name="connsiteY0" fmla="*/ 0 h 59054"/>
                  <a:gd name="connsiteX1" fmla="*/ 68580 w 76200"/>
                  <a:gd name="connsiteY1" fmla="*/ 11430 h 59054"/>
                  <a:gd name="connsiteX2" fmla="*/ 76200 w 76200"/>
                  <a:gd name="connsiteY2" fmla="*/ 29527 h 59054"/>
                  <a:gd name="connsiteX3" fmla="*/ 65723 w 76200"/>
                  <a:gd name="connsiteY3" fmla="*/ 50482 h 59054"/>
                  <a:gd name="connsiteX4" fmla="*/ 38100 w 76200"/>
                  <a:gd name="connsiteY4" fmla="*/ 59055 h 59054"/>
                  <a:gd name="connsiteX5" fmla="*/ 10478 w 76200"/>
                  <a:gd name="connsiteY5" fmla="*/ 49530 h 59054"/>
                  <a:gd name="connsiteX6" fmla="*/ 0 w 76200"/>
                  <a:gd name="connsiteY6" fmla="*/ 25717 h 59054"/>
                  <a:gd name="connsiteX7" fmla="*/ 5715 w 76200"/>
                  <a:gd name="connsiteY7" fmla="*/ 8572 h 59054"/>
                  <a:gd name="connsiteX8" fmla="*/ 17145 w 76200"/>
                  <a:gd name="connsiteY8" fmla="*/ 1905 h 59054"/>
                  <a:gd name="connsiteX9" fmla="*/ 21908 w 76200"/>
                  <a:gd name="connsiteY9" fmla="*/ 3810 h 59054"/>
                  <a:gd name="connsiteX10" fmla="*/ 23813 w 76200"/>
                  <a:gd name="connsiteY10" fmla="*/ 9525 h 59054"/>
                  <a:gd name="connsiteX11" fmla="*/ 20955 w 76200"/>
                  <a:gd name="connsiteY11" fmla="*/ 16192 h 59054"/>
                  <a:gd name="connsiteX12" fmla="*/ 14288 w 76200"/>
                  <a:gd name="connsiteY12" fmla="*/ 18097 h 59054"/>
                  <a:gd name="connsiteX13" fmla="*/ 7620 w 76200"/>
                  <a:gd name="connsiteY13" fmla="*/ 20955 h 59054"/>
                  <a:gd name="connsiteX14" fmla="*/ 5715 w 76200"/>
                  <a:gd name="connsiteY14" fmla="*/ 28575 h 59054"/>
                  <a:gd name="connsiteX15" fmla="*/ 11430 w 76200"/>
                  <a:gd name="connsiteY15" fmla="*/ 40957 h 59054"/>
                  <a:gd name="connsiteX16" fmla="*/ 31433 w 76200"/>
                  <a:gd name="connsiteY16" fmla="*/ 47625 h 59054"/>
                  <a:gd name="connsiteX17" fmla="*/ 54292 w 76200"/>
                  <a:gd name="connsiteY17" fmla="*/ 40957 h 59054"/>
                  <a:gd name="connsiteX18" fmla="*/ 63817 w 76200"/>
                  <a:gd name="connsiteY18" fmla="*/ 23813 h 59054"/>
                  <a:gd name="connsiteX19" fmla="*/ 59055 w 76200"/>
                  <a:gd name="connsiteY19" fmla="*/ 10477 h 59054"/>
                  <a:gd name="connsiteX20" fmla="*/ 45720 w 76200"/>
                  <a:gd name="connsiteY20" fmla="*/ 1905 h 59054"/>
                  <a:gd name="connsiteX21" fmla="*/ 45720 w 76200"/>
                  <a:gd name="connsiteY21" fmla="*/ 0 h 59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6200" h="59054">
                    <a:moveTo>
                      <a:pt x="46673" y="0"/>
                    </a:moveTo>
                    <a:cubicBezTo>
                      <a:pt x="56198" y="1905"/>
                      <a:pt x="62865" y="5715"/>
                      <a:pt x="68580" y="11430"/>
                    </a:cubicBezTo>
                    <a:cubicBezTo>
                      <a:pt x="74295" y="17145"/>
                      <a:pt x="76200" y="22860"/>
                      <a:pt x="76200" y="29527"/>
                    </a:cubicBezTo>
                    <a:cubicBezTo>
                      <a:pt x="76200" y="36195"/>
                      <a:pt x="72390" y="44767"/>
                      <a:pt x="65723" y="50482"/>
                    </a:cubicBezTo>
                    <a:cubicBezTo>
                      <a:pt x="59055" y="56197"/>
                      <a:pt x="49530" y="59055"/>
                      <a:pt x="38100" y="59055"/>
                    </a:cubicBezTo>
                    <a:cubicBezTo>
                      <a:pt x="26670" y="59055"/>
                      <a:pt x="18098" y="56197"/>
                      <a:pt x="10478" y="49530"/>
                    </a:cubicBezTo>
                    <a:cubicBezTo>
                      <a:pt x="2858" y="42863"/>
                      <a:pt x="0" y="35242"/>
                      <a:pt x="0" y="25717"/>
                    </a:cubicBezTo>
                    <a:cubicBezTo>
                      <a:pt x="0" y="16192"/>
                      <a:pt x="1905" y="13335"/>
                      <a:pt x="5715" y="8572"/>
                    </a:cubicBezTo>
                    <a:cubicBezTo>
                      <a:pt x="9525" y="3810"/>
                      <a:pt x="13335" y="1905"/>
                      <a:pt x="17145" y="1905"/>
                    </a:cubicBezTo>
                    <a:cubicBezTo>
                      <a:pt x="20955" y="1905"/>
                      <a:pt x="20955" y="1905"/>
                      <a:pt x="21908" y="3810"/>
                    </a:cubicBezTo>
                    <a:cubicBezTo>
                      <a:pt x="22860" y="5715"/>
                      <a:pt x="23813" y="6667"/>
                      <a:pt x="23813" y="9525"/>
                    </a:cubicBezTo>
                    <a:cubicBezTo>
                      <a:pt x="23813" y="12382"/>
                      <a:pt x="22860" y="15240"/>
                      <a:pt x="20955" y="16192"/>
                    </a:cubicBezTo>
                    <a:cubicBezTo>
                      <a:pt x="20003" y="16192"/>
                      <a:pt x="18098" y="18097"/>
                      <a:pt x="14288" y="18097"/>
                    </a:cubicBezTo>
                    <a:cubicBezTo>
                      <a:pt x="10478" y="18097"/>
                      <a:pt x="8573" y="19050"/>
                      <a:pt x="7620" y="20955"/>
                    </a:cubicBezTo>
                    <a:cubicBezTo>
                      <a:pt x="5715" y="22860"/>
                      <a:pt x="5715" y="25717"/>
                      <a:pt x="5715" y="28575"/>
                    </a:cubicBezTo>
                    <a:cubicBezTo>
                      <a:pt x="5715" y="33338"/>
                      <a:pt x="7620" y="38100"/>
                      <a:pt x="11430" y="40957"/>
                    </a:cubicBezTo>
                    <a:cubicBezTo>
                      <a:pt x="16193" y="44767"/>
                      <a:pt x="22860" y="47625"/>
                      <a:pt x="31433" y="47625"/>
                    </a:cubicBezTo>
                    <a:cubicBezTo>
                      <a:pt x="40005" y="47625"/>
                      <a:pt x="47625" y="45720"/>
                      <a:pt x="54292" y="40957"/>
                    </a:cubicBezTo>
                    <a:cubicBezTo>
                      <a:pt x="60960" y="36195"/>
                      <a:pt x="63817" y="31432"/>
                      <a:pt x="63817" y="23813"/>
                    </a:cubicBezTo>
                    <a:cubicBezTo>
                      <a:pt x="63817" y="16192"/>
                      <a:pt x="61913" y="14288"/>
                      <a:pt x="59055" y="10477"/>
                    </a:cubicBezTo>
                    <a:cubicBezTo>
                      <a:pt x="57150" y="7620"/>
                      <a:pt x="52388" y="4763"/>
                      <a:pt x="45720" y="1905"/>
                    </a:cubicBezTo>
                    <a:lnTo>
                      <a:pt x="457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F06B9B37-F055-8F70-0EDD-27070304B3E0}"/>
                  </a:ext>
                </a:extLst>
              </p:cNvPr>
              <p:cNvSpPr/>
              <p:nvPr/>
            </p:nvSpPr>
            <p:spPr>
              <a:xfrm>
                <a:off x="3906202" y="3350895"/>
                <a:ext cx="111442" cy="77183"/>
              </a:xfrm>
              <a:custGeom>
                <a:avLst/>
                <a:gdLst>
                  <a:gd name="connsiteX0" fmla="*/ 2858 w 111442"/>
                  <a:gd name="connsiteY0" fmla="*/ 53340 h 77183"/>
                  <a:gd name="connsiteX1" fmla="*/ 54293 w 111442"/>
                  <a:gd name="connsiteY1" fmla="*/ 53340 h 77183"/>
                  <a:gd name="connsiteX2" fmla="*/ 41910 w 111442"/>
                  <a:gd name="connsiteY2" fmla="*/ 40005 h 77183"/>
                  <a:gd name="connsiteX3" fmla="*/ 39052 w 111442"/>
                  <a:gd name="connsiteY3" fmla="*/ 29527 h 77183"/>
                  <a:gd name="connsiteX4" fmla="*/ 41910 w 111442"/>
                  <a:gd name="connsiteY4" fmla="*/ 19050 h 77183"/>
                  <a:gd name="connsiteX5" fmla="*/ 52388 w 111442"/>
                  <a:gd name="connsiteY5" fmla="*/ 12383 h 77183"/>
                  <a:gd name="connsiteX6" fmla="*/ 70485 w 111442"/>
                  <a:gd name="connsiteY6" fmla="*/ 10477 h 77183"/>
                  <a:gd name="connsiteX7" fmla="*/ 95250 w 111442"/>
                  <a:gd name="connsiteY7" fmla="*/ 10477 h 77183"/>
                  <a:gd name="connsiteX8" fmla="*/ 104775 w 111442"/>
                  <a:gd name="connsiteY8" fmla="*/ 9525 h 77183"/>
                  <a:gd name="connsiteX9" fmla="*/ 107632 w 111442"/>
                  <a:gd name="connsiteY9" fmla="*/ 6667 h 77183"/>
                  <a:gd name="connsiteX10" fmla="*/ 108585 w 111442"/>
                  <a:gd name="connsiteY10" fmla="*/ 0 h 77183"/>
                  <a:gd name="connsiteX11" fmla="*/ 111443 w 111442"/>
                  <a:gd name="connsiteY11" fmla="*/ 0 h 77183"/>
                  <a:gd name="connsiteX12" fmla="*/ 111443 w 111442"/>
                  <a:gd name="connsiteY12" fmla="*/ 35242 h 77183"/>
                  <a:gd name="connsiteX13" fmla="*/ 108585 w 111442"/>
                  <a:gd name="connsiteY13" fmla="*/ 35242 h 77183"/>
                  <a:gd name="connsiteX14" fmla="*/ 108585 w 111442"/>
                  <a:gd name="connsiteY14" fmla="*/ 33338 h 77183"/>
                  <a:gd name="connsiteX15" fmla="*/ 106680 w 111442"/>
                  <a:gd name="connsiteY15" fmla="*/ 26670 h 77183"/>
                  <a:gd name="connsiteX16" fmla="*/ 101918 w 111442"/>
                  <a:gd name="connsiteY16" fmla="*/ 23813 h 77183"/>
                  <a:gd name="connsiteX17" fmla="*/ 94298 w 111442"/>
                  <a:gd name="connsiteY17" fmla="*/ 23813 h 77183"/>
                  <a:gd name="connsiteX18" fmla="*/ 69533 w 111442"/>
                  <a:gd name="connsiteY18" fmla="*/ 23813 h 77183"/>
                  <a:gd name="connsiteX19" fmla="*/ 54293 w 111442"/>
                  <a:gd name="connsiteY19" fmla="*/ 24765 h 77183"/>
                  <a:gd name="connsiteX20" fmla="*/ 48577 w 111442"/>
                  <a:gd name="connsiteY20" fmla="*/ 28575 h 77183"/>
                  <a:gd name="connsiteX21" fmla="*/ 46673 w 111442"/>
                  <a:gd name="connsiteY21" fmla="*/ 35242 h 77183"/>
                  <a:gd name="connsiteX22" fmla="*/ 48577 w 111442"/>
                  <a:gd name="connsiteY22" fmla="*/ 42863 h 77183"/>
                  <a:gd name="connsiteX23" fmla="*/ 57150 w 111442"/>
                  <a:gd name="connsiteY23" fmla="*/ 52388 h 77183"/>
                  <a:gd name="connsiteX24" fmla="*/ 94298 w 111442"/>
                  <a:gd name="connsiteY24" fmla="*/ 52388 h 77183"/>
                  <a:gd name="connsiteX25" fmla="*/ 103823 w 111442"/>
                  <a:gd name="connsiteY25" fmla="*/ 52388 h 77183"/>
                  <a:gd name="connsiteX26" fmla="*/ 106680 w 111442"/>
                  <a:gd name="connsiteY26" fmla="*/ 49530 h 77183"/>
                  <a:gd name="connsiteX27" fmla="*/ 107632 w 111442"/>
                  <a:gd name="connsiteY27" fmla="*/ 41910 h 77183"/>
                  <a:gd name="connsiteX28" fmla="*/ 110490 w 111442"/>
                  <a:gd name="connsiteY28" fmla="*/ 41910 h 77183"/>
                  <a:gd name="connsiteX29" fmla="*/ 110490 w 111442"/>
                  <a:gd name="connsiteY29" fmla="*/ 77152 h 77183"/>
                  <a:gd name="connsiteX30" fmla="*/ 107632 w 111442"/>
                  <a:gd name="connsiteY30" fmla="*/ 77152 h 77183"/>
                  <a:gd name="connsiteX31" fmla="*/ 105727 w 111442"/>
                  <a:gd name="connsiteY31" fmla="*/ 69533 h 77183"/>
                  <a:gd name="connsiteX32" fmla="*/ 102870 w 111442"/>
                  <a:gd name="connsiteY32" fmla="*/ 66675 h 77183"/>
                  <a:gd name="connsiteX33" fmla="*/ 94298 w 111442"/>
                  <a:gd name="connsiteY33" fmla="*/ 66675 h 77183"/>
                  <a:gd name="connsiteX34" fmla="*/ 30480 w 111442"/>
                  <a:gd name="connsiteY34" fmla="*/ 66675 h 77183"/>
                  <a:gd name="connsiteX35" fmla="*/ 15240 w 111442"/>
                  <a:gd name="connsiteY35" fmla="*/ 66675 h 77183"/>
                  <a:gd name="connsiteX36" fmla="*/ 11430 w 111442"/>
                  <a:gd name="connsiteY36" fmla="*/ 68580 h 77183"/>
                  <a:gd name="connsiteX37" fmla="*/ 10477 w 111442"/>
                  <a:gd name="connsiteY37" fmla="*/ 71438 h 77183"/>
                  <a:gd name="connsiteX38" fmla="*/ 11430 w 111442"/>
                  <a:gd name="connsiteY38" fmla="*/ 77152 h 77183"/>
                  <a:gd name="connsiteX39" fmla="*/ 8573 w 111442"/>
                  <a:gd name="connsiteY39" fmla="*/ 77152 h 77183"/>
                  <a:gd name="connsiteX40" fmla="*/ 0 w 111442"/>
                  <a:gd name="connsiteY40" fmla="*/ 57150 h 77183"/>
                  <a:gd name="connsiteX41" fmla="*/ 0 w 111442"/>
                  <a:gd name="connsiteY41" fmla="*/ 53340 h 77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11442" h="77183">
                    <a:moveTo>
                      <a:pt x="2858" y="53340"/>
                    </a:moveTo>
                    <a:lnTo>
                      <a:pt x="54293" y="53340"/>
                    </a:lnTo>
                    <a:cubicBezTo>
                      <a:pt x="47625" y="47625"/>
                      <a:pt x="43815" y="42863"/>
                      <a:pt x="41910" y="40005"/>
                    </a:cubicBezTo>
                    <a:cubicBezTo>
                      <a:pt x="40005" y="37147"/>
                      <a:pt x="39052" y="33338"/>
                      <a:pt x="39052" y="29527"/>
                    </a:cubicBezTo>
                    <a:cubicBezTo>
                      <a:pt x="39052" y="25717"/>
                      <a:pt x="40005" y="21908"/>
                      <a:pt x="41910" y="19050"/>
                    </a:cubicBezTo>
                    <a:cubicBezTo>
                      <a:pt x="43815" y="16192"/>
                      <a:pt x="47625" y="14288"/>
                      <a:pt x="52388" y="12383"/>
                    </a:cubicBezTo>
                    <a:cubicBezTo>
                      <a:pt x="55245" y="11430"/>
                      <a:pt x="61913" y="10477"/>
                      <a:pt x="70485" y="10477"/>
                    </a:cubicBezTo>
                    <a:lnTo>
                      <a:pt x="95250" y="10477"/>
                    </a:lnTo>
                    <a:cubicBezTo>
                      <a:pt x="100013" y="10477"/>
                      <a:pt x="102870" y="10477"/>
                      <a:pt x="104775" y="9525"/>
                    </a:cubicBezTo>
                    <a:cubicBezTo>
                      <a:pt x="105727" y="9525"/>
                      <a:pt x="106680" y="8572"/>
                      <a:pt x="107632" y="6667"/>
                    </a:cubicBezTo>
                    <a:cubicBezTo>
                      <a:pt x="108585" y="4763"/>
                      <a:pt x="108585" y="2858"/>
                      <a:pt x="108585" y="0"/>
                    </a:cubicBezTo>
                    <a:lnTo>
                      <a:pt x="111443" y="0"/>
                    </a:lnTo>
                    <a:lnTo>
                      <a:pt x="111443" y="35242"/>
                    </a:lnTo>
                    <a:lnTo>
                      <a:pt x="108585" y="35242"/>
                    </a:lnTo>
                    <a:lnTo>
                      <a:pt x="108585" y="33338"/>
                    </a:lnTo>
                    <a:cubicBezTo>
                      <a:pt x="108585" y="30480"/>
                      <a:pt x="108585" y="27622"/>
                      <a:pt x="106680" y="26670"/>
                    </a:cubicBezTo>
                    <a:cubicBezTo>
                      <a:pt x="104775" y="25717"/>
                      <a:pt x="103823" y="24765"/>
                      <a:pt x="101918" y="23813"/>
                    </a:cubicBezTo>
                    <a:cubicBezTo>
                      <a:pt x="101918" y="23813"/>
                      <a:pt x="99060" y="23813"/>
                      <a:pt x="94298" y="23813"/>
                    </a:cubicBezTo>
                    <a:lnTo>
                      <a:pt x="69533" y="23813"/>
                    </a:lnTo>
                    <a:cubicBezTo>
                      <a:pt x="61913" y="23813"/>
                      <a:pt x="57150" y="23813"/>
                      <a:pt x="54293" y="24765"/>
                    </a:cubicBezTo>
                    <a:cubicBezTo>
                      <a:pt x="51435" y="25717"/>
                      <a:pt x="50483" y="26670"/>
                      <a:pt x="48577" y="28575"/>
                    </a:cubicBezTo>
                    <a:cubicBezTo>
                      <a:pt x="46673" y="30480"/>
                      <a:pt x="46673" y="32385"/>
                      <a:pt x="46673" y="35242"/>
                    </a:cubicBezTo>
                    <a:cubicBezTo>
                      <a:pt x="46673" y="38100"/>
                      <a:pt x="46673" y="40005"/>
                      <a:pt x="48577" y="42863"/>
                    </a:cubicBezTo>
                    <a:cubicBezTo>
                      <a:pt x="50483" y="45720"/>
                      <a:pt x="52388" y="48577"/>
                      <a:pt x="57150" y="52388"/>
                    </a:cubicBezTo>
                    <a:lnTo>
                      <a:pt x="94298" y="52388"/>
                    </a:lnTo>
                    <a:cubicBezTo>
                      <a:pt x="99060" y="52388"/>
                      <a:pt x="101918" y="52388"/>
                      <a:pt x="103823" y="52388"/>
                    </a:cubicBezTo>
                    <a:cubicBezTo>
                      <a:pt x="105727" y="52388"/>
                      <a:pt x="105727" y="50483"/>
                      <a:pt x="106680" y="49530"/>
                    </a:cubicBezTo>
                    <a:cubicBezTo>
                      <a:pt x="107632" y="48577"/>
                      <a:pt x="107632" y="45720"/>
                      <a:pt x="107632" y="41910"/>
                    </a:cubicBezTo>
                    <a:lnTo>
                      <a:pt x="110490" y="41910"/>
                    </a:lnTo>
                    <a:lnTo>
                      <a:pt x="110490" y="77152"/>
                    </a:lnTo>
                    <a:lnTo>
                      <a:pt x="107632" y="77152"/>
                    </a:lnTo>
                    <a:cubicBezTo>
                      <a:pt x="107632" y="74295"/>
                      <a:pt x="107632" y="71438"/>
                      <a:pt x="105727" y="69533"/>
                    </a:cubicBezTo>
                    <a:cubicBezTo>
                      <a:pt x="105727" y="68580"/>
                      <a:pt x="103823" y="67627"/>
                      <a:pt x="102870" y="66675"/>
                    </a:cubicBezTo>
                    <a:cubicBezTo>
                      <a:pt x="101918" y="65722"/>
                      <a:pt x="98107" y="66675"/>
                      <a:pt x="94298" y="66675"/>
                    </a:cubicBezTo>
                    <a:lnTo>
                      <a:pt x="30480" y="66675"/>
                    </a:lnTo>
                    <a:cubicBezTo>
                      <a:pt x="21908" y="66675"/>
                      <a:pt x="17145" y="66675"/>
                      <a:pt x="15240" y="66675"/>
                    </a:cubicBezTo>
                    <a:cubicBezTo>
                      <a:pt x="13335" y="66675"/>
                      <a:pt x="12383" y="67627"/>
                      <a:pt x="11430" y="68580"/>
                    </a:cubicBezTo>
                    <a:cubicBezTo>
                      <a:pt x="10477" y="69533"/>
                      <a:pt x="10477" y="70485"/>
                      <a:pt x="10477" y="71438"/>
                    </a:cubicBezTo>
                    <a:cubicBezTo>
                      <a:pt x="10477" y="72390"/>
                      <a:pt x="10477" y="74295"/>
                      <a:pt x="11430" y="77152"/>
                    </a:cubicBezTo>
                    <a:lnTo>
                      <a:pt x="8573" y="77152"/>
                    </a:lnTo>
                    <a:cubicBezTo>
                      <a:pt x="8573" y="78105"/>
                      <a:pt x="0" y="57150"/>
                      <a:pt x="0" y="57150"/>
                    </a:cubicBezTo>
                    <a:lnTo>
                      <a:pt x="0" y="5334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DBB9036-C2D2-7904-D47A-1A3006658E88}"/>
                  </a:ext>
                </a:extLst>
              </p:cNvPr>
              <p:cNvSpPr/>
              <p:nvPr/>
            </p:nvSpPr>
            <p:spPr>
              <a:xfrm>
                <a:off x="3945254" y="3284220"/>
                <a:ext cx="75247" cy="60959"/>
              </a:xfrm>
              <a:custGeom>
                <a:avLst/>
                <a:gdLst>
                  <a:gd name="connsiteX0" fmla="*/ 29528 w 75247"/>
                  <a:gd name="connsiteY0" fmla="*/ 49530 h 60959"/>
                  <a:gd name="connsiteX1" fmla="*/ 54292 w 75247"/>
                  <a:gd name="connsiteY1" fmla="*/ 41910 h 60959"/>
                  <a:gd name="connsiteX2" fmla="*/ 62865 w 75247"/>
                  <a:gd name="connsiteY2" fmla="*/ 23813 h 60959"/>
                  <a:gd name="connsiteX3" fmla="*/ 59055 w 75247"/>
                  <a:gd name="connsiteY3" fmla="*/ 11430 h 60959"/>
                  <a:gd name="connsiteX4" fmla="*/ 45720 w 75247"/>
                  <a:gd name="connsiteY4" fmla="*/ 2858 h 60959"/>
                  <a:gd name="connsiteX5" fmla="*/ 47625 w 75247"/>
                  <a:gd name="connsiteY5" fmla="*/ 0 h 60959"/>
                  <a:gd name="connsiteX6" fmla="*/ 66675 w 75247"/>
                  <a:gd name="connsiteY6" fmla="*/ 9525 h 60959"/>
                  <a:gd name="connsiteX7" fmla="*/ 75248 w 75247"/>
                  <a:gd name="connsiteY7" fmla="*/ 29527 h 60959"/>
                  <a:gd name="connsiteX8" fmla="*/ 65723 w 75247"/>
                  <a:gd name="connsiteY8" fmla="*/ 51435 h 60959"/>
                  <a:gd name="connsiteX9" fmla="*/ 39053 w 75247"/>
                  <a:gd name="connsiteY9" fmla="*/ 60960 h 60959"/>
                  <a:gd name="connsiteX10" fmla="*/ 10478 w 75247"/>
                  <a:gd name="connsiteY10" fmla="*/ 51435 h 60959"/>
                  <a:gd name="connsiteX11" fmla="*/ 0 w 75247"/>
                  <a:gd name="connsiteY11" fmla="*/ 27622 h 60959"/>
                  <a:gd name="connsiteX12" fmla="*/ 7620 w 75247"/>
                  <a:gd name="connsiteY12" fmla="*/ 7620 h 60959"/>
                  <a:gd name="connsiteX13" fmla="*/ 28575 w 75247"/>
                  <a:gd name="connsiteY13" fmla="*/ 0 h 60959"/>
                  <a:gd name="connsiteX14" fmla="*/ 28575 w 75247"/>
                  <a:gd name="connsiteY14" fmla="*/ 48577 h 60959"/>
                  <a:gd name="connsiteX15" fmla="*/ 24765 w 75247"/>
                  <a:gd name="connsiteY15" fmla="*/ 49530 h 60959"/>
                  <a:gd name="connsiteX16" fmla="*/ 24765 w 75247"/>
                  <a:gd name="connsiteY16" fmla="*/ 17145 h 60959"/>
                  <a:gd name="connsiteX17" fmla="*/ 15240 w 75247"/>
                  <a:gd name="connsiteY17" fmla="*/ 19050 h 60959"/>
                  <a:gd name="connsiteX18" fmla="*/ 8573 w 75247"/>
                  <a:gd name="connsiteY18" fmla="*/ 24765 h 60959"/>
                  <a:gd name="connsiteX19" fmla="*/ 5715 w 75247"/>
                  <a:gd name="connsiteY19" fmla="*/ 32385 h 60959"/>
                  <a:gd name="connsiteX20" fmla="*/ 10478 w 75247"/>
                  <a:gd name="connsiteY20" fmla="*/ 43815 h 60959"/>
                  <a:gd name="connsiteX21" fmla="*/ 24765 w 75247"/>
                  <a:gd name="connsiteY21" fmla="*/ 49530 h 60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5247" h="60959">
                    <a:moveTo>
                      <a:pt x="29528" y="49530"/>
                    </a:moveTo>
                    <a:cubicBezTo>
                      <a:pt x="40005" y="49530"/>
                      <a:pt x="48578" y="46672"/>
                      <a:pt x="54292" y="41910"/>
                    </a:cubicBezTo>
                    <a:cubicBezTo>
                      <a:pt x="60008" y="37147"/>
                      <a:pt x="62865" y="30480"/>
                      <a:pt x="62865" y="23813"/>
                    </a:cubicBezTo>
                    <a:cubicBezTo>
                      <a:pt x="62865" y="17145"/>
                      <a:pt x="61913" y="15240"/>
                      <a:pt x="59055" y="11430"/>
                    </a:cubicBezTo>
                    <a:cubicBezTo>
                      <a:pt x="56198" y="7620"/>
                      <a:pt x="52388" y="4763"/>
                      <a:pt x="45720" y="2858"/>
                    </a:cubicBezTo>
                    <a:lnTo>
                      <a:pt x="47625" y="0"/>
                    </a:lnTo>
                    <a:cubicBezTo>
                      <a:pt x="54292" y="952"/>
                      <a:pt x="60960" y="3810"/>
                      <a:pt x="66675" y="9525"/>
                    </a:cubicBezTo>
                    <a:cubicBezTo>
                      <a:pt x="72390" y="15240"/>
                      <a:pt x="75248" y="20955"/>
                      <a:pt x="75248" y="29527"/>
                    </a:cubicBezTo>
                    <a:cubicBezTo>
                      <a:pt x="75248" y="38100"/>
                      <a:pt x="72390" y="45720"/>
                      <a:pt x="65723" y="51435"/>
                    </a:cubicBezTo>
                    <a:cubicBezTo>
                      <a:pt x="59055" y="57150"/>
                      <a:pt x="50483" y="60960"/>
                      <a:pt x="39053" y="60960"/>
                    </a:cubicBezTo>
                    <a:cubicBezTo>
                      <a:pt x="27623" y="60960"/>
                      <a:pt x="17145" y="58102"/>
                      <a:pt x="10478" y="51435"/>
                    </a:cubicBezTo>
                    <a:cubicBezTo>
                      <a:pt x="3810" y="44767"/>
                      <a:pt x="0" y="37147"/>
                      <a:pt x="0" y="27622"/>
                    </a:cubicBezTo>
                    <a:cubicBezTo>
                      <a:pt x="0" y="18097"/>
                      <a:pt x="2858" y="13335"/>
                      <a:pt x="7620" y="7620"/>
                    </a:cubicBezTo>
                    <a:cubicBezTo>
                      <a:pt x="12383" y="1905"/>
                      <a:pt x="20003" y="0"/>
                      <a:pt x="28575" y="0"/>
                    </a:cubicBezTo>
                    <a:lnTo>
                      <a:pt x="28575" y="48577"/>
                    </a:lnTo>
                    <a:close/>
                    <a:moveTo>
                      <a:pt x="24765" y="49530"/>
                    </a:moveTo>
                    <a:lnTo>
                      <a:pt x="24765" y="17145"/>
                    </a:lnTo>
                    <a:cubicBezTo>
                      <a:pt x="20003" y="17145"/>
                      <a:pt x="17145" y="17145"/>
                      <a:pt x="15240" y="19050"/>
                    </a:cubicBezTo>
                    <a:cubicBezTo>
                      <a:pt x="12383" y="20002"/>
                      <a:pt x="10478" y="21908"/>
                      <a:pt x="8573" y="24765"/>
                    </a:cubicBezTo>
                    <a:cubicBezTo>
                      <a:pt x="6668" y="27622"/>
                      <a:pt x="5715" y="29527"/>
                      <a:pt x="5715" y="32385"/>
                    </a:cubicBezTo>
                    <a:cubicBezTo>
                      <a:pt x="5715" y="37147"/>
                      <a:pt x="7620" y="40958"/>
                      <a:pt x="10478" y="43815"/>
                    </a:cubicBezTo>
                    <a:cubicBezTo>
                      <a:pt x="13335" y="46672"/>
                      <a:pt x="18098" y="49530"/>
                      <a:pt x="24765" y="495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B8F79E7-6698-58E1-B8F1-03CD503B59F3}"/>
                  </a:ext>
                </a:extLst>
              </p:cNvPr>
              <p:cNvSpPr/>
              <p:nvPr/>
            </p:nvSpPr>
            <p:spPr>
              <a:xfrm>
                <a:off x="3945254" y="3222307"/>
                <a:ext cx="75247" cy="48577"/>
              </a:xfrm>
              <a:custGeom>
                <a:avLst/>
                <a:gdLst>
                  <a:gd name="connsiteX0" fmla="*/ 0 w 75247"/>
                  <a:gd name="connsiteY0" fmla="*/ 6667 h 48577"/>
                  <a:gd name="connsiteX1" fmla="*/ 23813 w 75247"/>
                  <a:gd name="connsiteY1" fmla="*/ 6667 h 48577"/>
                  <a:gd name="connsiteX2" fmla="*/ 23813 w 75247"/>
                  <a:gd name="connsiteY2" fmla="*/ 9525 h 48577"/>
                  <a:gd name="connsiteX3" fmla="*/ 8573 w 75247"/>
                  <a:gd name="connsiteY3" fmla="*/ 17145 h 48577"/>
                  <a:gd name="connsiteX4" fmla="*/ 4763 w 75247"/>
                  <a:gd name="connsiteY4" fmla="*/ 28575 h 48577"/>
                  <a:gd name="connsiteX5" fmla="*/ 7620 w 75247"/>
                  <a:gd name="connsiteY5" fmla="*/ 37147 h 48577"/>
                  <a:gd name="connsiteX6" fmla="*/ 14288 w 75247"/>
                  <a:gd name="connsiteY6" fmla="*/ 40005 h 48577"/>
                  <a:gd name="connsiteX7" fmla="*/ 21908 w 75247"/>
                  <a:gd name="connsiteY7" fmla="*/ 37147 h 48577"/>
                  <a:gd name="connsiteX8" fmla="*/ 28575 w 75247"/>
                  <a:gd name="connsiteY8" fmla="*/ 27622 h 48577"/>
                  <a:gd name="connsiteX9" fmla="*/ 34290 w 75247"/>
                  <a:gd name="connsiteY9" fmla="*/ 16192 h 48577"/>
                  <a:gd name="connsiteX10" fmla="*/ 54292 w 75247"/>
                  <a:gd name="connsiteY10" fmla="*/ 0 h 48577"/>
                  <a:gd name="connsiteX11" fmla="*/ 69533 w 75247"/>
                  <a:gd name="connsiteY11" fmla="*/ 7620 h 48577"/>
                  <a:gd name="connsiteX12" fmla="*/ 75248 w 75247"/>
                  <a:gd name="connsiteY12" fmla="*/ 23813 h 48577"/>
                  <a:gd name="connsiteX13" fmla="*/ 73342 w 75247"/>
                  <a:gd name="connsiteY13" fmla="*/ 39052 h 48577"/>
                  <a:gd name="connsiteX14" fmla="*/ 73342 w 75247"/>
                  <a:gd name="connsiteY14" fmla="*/ 42863 h 48577"/>
                  <a:gd name="connsiteX15" fmla="*/ 75248 w 75247"/>
                  <a:gd name="connsiteY15" fmla="*/ 45720 h 48577"/>
                  <a:gd name="connsiteX16" fmla="*/ 75248 w 75247"/>
                  <a:gd name="connsiteY16" fmla="*/ 48577 h 48577"/>
                  <a:gd name="connsiteX17" fmla="*/ 49530 w 75247"/>
                  <a:gd name="connsiteY17" fmla="*/ 48577 h 48577"/>
                  <a:gd name="connsiteX18" fmla="*/ 49530 w 75247"/>
                  <a:gd name="connsiteY18" fmla="*/ 45720 h 48577"/>
                  <a:gd name="connsiteX19" fmla="*/ 65723 w 75247"/>
                  <a:gd name="connsiteY19" fmla="*/ 37147 h 48577"/>
                  <a:gd name="connsiteX20" fmla="*/ 71438 w 75247"/>
                  <a:gd name="connsiteY20" fmla="*/ 23813 h 48577"/>
                  <a:gd name="connsiteX21" fmla="*/ 68580 w 75247"/>
                  <a:gd name="connsiteY21" fmla="*/ 15240 h 48577"/>
                  <a:gd name="connsiteX22" fmla="*/ 60960 w 75247"/>
                  <a:gd name="connsiteY22" fmla="*/ 11430 h 48577"/>
                  <a:gd name="connsiteX23" fmla="*/ 52388 w 75247"/>
                  <a:gd name="connsiteY23" fmla="*/ 15240 h 48577"/>
                  <a:gd name="connsiteX24" fmla="*/ 42863 w 75247"/>
                  <a:gd name="connsiteY24" fmla="*/ 30480 h 48577"/>
                  <a:gd name="connsiteX25" fmla="*/ 32385 w 75247"/>
                  <a:gd name="connsiteY25" fmla="*/ 44767 h 48577"/>
                  <a:gd name="connsiteX26" fmla="*/ 20955 w 75247"/>
                  <a:gd name="connsiteY26" fmla="*/ 48577 h 48577"/>
                  <a:gd name="connsiteX27" fmla="*/ 6668 w 75247"/>
                  <a:gd name="connsiteY27" fmla="*/ 42863 h 48577"/>
                  <a:gd name="connsiteX28" fmla="*/ 953 w 75247"/>
                  <a:gd name="connsiteY28" fmla="*/ 27622 h 48577"/>
                  <a:gd name="connsiteX29" fmla="*/ 2858 w 75247"/>
                  <a:gd name="connsiteY29" fmla="*/ 17145 h 48577"/>
                  <a:gd name="connsiteX30" fmla="*/ 3810 w 75247"/>
                  <a:gd name="connsiteY30" fmla="*/ 11430 h 48577"/>
                  <a:gd name="connsiteX31" fmla="*/ 3810 w 75247"/>
                  <a:gd name="connsiteY31" fmla="*/ 9525 h 48577"/>
                  <a:gd name="connsiteX32" fmla="*/ 953 w 75247"/>
                  <a:gd name="connsiteY32" fmla="*/ 7620 h 48577"/>
                  <a:gd name="connsiteX33" fmla="*/ 953 w 75247"/>
                  <a:gd name="connsiteY33" fmla="*/ 4763 h 48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47" h="48577">
                    <a:moveTo>
                      <a:pt x="0" y="6667"/>
                    </a:moveTo>
                    <a:lnTo>
                      <a:pt x="23813" y="6667"/>
                    </a:lnTo>
                    <a:lnTo>
                      <a:pt x="23813" y="9525"/>
                    </a:lnTo>
                    <a:cubicBezTo>
                      <a:pt x="16193" y="11430"/>
                      <a:pt x="11430" y="14288"/>
                      <a:pt x="8573" y="17145"/>
                    </a:cubicBezTo>
                    <a:cubicBezTo>
                      <a:pt x="5715" y="20002"/>
                      <a:pt x="4763" y="23813"/>
                      <a:pt x="4763" y="28575"/>
                    </a:cubicBezTo>
                    <a:cubicBezTo>
                      <a:pt x="4763" y="33338"/>
                      <a:pt x="5715" y="35242"/>
                      <a:pt x="7620" y="37147"/>
                    </a:cubicBezTo>
                    <a:cubicBezTo>
                      <a:pt x="9525" y="39052"/>
                      <a:pt x="11430" y="40005"/>
                      <a:pt x="14288" y="40005"/>
                    </a:cubicBezTo>
                    <a:cubicBezTo>
                      <a:pt x="17145" y="40005"/>
                      <a:pt x="20003" y="40005"/>
                      <a:pt x="21908" y="37147"/>
                    </a:cubicBezTo>
                    <a:cubicBezTo>
                      <a:pt x="23813" y="35242"/>
                      <a:pt x="26670" y="32385"/>
                      <a:pt x="28575" y="27622"/>
                    </a:cubicBezTo>
                    <a:lnTo>
                      <a:pt x="34290" y="16192"/>
                    </a:lnTo>
                    <a:cubicBezTo>
                      <a:pt x="39053" y="5715"/>
                      <a:pt x="45720" y="0"/>
                      <a:pt x="54292" y="0"/>
                    </a:cubicBezTo>
                    <a:cubicBezTo>
                      <a:pt x="62865" y="0"/>
                      <a:pt x="65723" y="2858"/>
                      <a:pt x="69533" y="7620"/>
                    </a:cubicBezTo>
                    <a:cubicBezTo>
                      <a:pt x="73342" y="12383"/>
                      <a:pt x="75248" y="18097"/>
                      <a:pt x="75248" y="23813"/>
                    </a:cubicBezTo>
                    <a:cubicBezTo>
                      <a:pt x="75248" y="29527"/>
                      <a:pt x="75248" y="33338"/>
                      <a:pt x="73342" y="39052"/>
                    </a:cubicBezTo>
                    <a:cubicBezTo>
                      <a:pt x="73342" y="40958"/>
                      <a:pt x="73342" y="41910"/>
                      <a:pt x="73342" y="42863"/>
                    </a:cubicBezTo>
                    <a:cubicBezTo>
                      <a:pt x="73342" y="43815"/>
                      <a:pt x="73342" y="44767"/>
                      <a:pt x="75248" y="45720"/>
                    </a:cubicBezTo>
                    <a:lnTo>
                      <a:pt x="75248" y="48577"/>
                    </a:lnTo>
                    <a:lnTo>
                      <a:pt x="49530" y="48577"/>
                    </a:lnTo>
                    <a:lnTo>
                      <a:pt x="49530" y="45720"/>
                    </a:lnTo>
                    <a:cubicBezTo>
                      <a:pt x="57150" y="43815"/>
                      <a:pt x="61913" y="41910"/>
                      <a:pt x="65723" y="37147"/>
                    </a:cubicBezTo>
                    <a:cubicBezTo>
                      <a:pt x="69533" y="32385"/>
                      <a:pt x="71438" y="28575"/>
                      <a:pt x="71438" y="23813"/>
                    </a:cubicBezTo>
                    <a:cubicBezTo>
                      <a:pt x="71438" y="19050"/>
                      <a:pt x="70485" y="17145"/>
                      <a:pt x="68580" y="15240"/>
                    </a:cubicBezTo>
                    <a:cubicBezTo>
                      <a:pt x="66675" y="13335"/>
                      <a:pt x="63817" y="11430"/>
                      <a:pt x="60960" y="11430"/>
                    </a:cubicBezTo>
                    <a:cubicBezTo>
                      <a:pt x="58103" y="11430"/>
                      <a:pt x="54292" y="12383"/>
                      <a:pt x="52388" y="15240"/>
                    </a:cubicBezTo>
                    <a:cubicBezTo>
                      <a:pt x="50483" y="18097"/>
                      <a:pt x="46673" y="22860"/>
                      <a:pt x="42863" y="30480"/>
                    </a:cubicBezTo>
                    <a:cubicBezTo>
                      <a:pt x="39053" y="38100"/>
                      <a:pt x="36195" y="42863"/>
                      <a:pt x="32385" y="44767"/>
                    </a:cubicBezTo>
                    <a:cubicBezTo>
                      <a:pt x="29528" y="46672"/>
                      <a:pt x="25718" y="48577"/>
                      <a:pt x="20955" y="48577"/>
                    </a:cubicBezTo>
                    <a:cubicBezTo>
                      <a:pt x="16193" y="48577"/>
                      <a:pt x="10478" y="46672"/>
                      <a:pt x="6668" y="42863"/>
                    </a:cubicBezTo>
                    <a:cubicBezTo>
                      <a:pt x="2858" y="39052"/>
                      <a:pt x="953" y="33338"/>
                      <a:pt x="953" y="27622"/>
                    </a:cubicBezTo>
                    <a:cubicBezTo>
                      <a:pt x="953" y="21908"/>
                      <a:pt x="953" y="21908"/>
                      <a:pt x="2858" y="17145"/>
                    </a:cubicBezTo>
                    <a:cubicBezTo>
                      <a:pt x="2858" y="14288"/>
                      <a:pt x="3810" y="12383"/>
                      <a:pt x="3810" y="11430"/>
                    </a:cubicBezTo>
                    <a:cubicBezTo>
                      <a:pt x="3810" y="10477"/>
                      <a:pt x="3810" y="9525"/>
                      <a:pt x="3810" y="9525"/>
                    </a:cubicBezTo>
                    <a:cubicBezTo>
                      <a:pt x="3810" y="9525"/>
                      <a:pt x="2858" y="8572"/>
                      <a:pt x="953" y="7620"/>
                    </a:cubicBezTo>
                    <a:lnTo>
                      <a:pt x="953" y="4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41" name="Graphic 4">
              <a:extLst>
                <a:ext uri="{FF2B5EF4-FFF2-40B4-BE49-F238E27FC236}">
                  <a16:creationId xmlns:a16="http://schemas.microsoft.com/office/drawing/2014/main" id="{BA0877AD-87C8-1D01-EC9C-A031C332679D}"/>
                </a:ext>
              </a:extLst>
            </p:cNvPr>
            <p:cNvGrpSpPr/>
            <p:nvPr/>
          </p:nvGrpSpPr>
          <p:grpSpPr>
            <a:xfrm>
              <a:off x="6539865" y="3733800"/>
              <a:ext cx="511492" cy="421957"/>
              <a:chOff x="6539865" y="3733800"/>
              <a:chExt cx="511492" cy="421957"/>
            </a:xfrm>
            <a:solidFill>
              <a:srgbClr val="FFFFFF"/>
            </a:solidFill>
          </p:grpSpPr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389FD0DB-86DE-20FC-9C7C-0B864DF8EF67}"/>
                  </a:ext>
                </a:extLst>
              </p:cNvPr>
              <p:cNvSpPr/>
              <p:nvPr/>
            </p:nvSpPr>
            <p:spPr>
              <a:xfrm>
                <a:off x="6555105" y="3735705"/>
                <a:ext cx="95250" cy="92392"/>
              </a:xfrm>
              <a:custGeom>
                <a:avLst/>
                <a:gdLst>
                  <a:gd name="connsiteX0" fmla="*/ 60007 w 95250"/>
                  <a:gd name="connsiteY0" fmla="*/ 61913 h 92392"/>
                  <a:gd name="connsiteX1" fmla="*/ 25717 w 95250"/>
                  <a:gd name="connsiteY1" fmla="*/ 61913 h 92392"/>
                  <a:gd name="connsiteX2" fmla="*/ 20002 w 95250"/>
                  <a:gd name="connsiteY2" fmla="*/ 76200 h 92392"/>
                  <a:gd name="connsiteX3" fmla="*/ 18097 w 95250"/>
                  <a:gd name="connsiteY3" fmla="*/ 83820 h 92392"/>
                  <a:gd name="connsiteX4" fmla="*/ 20002 w 95250"/>
                  <a:gd name="connsiteY4" fmla="*/ 87630 h 92392"/>
                  <a:gd name="connsiteX5" fmla="*/ 28575 w 95250"/>
                  <a:gd name="connsiteY5" fmla="*/ 89535 h 92392"/>
                  <a:gd name="connsiteX6" fmla="*/ 28575 w 95250"/>
                  <a:gd name="connsiteY6" fmla="*/ 92392 h 92392"/>
                  <a:gd name="connsiteX7" fmla="*/ 0 w 95250"/>
                  <a:gd name="connsiteY7" fmla="*/ 92392 h 92392"/>
                  <a:gd name="connsiteX8" fmla="*/ 0 w 95250"/>
                  <a:gd name="connsiteY8" fmla="*/ 89535 h 92392"/>
                  <a:gd name="connsiteX9" fmla="*/ 7620 w 95250"/>
                  <a:gd name="connsiteY9" fmla="*/ 86677 h 92392"/>
                  <a:gd name="connsiteX10" fmla="*/ 15240 w 95250"/>
                  <a:gd name="connsiteY10" fmla="*/ 73342 h 92392"/>
                  <a:gd name="connsiteX11" fmla="*/ 46672 w 95250"/>
                  <a:gd name="connsiteY11" fmla="*/ 0 h 92392"/>
                  <a:gd name="connsiteX12" fmla="*/ 48577 w 95250"/>
                  <a:gd name="connsiteY12" fmla="*/ 0 h 92392"/>
                  <a:gd name="connsiteX13" fmla="*/ 80010 w 95250"/>
                  <a:gd name="connsiteY13" fmla="*/ 74295 h 92392"/>
                  <a:gd name="connsiteX14" fmla="*/ 86677 w 95250"/>
                  <a:gd name="connsiteY14" fmla="*/ 85725 h 92392"/>
                  <a:gd name="connsiteX15" fmla="*/ 95250 w 95250"/>
                  <a:gd name="connsiteY15" fmla="*/ 88582 h 92392"/>
                  <a:gd name="connsiteX16" fmla="*/ 95250 w 95250"/>
                  <a:gd name="connsiteY16" fmla="*/ 91440 h 92392"/>
                  <a:gd name="connsiteX17" fmla="*/ 60007 w 95250"/>
                  <a:gd name="connsiteY17" fmla="*/ 91440 h 92392"/>
                  <a:gd name="connsiteX18" fmla="*/ 60007 w 95250"/>
                  <a:gd name="connsiteY18" fmla="*/ 88582 h 92392"/>
                  <a:gd name="connsiteX19" fmla="*/ 67627 w 95250"/>
                  <a:gd name="connsiteY19" fmla="*/ 86677 h 92392"/>
                  <a:gd name="connsiteX20" fmla="*/ 69532 w 95250"/>
                  <a:gd name="connsiteY20" fmla="*/ 82867 h 92392"/>
                  <a:gd name="connsiteX21" fmla="*/ 66675 w 95250"/>
                  <a:gd name="connsiteY21" fmla="*/ 73342 h 92392"/>
                  <a:gd name="connsiteX22" fmla="*/ 60960 w 95250"/>
                  <a:gd name="connsiteY22" fmla="*/ 60007 h 92392"/>
                  <a:gd name="connsiteX23" fmla="*/ 58102 w 95250"/>
                  <a:gd name="connsiteY23" fmla="*/ 57150 h 92392"/>
                  <a:gd name="connsiteX24" fmla="*/ 42863 w 95250"/>
                  <a:gd name="connsiteY24" fmla="*/ 20955 h 92392"/>
                  <a:gd name="connsiteX25" fmla="*/ 27622 w 95250"/>
                  <a:gd name="connsiteY25" fmla="*/ 57150 h 92392"/>
                  <a:gd name="connsiteX26" fmla="*/ 58102 w 95250"/>
                  <a:gd name="connsiteY26" fmla="*/ 57150 h 92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5250" h="92392">
                    <a:moveTo>
                      <a:pt x="60007" y="61913"/>
                    </a:moveTo>
                    <a:lnTo>
                      <a:pt x="25717" y="61913"/>
                    </a:lnTo>
                    <a:lnTo>
                      <a:pt x="20002" y="76200"/>
                    </a:lnTo>
                    <a:cubicBezTo>
                      <a:pt x="18097" y="80010"/>
                      <a:pt x="18097" y="81915"/>
                      <a:pt x="18097" y="83820"/>
                    </a:cubicBezTo>
                    <a:cubicBezTo>
                      <a:pt x="18097" y="85725"/>
                      <a:pt x="18097" y="86677"/>
                      <a:pt x="20002" y="87630"/>
                    </a:cubicBezTo>
                    <a:cubicBezTo>
                      <a:pt x="21907" y="88582"/>
                      <a:pt x="23813" y="89535"/>
                      <a:pt x="28575" y="89535"/>
                    </a:cubicBezTo>
                    <a:lnTo>
                      <a:pt x="28575" y="92392"/>
                    </a:lnTo>
                    <a:lnTo>
                      <a:pt x="0" y="92392"/>
                    </a:lnTo>
                    <a:lnTo>
                      <a:pt x="0" y="89535"/>
                    </a:lnTo>
                    <a:cubicBezTo>
                      <a:pt x="3810" y="89535"/>
                      <a:pt x="5715" y="87630"/>
                      <a:pt x="7620" y="86677"/>
                    </a:cubicBezTo>
                    <a:cubicBezTo>
                      <a:pt x="9525" y="84772"/>
                      <a:pt x="12382" y="80010"/>
                      <a:pt x="15240" y="73342"/>
                    </a:cubicBezTo>
                    <a:lnTo>
                      <a:pt x="46672" y="0"/>
                    </a:lnTo>
                    <a:lnTo>
                      <a:pt x="48577" y="0"/>
                    </a:lnTo>
                    <a:lnTo>
                      <a:pt x="80010" y="74295"/>
                    </a:lnTo>
                    <a:cubicBezTo>
                      <a:pt x="82867" y="80010"/>
                      <a:pt x="84772" y="83820"/>
                      <a:pt x="86677" y="85725"/>
                    </a:cubicBezTo>
                    <a:cubicBezTo>
                      <a:pt x="88582" y="87630"/>
                      <a:pt x="91440" y="88582"/>
                      <a:pt x="95250" y="88582"/>
                    </a:cubicBezTo>
                    <a:lnTo>
                      <a:pt x="95250" y="91440"/>
                    </a:lnTo>
                    <a:lnTo>
                      <a:pt x="60007" y="91440"/>
                    </a:lnTo>
                    <a:lnTo>
                      <a:pt x="60007" y="88582"/>
                    </a:lnTo>
                    <a:cubicBezTo>
                      <a:pt x="63817" y="88582"/>
                      <a:pt x="65722" y="88582"/>
                      <a:pt x="67627" y="86677"/>
                    </a:cubicBezTo>
                    <a:cubicBezTo>
                      <a:pt x="69532" y="84772"/>
                      <a:pt x="69532" y="84772"/>
                      <a:pt x="69532" y="82867"/>
                    </a:cubicBezTo>
                    <a:cubicBezTo>
                      <a:pt x="69532" y="80963"/>
                      <a:pt x="69532" y="78105"/>
                      <a:pt x="66675" y="73342"/>
                    </a:cubicBezTo>
                    <a:lnTo>
                      <a:pt x="60960" y="60007"/>
                    </a:lnTo>
                    <a:close/>
                    <a:moveTo>
                      <a:pt x="58102" y="57150"/>
                    </a:moveTo>
                    <a:lnTo>
                      <a:pt x="42863" y="20955"/>
                    </a:lnTo>
                    <a:lnTo>
                      <a:pt x="27622" y="57150"/>
                    </a:lnTo>
                    <a:lnTo>
                      <a:pt x="58102" y="5715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BB5DE248-FB81-070E-4089-71154D7EC6DC}"/>
                  </a:ext>
                </a:extLst>
              </p:cNvPr>
              <p:cNvSpPr/>
              <p:nvPr/>
            </p:nvSpPr>
            <p:spPr>
              <a:xfrm>
                <a:off x="6650355" y="3734752"/>
                <a:ext cx="62864" cy="94297"/>
              </a:xfrm>
              <a:custGeom>
                <a:avLst/>
                <a:gdLst>
                  <a:gd name="connsiteX0" fmla="*/ 20955 w 62864"/>
                  <a:gd name="connsiteY0" fmla="*/ 42863 h 94297"/>
                  <a:gd name="connsiteX1" fmla="*/ 40005 w 62864"/>
                  <a:gd name="connsiteY1" fmla="*/ 30480 h 94297"/>
                  <a:gd name="connsiteX2" fmla="*/ 56197 w 62864"/>
                  <a:gd name="connsiteY2" fmla="*/ 38100 h 94297"/>
                  <a:gd name="connsiteX3" fmla="*/ 62865 w 62864"/>
                  <a:gd name="connsiteY3" fmla="*/ 60007 h 94297"/>
                  <a:gd name="connsiteX4" fmla="*/ 52388 w 62864"/>
                  <a:gd name="connsiteY4" fmla="*/ 85725 h 94297"/>
                  <a:gd name="connsiteX5" fmla="*/ 31432 w 62864"/>
                  <a:gd name="connsiteY5" fmla="*/ 94297 h 94297"/>
                  <a:gd name="connsiteX6" fmla="*/ 20955 w 62864"/>
                  <a:gd name="connsiteY6" fmla="*/ 92392 h 94297"/>
                  <a:gd name="connsiteX7" fmla="*/ 9525 w 62864"/>
                  <a:gd name="connsiteY7" fmla="*/ 86678 h 94297"/>
                  <a:gd name="connsiteX8" fmla="*/ 9525 w 62864"/>
                  <a:gd name="connsiteY8" fmla="*/ 23813 h 94297"/>
                  <a:gd name="connsiteX9" fmla="*/ 9525 w 62864"/>
                  <a:gd name="connsiteY9" fmla="*/ 11430 h 94297"/>
                  <a:gd name="connsiteX10" fmla="*/ 7620 w 62864"/>
                  <a:gd name="connsiteY10" fmla="*/ 8572 h 94297"/>
                  <a:gd name="connsiteX11" fmla="*/ 4763 w 62864"/>
                  <a:gd name="connsiteY11" fmla="*/ 8572 h 94297"/>
                  <a:gd name="connsiteX12" fmla="*/ 0 w 62864"/>
                  <a:gd name="connsiteY12" fmla="*/ 9525 h 94297"/>
                  <a:gd name="connsiteX13" fmla="*/ 0 w 62864"/>
                  <a:gd name="connsiteY13" fmla="*/ 7620 h 94297"/>
                  <a:gd name="connsiteX14" fmla="*/ 17145 w 62864"/>
                  <a:gd name="connsiteY14" fmla="*/ 0 h 94297"/>
                  <a:gd name="connsiteX15" fmla="*/ 20002 w 62864"/>
                  <a:gd name="connsiteY15" fmla="*/ 0 h 94297"/>
                  <a:gd name="connsiteX16" fmla="*/ 20002 w 62864"/>
                  <a:gd name="connsiteY16" fmla="*/ 43815 h 94297"/>
                  <a:gd name="connsiteX17" fmla="*/ 20955 w 62864"/>
                  <a:gd name="connsiteY17" fmla="*/ 47625 h 94297"/>
                  <a:gd name="connsiteX18" fmla="*/ 20955 w 62864"/>
                  <a:gd name="connsiteY18" fmla="*/ 83820 h 94297"/>
                  <a:gd name="connsiteX19" fmla="*/ 27622 w 62864"/>
                  <a:gd name="connsiteY19" fmla="*/ 88582 h 94297"/>
                  <a:gd name="connsiteX20" fmla="*/ 35242 w 62864"/>
                  <a:gd name="connsiteY20" fmla="*/ 90488 h 94297"/>
                  <a:gd name="connsiteX21" fmla="*/ 46672 w 62864"/>
                  <a:gd name="connsiteY21" fmla="*/ 83820 h 94297"/>
                  <a:gd name="connsiteX22" fmla="*/ 51435 w 62864"/>
                  <a:gd name="connsiteY22" fmla="*/ 64770 h 94297"/>
                  <a:gd name="connsiteX23" fmla="*/ 46672 w 62864"/>
                  <a:gd name="connsiteY23" fmla="*/ 46672 h 94297"/>
                  <a:gd name="connsiteX24" fmla="*/ 35242 w 62864"/>
                  <a:gd name="connsiteY24" fmla="*/ 40005 h 94297"/>
                  <a:gd name="connsiteX25" fmla="*/ 28575 w 62864"/>
                  <a:gd name="connsiteY25" fmla="*/ 41910 h 94297"/>
                  <a:gd name="connsiteX26" fmla="*/ 21907 w 62864"/>
                  <a:gd name="connsiteY26" fmla="*/ 47625 h 94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2864" h="94297">
                    <a:moveTo>
                      <a:pt x="20955" y="42863"/>
                    </a:moveTo>
                    <a:cubicBezTo>
                      <a:pt x="26670" y="34290"/>
                      <a:pt x="33338" y="30480"/>
                      <a:pt x="40005" y="30480"/>
                    </a:cubicBezTo>
                    <a:cubicBezTo>
                      <a:pt x="46672" y="30480"/>
                      <a:pt x="51435" y="33338"/>
                      <a:pt x="56197" y="38100"/>
                    </a:cubicBezTo>
                    <a:cubicBezTo>
                      <a:pt x="60960" y="42863"/>
                      <a:pt x="62865" y="50482"/>
                      <a:pt x="62865" y="60007"/>
                    </a:cubicBezTo>
                    <a:cubicBezTo>
                      <a:pt x="62865" y="69532"/>
                      <a:pt x="59055" y="79057"/>
                      <a:pt x="52388" y="85725"/>
                    </a:cubicBezTo>
                    <a:cubicBezTo>
                      <a:pt x="46672" y="91440"/>
                      <a:pt x="39052" y="94297"/>
                      <a:pt x="31432" y="94297"/>
                    </a:cubicBezTo>
                    <a:cubicBezTo>
                      <a:pt x="23813" y="94297"/>
                      <a:pt x="24765" y="94297"/>
                      <a:pt x="20955" y="92392"/>
                    </a:cubicBezTo>
                    <a:cubicBezTo>
                      <a:pt x="17145" y="90488"/>
                      <a:pt x="13335" y="89535"/>
                      <a:pt x="9525" y="86678"/>
                    </a:cubicBezTo>
                    <a:lnTo>
                      <a:pt x="9525" y="23813"/>
                    </a:lnTo>
                    <a:cubicBezTo>
                      <a:pt x="9525" y="17145"/>
                      <a:pt x="9525" y="12382"/>
                      <a:pt x="9525" y="11430"/>
                    </a:cubicBezTo>
                    <a:cubicBezTo>
                      <a:pt x="9525" y="10478"/>
                      <a:pt x="9525" y="8572"/>
                      <a:pt x="7620" y="8572"/>
                    </a:cubicBezTo>
                    <a:cubicBezTo>
                      <a:pt x="5715" y="8572"/>
                      <a:pt x="5715" y="8572"/>
                      <a:pt x="4763" y="8572"/>
                    </a:cubicBezTo>
                    <a:cubicBezTo>
                      <a:pt x="3810" y="8572"/>
                      <a:pt x="1905" y="8572"/>
                      <a:pt x="0" y="9525"/>
                    </a:cubicBezTo>
                    <a:lnTo>
                      <a:pt x="0" y="7620"/>
                    </a:lnTo>
                    <a:cubicBezTo>
                      <a:pt x="0" y="7620"/>
                      <a:pt x="17145" y="0"/>
                      <a:pt x="17145" y="0"/>
                    </a:cubicBezTo>
                    <a:lnTo>
                      <a:pt x="20002" y="0"/>
                    </a:lnTo>
                    <a:lnTo>
                      <a:pt x="20002" y="43815"/>
                    </a:lnTo>
                    <a:close/>
                    <a:moveTo>
                      <a:pt x="20955" y="47625"/>
                    </a:moveTo>
                    <a:lnTo>
                      <a:pt x="20955" y="83820"/>
                    </a:lnTo>
                    <a:cubicBezTo>
                      <a:pt x="22860" y="85725"/>
                      <a:pt x="25717" y="87630"/>
                      <a:pt x="27622" y="88582"/>
                    </a:cubicBezTo>
                    <a:cubicBezTo>
                      <a:pt x="29527" y="89535"/>
                      <a:pt x="32385" y="90488"/>
                      <a:pt x="35242" y="90488"/>
                    </a:cubicBezTo>
                    <a:cubicBezTo>
                      <a:pt x="39052" y="90488"/>
                      <a:pt x="42863" y="88582"/>
                      <a:pt x="46672" y="83820"/>
                    </a:cubicBezTo>
                    <a:cubicBezTo>
                      <a:pt x="50482" y="79057"/>
                      <a:pt x="51435" y="73342"/>
                      <a:pt x="51435" y="64770"/>
                    </a:cubicBezTo>
                    <a:cubicBezTo>
                      <a:pt x="51435" y="56197"/>
                      <a:pt x="49530" y="51435"/>
                      <a:pt x="46672" y="46672"/>
                    </a:cubicBezTo>
                    <a:cubicBezTo>
                      <a:pt x="43815" y="41910"/>
                      <a:pt x="39052" y="40005"/>
                      <a:pt x="35242" y="40005"/>
                    </a:cubicBezTo>
                    <a:cubicBezTo>
                      <a:pt x="31432" y="40005"/>
                      <a:pt x="30480" y="40005"/>
                      <a:pt x="28575" y="41910"/>
                    </a:cubicBezTo>
                    <a:cubicBezTo>
                      <a:pt x="26670" y="41910"/>
                      <a:pt x="24765" y="44767"/>
                      <a:pt x="21907" y="476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77530C31-83DB-9770-733E-B416B76A0AE0}"/>
                  </a:ext>
                </a:extLst>
              </p:cNvPr>
              <p:cNvSpPr/>
              <p:nvPr/>
            </p:nvSpPr>
            <p:spPr>
              <a:xfrm>
                <a:off x="6724650" y="3765232"/>
                <a:ext cx="40957" cy="64770"/>
              </a:xfrm>
              <a:custGeom>
                <a:avLst/>
                <a:gdLst>
                  <a:gd name="connsiteX0" fmla="*/ 37147 w 40957"/>
                  <a:gd name="connsiteY0" fmla="*/ 0 h 64770"/>
                  <a:gd name="connsiteX1" fmla="*/ 37147 w 40957"/>
                  <a:gd name="connsiteY1" fmla="*/ 20955 h 64770"/>
                  <a:gd name="connsiteX2" fmla="*/ 35243 w 40957"/>
                  <a:gd name="connsiteY2" fmla="*/ 20955 h 64770"/>
                  <a:gd name="connsiteX3" fmla="*/ 28575 w 40957"/>
                  <a:gd name="connsiteY3" fmla="*/ 7620 h 64770"/>
                  <a:gd name="connsiteX4" fmla="*/ 18097 w 40957"/>
                  <a:gd name="connsiteY4" fmla="*/ 3810 h 64770"/>
                  <a:gd name="connsiteX5" fmla="*/ 10478 w 40957"/>
                  <a:gd name="connsiteY5" fmla="*/ 6668 h 64770"/>
                  <a:gd name="connsiteX6" fmla="*/ 7620 w 40957"/>
                  <a:gd name="connsiteY6" fmla="*/ 12383 h 64770"/>
                  <a:gd name="connsiteX7" fmla="*/ 9525 w 40957"/>
                  <a:gd name="connsiteY7" fmla="*/ 19050 h 64770"/>
                  <a:gd name="connsiteX8" fmla="*/ 18097 w 40957"/>
                  <a:gd name="connsiteY8" fmla="*/ 24765 h 64770"/>
                  <a:gd name="connsiteX9" fmla="*/ 27622 w 40957"/>
                  <a:gd name="connsiteY9" fmla="*/ 29528 h 64770"/>
                  <a:gd name="connsiteX10" fmla="*/ 40957 w 40957"/>
                  <a:gd name="connsiteY10" fmla="*/ 46673 h 64770"/>
                  <a:gd name="connsiteX11" fmla="*/ 34290 w 40957"/>
                  <a:gd name="connsiteY11" fmla="*/ 60008 h 64770"/>
                  <a:gd name="connsiteX12" fmla="*/ 20003 w 40957"/>
                  <a:gd name="connsiteY12" fmla="*/ 64770 h 64770"/>
                  <a:gd name="connsiteX13" fmla="*/ 7620 w 40957"/>
                  <a:gd name="connsiteY13" fmla="*/ 62865 h 64770"/>
                  <a:gd name="connsiteX14" fmla="*/ 3810 w 40957"/>
                  <a:gd name="connsiteY14" fmla="*/ 62865 h 64770"/>
                  <a:gd name="connsiteX15" fmla="*/ 1905 w 40957"/>
                  <a:gd name="connsiteY15" fmla="*/ 64770 h 64770"/>
                  <a:gd name="connsiteX16" fmla="*/ 0 w 40957"/>
                  <a:gd name="connsiteY16" fmla="*/ 64770 h 64770"/>
                  <a:gd name="connsiteX17" fmla="*/ 0 w 40957"/>
                  <a:gd name="connsiteY17" fmla="*/ 42863 h 64770"/>
                  <a:gd name="connsiteX18" fmla="*/ 1905 w 40957"/>
                  <a:gd name="connsiteY18" fmla="*/ 42863 h 64770"/>
                  <a:gd name="connsiteX19" fmla="*/ 8572 w 40957"/>
                  <a:gd name="connsiteY19" fmla="*/ 57150 h 64770"/>
                  <a:gd name="connsiteX20" fmla="*/ 20003 w 40957"/>
                  <a:gd name="connsiteY20" fmla="*/ 61913 h 64770"/>
                  <a:gd name="connsiteX21" fmla="*/ 27622 w 40957"/>
                  <a:gd name="connsiteY21" fmla="*/ 59055 h 64770"/>
                  <a:gd name="connsiteX22" fmla="*/ 30480 w 40957"/>
                  <a:gd name="connsiteY22" fmla="*/ 52388 h 64770"/>
                  <a:gd name="connsiteX23" fmla="*/ 27622 w 40957"/>
                  <a:gd name="connsiteY23" fmla="*/ 44768 h 64770"/>
                  <a:gd name="connsiteX24" fmla="*/ 15240 w 40957"/>
                  <a:gd name="connsiteY24" fmla="*/ 37148 h 64770"/>
                  <a:gd name="connsiteX25" fmla="*/ 2857 w 40957"/>
                  <a:gd name="connsiteY25" fmla="*/ 28575 h 64770"/>
                  <a:gd name="connsiteX26" fmla="*/ 0 w 40957"/>
                  <a:gd name="connsiteY26" fmla="*/ 19050 h 64770"/>
                  <a:gd name="connsiteX27" fmla="*/ 4763 w 40957"/>
                  <a:gd name="connsiteY27" fmla="*/ 6668 h 64770"/>
                  <a:gd name="connsiteX28" fmla="*/ 18097 w 40957"/>
                  <a:gd name="connsiteY28" fmla="*/ 1905 h 64770"/>
                  <a:gd name="connsiteX29" fmla="*/ 26670 w 40957"/>
                  <a:gd name="connsiteY29" fmla="*/ 3810 h 64770"/>
                  <a:gd name="connsiteX30" fmla="*/ 31432 w 40957"/>
                  <a:gd name="connsiteY30" fmla="*/ 4763 h 64770"/>
                  <a:gd name="connsiteX31" fmla="*/ 33338 w 40957"/>
                  <a:gd name="connsiteY31" fmla="*/ 4763 h 64770"/>
                  <a:gd name="connsiteX32" fmla="*/ 34290 w 40957"/>
                  <a:gd name="connsiteY32" fmla="*/ 2858 h 64770"/>
                  <a:gd name="connsiteX33" fmla="*/ 36195 w 40957"/>
                  <a:gd name="connsiteY33" fmla="*/ 2858 h 64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0957" h="64770">
                    <a:moveTo>
                      <a:pt x="37147" y="0"/>
                    </a:moveTo>
                    <a:lnTo>
                      <a:pt x="37147" y="20955"/>
                    </a:lnTo>
                    <a:lnTo>
                      <a:pt x="35243" y="20955"/>
                    </a:lnTo>
                    <a:cubicBezTo>
                      <a:pt x="33338" y="14288"/>
                      <a:pt x="31432" y="10478"/>
                      <a:pt x="28575" y="7620"/>
                    </a:cubicBezTo>
                    <a:cubicBezTo>
                      <a:pt x="25718" y="4763"/>
                      <a:pt x="22860" y="3810"/>
                      <a:pt x="18097" y="3810"/>
                    </a:cubicBezTo>
                    <a:cubicBezTo>
                      <a:pt x="13335" y="3810"/>
                      <a:pt x="12382" y="3810"/>
                      <a:pt x="10478" y="6668"/>
                    </a:cubicBezTo>
                    <a:cubicBezTo>
                      <a:pt x="8572" y="9525"/>
                      <a:pt x="7620" y="10478"/>
                      <a:pt x="7620" y="12383"/>
                    </a:cubicBezTo>
                    <a:cubicBezTo>
                      <a:pt x="7620" y="14288"/>
                      <a:pt x="7620" y="17145"/>
                      <a:pt x="9525" y="19050"/>
                    </a:cubicBezTo>
                    <a:cubicBezTo>
                      <a:pt x="10478" y="20955"/>
                      <a:pt x="13335" y="22860"/>
                      <a:pt x="18097" y="24765"/>
                    </a:cubicBezTo>
                    <a:lnTo>
                      <a:pt x="27622" y="29528"/>
                    </a:lnTo>
                    <a:cubicBezTo>
                      <a:pt x="36195" y="34290"/>
                      <a:pt x="40957" y="40005"/>
                      <a:pt x="40957" y="46673"/>
                    </a:cubicBezTo>
                    <a:cubicBezTo>
                      <a:pt x="40957" y="53340"/>
                      <a:pt x="39053" y="56198"/>
                      <a:pt x="34290" y="60008"/>
                    </a:cubicBezTo>
                    <a:cubicBezTo>
                      <a:pt x="29528" y="63818"/>
                      <a:pt x="25718" y="64770"/>
                      <a:pt x="20003" y="64770"/>
                    </a:cubicBezTo>
                    <a:cubicBezTo>
                      <a:pt x="14288" y="64770"/>
                      <a:pt x="12382" y="64770"/>
                      <a:pt x="7620" y="62865"/>
                    </a:cubicBezTo>
                    <a:cubicBezTo>
                      <a:pt x="5715" y="62865"/>
                      <a:pt x="4763" y="62865"/>
                      <a:pt x="3810" y="62865"/>
                    </a:cubicBezTo>
                    <a:cubicBezTo>
                      <a:pt x="2857" y="62865"/>
                      <a:pt x="1905" y="62865"/>
                      <a:pt x="1905" y="64770"/>
                    </a:cubicBezTo>
                    <a:lnTo>
                      <a:pt x="0" y="64770"/>
                    </a:lnTo>
                    <a:lnTo>
                      <a:pt x="0" y="42863"/>
                    </a:lnTo>
                    <a:lnTo>
                      <a:pt x="1905" y="42863"/>
                    </a:lnTo>
                    <a:cubicBezTo>
                      <a:pt x="2857" y="48578"/>
                      <a:pt x="5715" y="53340"/>
                      <a:pt x="8572" y="57150"/>
                    </a:cubicBezTo>
                    <a:cubicBezTo>
                      <a:pt x="11430" y="60960"/>
                      <a:pt x="16193" y="61913"/>
                      <a:pt x="20003" y="61913"/>
                    </a:cubicBezTo>
                    <a:cubicBezTo>
                      <a:pt x="23813" y="61913"/>
                      <a:pt x="25718" y="61913"/>
                      <a:pt x="27622" y="59055"/>
                    </a:cubicBezTo>
                    <a:cubicBezTo>
                      <a:pt x="29528" y="56198"/>
                      <a:pt x="30480" y="55245"/>
                      <a:pt x="30480" y="52388"/>
                    </a:cubicBezTo>
                    <a:cubicBezTo>
                      <a:pt x="30480" y="49530"/>
                      <a:pt x="29528" y="46673"/>
                      <a:pt x="27622" y="44768"/>
                    </a:cubicBezTo>
                    <a:cubicBezTo>
                      <a:pt x="25718" y="42863"/>
                      <a:pt x="20955" y="40005"/>
                      <a:pt x="15240" y="37148"/>
                    </a:cubicBezTo>
                    <a:cubicBezTo>
                      <a:pt x="9525" y="34290"/>
                      <a:pt x="4763" y="31433"/>
                      <a:pt x="2857" y="28575"/>
                    </a:cubicBezTo>
                    <a:cubicBezTo>
                      <a:pt x="953" y="25718"/>
                      <a:pt x="0" y="22860"/>
                      <a:pt x="0" y="19050"/>
                    </a:cubicBezTo>
                    <a:cubicBezTo>
                      <a:pt x="0" y="15240"/>
                      <a:pt x="1905" y="9525"/>
                      <a:pt x="4763" y="6668"/>
                    </a:cubicBezTo>
                    <a:cubicBezTo>
                      <a:pt x="7620" y="3810"/>
                      <a:pt x="12382" y="1905"/>
                      <a:pt x="18097" y="1905"/>
                    </a:cubicBezTo>
                    <a:cubicBezTo>
                      <a:pt x="23813" y="1905"/>
                      <a:pt x="23813" y="1905"/>
                      <a:pt x="26670" y="3810"/>
                    </a:cubicBezTo>
                    <a:cubicBezTo>
                      <a:pt x="28575" y="3810"/>
                      <a:pt x="30480" y="4763"/>
                      <a:pt x="31432" y="4763"/>
                    </a:cubicBezTo>
                    <a:cubicBezTo>
                      <a:pt x="32385" y="4763"/>
                      <a:pt x="32385" y="4763"/>
                      <a:pt x="33338" y="4763"/>
                    </a:cubicBezTo>
                    <a:cubicBezTo>
                      <a:pt x="34290" y="4763"/>
                      <a:pt x="33338" y="3810"/>
                      <a:pt x="34290" y="2858"/>
                    </a:cubicBezTo>
                    <a:lnTo>
                      <a:pt x="36195" y="285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DCC45C62-12AC-1A61-7267-16F81E03B62F}"/>
                  </a:ext>
                </a:extLst>
              </p:cNvPr>
              <p:cNvSpPr/>
              <p:nvPr/>
            </p:nvSpPr>
            <p:spPr>
              <a:xfrm>
                <a:off x="6775132" y="3765232"/>
                <a:ext cx="58102" cy="63817"/>
              </a:xfrm>
              <a:custGeom>
                <a:avLst/>
                <a:gdLst>
                  <a:gd name="connsiteX0" fmla="*/ 29528 w 58102"/>
                  <a:gd name="connsiteY0" fmla="*/ 0 h 63817"/>
                  <a:gd name="connsiteX1" fmla="*/ 51435 w 58102"/>
                  <a:gd name="connsiteY1" fmla="*/ 10478 h 63817"/>
                  <a:gd name="connsiteX2" fmla="*/ 58103 w 58102"/>
                  <a:gd name="connsiteY2" fmla="*/ 31433 h 63817"/>
                  <a:gd name="connsiteX3" fmla="*/ 54293 w 58102"/>
                  <a:gd name="connsiteY3" fmla="*/ 47625 h 63817"/>
                  <a:gd name="connsiteX4" fmla="*/ 43815 w 58102"/>
                  <a:gd name="connsiteY4" fmla="*/ 60008 h 63817"/>
                  <a:gd name="connsiteX5" fmla="*/ 28575 w 58102"/>
                  <a:gd name="connsiteY5" fmla="*/ 63818 h 63817"/>
                  <a:gd name="connsiteX6" fmla="*/ 6668 w 58102"/>
                  <a:gd name="connsiteY6" fmla="*/ 53340 h 63817"/>
                  <a:gd name="connsiteX7" fmla="*/ 0 w 58102"/>
                  <a:gd name="connsiteY7" fmla="*/ 32385 h 63817"/>
                  <a:gd name="connsiteX8" fmla="*/ 3810 w 58102"/>
                  <a:gd name="connsiteY8" fmla="*/ 16193 h 63817"/>
                  <a:gd name="connsiteX9" fmla="*/ 14288 w 58102"/>
                  <a:gd name="connsiteY9" fmla="*/ 3810 h 63817"/>
                  <a:gd name="connsiteX10" fmla="*/ 28575 w 58102"/>
                  <a:gd name="connsiteY10" fmla="*/ 0 h 63817"/>
                  <a:gd name="connsiteX11" fmla="*/ 27623 w 58102"/>
                  <a:gd name="connsiteY11" fmla="*/ 4763 h 63817"/>
                  <a:gd name="connsiteX12" fmla="*/ 20955 w 58102"/>
                  <a:gd name="connsiteY12" fmla="*/ 6668 h 63817"/>
                  <a:gd name="connsiteX13" fmla="*/ 15240 w 58102"/>
                  <a:gd name="connsiteY13" fmla="*/ 14288 h 63817"/>
                  <a:gd name="connsiteX14" fmla="*/ 13335 w 58102"/>
                  <a:gd name="connsiteY14" fmla="*/ 27623 h 63817"/>
                  <a:gd name="connsiteX15" fmla="*/ 19050 w 58102"/>
                  <a:gd name="connsiteY15" fmla="*/ 50483 h 63817"/>
                  <a:gd name="connsiteX16" fmla="*/ 33338 w 58102"/>
                  <a:gd name="connsiteY16" fmla="*/ 60008 h 63817"/>
                  <a:gd name="connsiteX17" fmla="*/ 43815 w 58102"/>
                  <a:gd name="connsiteY17" fmla="*/ 54293 h 63817"/>
                  <a:gd name="connsiteX18" fmla="*/ 47625 w 58102"/>
                  <a:gd name="connsiteY18" fmla="*/ 36195 h 63817"/>
                  <a:gd name="connsiteX19" fmla="*/ 40958 w 58102"/>
                  <a:gd name="connsiteY19" fmla="*/ 10478 h 63817"/>
                  <a:gd name="connsiteX20" fmla="*/ 28575 w 58102"/>
                  <a:gd name="connsiteY20" fmla="*/ 3810 h 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8102" h="63817">
                    <a:moveTo>
                      <a:pt x="29528" y="0"/>
                    </a:moveTo>
                    <a:cubicBezTo>
                      <a:pt x="39053" y="0"/>
                      <a:pt x="45720" y="3810"/>
                      <a:pt x="51435" y="10478"/>
                    </a:cubicBezTo>
                    <a:cubicBezTo>
                      <a:pt x="56198" y="16193"/>
                      <a:pt x="58103" y="22860"/>
                      <a:pt x="58103" y="31433"/>
                    </a:cubicBezTo>
                    <a:cubicBezTo>
                      <a:pt x="58103" y="40005"/>
                      <a:pt x="57150" y="41910"/>
                      <a:pt x="54293" y="47625"/>
                    </a:cubicBezTo>
                    <a:cubicBezTo>
                      <a:pt x="51435" y="53340"/>
                      <a:pt x="47625" y="57150"/>
                      <a:pt x="43815" y="60008"/>
                    </a:cubicBezTo>
                    <a:cubicBezTo>
                      <a:pt x="40005" y="62865"/>
                      <a:pt x="34290" y="63818"/>
                      <a:pt x="28575" y="63818"/>
                    </a:cubicBezTo>
                    <a:cubicBezTo>
                      <a:pt x="19050" y="63818"/>
                      <a:pt x="12383" y="60008"/>
                      <a:pt x="6668" y="53340"/>
                    </a:cubicBezTo>
                    <a:cubicBezTo>
                      <a:pt x="1905" y="47625"/>
                      <a:pt x="0" y="40005"/>
                      <a:pt x="0" y="32385"/>
                    </a:cubicBezTo>
                    <a:cubicBezTo>
                      <a:pt x="0" y="24765"/>
                      <a:pt x="953" y="20955"/>
                      <a:pt x="3810" y="16193"/>
                    </a:cubicBezTo>
                    <a:cubicBezTo>
                      <a:pt x="6668" y="11430"/>
                      <a:pt x="10478" y="6668"/>
                      <a:pt x="14288" y="3810"/>
                    </a:cubicBezTo>
                    <a:cubicBezTo>
                      <a:pt x="18098" y="953"/>
                      <a:pt x="23813" y="0"/>
                      <a:pt x="28575" y="0"/>
                    </a:cubicBezTo>
                    <a:close/>
                    <a:moveTo>
                      <a:pt x="27623" y="4763"/>
                    </a:moveTo>
                    <a:cubicBezTo>
                      <a:pt x="25718" y="4763"/>
                      <a:pt x="22860" y="4763"/>
                      <a:pt x="20955" y="6668"/>
                    </a:cubicBezTo>
                    <a:cubicBezTo>
                      <a:pt x="19050" y="8573"/>
                      <a:pt x="17145" y="10478"/>
                      <a:pt x="15240" y="14288"/>
                    </a:cubicBezTo>
                    <a:cubicBezTo>
                      <a:pt x="13335" y="18098"/>
                      <a:pt x="13335" y="21908"/>
                      <a:pt x="13335" y="27623"/>
                    </a:cubicBezTo>
                    <a:cubicBezTo>
                      <a:pt x="13335" y="36195"/>
                      <a:pt x="15240" y="43815"/>
                      <a:pt x="19050" y="50483"/>
                    </a:cubicBezTo>
                    <a:cubicBezTo>
                      <a:pt x="22860" y="57150"/>
                      <a:pt x="27623" y="60008"/>
                      <a:pt x="33338" y="60008"/>
                    </a:cubicBezTo>
                    <a:cubicBezTo>
                      <a:pt x="39053" y="60008"/>
                      <a:pt x="40958" y="58103"/>
                      <a:pt x="43815" y="54293"/>
                    </a:cubicBezTo>
                    <a:cubicBezTo>
                      <a:pt x="46673" y="50483"/>
                      <a:pt x="47625" y="44768"/>
                      <a:pt x="47625" y="36195"/>
                    </a:cubicBezTo>
                    <a:cubicBezTo>
                      <a:pt x="47625" y="27623"/>
                      <a:pt x="45720" y="17145"/>
                      <a:pt x="40958" y="10478"/>
                    </a:cubicBezTo>
                    <a:cubicBezTo>
                      <a:pt x="38100" y="6668"/>
                      <a:pt x="34290" y="3810"/>
                      <a:pt x="28575" y="38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E47C5DFE-9CC7-93EA-8F63-3E0B07660BA1}"/>
                  </a:ext>
                </a:extLst>
              </p:cNvPr>
              <p:cNvSpPr/>
              <p:nvPr/>
            </p:nvSpPr>
            <p:spPr>
              <a:xfrm>
                <a:off x="6841771" y="3733800"/>
                <a:ext cx="31468" cy="93344"/>
              </a:xfrm>
              <a:custGeom>
                <a:avLst/>
                <a:gdLst>
                  <a:gd name="connsiteX0" fmla="*/ 21944 w 31468"/>
                  <a:gd name="connsiteY0" fmla="*/ 0 h 93344"/>
                  <a:gd name="connsiteX1" fmla="*/ 21944 w 31468"/>
                  <a:gd name="connsiteY1" fmla="*/ 80010 h 93344"/>
                  <a:gd name="connsiteX2" fmla="*/ 21944 w 31468"/>
                  <a:gd name="connsiteY2" fmla="*/ 87630 h 93344"/>
                  <a:gd name="connsiteX3" fmla="*/ 24801 w 31468"/>
                  <a:gd name="connsiteY3" fmla="*/ 90488 h 93344"/>
                  <a:gd name="connsiteX4" fmla="*/ 31469 w 31468"/>
                  <a:gd name="connsiteY4" fmla="*/ 91440 h 93344"/>
                  <a:gd name="connsiteX5" fmla="*/ 31469 w 31468"/>
                  <a:gd name="connsiteY5" fmla="*/ 93345 h 93344"/>
                  <a:gd name="connsiteX6" fmla="*/ 1941 w 31468"/>
                  <a:gd name="connsiteY6" fmla="*/ 93345 h 93344"/>
                  <a:gd name="connsiteX7" fmla="*/ 1941 w 31468"/>
                  <a:gd name="connsiteY7" fmla="*/ 91440 h 93344"/>
                  <a:gd name="connsiteX8" fmla="*/ 7656 w 31468"/>
                  <a:gd name="connsiteY8" fmla="*/ 91440 h 93344"/>
                  <a:gd name="connsiteX9" fmla="*/ 9561 w 31468"/>
                  <a:gd name="connsiteY9" fmla="*/ 88582 h 93344"/>
                  <a:gd name="connsiteX10" fmla="*/ 9561 w 31468"/>
                  <a:gd name="connsiteY10" fmla="*/ 80963 h 93344"/>
                  <a:gd name="connsiteX11" fmla="*/ 9561 w 31468"/>
                  <a:gd name="connsiteY11" fmla="*/ 25718 h 93344"/>
                  <a:gd name="connsiteX12" fmla="*/ 9561 w 31468"/>
                  <a:gd name="connsiteY12" fmla="*/ 13335 h 93344"/>
                  <a:gd name="connsiteX13" fmla="*/ 7656 w 31468"/>
                  <a:gd name="connsiteY13" fmla="*/ 10478 h 93344"/>
                  <a:gd name="connsiteX14" fmla="*/ 4799 w 31468"/>
                  <a:gd name="connsiteY14" fmla="*/ 10478 h 93344"/>
                  <a:gd name="connsiteX15" fmla="*/ 36 w 31468"/>
                  <a:gd name="connsiteY15" fmla="*/ 11430 h 93344"/>
                  <a:gd name="connsiteX16" fmla="*/ 36 w 31468"/>
                  <a:gd name="connsiteY16" fmla="*/ 9525 h 93344"/>
                  <a:gd name="connsiteX17" fmla="*/ 17181 w 31468"/>
                  <a:gd name="connsiteY17" fmla="*/ 1905 h 93344"/>
                  <a:gd name="connsiteX18" fmla="*/ 20039 w 31468"/>
                  <a:gd name="connsiteY18" fmla="*/ 1905 h 9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1468" h="93344">
                    <a:moveTo>
                      <a:pt x="21944" y="0"/>
                    </a:moveTo>
                    <a:lnTo>
                      <a:pt x="21944" y="80010"/>
                    </a:lnTo>
                    <a:cubicBezTo>
                      <a:pt x="21944" y="83820"/>
                      <a:pt x="21944" y="86678"/>
                      <a:pt x="21944" y="87630"/>
                    </a:cubicBezTo>
                    <a:cubicBezTo>
                      <a:pt x="21944" y="88582"/>
                      <a:pt x="22897" y="89535"/>
                      <a:pt x="24801" y="90488"/>
                    </a:cubicBezTo>
                    <a:cubicBezTo>
                      <a:pt x="26706" y="91440"/>
                      <a:pt x="27659" y="91440"/>
                      <a:pt x="31469" y="91440"/>
                    </a:cubicBezTo>
                    <a:lnTo>
                      <a:pt x="31469" y="93345"/>
                    </a:lnTo>
                    <a:lnTo>
                      <a:pt x="1941" y="93345"/>
                    </a:lnTo>
                    <a:lnTo>
                      <a:pt x="1941" y="91440"/>
                    </a:lnTo>
                    <a:cubicBezTo>
                      <a:pt x="4799" y="91440"/>
                      <a:pt x="6704" y="91440"/>
                      <a:pt x="7656" y="91440"/>
                    </a:cubicBezTo>
                    <a:cubicBezTo>
                      <a:pt x="8609" y="91440"/>
                      <a:pt x="9561" y="89535"/>
                      <a:pt x="9561" y="88582"/>
                    </a:cubicBezTo>
                    <a:cubicBezTo>
                      <a:pt x="9561" y="87630"/>
                      <a:pt x="9561" y="84772"/>
                      <a:pt x="9561" y="80963"/>
                    </a:cubicBezTo>
                    <a:lnTo>
                      <a:pt x="9561" y="25718"/>
                    </a:lnTo>
                    <a:cubicBezTo>
                      <a:pt x="9561" y="19050"/>
                      <a:pt x="9561" y="14288"/>
                      <a:pt x="9561" y="13335"/>
                    </a:cubicBezTo>
                    <a:cubicBezTo>
                      <a:pt x="9561" y="12382"/>
                      <a:pt x="9561" y="10478"/>
                      <a:pt x="7656" y="10478"/>
                    </a:cubicBezTo>
                    <a:cubicBezTo>
                      <a:pt x="5751" y="10478"/>
                      <a:pt x="5751" y="10478"/>
                      <a:pt x="4799" y="10478"/>
                    </a:cubicBezTo>
                    <a:cubicBezTo>
                      <a:pt x="3847" y="10478"/>
                      <a:pt x="1941" y="10478"/>
                      <a:pt x="36" y="11430"/>
                    </a:cubicBezTo>
                    <a:lnTo>
                      <a:pt x="36" y="9525"/>
                    </a:lnTo>
                    <a:cubicBezTo>
                      <a:pt x="-916" y="9525"/>
                      <a:pt x="17181" y="1905"/>
                      <a:pt x="17181" y="1905"/>
                    </a:cubicBezTo>
                    <a:lnTo>
                      <a:pt x="20039" y="19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B5F56007-F03F-306E-22C6-E1BDC25DB369}"/>
                  </a:ext>
                </a:extLst>
              </p:cNvPr>
              <p:cNvSpPr/>
              <p:nvPr/>
            </p:nvSpPr>
            <p:spPr>
              <a:xfrm>
                <a:off x="6878955" y="3767137"/>
                <a:ext cx="64769" cy="61912"/>
              </a:xfrm>
              <a:custGeom>
                <a:avLst/>
                <a:gdLst>
                  <a:gd name="connsiteX0" fmla="*/ 55245 w 64769"/>
                  <a:gd name="connsiteY0" fmla="*/ 0 h 61912"/>
                  <a:gd name="connsiteX1" fmla="*/ 55245 w 64769"/>
                  <a:gd name="connsiteY1" fmla="*/ 37147 h 61912"/>
                  <a:gd name="connsiteX2" fmla="*/ 55245 w 64769"/>
                  <a:gd name="connsiteY2" fmla="*/ 50482 h 61912"/>
                  <a:gd name="connsiteX3" fmla="*/ 57150 w 64769"/>
                  <a:gd name="connsiteY3" fmla="*/ 53340 h 61912"/>
                  <a:gd name="connsiteX4" fmla="*/ 60007 w 64769"/>
                  <a:gd name="connsiteY4" fmla="*/ 53340 h 61912"/>
                  <a:gd name="connsiteX5" fmla="*/ 64770 w 64769"/>
                  <a:gd name="connsiteY5" fmla="*/ 52388 h 61912"/>
                  <a:gd name="connsiteX6" fmla="*/ 64770 w 64769"/>
                  <a:gd name="connsiteY6" fmla="*/ 54293 h 61912"/>
                  <a:gd name="connsiteX7" fmla="*/ 47625 w 64769"/>
                  <a:gd name="connsiteY7" fmla="*/ 61913 h 61912"/>
                  <a:gd name="connsiteX8" fmla="*/ 44767 w 64769"/>
                  <a:gd name="connsiteY8" fmla="*/ 61913 h 61912"/>
                  <a:gd name="connsiteX9" fmla="*/ 44767 w 64769"/>
                  <a:gd name="connsiteY9" fmla="*/ 49530 h 61912"/>
                  <a:gd name="connsiteX10" fmla="*/ 33338 w 64769"/>
                  <a:gd name="connsiteY10" fmla="*/ 60007 h 61912"/>
                  <a:gd name="connsiteX11" fmla="*/ 24765 w 64769"/>
                  <a:gd name="connsiteY11" fmla="*/ 61913 h 61912"/>
                  <a:gd name="connsiteX12" fmla="*/ 16192 w 64769"/>
                  <a:gd name="connsiteY12" fmla="*/ 59055 h 61912"/>
                  <a:gd name="connsiteX13" fmla="*/ 11430 w 64769"/>
                  <a:gd name="connsiteY13" fmla="*/ 51435 h 61912"/>
                  <a:gd name="connsiteX14" fmla="*/ 9525 w 64769"/>
                  <a:gd name="connsiteY14" fmla="*/ 38100 h 61912"/>
                  <a:gd name="connsiteX15" fmla="*/ 9525 w 64769"/>
                  <a:gd name="connsiteY15" fmla="*/ 11430 h 61912"/>
                  <a:gd name="connsiteX16" fmla="*/ 9525 w 64769"/>
                  <a:gd name="connsiteY16" fmla="*/ 5715 h 61912"/>
                  <a:gd name="connsiteX17" fmla="*/ 6667 w 64769"/>
                  <a:gd name="connsiteY17" fmla="*/ 2857 h 61912"/>
                  <a:gd name="connsiteX18" fmla="*/ 0 w 64769"/>
                  <a:gd name="connsiteY18" fmla="*/ 2857 h 61912"/>
                  <a:gd name="connsiteX19" fmla="*/ 0 w 64769"/>
                  <a:gd name="connsiteY19" fmla="*/ 0 h 61912"/>
                  <a:gd name="connsiteX20" fmla="*/ 20955 w 64769"/>
                  <a:gd name="connsiteY20" fmla="*/ 0 h 61912"/>
                  <a:gd name="connsiteX21" fmla="*/ 20955 w 64769"/>
                  <a:gd name="connsiteY21" fmla="*/ 40957 h 61912"/>
                  <a:gd name="connsiteX22" fmla="*/ 23813 w 64769"/>
                  <a:gd name="connsiteY22" fmla="*/ 52388 h 61912"/>
                  <a:gd name="connsiteX23" fmla="*/ 30480 w 64769"/>
                  <a:gd name="connsiteY23" fmla="*/ 55245 h 61912"/>
                  <a:gd name="connsiteX24" fmla="*/ 37147 w 64769"/>
                  <a:gd name="connsiteY24" fmla="*/ 53340 h 61912"/>
                  <a:gd name="connsiteX25" fmla="*/ 45720 w 64769"/>
                  <a:gd name="connsiteY25" fmla="*/ 46672 h 61912"/>
                  <a:gd name="connsiteX26" fmla="*/ 45720 w 64769"/>
                  <a:gd name="connsiteY26" fmla="*/ 12382 h 61912"/>
                  <a:gd name="connsiteX27" fmla="*/ 43815 w 64769"/>
                  <a:gd name="connsiteY27" fmla="*/ 5715 h 61912"/>
                  <a:gd name="connsiteX28" fmla="*/ 36195 w 64769"/>
                  <a:gd name="connsiteY28" fmla="*/ 3810 h 61912"/>
                  <a:gd name="connsiteX29" fmla="*/ 36195 w 64769"/>
                  <a:gd name="connsiteY29" fmla="*/ 953 h 61912"/>
                  <a:gd name="connsiteX30" fmla="*/ 57150 w 64769"/>
                  <a:gd name="connsiteY30" fmla="*/ 953 h 6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4769" h="61912">
                    <a:moveTo>
                      <a:pt x="55245" y="0"/>
                    </a:moveTo>
                    <a:lnTo>
                      <a:pt x="55245" y="37147"/>
                    </a:lnTo>
                    <a:cubicBezTo>
                      <a:pt x="55245" y="43815"/>
                      <a:pt x="55245" y="48578"/>
                      <a:pt x="55245" y="50482"/>
                    </a:cubicBezTo>
                    <a:cubicBezTo>
                      <a:pt x="55245" y="52388"/>
                      <a:pt x="55245" y="53340"/>
                      <a:pt x="57150" y="53340"/>
                    </a:cubicBezTo>
                    <a:cubicBezTo>
                      <a:pt x="59055" y="53340"/>
                      <a:pt x="59055" y="53340"/>
                      <a:pt x="60007" y="53340"/>
                    </a:cubicBezTo>
                    <a:cubicBezTo>
                      <a:pt x="60960" y="53340"/>
                      <a:pt x="62865" y="53340"/>
                      <a:pt x="64770" y="52388"/>
                    </a:cubicBezTo>
                    <a:lnTo>
                      <a:pt x="64770" y="54293"/>
                    </a:lnTo>
                    <a:cubicBezTo>
                      <a:pt x="64770" y="54293"/>
                      <a:pt x="47625" y="61913"/>
                      <a:pt x="47625" y="61913"/>
                    </a:cubicBezTo>
                    <a:lnTo>
                      <a:pt x="44767" y="61913"/>
                    </a:lnTo>
                    <a:lnTo>
                      <a:pt x="44767" y="49530"/>
                    </a:lnTo>
                    <a:cubicBezTo>
                      <a:pt x="40005" y="55245"/>
                      <a:pt x="35242" y="59055"/>
                      <a:pt x="33338" y="60007"/>
                    </a:cubicBezTo>
                    <a:cubicBezTo>
                      <a:pt x="31432" y="60960"/>
                      <a:pt x="27622" y="61913"/>
                      <a:pt x="24765" y="61913"/>
                    </a:cubicBezTo>
                    <a:cubicBezTo>
                      <a:pt x="21907" y="61913"/>
                      <a:pt x="18097" y="60960"/>
                      <a:pt x="16192" y="59055"/>
                    </a:cubicBezTo>
                    <a:cubicBezTo>
                      <a:pt x="14288" y="57150"/>
                      <a:pt x="12382" y="54293"/>
                      <a:pt x="11430" y="51435"/>
                    </a:cubicBezTo>
                    <a:cubicBezTo>
                      <a:pt x="10477" y="48578"/>
                      <a:pt x="9525" y="43815"/>
                      <a:pt x="9525" y="38100"/>
                    </a:cubicBezTo>
                    <a:lnTo>
                      <a:pt x="9525" y="11430"/>
                    </a:lnTo>
                    <a:cubicBezTo>
                      <a:pt x="9525" y="8572"/>
                      <a:pt x="9525" y="6668"/>
                      <a:pt x="9525" y="5715"/>
                    </a:cubicBezTo>
                    <a:cubicBezTo>
                      <a:pt x="9525" y="4763"/>
                      <a:pt x="7620" y="3810"/>
                      <a:pt x="6667" y="2857"/>
                    </a:cubicBezTo>
                    <a:cubicBezTo>
                      <a:pt x="5715" y="1905"/>
                      <a:pt x="2857" y="2857"/>
                      <a:pt x="0" y="2857"/>
                    </a:cubicBezTo>
                    <a:lnTo>
                      <a:pt x="0" y="0"/>
                    </a:lnTo>
                    <a:lnTo>
                      <a:pt x="20955" y="0"/>
                    </a:lnTo>
                    <a:lnTo>
                      <a:pt x="20955" y="40957"/>
                    </a:lnTo>
                    <a:cubicBezTo>
                      <a:pt x="20955" y="46672"/>
                      <a:pt x="21907" y="50482"/>
                      <a:pt x="23813" y="52388"/>
                    </a:cubicBezTo>
                    <a:cubicBezTo>
                      <a:pt x="25717" y="54293"/>
                      <a:pt x="28575" y="55245"/>
                      <a:pt x="30480" y="55245"/>
                    </a:cubicBezTo>
                    <a:cubicBezTo>
                      <a:pt x="32385" y="55245"/>
                      <a:pt x="34290" y="55245"/>
                      <a:pt x="37147" y="53340"/>
                    </a:cubicBezTo>
                    <a:cubicBezTo>
                      <a:pt x="40005" y="51435"/>
                      <a:pt x="42863" y="49530"/>
                      <a:pt x="45720" y="46672"/>
                    </a:cubicBezTo>
                    <a:lnTo>
                      <a:pt x="45720" y="12382"/>
                    </a:lnTo>
                    <a:cubicBezTo>
                      <a:pt x="45720" y="8572"/>
                      <a:pt x="45720" y="6668"/>
                      <a:pt x="43815" y="5715"/>
                    </a:cubicBezTo>
                    <a:cubicBezTo>
                      <a:pt x="41910" y="4763"/>
                      <a:pt x="40005" y="3810"/>
                      <a:pt x="36195" y="3810"/>
                    </a:cubicBezTo>
                    <a:lnTo>
                      <a:pt x="36195" y="953"/>
                    </a:lnTo>
                    <a:lnTo>
                      <a:pt x="57150" y="95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BE301CB2-A4F9-3F0C-B74F-59C5A86651C0}"/>
                  </a:ext>
                </a:extLst>
              </p:cNvPr>
              <p:cNvSpPr/>
              <p:nvPr/>
            </p:nvSpPr>
            <p:spPr>
              <a:xfrm>
                <a:off x="6945630" y="3746182"/>
                <a:ext cx="36194" cy="81915"/>
              </a:xfrm>
              <a:custGeom>
                <a:avLst/>
                <a:gdLst>
                  <a:gd name="connsiteX0" fmla="*/ 20002 w 36194"/>
                  <a:gd name="connsiteY0" fmla="*/ 953 h 81915"/>
                  <a:gd name="connsiteX1" fmla="*/ 20002 w 36194"/>
                  <a:gd name="connsiteY1" fmla="*/ 20955 h 81915"/>
                  <a:gd name="connsiteX2" fmla="*/ 34290 w 36194"/>
                  <a:gd name="connsiteY2" fmla="*/ 20955 h 81915"/>
                  <a:gd name="connsiteX3" fmla="*/ 34290 w 36194"/>
                  <a:gd name="connsiteY3" fmla="*/ 25718 h 81915"/>
                  <a:gd name="connsiteX4" fmla="*/ 20002 w 36194"/>
                  <a:gd name="connsiteY4" fmla="*/ 25718 h 81915"/>
                  <a:gd name="connsiteX5" fmla="*/ 20002 w 36194"/>
                  <a:gd name="connsiteY5" fmla="*/ 64770 h 81915"/>
                  <a:gd name="connsiteX6" fmla="*/ 21907 w 36194"/>
                  <a:gd name="connsiteY6" fmla="*/ 72390 h 81915"/>
                  <a:gd name="connsiteX7" fmla="*/ 26670 w 36194"/>
                  <a:gd name="connsiteY7" fmla="*/ 74295 h 81915"/>
                  <a:gd name="connsiteX8" fmla="*/ 30480 w 36194"/>
                  <a:gd name="connsiteY8" fmla="*/ 73343 h 81915"/>
                  <a:gd name="connsiteX9" fmla="*/ 33338 w 36194"/>
                  <a:gd name="connsiteY9" fmla="*/ 69533 h 81915"/>
                  <a:gd name="connsiteX10" fmla="*/ 36195 w 36194"/>
                  <a:gd name="connsiteY10" fmla="*/ 69533 h 81915"/>
                  <a:gd name="connsiteX11" fmla="*/ 29527 w 36194"/>
                  <a:gd name="connsiteY11" fmla="*/ 79058 h 81915"/>
                  <a:gd name="connsiteX12" fmla="*/ 20955 w 36194"/>
                  <a:gd name="connsiteY12" fmla="*/ 81915 h 81915"/>
                  <a:gd name="connsiteX13" fmla="*/ 15240 w 36194"/>
                  <a:gd name="connsiteY13" fmla="*/ 80010 h 81915"/>
                  <a:gd name="connsiteX14" fmla="*/ 10477 w 36194"/>
                  <a:gd name="connsiteY14" fmla="*/ 75248 h 81915"/>
                  <a:gd name="connsiteX15" fmla="*/ 9525 w 36194"/>
                  <a:gd name="connsiteY15" fmla="*/ 65723 h 81915"/>
                  <a:gd name="connsiteX16" fmla="*/ 9525 w 36194"/>
                  <a:gd name="connsiteY16" fmla="*/ 24765 h 81915"/>
                  <a:gd name="connsiteX17" fmla="*/ 0 w 36194"/>
                  <a:gd name="connsiteY17" fmla="*/ 24765 h 81915"/>
                  <a:gd name="connsiteX18" fmla="*/ 0 w 36194"/>
                  <a:gd name="connsiteY18" fmla="*/ 22860 h 81915"/>
                  <a:gd name="connsiteX19" fmla="*/ 7620 w 36194"/>
                  <a:gd name="connsiteY19" fmla="*/ 18098 h 81915"/>
                  <a:gd name="connsiteX20" fmla="*/ 14288 w 36194"/>
                  <a:gd name="connsiteY20" fmla="*/ 9525 h 81915"/>
                  <a:gd name="connsiteX21" fmla="*/ 18097 w 36194"/>
                  <a:gd name="connsiteY21" fmla="*/ 0 h 81915"/>
                  <a:gd name="connsiteX22" fmla="*/ 20002 w 36194"/>
                  <a:gd name="connsiteY22" fmla="*/ 0 h 8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194" h="81915">
                    <a:moveTo>
                      <a:pt x="20002" y="953"/>
                    </a:moveTo>
                    <a:lnTo>
                      <a:pt x="20002" y="20955"/>
                    </a:lnTo>
                    <a:lnTo>
                      <a:pt x="34290" y="20955"/>
                    </a:lnTo>
                    <a:lnTo>
                      <a:pt x="34290" y="25718"/>
                    </a:lnTo>
                    <a:lnTo>
                      <a:pt x="20002" y="25718"/>
                    </a:lnTo>
                    <a:lnTo>
                      <a:pt x="20002" y="64770"/>
                    </a:lnTo>
                    <a:cubicBezTo>
                      <a:pt x="20002" y="68580"/>
                      <a:pt x="20002" y="71438"/>
                      <a:pt x="21907" y="72390"/>
                    </a:cubicBezTo>
                    <a:cubicBezTo>
                      <a:pt x="23813" y="73343"/>
                      <a:pt x="24765" y="74295"/>
                      <a:pt x="26670" y="74295"/>
                    </a:cubicBezTo>
                    <a:cubicBezTo>
                      <a:pt x="28575" y="74295"/>
                      <a:pt x="29527" y="74295"/>
                      <a:pt x="30480" y="73343"/>
                    </a:cubicBezTo>
                    <a:cubicBezTo>
                      <a:pt x="31432" y="72390"/>
                      <a:pt x="33338" y="71438"/>
                      <a:pt x="33338" y="69533"/>
                    </a:cubicBezTo>
                    <a:lnTo>
                      <a:pt x="36195" y="69533"/>
                    </a:lnTo>
                    <a:cubicBezTo>
                      <a:pt x="34290" y="74295"/>
                      <a:pt x="32385" y="77153"/>
                      <a:pt x="29527" y="79058"/>
                    </a:cubicBezTo>
                    <a:cubicBezTo>
                      <a:pt x="26670" y="80963"/>
                      <a:pt x="23813" y="81915"/>
                      <a:pt x="20955" y="81915"/>
                    </a:cubicBezTo>
                    <a:cubicBezTo>
                      <a:pt x="18097" y="81915"/>
                      <a:pt x="17145" y="81915"/>
                      <a:pt x="15240" y="80010"/>
                    </a:cubicBezTo>
                    <a:cubicBezTo>
                      <a:pt x="13335" y="78105"/>
                      <a:pt x="11430" y="77153"/>
                      <a:pt x="10477" y="75248"/>
                    </a:cubicBezTo>
                    <a:cubicBezTo>
                      <a:pt x="9525" y="73343"/>
                      <a:pt x="9525" y="69533"/>
                      <a:pt x="9525" y="65723"/>
                    </a:cubicBezTo>
                    <a:lnTo>
                      <a:pt x="9525" y="24765"/>
                    </a:lnTo>
                    <a:lnTo>
                      <a:pt x="0" y="24765"/>
                    </a:lnTo>
                    <a:lnTo>
                      <a:pt x="0" y="22860"/>
                    </a:lnTo>
                    <a:cubicBezTo>
                      <a:pt x="2857" y="21908"/>
                      <a:pt x="4763" y="20003"/>
                      <a:pt x="7620" y="18098"/>
                    </a:cubicBezTo>
                    <a:cubicBezTo>
                      <a:pt x="10477" y="16193"/>
                      <a:pt x="12382" y="13335"/>
                      <a:pt x="14288" y="9525"/>
                    </a:cubicBezTo>
                    <a:cubicBezTo>
                      <a:pt x="15240" y="7620"/>
                      <a:pt x="17145" y="4763"/>
                      <a:pt x="18097" y="0"/>
                    </a:cubicBezTo>
                    <a:lnTo>
                      <a:pt x="200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2C3BA91C-FDB8-1CF6-B397-4611B2106984}"/>
                  </a:ext>
                </a:extLst>
              </p:cNvPr>
              <p:cNvSpPr/>
              <p:nvPr/>
            </p:nvSpPr>
            <p:spPr>
              <a:xfrm>
                <a:off x="6986587" y="3766184"/>
                <a:ext cx="51434" cy="63817"/>
              </a:xfrm>
              <a:custGeom>
                <a:avLst/>
                <a:gdLst>
                  <a:gd name="connsiteX0" fmla="*/ 9525 w 51434"/>
                  <a:gd name="connsiteY0" fmla="*/ 23813 h 63817"/>
                  <a:gd name="connsiteX1" fmla="*/ 16193 w 51434"/>
                  <a:gd name="connsiteY1" fmla="*/ 44768 h 63817"/>
                  <a:gd name="connsiteX2" fmla="*/ 31432 w 51434"/>
                  <a:gd name="connsiteY2" fmla="*/ 52388 h 63817"/>
                  <a:gd name="connsiteX3" fmla="*/ 41910 w 51434"/>
                  <a:gd name="connsiteY3" fmla="*/ 49530 h 63817"/>
                  <a:gd name="connsiteX4" fmla="*/ 49530 w 51434"/>
                  <a:gd name="connsiteY4" fmla="*/ 38100 h 63817"/>
                  <a:gd name="connsiteX5" fmla="*/ 51435 w 51434"/>
                  <a:gd name="connsiteY5" fmla="*/ 38100 h 63817"/>
                  <a:gd name="connsiteX6" fmla="*/ 43815 w 51434"/>
                  <a:gd name="connsiteY6" fmla="*/ 56197 h 63817"/>
                  <a:gd name="connsiteX7" fmla="*/ 26670 w 51434"/>
                  <a:gd name="connsiteY7" fmla="*/ 63818 h 63817"/>
                  <a:gd name="connsiteX8" fmla="*/ 7620 w 51434"/>
                  <a:gd name="connsiteY8" fmla="*/ 55245 h 63817"/>
                  <a:gd name="connsiteX9" fmla="*/ 0 w 51434"/>
                  <a:gd name="connsiteY9" fmla="*/ 32385 h 63817"/>
                  <a:gd name="connsiteX10" fmla="*/ 7620 w 51434"/>
                  <a:gd name="connsiteY10" fmla="*/ 8572 h 63817"/>
                  <a:gd name="connsiteX11" fmla="*/ 27622 w 51434"/>
                  <a:gd name="connsiteY11" fmla="*/ 0 h 63817"/>
                  <a:gd name="connsiteX12" fmla="*/ 44768 w 51434"/>
                  <a:gd name="connsiteY12" fmla="*/ 6668 h 63817"/>
                  <a:gd name="connsiteX13" fmla="*/ 51435 w 51434"/>
                  <a:gd name="connsiteY13" fmla="*/ 24765 h 63817"/>
                  <a:gd name="connsiteX14" fmla="*/ 9525 w 51434"/>
                  <a:gd name="connsiteY14" fmla="*/ 24765 h 63817"/>
                  <a:gd name="connsiteX15" fmla="*/ 9525 w 51434"/>
                  <a:gd name="connsiteY15" fmla="*/ 20003 h 63817"/>
                  <a:gd name="connsiteX16" fmla="*/ 37147 w 51434"/>
                  <a:gd name="connsiteY16" fmla="*/ 20003 h 63817"/>
                  <a:gd name="connsiteX17" fmla="*/ 36195 w 51434"/>
                  <a:gd name="connsiteY17" fmla="*/ 11430 h 63817"/>
                  <a:gd name="connsiteX18" fmla="*/ 31432 w 51434"/>
                  <a:gd name="connsiteY18" fmla="*/ 5715 h 63817"/>
                  <a:gd name="connsiteX19" fmla="*/ 24765 w 51434"/>
                  <a:gd name="connsiteY19" fmla="*/ 3810 h 63817"/>
                  <a:gd name="connsiteX20" fmla="*/ 15240 w 51434"/>
                  <a:gd name="connsiteY20" fmla="*/ 7620 h 63817"/>
                  <a:gd name="connsiteX21" fmla="*/ 10478 w 51434"/>
                  <a:gd name="connsiteY21" fmla="*/ 19050 h 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34" h="63817">
                    <a:moveTo>
                      <a:pt x="9525" y="23813"/>
                    </a:moveTo>
                    <a:cubicBezTo>
                      <a:pt x="9525" y="32385"/>
                      <a:pt x="11430" y="40005"/>
                      <a:pt x="16193" y="44768"/>
                    </a:cubicBezTo>
                    <a:cubicBezTo>
                      <a:pt x="20955" y="49530"/>
                      <a:pt x="25718" y="52388"/>
                      <a:pt x="31432" y="52388"/>
                    </a:cubicBezTo>
                    <a:cubicBezTo>
                      <a:pt x="37147" y="52388"/>
                      <a:pt x="39053" y="51435"/>
                      <a:pt x="41910" y="49530"/>
                    </a:cubicBezTo>
                    <a:cubicBezTo>
                      <a:pt x="44768" y="47625"/>
                      <a:pt x="47625" y="43815"/>
                      <a:pt x="49530" y="38100"/>
                    </a:cubicBezTo>
                    <a:lnTo>
                      <a:pt x="51435" y="38100"/>
                    </a:lnTo>
                    <a:cubicBezTo>
                      <a:pt x="51435" y="45720"/>
                      <a:pt x="47625" y="51435"/>
                      <a:pt x="43815" y="56197"/>
                    </a:cubicBezTo>
                    <a:cubicBezTo>
                      <a:pt x="40005" y="60960"/>
                      <a:pt x="33338" y="63818"/>
                      <a:pt x="26670" y="63818"/>
                    </a:cubicBezTo>
                    <a:cubicBezTo>
                      <a:pt x="20003" y="63818"/>
                      <a:pt x="13335" y="60960"/>
                      <a:pt x="7620" y="55245"/>
                    </a:cubicBezTo>
                    <a:cubicBezTo>
                      <a:pt x="1905" y="49530"/>
                      <a:pt x="0" y="41910"/>
                      <a:pt x="0" y="32385"/>
                    </a:cubicBezTo>
                    <a:cubicBezTo>
                      <a:pt x="0" y="22860"/>
                      <a:pt x="2857" y="14288"/>
                      <a:pt x="7620" y="8572"/>
                    </a:cubicBezTo>
                    <a:cubicBezTo>
                      <a:pt x="12382" y="2858"/>
                      <a:pt x="20003" y="0"/>
                      <a:pt x="27622" y="0"/>
                    </a:cubicBezTo>
                    <a:cubicBezTo>
                      <a:pt x="35243" y="0"/>
                      <a:pt x="40005" y="1905"/>
                      <a:pt x="44768" y="6668"/>
                    </a:cubicBezTo>
                    <a:cubicBezTo>
                      <a:pt x="49530" y="11430"/>
                      <a:pt x="51435" y="17145"/>
                      <a:pt x="51435" y="24765"/>
                    </a:cubicBezTo>
                    <a:lnTo>
                      <a:pt x="9525" y="24765"/>
                    </a:lnTo>
                    <a:close/>
                    <a:moveTo>
                      <a:pt x="9525" y="20003"/>
                    </a:moveTo>
                    <a:lnTo>
                      <a:pt x="37147" y="20003"/>
                    </a:lnTo>
                    <a:cubicBezTo>
                      <a:pt x="37147" y="16193"/>
                      <a:pt x="37147" y="13335"/>
                      <a:pt x="36195" y="11430"/>
                    </a:cubicBezTo>
                    <a:cubicBezTo>
                      <a:pt x="35243" y="8572"/>
                      <a:pt x="33338" y="6668"/>
                      <a:pt x="31432" y="5715"/>
                    </a:cubicBezTo>
                    <a:cubicBezTo>
                      <a:pt x="29528" y="4763"/>
                      <a:pt x="26670" y="3810"/>
                      <a:pt x="24765" y="3810"/>
                    </a:cubicBezTo>
                    <a:cubicBezTo>
                      <a:pt x="20955" y="3810"/>
                      <a:pt x="18097" y="4763"/>
                      <a:pt x="15240" y="7620"/>
                    </a:cubicBezTo>
                    <a:cubicBezTo>
                      <a:pt x="12382" y="10478"/>
                      <a:pt x="10478" y="14288"/>
                      <a:pt x="10478" y="19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F80B8782-6E32-8DD7-638C-C24421F57E0C}"/>
                  </a:ext>
                </a:extLst>
              </p:cNvPr>
              <p:cNvSpPr/>
              <p:nvPr/>
            </p:nvSpPr>
            <p:spPr>
              <a:xfrm>
                <a:off x="6562725" y="3900487"/>
                <a:ext cx="116205" cy="91440"/>
              </a:xfrm>
              <a:custGeom>
                <a:avLst/>
                <a:gdLst>
                  <a:gd name="connsiteX0" fmla="*/ 53340 w 116205"/>
                  <a:gd name="connsiteY0" fmla="*/ 89535 h 91440"/>
                  <a:gd name="connsiteX1" fmla="*/ 19050 w 116205"/>
                  <a:gd name="connsiteY1" fmla="*/ 14288 h 91440"/>
                  <a:gd name="connsiteX2" fmla="*/ 19050 w 116205"/>
                  <a:gd name="connsiteY2" fmla="*/ 74295 h 91440"/>
                  <a:gd name="connsiteX3" fmla="*/ 20955 w 116205"/>
                  <a:gd name="connsiteY3" fmla="*/ 84772 h 91440"/>
                  <a:gd name="connsiteX4" fmla="*/ 28575 w 116205"/>
                  <a:gd name="connsiteY4" fmla="*/ 87630 h 91440"/>
                  <a:gd name="connsiteX5" fmla="*/ 31432 w 116205"/>
                  <a:gd name="connsiteY5" fmla="*/ 87630 h 91440"/>
                  <a:gd name="connsiteX6" fmla="*/ 31432 w 116205"/>
                  <a:gd name="connsiteY6" fmla="*/ 90488 h 91440"/>
                  <a:gd name="connsiteX7" fmla="*/ 0 w 116205"/>
                  <a:gd name="connsiteY7" fmla="*/ 90488 h 91440"/>
                  <a:gd name="connsiteX8" fmla="*/ 0 w 116205"/>
                  <a:gd name="connsiteY8" fmla="*/ 87630 h 91440"/>
                  <a:gd name="connsiteX9" fmla="*/ 2857 w 116205"/>
                  <a:gd name="connsiteY9" fmla="*/ 87630 h 91440"/>
                  <a:gd name="connsiteX10" fmla="*/ 10478 w 116205"/>
                  <a:gd name="connsiteY10" fmla="*/ 83820 h 91440"/>
                  <a:gd name="connsiteX11" fmla="*/ 12382 w 116205"/>
                  <a:gd name="connsiteY11" fmla="*/ 74295 h 91440"/>
                  <a:gd name="connsiteX12" fmla="*/ 12382 w 116205"/>
                  <a:gd name="connsiteY12" fmla="*/ 15240 h 91440"/>
                  <a:gd name="connsiteX13" fmla="*/ 11430 w 116205"/>
                  <a:gd name="connsiteY13" fmla="*/ 6668 h 91440"/>
                  <a:gd name="connsiteX14" fmla="*/ 7620 w 116205"/>
                  <a:gd name="connsiteY14" fmla="*/ 3810 h 91440"/>
                  <a:gd name="connsiteX15" fmla="*/ 0 w 116205"/>
                  <a:gd name="connsiteY15" fmla="*/ 2857 h 91440"/>
                  <a:gd name="connsiteX16" fmla="*/ 0 w 116205"/>
                  <a:gd name="connsiteY16" fmla="*/ 0 h 91440"/>
                  <a:gd name="connsiteX17" fmla="*/ 25718 w 116205"/>
                  <a:gd name="connsiteY17" fmla="*/ 0 h 91440"/>
                  <a:gd name="connsiteX18" fmla="*/ 58103 w 116205"/>
                  <a:gd name="connsiteY18" fmla="*/ 70485 h 91440"/>
                  <a:gd name="connsiteX19" fmla="*/ 90488 w 116205"/>
                  <a:gd name="connsiteY19" fmla="*/ 0 h 91440"/>
                  <a:gd name="connsiteX20" fmla="*/ 116205 w 116205"/>
                  <a:gd name="connsiteY20" fmla="*/ 0 h 91440"/>
                  <a:gd name="connsiteX21" fmla="*/ 116205 w 116205"/>
                  <a:gd name="connsiteY21" fmla="*/ 2857 h 91440"/>
                  <a:gd name="connsiteX22" fmla="*/ 113347 w 116205"/>
                  <a:gd name="connsiteY22" fmla="*/ 2857 h 91440"/>
                  <a:gd name="connsiteX23" fmla="*/ 104775 w 116205"/>
                  <a:gd name="connsiteY23" fmla="*/ 6668 h 91440"/>
                  <a:gd name="connsiteX24" fmla="*/ 102870 w 116205"/>
                  <a:gd name="connsiteY24" fmla="*/ 16193 h 91440"/>
                  <a:gd name="connsiteX25" fmla="*/ 102870 w 116205"/>
                  <a:gd name="connsiteY25" fmla="*/ 75247 h 91440"/>
                  <a:gd name="connsiteX26" fmla="*/ 104775 w 116205"/>
                  <a:gd name="connsiteY26" fmla="*/ 85725 h 91440"/>
                  <a:gd name="connsiteX27" fmla="*/ 112395 w 116205"/>
                  <a:gd name="connsiteY27" fmla="*/ 88582 h 91440"/>
                  <a:gd name="connsiteX28" fmla="*/ 115253 w 116205"/>
                  <a:gd name="connsiteY28" fmla="*/ 88582 h 91440"/>
                  <a:gd name="connsiteX29" fmla="*/ 115253 w 116205"/>
                  <a:gd name="connsiteY29" fmla="*/ 91440 h 91440"/>
                  <a:gd name="connsiteX30" fmla="*/ 77153 w 116205"/>
                  <a:gd name="connsiteY30" fmla="*/ 91440 h 91440"/>
                  <a:gd name="connsiteX31" fmla="*/ 77153 w 116205"/>
                  <a:gd name="connsiteY31" fmla="*/ 88582 h 91440"/>
                  <a:gd name="connsiteX32" fmla="*/ 80010 w 116205"/>
                  <a:gd name="connsiteY32" fmla="*/ 88582 h 91440"/>
                  <a:gd name="connsiteX33" fmla="*/ 87630 w 116205"/>
                  <a:gd name="connsiteY33" fmla="*/ 84772 h 91440"/>
                  <a:gd name="connsiteX34" fmla="*/ 89535 w 116205"/>
                  <a:gd name="connsiteY34" fmla="*/ 75247 h 91440"/>
                  <a:gd name="connsiteX35" fmla="*/ 89535 w 116205"/>
                  <a:gd name="connsiteY35" fmla="*/ 15240 h 91440"/>
                  <a:gd name="connsiteX36" fmla="*/ 55245 w 116205"/>
                  <a:gd name="connsiteY36" fmla="*/ 90488 h 91440"/>
                  <a:gd name="connsiteX37" fmla="*/ 53340 w 116205"/>
                  <a:gd name="connsiteY37" fmla="*/ 90488 h 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205" h="91440">
                    <a:moveTo>
                      <a:pt x="53340" y="89535"/>
                    </a:moveTo>
                    <a:lnTo>
                      <a:pt x="19050" y="14288"/>
                    </a:lnTo>
                    <a:lnTo>
                      <a:pt x="19050" y="74295"/>
                    </a:lnTo>
                    <a:cubicBezTo>
                      <a:pt x="19050" y="80010"/>
                      <a:pt x="19050" y="82868"/>
                      <a:pt x="20955" y="84772"/>
                    </a:cubicBezTo>
                    <a:cubicBezTo>
                      <a:pt x="22860" y="86678"/>
                      <a:pt x="24765" y="87630"/>
                      <a:pt x="28575" y="87630"/>
                    </a:cubicBezTo>
                    <a:lnTo>
                      <a:pt x="31432" y="87630"/>
                    </a:lnTo>
                    <a:lnTo>
                      <a:pt x="31432" y="90488"/>
                    </a:lnTo>
                    <a:lnTo>
                      <a:pt x="0" y="90488"/>
                    </a:lnTo>
                    <a:lnTo>
                      <a:pt x="0" y="87630"/>
                    </a:lnTo>
                    <a:lnTo>
                      <a:pt x="2857" y="87630"/>
                    </a:lnTo>
                    <a:cubicBezTo>
                      <a:pt x="6668" y="87630"/>
                      <a:pt x="9525" y="86678"/>
                      <a:pt x="10478" y="83820"/>
                    </a:cubicBezTo>
                    <a:cubicBezTo>
                      <a:pt x="11430" y="82868"/>
                      <a:pt x="12382" y="79057"/>
                      <a:pt x="12382" y="74295"/>
                    </a:cubicBezTo>
                    <a:lnTo>
                      <a:pt x="12382" y="15240"/>
                    </a:lnTo>
                    <a:cubicBezTo>
                      <a:pt x="12382" y="11430"/>
                      <a:pt x="12382" y="8572"/>
                      <a:pt x="11430" y="6668"/>
                    </a:cubicBezTo>
                    <a:cubicBezTo>
                      <a:pt x="11430" y="5715"/>
                      <a:pt x="9525" y="4763"/>
                      <a:pt x="7620" y="3810"/>
                    </a:cubicBezTo>
                    <a:cubicBezTo>
                      <a:pt x="5715" y="2857"/>
                      <a:pt x="2857" y="2857"/>
                      <a:pt x="0" y="2857"/>
                    </a:cubicBezTo>
                    <a:lnTo>
                      <a:pt x="0" y="0"/>
                    </a:lnTo>
                    <a:lnTo>
                      <a:pt x="25718" y="0"/>
                    </a:lnTo>
                    <a:lnTo>
                      <a:pt x="58103" y="70485"/>
                    </a:lnTo>
                    <a:lnTo>
                      <a:pt x="90488" y="0"/>
                    </a:lnTo>
                    <a:lnTo>
                      <a:pt x="116205" y="0"/>
                    </a:lnTo>
                    <a:lnTo>
                      <a:pt x="116205" y="2857"/>
                    </a:lnTo>
                    <a:lnTo>
                      <a:pt x="113347" y="2857"/>
                    </a:lnTo>
                    <a:cubicBezTo>
                      <a:pt x="109538" y="2857"/>
                      <a:pt x="106680" y="3810"/>
                      <a:pt x="104775" y="6668"/>
                    </a:cubicBezTo>
                    <a:cubicBezTo>
                      <a:pt x="103822" y="7620"/>
                      <a:pt x="102870" y="11430"/>
                      <a:pt x="102870" y="16193"/>
                    </a:cubicBezTo>
                    <a:lnTo>
                      <a:pt x="102870" y="75247"/>
                    </a:lnTo>
                    <a:cubicBezTo>
                      <a:pt x="102870" y="80963"/>
                      <a:pt x="102870" y="83820"/>
                      <a:pt x="104775" y="85725"/>
                    </a:cubicBezTo>
                    <a:cubicBezTo>
                      <a:pt x="106680" y="87630"/>
                      <a:pt x="108585" y="88582"/>
                      <a:pt x="112395" y="88582"/>
                    </a:cubicBezTo>
                    <a:lnTo>
                      <a:pt x="115253" y="88582"/>
                    </a:lnTo>
                    <a:lnTo>
                      <a:pt x="115253" y="91440"/>
                    </a:lnTo>
                    <a:lnTo>
                      <a:pt x="77153" y="91440"/>
                    </a:lnTo>
                    <a:lnTo>
                      <a:pt x="77153" y="88582"/>
                    </a:lnTo>
                    <a:lnTo>
                      <a:pt x="80010" y="88582"/>
                    </a:lnTo>
                    <a:cubicBezTo>
                      <a:pt x="83820" y="88582"/>
                      <a:pt x="86678" y="87630"/>
                      <a:pt x="87630" y="84772"/>
                    </a:cubicBezTo>
                    <a:cubicBezTo>
                      <a:pt x="88582" y="83820"/>
                      <a:pt x="89535" y="80010"/>
                      <a:pt x="89535" y="75247"/>
                    </a:cubicBezTo>
                    <a:lnTo>
                      <a:pt x="89535" y="15240"/>
                    </a:lnTo>
                    <a:lnTo>
                      <a:pt x="55245" y="90488"/>
                    </a:lnTo>
                    <a:lnTo>
                      <a:pt x="53340" y="904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168B6738-01BE-7E7B-345D-8B6DDED5BE86}"/>
                  </a:ext>
                </a:extLst>
              </p:cNvPr>
              <p:cNvSpPr/>
              <p:nvPr/>
            </p:nvSpPr>
            <p:spPr>
              <a:xfrm>
                <a:off x="6685597" y="3928109"/>
                <a:ext cx="58102" cy="63817"/>
              </a:xfrm>
              <a:custGeom>
                <a:avLst/>
                <a:gdLst>
                  <a:gd name="connsiteX0" fmla="*/ 29528 w 58102"/>
                  <a:gd name="connsiteY0" fmla="*/ 0 h 63817"/>
                  <a:gd name="connsiteX1" fmla="*/ 51435 w 58102"/>
                  <a:gd name="connsiteY1" fmla="*/ 10478 h 63817"/>
                  <a:gd name="connsiteX2" fmla="*/ 58103 w 58102"/>
                  <a:gd name="connsiteY2" fmla="*/ 31433 h 63817"/>
                  <a:gd name="connsiteX3" fmla="*/ 54293 w 58102"/>
                  <a:gd name="connsiteY3" fmla="*/ 47625 h 63817"/>
                  <a:gd name="connsiteX4" fmla="*/ 43815 w 58102"/>
                  <a:gd name="connsiteY4" fmla="*/ 60008 h 63817"/>
                  <a:gd name="connsiteX5" fmla="*/ 28575 w 58102"/>
                  <a:gd name="connsiteY5" fmla="*/ 63818 h 63817"/>
                  <a:gd name="connsiteX6" fmla="*/ 6668 w 58102"/>
                  <a:gd name="connsiteY6" fmla="*/ 53340 h 63817"/>
                  <a:gd name="connsiteX7" fmla="*/ 0 w 58102"/>
                  <a:gd name="connsiteY7" fmla="*/ 32385 h 63817"/>
                  <a:gd name="connsiteX8" fmla="*/ 3810 w 58102"/>
                  <a:gd name="connsiteY8" fmla="*/ 16193 h 63817"/>
                  <a:gd name="connsiteX9" fmla="*/ 14288 w 58102"/>
                  <a:gd name="connsiteY9" fmla="*/ 3810 h 63817"/>
                  <a:gd name="connsiteX10" fmla="*/ 28575 w 58102"/>
                  <a:gd name="connsiteY10" fmla="*/ 0 h 63817"/>
                  <a:gd name="connsiteX11" fmla="*/ 26670 w 58102"/>
                  <a:gd name="connsiteY11" fmla="*/ 3810 h 63817"/>
                  <a:gd name="connsiteX12" fmla="*/ 20003 w 58102"/>
                  <a:gd name="connsiteY12" fmla="*/ 5715 h 63817"/>
                  <a:gd name="connsiteX13" fmla="*/ 14288 w 58102"/>
                  <a:gd name="connsiteY13" fmla="*/ 13335 h 63817"/>
                  <a:gd name="connsiteX14" fmla="*/ 12383 w 58102"/>
                  <a:gd name="connsiteY14" fmla="*/ 26670 h 63817"/>
                  <a:gd name="connsiteX15" fmla="*/ 18097 w 58102"/>
                  <a:gd name="connsiteY15" fmla="*/ 49530 h 63817"/>
                  <a:gd name="connsiteX16" fmla="*/ 32385 w 58102"/>
                  <a:gd name="connsiteY16" fmla="*/ 59055 h 63817"/>
                  <a:gd name="connsiteX17" fmla="*/ 42863 w 58102"/>
                  <a:gd name="connsiteY17" fmla="*/ 53340 h 63817"/>
                  <a:gd name="connsiteX18" fmla="*/ 46672 w 58102"/>
                  <a:gd name="connsiteY18" fmla="*/ 35243 h 63817"/>
                  <a:gd name="connsiteX19" fmla="*/ 40005 w 58102"/>
                  <a:gd name="connsiteY19" fmla="*/ 9525 h 63817"/>
                  <a:gd name="connsiteX20" fmla="*/ 27622 w 58102"/>
                  <a:gd name="connsiteY20" fmla="*/ 2858 h 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8102" h="63817">
                    <a:moveTo>
                      <a:pt x="29528" y="0"/>
                    </a:moveTo>
                    <a:cubicBezTo>
                      <a:pt x="39053" y="0"/>
                      <a:pt x="45720" y="3810"/>
                      <a:pt x="51435" y="10478"/>
                    </a:cubicBezTo>
                    <a:cubicBezTo>
                      <a:pt x="56197" y="16193"/>
                      <a:pt x="58103" y="22860"/>
                      <a:pt x="58103" y="31433"/>
                    </a:cubicBezTo>
                    <a:cubicBezTo>
                      <a:pt x="58103" y="40005"/>
                      <a:pt x="57150" y="41910"/>
                      <a:pt x="54293" y="47625"/>
                    </a:cubicBezTo>
                    <a:cubicBezTo>
                      <a:pt x="51435" y="53340"/>
                      <a:pt x="47625" y="57150"/>
                      <a:pt x="43815" y="60008"/>
                    </a:cubicBezTo>
                    <a:cubicBezTo>
                      <a:pt x="40005" y="62865"/>
                      <a:pt x="34290" y="63818"/>
                      <a:pt x="28575" y="63818"/>
                    </a:cubicBezTo>
                    <a:cubicBezTo>
                      <a:pt x="19050" y="63818"/>
                      <a:pt x="12383" y="60008"/>
                      <a:pt x="6668" y="53340"/>
                    </a:cubicBezTo>
                    <a:cubicBezTo>
                      <a:pt x="1905" y="47625"/>
                      <a:pt x="0" y="40005"/>
                      <a:pt x="0" y="32385"/>
                    </a:cubicBezTo>
                    <a:cubicBezTo>
                      <a:pt x="0" y="24765"/>
                      <a:pt x="953" y="20955"/>
                      <a:pt x="3810" y="16193"/>
                    </a:cubicBezTo>
                    <a:cubicBezTo>
                      <a:pt x="6668" y="11430"/>
                      <a:pt x="10478" y="6668"/>
                      <a:pt x="14288" y="3810"/>
                    </a:cubicBezTo>
                    <a:cubicBezTo>
                      <a:pt x="18097" y="953"/>
                      <a:pt x="23813" y="0"/>
                      <a:pt x="28575" y="0"/>
                    </a:cubicBezTo>
                    <a:close/>
                    <a:moveTo>
                      <a:pt x="26670" y="3810"/>
                    </a:moveTo>
                    <a:cubicBezTo>
                      <a:pt x="24765" y="3810"/>
                      <a:pt x="21908" y="3810"/>
                      <a:pt x="20003" y="5715"/>
                    </a:cubicBezTo>
                    <a:cubicBezTo>
                      <a:pt x="18097" y="7620"/>
                      <a:pt x="16193" y="9525"/>
                      <a:pt x="14288" y="13335"/>
                    </a:cubicBezTo>
                    <a:cubicBezTo>
                      <a:pt x="12383" y="17145"/>
                      <a:pt x="12383" y="20955"/>
                      <a:pt x="12383" y="26670"/>
                    </a:cubicBezTo>
                    <a:cubicBezTo>
                      <a:pt x="12383" y="35243"/>
                      <a:pt x="14288" y="42863"/>
                      <a:pt x="18097" y="49530"/>
                    </a:cubicBezTo>
                    <a:cubicBezTo>
                      <a:pt x="21908" y="56197"/>
                      <a:pt x="26670" y="59055"/>
                      <a:pt x="32385" y="59055"/>
                    </a:cubicBezTo>
                    <a:cubicBezTo>
                      <a:pt x="38100" y="59055"/>
                      <a:pt x="40005" y="57150"/>
                      <a:pt x="42863" y="53340"/>
                    </a:cubicBezTo>
                    <a:cubicBezTo>
                      <a:pt x="45720" y="49530"/>
                      <a:pt x="46672" y="43815"/>
                      <a:pt x="46672" y="35243"/>
                    </a:cubicBezTo>
                    <a:cubicBezTo>
                      <a:pt x="46672" y="26670"/>
                      <a:pt x="44768" y="16193"/>
                      <a:pt x="40005" y="9525"/>
                    </a:cubicBezTo>
                    <a:cubicBezTo>
                      <a:pt x="37147" y="5715"/>
                      <a:pt x="33338" y="2858"/>
                      <a:pt x="27622" y="28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17CDAB09-1B7D-0802-F620-E75CD6BDA7F9}"/>
                  </a:ext>
                </a:extLst>
              </p:cNvPr>
              <p:cNvSpPr/>
              <p:nvPr/>
            </p:nvSpPr>
            <p:spPr>
              <a:xfrm>
                <a:off x="6748462" y="3897630"/>
                <a:ext cx="62865" cy="94297"/>
              </a:xfrm>
              <a:custGeom>
                <a:avLst/>
                <a:gdLst>
                  <a:gd name="connsiteX0" fmla="*/ 20955 w 62865"/>
                  <a:gd name="connsiteY0" fmla="*/ 42863 h 94297"/>
                  <a:gd name="connsiteX1" fmla="*/ 40005 w 62865"/>
                  <a:gd name="connsiteY1" fmla="*/ 30480 h 94297"/>
                  <a:gd name="connsiteX2" fmla="*/ 56197 w 62865"/>
                  <a:gd name="connsiteY2" fmla="*/ 38100 h 94297"/>
                  <a:gd name="connsiteX3" fmla="*/ 62865 w 62865"/>
                  <a:gd name="connsiteY3" fmla="*/ 60007 h 94297"/>
                  <a:gd name="connsiteX4" fmla="*/ 52388 w 62865"/>
                  <a:gd name="connsiteY4" fmla="*/ 85725 h 94297"/>
                  <a:gd name="connsiteX5" fmla="*/ 31432 w 62865"/>
                  <a:gd name="connsiteY5" fmla="*/ 94297 h 94297"/>
                  <a:gd name="connsiteX6" fmla="*/ 20955 w 62865"/>
                  <a:gd name="connsiteY6" fmla="*/ 92392 h 94297"/>
                  <a:gd name="connsiteX7" fmla="*/ 9525 w 62865"/>
                  <a:gd name="connsiteY7" fmla="*/ 86677 h 94297"/>
                  <a:gd name="connsiteX8" fmla="*/ 9525 w 62865"/>
                  <a:gd name="connsiteY8" fmla="*/ 23813 h 94297"/>
                  <a:gd name="connsiteX9" fmla="*/ 9525 w 62865"/>
                  <a:gd name="connsiteY9" fmla="*/ 11430 h 94297"/>
                  <a:gd name="connsiteX10" fmla="*/ 7620 w 62865"/>
                  <a:gd name="connsiteY10" fmla="*/ 8572 h 94297"/>
                  <a:gd name="connsiteX11" fmla="*/ 4763 w 62865"/>
                  <a:gd name="connsiteY11" fmla="*/ 8572 h 94297"/>
                  <a:gd name="connsiteX12" fmla="*/ 0 w 62865"/>
                  <a:gd name="connsiteY12" fmla="*/ 9525 h 94297"/>
                  <a:gd name="connsiteX13" fmla="*/ 0 w 62865"/>
                  <a:gd name="connsiteY13" fmla="*/ 7620 h 94297"/>
                  <a:gd name="connsiteX14" fmla="*/ 17145 w 62865"/>
                  <a:gd name="connsiteY14" fmla="*/ 0 h 94297"/>
                  <a:gd name="connsiteX15" fmla="*/ 20003 w 62865"/>
                  <a:gd name="connsiteY15" fmla="*/ 0 h 94297"/>
                  <a:gd name="connsiteX16" fmla="*/ 20003 w 62865"/>
                  <a:gd name="connsiteY16" fmla="*/ 43815 h 94297"/>
                  <a:gd name="connsiteX17" fmla="*/ 20955 w 62865"/>
                  <a:gd name="connsiteY17" fmla="*/ 46672 h 94297"/>
                  <a:gd name="connsiteX18" fmla="*/ 20955 w 62865"/>
                  <a:gd name="connsiteY18" fmla="*/ 82867 h 94297"/>
                  <a:gd name="connsiteX19" fmla="*/ 27622 w 62865"/>
                  <a:gd name="connsiteY19" fmla="*/ 87630 h 94297"/>
                  <a:gd name="connsiteX20" fmla="*/ 35243 w 62865"/>
                  <a:gd name="connsiteY20" fmla="*/ 89535 h 94297"/>
                  <a:gd name="connsiteX21" fmla="*/ 46672 w 62865"/>
                  <a:gd name="connsiteY21" fmla="*/ 82867 h 94297"/>
                  <a:gd name="connsiteX22" fmla="*/ 51435 w 62865"/>
                  <a:gd name="connsiteY22" fmla="*/ 63817 h 94297"/>
                  <a:gd name="connsiteX23" fmla="*/ 46672 w 62865"/>
                  <a:gd name="connsiteY23" fmla="*/ 45720 h 94297"/>
                  <a:gd name="connsiteX24" fmla="*/ 35243 w 62865"/>
                  <a:gd name="connsiteY24" fmla="*/ 39052 h 94297"/>
                  <a:gd name="connsiteX25" fmla="*/ 28575 w 62865"/>
                  <a:gd name="connsiteY25" fmla="*/ 40957 h 94297"/>
                  <a:gd name="connsiteX26" fmla="*/ 21907 w 62865"/>
                  <a:gd name="connsiteY26" fmla="*/ 46672 h 94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2865" h="94297">
                    <a:moveTo>
                      <a:pt x="20955" y="42863"/>
                    </a:moveTo>
                    <a:cubicBezTo>
                      <a:pt x="26670" y="34290"/>
                      <a:pt x="33338" y="30480"/>
                      <a:pt x="40005" y="30480"/>
                    </a:cubicBezTo>
                    <a:cubicBezTo>
                      <a:pt x="46672" y="30480"/>
                      <a:pt x="51435" y="33338"/>
                      <a:pt x="56197" y="38100"/>
                    </a:cubicBezTo>
                    <a:cubicBezTo>
                      <a:pt x="60960" y="42863"/>
                      <a:pt x="62865" y="50482"/>
                      <a:pt x="62865" y="60007"/>
                    </a:cubicBezTo>
                    <a:cubicBezTo>
                      <a:pt x="62865" y="69532"/>
                      <a:pt x="59055" y="79057"/>
                      <a:pt x="52388" y="85725"/>
                    </a:cubicBezTo>
                    <a:cubicBezTo>
                      <a:pt x="46672" y="91440"/>
                      <a:pt x="39053" y="94297"/>
                      <a:pt x="31432" y="94297"/>
                    </a:cubicBezTo>
                    <a:cubicBezTo>
                      <a:pt x="23813" y="94297"/>
                      <a:pt x="24765" y="94297"/>
                      <a:pt x="20955" y="92392"/>
                    </a:cubicBezTo>
                    <a:cubicBezTo>
                      <a:pt x="17145" y="90488"/>
                      <a:pt x="13335" y="89535"/>
                      <a:pt x="9525" y="86677"/>
                    </a:cubicBezTo>
                    <a:lnTo>
                      <a:pt x="9525" y="23813"/>
                    </a:lnTo>
                    <a:cubicBezTo>
                      <a:pt x="9525" y="17145"/>
                      <a:pt x="9525" y="12382"/>
                      <a:pt x="9525" y="11430"/>
                    </a:cubicBezTo>
                    <a:cubicBezTo>
                      <a:pt x="9525" y="10477"/>
                      <a:pt x="9525" y="8572"/>
                      <a:pt x="7620" y="8572"/>
                    </a:cubicBezTo>
                    <a:cubicBezTo>
                      <a:pt x="5715" y="8572"/>
                      <a:pt x="5715" y="8572"/>
                      <a:pt x="4763" y="8572"/>
                    </a:cubicBezTo>
                    <a:cubicBezTo>
                      <a:pt x="3810" y="8572"/>
                      <a:pt x="1905" y="8572"/>
                      <a:pt x="0" y="9525"/>
                    </a:cubicBezTo>
                    <a:lnTo>
                      <a:pt x="0" y="7620"/>
                    </a:lnTo>
                    <a:cubicBezTo>
                      <a:pt x="0" y="7620"/>
                      <a:pt x="17145" y="0"/>
                      <a:pt x="17145" y="0"/>
                    </a:cubicBezTo>
                    <a:lnTo>
                      <a:pt x="20003" y="0"/>
                    </a:lnTo>
                    <a:lnTo>
                      <a:pt x="20003" y="43815"/>
                    </a:lnTo>
                    <a:close/>
                    <a:moveTo>
                      <a:pt x="20955" y="46672"/>
                    </a:moveTo>
                    <a:lnTo>
                      <a:pt x="20955" y="82867"/>
                    </a:lnTo>
                    <a:cubicBezTo>
                      <a:pt x="22860" y="84772"/>
                      <a:pt x="25718" y="86677"/>
                      <a:pt x="27622" y="87630"/>
                    </a:cubicBezTo>
                    <a:cubicBezTo>
                      <a:pt x="29528" y="88582"/>
                      <a:pt x="32385" y="89535"/>
                      <a:pt x="35243" y="89535"/>
                    </a:cubicBezTo>
                    <a:cubicBezTo>
                      <a:pt x="39053" y="89535"/>
                      <a:pt x="42863" y="87630"/>
                      <a:pt x="46672" y="82867"/>
                    </a:cubicBezTo>
                    <a:cubicBezTo>
                      <a:pt x="50482" y="78105"/>
                      <a:pt x="51435" y="72390"/>
                      <a:pt x="51435" y="63817"/>
                    </a:cubicBezTo>
                    <a:cubicBezTo>
                      <a:pt x="51435" y="55245"/>
                      <a:pt x="49530" y="50482"/>
                      <a:pt x="46672" y="45720"/>
                    </a:cubicBezTo>
                    <a:cubicBezTo>
                      <a:pt x="43815" y="40957"/>
                      <a:pt x="39053" y="39052"/>
                      <a:pt x="35243" y="39052"/>
                    </a:cubicBezTo>
                    <a:cubicBezTo>
                      <a:pt x="31432" y="39052"/>
                      <a:pt x="30480" y="39052"/>
                      <a:pt x="28575" y="40957"/>
                    </a:cubicBezTo>
                    <a:cubicBezTo>
                      <a:pt x="26670" y="40957"/>
                      <a:pt x="24765" y="43815"/>
                      <a:pt x="21907" y="466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147BF2E5-C6BE-D297-6635-CF76AFC00D29}"/>
                  </a:ext>
                </a:extLst>
              </p:cNvPr>
              <p:cNvSpPr/>
              <p:nvPr/>
            </p:nvSpPr>
            <p:spPr>
              <a:xfrm>
                <a:off x="6819900" y="3896677"/>
                <a:ext cx="30480" cy="92392"/>
              </a:xfrm>
              <a:custGeom>
                <a:avLst/>
                <a:gdLst>
                  <a:gd name="connsiteX0" fmla="*/ 21907 w 30480"/>
                  <a:gd name="connsiteY0" fmla="*/ 31432 h 92392"/>
                  <a:gd name="connsiteX1" fmla="*/ 21907 w 30480"/>
                  <a:gd name="connsiteY1" fmla="*/ 80010 h 92392"/>
                  <a:gd name="connsiteX2" fmla="*/ 21907 w 30480"/>
                  <a:gd name="connsiteY2" fmla="*/ 87630 h 92392"/>
                  <a:gd name="connsiteX3" fmla="*/ 24765 w 30480"/>
                  <a:gd name="connsiteY3" fmla="*/ 90488 h 92392"/>
                  <a:gd name="connsiteX4" fmla="*/ 30480 w 30480"/>
                  <a:gd name="connsiteY4" fmla="*/ 90488 h 92392"/>
                  <a:gd name="connsiteX5" fmla="*/ 30480 w 30480"/>
                  <a:gd name="connsiteY5" fmla="*/ 92392 h 92392"/>
                  <a:gd name="connsiteX6" fmla="*/ 953 w 30480"/>
                  <a:gd name="connsiteY6" fmla="*/ 92392 h 92392"/>
                  <a:gd name="connsiteX7" fmla="*/ 953 w 30480"/>
                  <a:gd name="connsiteY7" fmla="*/ 90488 h 92392"/>
                  <a:gd name="connsiteX8" fmla="*/ 6668 w 30480"/>
                  <a:gd name="connsiteY8" fmla="*/ 90488 h 92392"/>
                  <a:gd name="connsiteX9" fmla="*/ 9525 w 30480"/>
                  <a:gd name="connsiteY9" fmla="*/ 87630 h 92392"/>
                  <a:gd name="connsiteX10" fmla="*/ 9525 w 30480"/>
                  <a:gd name="connsiteY10" fmla="*/ 80010 h 92392"/>
                  <a:gd name="connsiteX11" fmla="*/ 9525 w 30480"/>
                  <a:gd name="connsiteY11" fmla="*/ 56197 h 92392"/>
                  <a:gd name="connsiteX12" fmla="*/ 9525 w 30480"/>
                  <a:gd name="connsiteY12" fmla="*/ 43815 h 92392"/>
                  <a:gd name="connsiteX13" fmla="*/ 7620 w 30480"/>
                  <a:gd name="connsiteY13" fmla="*/ 40957 h 92392"/>
                  <a:gd name="connsiteX14" fmla="*/ 4763 w 30480"/>
                  <a:gd name="connsiteY14" fmla="*/ 40957 h 92392"/>
                  <a:gd name="connsiteX15" fmla="*/ 0 w 30480"/>
                  <a:gd name="connsiteY15" fmla="*/ 41910 h 92392"/>
                  <a:gd name="connsiteX16" fmla="*/ 0 w 30480"/>
                  <a:gd name="connsiteY16" fmla="*/ 40005 h 92392"/>
                  <a:gd name="connsiteX17" fmla="*/ 17145 w 30480"/>
                  <a:gd name="connsiteY17" fmla="*/ 32385 h 92392"/>
                  <a:gd name="connsiteX18" fmla="*/ 20003 w 30480"/>
                  <a:gd name="connsiteY18" fmla="*/ 32385 h 92392"/>
                  <a:gd name="connsiteX19" fmla="*/ 16193 w 30480"/>
                  <a:gd name="connsiteY19" fmla="*/ 0 h 92392"/>
                  <a:gd name="connsiteX20" fmla="*/ 20955 w 30480"/>
                  <a:gd name="connsiteY20" fmla="*/ 1905 h 92392"/>
                  <a:gd name="connsiteX21" fmla="*/ 22860 w 30480"/>
                  <a:gd name="connsiteY21" fmla="*/ 6667 h 92392"/>
                  <a:gd name="connsiteX22" fmla="*/ 20955 w 30480"/>
                  <a:gd name="connsiteY22" fmla="*/ 11430 h 92392"/>
                  <a:gd name="connsiteX23" fmla="*/ 16193 w 30480"/>
                  <a:gd name="connsiteY23" fmla="*/ 13335 h 92392"/>
                  <a:gd name="connsiteX24" fmla="*/ 11430 w 30480"/>
                  <a:gd name="connsiteY24" fmla="*/ 11430 h 92392"/>
                  <a:gd name="connsiteX25" fmla="*/ 9525 w 30480"/>
                  <a:gd name="connsiteY25" fmla="*/ 6667 h 92392"/>
                  <a:gd name="connsiteX26" fmla="*/ 11430 w 30480"/>
                  <a:gd name="connsiteY26" fmla="*/ 1905 h 92392"/>
                  <a:gd name="connsiteX27" fmla="*/ 16193 w 30480"/>
                  <a:gd name="connsiteY27" fmla="*/ 0 h 92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0480" h="92392">
                    <a:moveTo>
                      <a:pt x="21907" y="31432"/>
                    </a:moveTo>
                    <a:lnTo>
                      <a:pt x="21907" y="80010"/>
                    </a:lnTo>
                    <a:cubicBezTo>
                      <a:pt x="21907" y="83820"/>
                      <a:pt x="21907" y="86678"/>
                      <a:pt x="21907" y="87630"/>
                    </a:cubicBezTo>
                    <a:cubicBezTo>
                      <a:pt x="21907" y="88582"/>
                      <a:pt x="22860" y="89535"/>
                      <a:pt x="24765" y="90488"/>
                    </a:cubicBezTo>
                    <a:cubicBezTo>
                      <a:pt x="26670" y="91440"/>
                      <a:pt x="27622" y="90488"/>
                      <a:pt x="30480" y="90488"/>
                    </a:cubicBezTo>
                    <a:lnTo>
                      <a:pt x="30480" y="92392"/>
                    </a:lnTo>
                    <a:lnTo>
                      <a:pt x="953" y="92392"/>
                    </a:lnTo>
                    <a:lnTo>
                      <a:pt x="953" y="90488"/>
                    </a:lnTo>
                    <a:cubicBezTo>
                      <a:pt x="3810" y="90488"/>
                      <a:pt x="5715" y="90488"/>
                      <a:pt x="6668" y="90488"/>
                    </a:cubicBezTo>
                    <a:cubicBezTo>
                      <a:pt x="7620" y="90488"/>
                      <a:pt x="8572" y="88582"/>
                      <a:pt x="9525" y="87630"/>
                    </a:cubicBezTo>
                    <a:cubicBezTo>
                      <a:pt x="10478" y="86678"/>
                      <a:pt x="9525" y="83820"/>
                      <a:pt x="9525" y="80010"/>
                    </a:cubicBezTo>
                    <a:lnTo>
                      <a:pt x="9525" y="56197"/>
                    </a:lnTo>
                    <a:cubicBezTo>
                      <a:pt x="9525" y="49530"/>
                      <a:pt x="9525" y="45720"/>
                      <a:pt x="9525" y="43815"/>
                    </a:cubicBezTo>
                    <a:cubicBezTo>
                      <a:pt x="9525" y="42863"/>
                      <a:pt x="9525" y="40957"/>
                      <a:pt x="7620" y="40957"/>
                    </a:cubicBezTo>
                    <a:cubicBezTo>
                      <a:pt x="5715" y="40957"/>
                      <a:pt x="5715" y="40957"/>
                      <a:pt x="4763" y="40957"/>
                    </a:cubicBezTo>
                    <a:cubicBezTo>
                      <a:pt x="3810" y="40957"/>
                      <a:pt x="1905" y="40957"/>
                      <a:pt x="0" y="41910"/>
                    </a:cubicBezTo>
                    <a:lnTo>
                      <a:pt x="0" y="40005"/>
                    </a:lnTo>
                    <a:cubicBezTo>
                      <a:pt x="0" y="40005"/>
                      <a:pt x="17145" y="32385"/>
                      <a:pt x="17145" y="32385"/>
                    </a:cubicBezTo>
                    <a:lnTo>
                      <a:pt x="20003" y="32385"/>
                    </a:lnTo>
                    <a:close/>
                    <a:moveTo>
                      <a:pt x="16193" y="0"/>
                    </a:moveTo>
                    <a:cubicBezTo>
                      <a:pt x="18097" y="0"/>
                      <a:pt x="20003" y="0"/>
                      <a:pt x="20955" y="1905"/>
                    </a:cubicBezTo>
                    <a:cubicBezTo>
                      <a:pt x="21907" y="3810"/>
                      <a:pt x="22860" y="4763"/>
                      <a:pt x="22860" y="6667"/>
                    </a:cubicBezTo>
                    <a:cubicBezTo>
                      <a:pt x="22860" y="8572"/>
                      <a:pt x="22860" y="10478"/>
                      <a:pt x="20955" y="11430"/>
                    </a:cubicBezTo>
                    <a:cubicBezTo>
                      <a:pt x="19050" y="12382"/>
                      <a:pt x="18097" y="13335"/>
                      <a:pt x="16193" y="13335"/>
                    </a:cubicBezTo>
                    <a:cubicBezTo>
                      <a:pt x="14288" y="13335"/>
                      <a:pt x="12382" y="13335"/>
                      <a:pt x="11430" y="11430"/>
                    </a:cubicBezTo>
                    <a:cubicBezTo>
                      <a:pt x="10478" y="9525"/>
                      <a:pt x="9525" y="8572"/>
                      <a:pt x="9525" y="6667"/>
                    </a:cubicBezTo>
                    <a:cubicBezTo>
                      <a:pt x="9525" y="4763"/>
                      <a:pt x="9525" y="2857"/>
                      <a:pt x="11430" y="1905"/>
                    </a:cubicBezTo>
                    <a:cubicBezTo>
                      <a:pt x="13335" y="953"/>
                      <a:pt x="14288" y="0"/>
                      <a:pt x="161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37F9E5E2-93DB-F92B-D6FE-3385722BAA4B}"/>
                  </a:ext>
                </a:extLst>
              </p:cNvPr>
              <p:cNvSpPr/>
              <p:nvPr/>
            </p:nvSpPr>
            <p:spPr>
              <a:xfrm>
                <a:off x="6857011" y="3896677"/>
                <a:ext cx="31468" cy="93344"/>
              </a:xfrm>
              <a:custGeom>
                <a:avLst/>
                <a:gdLst>
                  <a:gd name="connsiteX0" fmla="*/ 21944 w 31468"/>
                  <a:gd name="connsiteY0" fmla="*/ 0 h 93344"/>
                  <a:gd name="connsiteX1" fmla="*/ 21944 w 31468"/>
                  <a:gd name="connsiteY1" fmla="*/ 80010 h 93344"/>
                  <a:gd name="connsiteX2" fmla="*/ 21944 w 31468"/>
                  <a:gd name="connsiteY2" fmla="*/ 87630 h 93344"/>
                  <a:gd name="connsiteX3" fmla="*/ 24801 w 31468"/>
                  <a:gd name="connsiteY3" fmla="*/ 90488 h 93344"/>
                  <a:gd name="connsiteX4" fmla="*/ 31469 w 31468"/>
                  <a:gd name="connsiteY4" fmla="*/ 91440 h 93344"/>
                  <a:gd name="connsiteX5" fmla="*/ 31469 w 31468"/>
                  <a:gd name="connsiteY5" fmla="*/ 93345 h 93344"/>
                  <a:gd name="connsiteX6" fmla="*/ 1941 w 31468"/>
                  <a:gd name="connsiteY6" fmla="*/ 93345 h 93344"/>
                  <a:gd name="connsiteX7" fmla="*/ 1941 w 31468"/>
                  <a:gd name="connsiteY7" fmla="*/ 91440 h 93344"/>
                  <a:gd name="connsiteX8" fmla="*/ 7657 w 31468"/>
                  <a:gd name="connsiteY8" fmla="*/ 91440 h 93344"/>
                  <a:gd name="connsiteX9" fmla="*/ 9561 w 31468"/>
                  <a:gd name="connsiteY9" fmla="*/ 88582 h 93344"/>
                  <a:gd name="connsiteX10" fmla="*/ 9561 w 31468"/>
                  <a:gd name="connsiteY10" fmla="*/ 80963 h 93344"/>
                  <a:gd name="connsiteX11" fmla="*/ 9561 w 31468"/>
                  <a:gd name="connsiteY11" fmla="*/ 25717 h 93344"/>
                  <a:gd name="connsiteX12" fmla="*/ 9561 w 31468"/>
                  <a:gd name="connsiteY12" fmla="*/ 13335 h 93344"/>
                  <a:gd name="connsiteX13" fmla="*/ 7657 w 31468"/>
                  <a:gd name="connsiteY13" fmla="*/ 10478 h 93344"/>
                  <a:gd name="connsiteX14" fmla="*/ 4799 w 31468"/>
                  <a:gd name="connsiteY14" fmla="*/ 10478 h 93344"/>
                  <a:gd name="connsiteX15" fmla="*/ 36 w 31468"/>
                  <a:gd name="connsiteY15" fmla="*/ 11430 h 93344"/>
                  <a:gd name="connsiteX16" fmla="*/ 36 w 31468"/>
                  <a:gd name="connsiteY16" fmla="*/ 9525 h 93344"/>
                  <a:gd name="connsiteX17" fmla="*/ 17182 w 31468"/>
                  <a:gd name="connsiteY17" fmla="*/ 1905 h 93344"/>
                  <a:gd name="connsiteX18" fmla="*/ 20039 w 31468"/>
                  <a:gd name="connsiteY18" fmla="*/ 1905 h 9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1468" h="93344">
                    <a:moveTo>
                      <a:pt x="21944" y="0"/>
                    </a:moveTo>
                    <a:lnTo>
                      <a:pt x="21944" y="80010"/>
                    </a:lnTo>
                    <a:cubicBezTo>
                      <a:pt x="21944" y="83820"/>
                      <a:pt x="21944" y="86678"/>
                      <a:pt x="21944" y="87630"/>
                    </a:cubicBezTo>
                    <a:cubicBezTo>
                      <a:pt x="21944" y="88582"/>
                      <a:pt x="22896" y="89535"/>
                      <a:pt x="24801" y="90488"/>
                    </a:cubicBezTo>
                    <a:cubicBezTo>
                      <a:pt x="26707" y="91440"/>
                      <a:pt x="27659" y="91440"/>
                      <a:pt x="31469" y="91440"/>
                    </a:cubicBezTo>
                    <a:lnTo>
                      <a:pt x="31469" y="93345"/>
                    </a:lnTo>
                    <a:lnTo>
                      <a:pt x="1941" y="93345"/>
                    </a:lnTo>
                    <a:lnTo>
                      <a:pt x="1941" y="91440"/>
                    </a:lnTo>
                    <a:cubicBezTo>
                      <a:pt x="4799" y="91440"/>
                      <a:pt x="6704" y="91440"/>
                      <a:pt x="7657" y="91440"/>
                    </a:cubicBezTo>
                    <a:cubicBezTo>
                      <a:pt x="8609" y="91440"/>
                      <a:pt x="9561" y="89535"/>
                      <a:pt x="9561" y="88582"/>
                    </a:cubicBezTo>
                    <a:cubicBezTo>
                      <a:pt x="9561" y="87630"/>
                      <a:pt x="9561" y="84772"/>
                      <a:pt x="9561" y="80963"/>
                    </a:cubicBezTo>
                    <a:lnTo>
                      <a:pt x="9561" y="25717"/>
                    </a:lnTo>
                    <a:cubicBezTo>
                      <a:pt x="9561" y="19050"/>
                      <a:pt x="9561" y="14288"/>
                      <a:pt x="9561" y="13335"/>
                    </a:cubicBezTo>
                    <a:cubicBezTo>
                      <a:pt x="9561" y="12382"/>
                      <a:pt x="9561" y="10478"/>
                      <a:pt x="7657" y="10478"/>
                    </a:cubicBezTo>
                    <a:cubicBezTo>
                      <a:pt x="5751" y="10478"/>
                      <a:pt x="5751" y="10478"/>
                      <a:pt x="4799" y="10478"/>
                    </a:cubicBezTo>
                    <a:cubicBezTo>
                      <a:pt x="3846" y="10478"/>
                      <a:pt x="1941" y="10478"/>
                      <a:pt x="36" y="11430"/>
                    </a:cubicBezTo>
                    <a:lnTo>
                      <a:pt x="36" y="9525"/>
                    </a:lnTo>
                    <a:cubicBezTo>
                      <a:pt x="-916" y="9525"/>
                      <a:pt x="17182" y="1905"/>
                      <a:pt x="17182" y="1905"/>
                    </a:cubicBezTo>
                    <a:lnTo>
                      <a:pt x="20039" y="19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1CA3EF30-EFE4-D22B-06FF-1A500059415C}"/>
                  </a:ext>
                </a:extLst>
              </p:cNvPr>
              <p:cNvSpPr/>
              <p:nvPr/>
            </p:nvSpPr>
            <p:spPr>
              <a:xfrm>
                <a:off x="6895147" y="3896677"/>
                <a:ext cx="30480" cy="92392"/>
              </a:xfrm>
              <a:custGeom>
                <a:avLst/>
                <a:gdLst>
                  <a:gd name="connsiteX0" fmla="*/ 21908 w 30480"/>
                  <a:gd name="connsiteY0" fmla="*/ 31432 h 92392"/>
                  <a:gd name="connsiteX1" fmla="*/ 21908 w 30480"/>
                  <a:gd name="connsiteY1" fmla="*/ 80010 h 92392"/>
                  <a:gd name="connsiteX2" fmla="*/ 21908 w 30480"/>
                  <a:gd name="connsiteY2" fmla="*/ 87630 h 92392"/>
                  <a:gd name="connsiteX3" fmla="*/ 24765 w 30480"/>
                  <a:gd name="connsiteY3" fmla="*/ 90488 h 92392"/>
                  <a:gd name="connsiteX4" fmla="*/ 30480 w 30480"/>
                  <a:gd name="connsiteY4" fmla="*/ 90488 h 92392"/>
                  <a:gd name="connsiteX5" fmla="*/ 30480 w 30480"/>
                  <a:gd name="connsiteY5" fmla="*/ 92392 h 92392"/>
                  <a:gd name="connsiteX6" fmla="*/ 953 w 30480"/>
                  <a:gd name="connsiteY6" fmla="*/ 92392 h 92392"/>
                  <a:gd name="connsiteX7" fmla="*/ 953 w 30480"/>
                  <a:gd name="connsiteY7" fmla="*/ 90488 h 92392"/>
                  <a:gd name="connsiteX8" fmla="*/ 6668 w 30480"/>
                  <a:gd name="connsiteY8" fmla="*/ 90488 h 92392"/>
                  <a:gd name="connsiteX9" fmla="*/ 9525 w 30480"/>
                  <a:gd name="connsiteY9" fmla="*/ 87630 h 92392"/>
                  <a:gd name="connsiteX10" fmla="*/ 9525 w 30480"/>
                  <a:gd name="connsiteY10" fmla="*/ 80010 h 92392"/>
                  <a:gd name="connsiteX11" fmla="*/ 9525 w 30480"/>
                  <a:gd name="connsiteY11" fmla="*/ 56197 h 92392"/>
                  <a:gd name="connsiteX12" fmla="*/ 9525 w 30480"/>
                  <a:gd name="connsiteY12" fmla="*/ 43815 h 92392"/>
                  <a:gd name="connsiteX13" fmla="*/ 7620 w 30480"/>
                  <a:gd name="connsiteY13" fmla="*/ 40957 h 92392"/>
                  <a:gd name="connsiteX14" fmla="*/ 4763 w 30480"/>
                  <a:gd name="connsiteY14" fmla="*/ 40957 h 92392"/>
                  <a:gd name="connsiteX15" fmla="*/ 0 w 30480"/>
                  <a:gd name="connsiteY15" fmla="*/ 41910 h 92392"/>
                  <a:gd name="connsiteX16" fmla="*/ 0 w 30480"/>
                  <a:gd name="connsiteY16" fmla="*/ 40005 h 92392"/>
                  <a:gd name="connsiteX17" fmla="*/ 17145 w 30480"/>
                  <a:gd name="connsiteY17" fmla="*/ 32385 h 92392"/>
                  <a:gd name="connsiteX18" fmla="*/ 20003 w 30480"/>
                  <a:gd name="connsiteY18" fmla="*/ 32385 h 92392"/>
                  <a:gd name="connsiteX19" fmla="*/ 16193 w 30480"/>
                  <a:gd name="connsiteY19" fmla="*/ 0 h 92392"/>
                  <a:gd name="connsiteX20" fmla="*/ 20955 w 30480"/>
                  <a:gd name="connsiteY20" fmla="*/ 1905 h 92392"/>
                  <a:gd name="connsiteX21" fmla="*/ 22860 w 30480"/>
                  <a:gd name="connsiteY21" fmla="*/ 6667 h 92392"/>
                  <a:gd name="connsiteX22" fmla="*/ 20955 w 30480"/>
                  <a:gd name="connsiteY22" fmla="*/ 11430 h 92392"/>
                  <a:gd name="connsiteX23" fmla="*/ 16193 w 30480"/>
                  <a:gd name="connsiteY23" fmla="*/ 13335 h 92392"/>
                  <a:gd name="connsiteX24" fmla="*/ 11430 w 30480"/>
                  <a:gd name="connsiteY24" fmla="*/ 11430 h 92392"/>
                  <a:gd name="connsiteX25" fmla="*/ 9525 w 30480"/>
                  <a:gd name="connsiteY25" fmla="*/ 6667 h 92392"/>
                  <a:gd name="connsiteX26" fmla="*/ 11430 w 30480"/>
                  <a:gd name="connsiteY26" fmla="*/ 1905 h 92392"/>
                  <a:gd name="connsiteX27" fmla="*/ 16193 w 30480"/>
                  <a:gd name="connsiteY27" fmla="*/ 0 h 92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0480" h="92392">
                    <a:moveTo>
                      <a:pt x="21908" y="31432"/>
                    </a:moveTo>
                    <a:lnTo>
                      <a:pt x="21908" y="80010"/>
                    </a:lnTo>
                    <a:cubicBezTo>
                      <a:pt x="21908" y="83820"/>
                      <a:pt x="21908" y="86678"/>
                      <a:pt x="21908" y="87630"/>
                    </a:cubicBezTo>
                    <a:cubicBezTo>
                      <a:pt x="21908" y="88582"/>
                      <a:pt x="22860" y="89535"/>
                      <a:pt x="24765" y="90488"/>
                    </a:cubicBezTo>
                    <a:cubicBezTo>
                      <a:pt x="26670" y="91440"/>
                      <a:pt x="27622" y="90488"/>
                      <a:pt x="30480" y="90488"/>
                    </a:cubicBezTo>
                    <a:lnTo>
                      <a:pt x="30480" y="92392"/>
                    </a:lnTo>
                    <a:lnTo>
                      <a:pt x="953" y="92392"/>
                    </a:lnTo>
                    <a:lnTo>
                      <a:pt x="953" y="90488"/>
                    </a:lnTo>
                    <a:cubicBezTo>
                      <a:pt x="3810" y="90488"/>
                      <a:pt x="5715" y="90488"/>
                      <a:pt x="6668" y="90488"/>
                    </a:cubicBezTo>
                    <a:cubicBezTo>
                      <a:pt x="7620" y="90488"/>
                      <a:pt x="8572" y="88582"/>
                      <a:pt x="9525" y="87630"/>
                    </a:cubicBezTo>
                    <a:cubicBezTo>
                      <a:pt x="10478" y="86678"/>
                      <a:pt x="9525" y="83820"/>
                      <a:pt x="9525" y="80010"/>
                    </a:cubicBezTo>
                    <a:lnTo>
                      <a:pt x="9525" y="56197"/>
                    </a:lnTo>
                    <a:cubicBezTo>
                      <a:pt x="9525" y="49530"/>
                      <a:pt x="9525" y="45720"/>
                      <a:pt x="9525" y="43815"/>
                    </a:cubicBezTo>
                    <a:cubicBezTo>
                      <a:pt x="9525" y="42863"/>
                      <a:pt x="9525" y="40957"/>
                      <a:pt x="7620" y="40957"/>
                    </a:cubicBezTo>
                    <a:cubicBezTo>
                      <a:pt x="5715" y="40957"/>
                      <a:pt x="5715" y="40957"/>
                      <a:pt x="4763" y="40957"/>
                    </a:cubicBezTo>
                    <a:cubicBezTo>
                      <a:pt x="3810" y="40957"/>
                      <a:pt x="1905" y="40957"/>
                      <a:pt x="0" y="41910"/>
                    </a:cubicBezTo>
                    <a:lnTo>
                      <a:pt x="0" y="40005"/>
                    </a:lnTo>
                    <a:cubicBezTo>
                      <a:pt x="0" y="40005"/>
                      <a:pt x="17145" y="32385"/>
                      <a:pt x="17145" y="32385"/>
                    </a:cubicBezTo>
                    <a:lnTo>
                      <a:pt x="20003" y="32385"/>
                    </a:lnTo>
                    <a:close/>
                    <a:moveTo>
                      <a:pt x="16193" y="0"/>
                    </a:moveTo>
                    <a:cubicBezTo>
                      <a:pt x="18097" y="0"/>
                      <a:pt x="20003" y="0"/>
                      <a:pt x="20955" y="1905"/>
                    </a:cubicBezTo>
                    <a:cubicBezTo>
                      <a:pt x="21908" y="3810"/>
                      <a:pt x="22860" y="4763"/>
                      <a:pt x="22860" y="6667"/>
                    </a:cubicBezTo>
                    <a:cubicBezTo>
                      <a:pt x="22860" y="8572"/>
                      <a:pt x="22860" y="10478"/>
                      <a:pt x="20955" y="11430"/>
                    </a:cubicBezTo>
                    <a:cubicBezTo>
                      <a:pt x="19050" y="12382"/>
                      <a:pt x="18097" y="13335"/>
                      <a:pt x="16193" y="13335"/>
                    </a:cubicBezTo>
                    <a:cubicBezTo>
                      <a:pt x="14288" y="13335"/>
                      <a:pt x="12383" y="13335"/>
                      <a:pt x="11430" y="11430"/>
                    </a:cubicBezTo>
                    <a:cubicBezTo>
                      <a:pt x="10478" y="9525"/>
                      <a:pt x="9525" y="8572"/>
                      <a:pt x="9525" y="6667"/>
                    </a:cubicBezTo>
                    <a:cubicBezTo>
                      <a:pt x="9525" y="4763"/>
                      <a:pt x="9525" y="2857"/>
                      <a:pt x="11430" y="1905"/>
                    </a:cubicBezTo>
                    <a:cubicBezTo>
                      <a:pt x="13335" y="953"/>
                      <a:pt x="14288" y="0"/>
                      <a:pt x="161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17ECE47B-5860-0BEC-27CA-E9B299817D2E}"/>
                  </a:ext>
                </a:extLst>
              </p:cNvPr>
              <p:cNvSpPr/>
              <p:nvPr/>
            </p:nvSpPr>
            <p:spPr>
              <a:xfrm>
                <a:off x="6931342" y="3909059"/>
                <a:ext cx="36194" cy="81915"/>
              </a:xfrm>
              <a:custGeom>
                <a:avLst/>
                <a:gdLst>
                  <a:gd name="connsiteX0" fmla="*/ 20002 w 36194"/>
                  <a:gd name="connsiteY0" fmla="*/ 953 h 81915"/>
                  <a:gd name="connsiteX1" fmla="*/ 20002 w 36194"/>
                  <a:gd name="connsiteY1" fmla="*/ 20955 h 81915"/>
                  <a:gd name="connsiteX2" fmla="*/ 34290 w 36194"/>
                  <a:gd name="connsiteY2" fmla="*/ 20955 h 81915"/>
                  <a:gd name="connsiteX3" fmla="*/ 34290 w 36194"/>
                  <a:gd name="connsiteY3" fmla="*/ 25718 h 81915"/>
                  <a:gd name="connsiteX4" fmla="*/ 20002 w 36194"/>
                  <a:gd name="connsiteY4" fmla="*/ 25718 h 81915"/>
                  <a:gd name="connsiteX5" fmla="*/ 20002 w 36194"/>
                  <a:gd name="connsiteY5" fmla="*/ 64770 h 81915"/>
                  <a:gd name="connsiteX6" fmla="*/ 21907 w 36194"/>
                  <a:gd name="connsiteY6" fmla="*/ 72390 h 81915"/>
                  <a:gd name="connsiteX7" fmla="*/ 26670 w 36194"/>
                  <a:gd name="connsiteY7" fmla="*/ 74295 h 81915"/>
                  <a:gd name="connsiteX8" fmla="*/ 30480 w 36194"/>
                  <a:gd name="connsiteY8" fmla="*/ 73343 h 81915"/>
                  <a:gd name="connsiteX9" fmla="*/ 33338 w 36194"/>
                  <a:gd name="connsiteY9" fmla="*/ 69533 h 81915"/>
                  <a:gd name="connsiteX10" fmla="*/ 36195 w 36194"/>
                  <a:gd name="connsiteY10" fmla="*/ 69533 h 81915"/>
                  <a:gd name="connsiteX11" fmla="*/ 29527 w 36194"/>
                  <a:gd name="connsiteY11" fmla="*/ 79058 h 81915"/>
                  <a:gd name="connsiteX12" fmla="*/ 20955 w 36194"/>
                  <a:gd name="connsiteY12" fmla="*/ 81915 h 81915"/>
                  <a:gd name="connsiteX13" fmla="*/ 15240 w 36194"/>
                  <a:gd name="connsiteY13" fmla="*/ 80010 h 81915"/>
                  <a:gd name="connsiteX14" fmla="*/ 10477 w 36194"/>
                  <a:gd name="connsiteY14" fmla="*/ 75247 h 81915"/>
                  <a:gd name="connsiteX15" fmla="*/ 9525 w 36194"/>
                  <a:gd name="connsiteY15" fmla="*/ 65722 h 81915"/>
                  <a:gd name="connsiteX16" fmla="*/ 9525 w 36194"/>
                  <a:gd name="connsiteY16" fmla="*/ 24765 h 81915"/>
                  <a:gd name="connsiteX17" fmla="*/ 0 w 36194"/>
                  <a:gd name="connsiteY17" fmla="*/ 24765 h 81915"/>
                  <a:gd name="connsiteX18" fmla="*/ 0 w 36194"/>
                  <a:gd name="connsiteY18" fmla="*/ 22860 h 81915"/>
                  <a:gd name="connsiteX19" fmla="*/ 7620 w 36194"/>
                  <a:gd name="connsiteY19" fmla="*/ 18097 h 81915"/>
                  <a:gd name="connsiteX20" fmla="*/ 14288 w 36194"/>
                  <a:gd name="connsiteY20" fmla="*/ 9525 h 81915"/>
                  <a:gd name="connsiteX21" fmla="*/ 18097 w 36194"/>
                  <a:gd name="connsiteY21" fmla="*/ 0 h 81915"/>
                  <a:gd name="connsiteX22" fmla="*/ 20002 w 36194"/>
                  <a:gd name="connsiteY22" fmla="*/ 0 h 8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194" h="81915">
                    <a:moveTo>
                      <a:pt x="20002" y="953"/>
                    </a:moveTo>
                    <a:lnTo>
                      <a:pt x="20002" y="20955"/>
                    </a:lnTo>
                    <a:lnTo>
                      <a:pt x="34290" y="20955"/>
                    </a:lnTo>
                    <a:lnTo>
                      <a:pt x="34290" y="25718"/>
                    </a:lnTo>
                    <a:lnTo>
                      <a:pt x="20002" y="25718"/>
                    </a:lnTo>
                    <a:lnTo>
                      <a:pt x="20002" y="64770"/>
                    </a:lnTo>
                    <a:cubicBezTo>
                      <a:pt x="20002" y="68580"/>
                      <a:pt x="20002" y="71438"/>
                      <a:pt x="21907" y="72390"/>
                    </a:cubicBezTo>
                    <a:cubicBezTo>
                      <a:pt x="23813" y="73343"/>
                      <a:pt x="24765" y="74295"/>
                      <a:pt x="26670" y="74295"/>
                    </a:cubicBezTo>
                    <a:cubicBezTo>
                      <a:pt x="28575" y="74295"/>
                      <a:pt x="29527" y="74295"/>
                      <a:pt x="30480" y="73343"/>
                    </a:cubicBezTo>
                    <a:cubicBezTo>
                      <a:pt x="31432" y="72390"/>
                      <a:pt x="33338" y="71438"/>
                      <a:pt x="33338" y="69533"/>
                    </a:cubicBezTo>
                    <a:lnTo>
                      <a:pt x="36195" y="69533"/>
                    </a:lnTo>
                    <a:cubicBezTo>
                      <a:pt x="34290" y="74295"/>
                      <a:pt x="32385" y="77153"/>
                      <a:pt x="29527" y="79058"/>
                    </a:cubicBezTo>
                    <a:cubicBezTo>
                      <a:pt x="26670" y="80963"/>
                      <a:pt x="23813" y="81915"/>
                      <a:pt x="20955" y="81915"/>
                    </a:cubicBezTo>
                    <a:cubicBezTo>
                      <a:pt x="18097" y="81915"/>
                      <a:pt x="17145" y="81915"/>
                      <a:pt x="15240" y="80010"/>
                    </a:cubicBezTo>
                    <a:cubicBezTo>
                      <a:pt x="13335" y="78105"/>
                      <a:pt x="11430" y="77153"/>
                      <a:pt x="10477" y="75247"/>
                    </a:cubicBezTo>
                    <a:cubicBezTo>
                      <a:pt x="9525" y="73343"/>
                      <a:pt x="9525" y="69533"/>
                      <a:pt x="9525" y="65722"/>
                    </a:cubicBezTo>
                    <a:lnTo>
                      <a:pt x="9525" y="24765"/>
                    </a:lnTo>
                    <a:lnTo>
                      <a:pt x="0" y="24765"/>
                    </a:lnTo>
                    <a:lnTo>
                      <a:pt x="0" y="22860"/>
                    </a:lnTo>
                    <a:cubicBezTo>
                      <a:pt x="2857" y="21908"/>
                      <a:pt x="4763" y="20003"/>
                      <a:pt x="7620" y="18097"/>
                    </a:cubicBezTo>
                    <a:cubicBezTo>
                      <a:pt x="10477" y="16193"/>
                      <a:pt x="12382" y="13335"/>
                      <a:pt x="14288" y="9525"/>
                    </a:cubicBezTo>
                    <a:cubicBezTo>
                      <a:pt x="15240" y="7620"/>
                      <a:pt x="17145" y="4763"/>
                      <a:pt x="18097" y="0"/>
                    </a:cubicBezTo>
                    <a:lnTo>
                      <a:pt x="200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11E8248E-F1D7-7EAE-866D-362080564197}"/>
                  </a:ext>
                </a:extLst>
              </p:cNvPr>
              <p:cNvSpPr/>
              <p:nvPr/>
            </p:nvSpPr>
            <p:spPr>
              <a:xfrm>
                <a:off x="6966584" y="3929062"/>
                <a:ext cx="66675" cy="89534"/>
              </a:xfrm>
              <a:custGeom>
                <a:avLst/>
                <a:gdLst>
                  <a:gd name="connsiteX0" fmla="*/ 953 w 66675"/>
                  <a:gd name="connsiteY0" fmla="*/ 953 h 89534"/>
                  <a:gd name="connsiteX1" fmla="*/ 29528 w 66675"/>
                  <a:gd name="connsiteY1" fmla="*/ 953 h 89534"/>
                  <a:gd name="connsiteX2" fmla="*/ 29528 w 66675"/>
                  <a:gd name="connsiteY2" fmla="*/ 3810 h 89534"/>
                  <a:gd name="connsiteX3" fmla="*/ 28575 w 66675"/>
                  <a:gd name="connsiteY3" fmla="*/ 3810 h 89534"/>
                  <a:gd name="connsiteX4" fmla="*/ 23813 w 66675"/>
                  <a:gd name="connsiteY4" fmla="*/ 4763 h 89534"/>
                  <a:gd name="connsiteX5" fmla="*/ 21908 w 66675"/>
                  <a:gd name="connsiteY5" fmla="*/ 7620 h 89534"/>
                  <a:gd name="connsiteX6" fmla="*/ 23813 w 66675"/>
                  <a:gd name="connsiteY6" fmla="*/ 14288 h 89534"/>
                  <a:gd name="connsiteX7" fmla="*/ 38100 w 66675"/>
                  <a:gd name="connsiteY7" fmla="*/ 44768 h 89534"/>
                  <a:gd name="connsiteX8" fmla="*/ 51435 w 66675"/>
                  <a:gd name="connsiteY8" fmla="*/ 11430 h 89534"/>
                  <a:gd name="connsiteX9" fmla="*/ 52388 w 66675"/>
                  <a:gd name="connsiteY9" fmla="*/ 5715 h 89534"/>
                  <a:gd name="connsiteX10" fmla="*/ 52388 w 66675"/>
                  <a:gd name="connsiteY10" fmla="*/ 3810 h 89534"/>
                  <a:gd name="connsiteX11" fmla="*/ 50483 w 66675"/>
                  <a:gd name="connsiteY11" fmla="*/ 2857 h 89534"/>
                  <a:gd name="connsiteX12" fmla="*/ 46672 w 66675"/>
                  <a:gd name="connsiteY12" fmla="*/ 2857 h 89534"/>
                  <a:gd name="connsiteX13" fmla="*/ 46672 w 66675"/>
                  <a:gd name="connsiteY13" fmla="*/ 0 h 89534"/>
                  <a:gd name="connsiteX14" fmla="*/ 66675 w 66675"/>
                  <a:gd name="connsiteY14" fmla="*/ 0 h 89534"/>
                  <a:gd name="connsiteX15" fmla="*/ 66675 w 66675"/>
                  <a:gd name="connsiteY15" fmla="*/ 2857 h 89534"/>
                  <a:gd name="connsiteX16" fmla="*/ 62865 w 66675"/>
                  <a:gd name="connsiteY16" fmla="*/ 3810 h 89534"/>
                  <a:gd name="connsiteX17" fmla="*/ 60008 w 66675"/>
                  <a:gd name="connsiteY17" fmla="*/ 6668 h 89534"/>
                  <a:gd name="connsiteX18" fmla="*/ 58103 w 66675"/>
                  <a:gd name="connsiteY18" fmla="*/ 11430 h 89534"/>
                  <a:gd name="connsiteX19" fmla="*/ 33338 w 66675"/>
                  <a:gd name="connsiteY19" fmla="*/ 71438 h 89534"/>
                  <a:gd name="connsiteX20" fmla="*/ 23813 w 66675"/>
                  <a:gd name="connsiteY20" fmla="*/ 84772 h 89534"/>
                  <a:gd name="connsiteX21" fmla="*/ 12383 w 66675"/>
                  <a:gd name="connsiteY21" fmla="*/ 89535 h 89534"/>
                  <a:gd name="connsiteX22" fmla="*/ 5715 w 66675"/>
                  <a:gd name="connsiteY22" fmla="*/ 87630 h 89534"/>
                  <a:gd name="connsiteX23" fmla="*/ 2858 w 66675"/>
                  <a:gd name="connsiteY23" fmla="*/ 82868 h 89534"/>
                  <a:gd name="connsiteX24" fmla="*/ 4763 w 66675"/>
                  <a:gd name="connsiteY24" fmla="*/ 78105 h 89534"/>
                  <a:gd name="connsiteX25" fmla="*/ 9525 w 66675"/>
                  <a:gd name="connsiteY25" fmla="*/ 76200 h 89534"/>
                  <a:gd name="connsiteX26" fmla="*/ 15240 w 66675"/>
                  <a:gd name="connsiteY26" fmla="*/ 78105 h 89534"/>
                  <a:gd name="connsiteX27" fmla="*/ 18097 w 66675"/>
                  <a:gd name="connsiteY27" fmla="*/ 79057 h 89534"/>
                  <a:gd name="connsiteX28" fmla="*/ 22860 w 66675"/>
                  <a:gd name="connsiteY28" fmla="*/ 77153 h 89534"/>
                  <a:gd name="connsiteX29" fmla="*/ 27622 w 66675"/>
                  <a:gd name="connsiteY29" fmla="*/ 69532 h 89534"/>
                  <a:gd name="connsiteX30" fmla="*/ 32385 w 66675"/>
                  <a:gd name="connsiteY30" fmla="*/ 59055 h 89534"/>
                  <a:gd name="connsiteX31" fmla="*/ 10478 w 66675"/>
                  <a:gd name="connsiteY31" fmla="*/ 13335 h 89534"/>
                  <a:gd name="connsiteX32" fmla="*/ 7620 w 66675"/>
                  <a:gd name="connsiteY32" fmla="*/ 8572 h 89534"/>
                  <a:gd name="connsiteX33" fmla="*/ 4763 w 66675"/>
                  <a:gd name="connsiteY33" fmla="*/ 5715 h 89534"/>
                  <a:gd name="connsiteX34" fmla="*/ 0 w 66675"/>
                  <a:gd name="connsiteY34" fmla="*/ 3810 h 89534"/>
                  <a:gd name="connsiteX35" fmla="*/ 0 w 66675"/>
                  <a:gd name="connsiteY35" fmla="*/ 953 h 8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6675" h="89534">
                    <a:moveTo>
                      <a:pt x="953" y="953"/>
                    </a:moveTo>
                    <a:lnTo>
                      <a:pt x="29528" y="953"/>
                    </a:lnTo>
                    <a:lnTo>
                      <a:pt x="29528" y="3810"/>
                    </a:lnTo>
                    <a:lnTo>
                      <a:pt x="28575" y="3810"/>
                    </a:lnTo>
                    <a:cubicBezTo>
                      <a:pt x="26670" y="3810"/>
                      <a:pt x="24765" y="3810"/>
                      <a:pt x="23813" y="4763"/>
                    </a:cubicBezTo>
                    <a:cubicBezTo>
                      <a:pt x="22860" y="5715"/>
                      <a:pt x="21908" y="6668"/>
                      <a:pt x="21908" y="7620"/>
                    </a:cubicBezTo>
                    <a:cubicBezTo>
                      <a:pt x="21908" y="8572"/>
                      <a:pt x="21908" y="11430"/>
                      <a:pt x="23813" y="14288"/>
                    </a:cubicBezTo>
                    <a:lnTo>
                      <a:pt x="38100" y="44768"/>
                    </a:lnTo>
                    <a:lnTo>
                      <a:pt x="51435" y="11430"/>
                    </a:lnTo>
                    <a:cubicBezTo>
                      <a:pt x="51435" y="9525"/>
                      <a:pt x="52388" y="7620"/>
                      <a:pt x="52388" y="5715"/>
                    </a:cubicBezTo>
                    <a:cubicBezTo>
                      <a:pt x="52388" y="3810"/>
                      <a:pt x="52388" y="4763"/>
                      <a:pt x="52388" y="3810"/>
                    </a:cubicBezTo>
                    <a:cubicBezTo>
                      <a:pt x="52388" y="3810"/>
                      <a:pt x="52388" y="3810"/>
                      <a:pt x="50483" y="2857"/>
                    </a:cubicBezTo>
                    <a:cubicBezTo>
                      <a:pt x="48578" y="1905"/>
                      <a:pt x="48578" y="2857"/>
                      <a:pt x="46672" y="2857"/>
                    </a:cubicBezTo>
                    <a:lnTo>
                      <a:pt x="46672" y="0"/>
                    </a:lnTo>
                    <a:lnTo>
                      <a:pt x="66675" y="0"/>
                    </a:lnTo>
                    <a:lnTo>
                      <a:pt x="66675" y="2857"/>
                    </a:lnTo>
                    <a:cubicBezTo>
                      <a:pt x="64770" y="2857"/>
                      <a:pt x="63818" y="2857"/>
                      <a:pt x="62865" y="3810"/>
                    </a:cubicBezTo>
                    <a:cubicBezTo>
                      <a:pt x="61913" y="4763"/>
                      <a:pt x="60960" y="5715"/>
                      <a:pt x="60008" y="6668"/>
                    </a:cubicBezTo>
                    <a:cubicBezTo>
                      <a:pt x="60008" y="6668"/>
                      <a:pt x="59055" y="8572"/>
                      <a:pt x="58103" y="11430"/>
                    </a:cubicBezTo>
                    <a:lnTo>
                      <a:pt x="33338" y="71438"/>
                    </a:lnTo>
                    <a:cubicBezTo>
                      <a:pt x="31433" y="77153"/>
                      <a:pt x="27622" y="81915"/>
                      <a:pt x="23813" y="84772"/>
                    </a:cubicBezTo>
                    <a:cubicBezTo>
                      <a:pt x="20003" y="87630"/>
                      <a:pt x="16193" y="89535"/>
                      <a:pt x="12383" y="89535"/>
                    </a:cubicBezTo>
                    <a:cubicBezTo>
                      <a:pt x="8572" y="89535"/>
                      <a:pt x="7620" y="89535"/>
                      <a:pt x="5715" y="87630"/>
                    </a:cubicBezTo>
                    <a:cubicBezTo>
                      <a:pt x="3810" y="85725"/>
                      <a:pt x="2858" y="84772"/>
                      <a:pt x="2858" y="82868"/>
                    </a:cubicBezTo>
                    <a:cubicBezTo>
                      <a:pt x="2858" y="80963"/>
                      <a:pt x="2858" y="79057"/>
                      <a:pt x="4763" y="78105"/>
                    </a:cubicBezTo>
                    <a:cubicBezTo>
                      <a:pt x="6668" y="77153"/>
                      <a:pt x="7620" y="76200"/>
                      <a:pt x="9525" y="76200"/>
                    </a:cubicBezTo>
                    <a:cubicBezTo>
                      <a:pt x="11430" y="76200"/>
                      <a:pt x="13335" y="76200"/>
                      <a:pt x="15240" y="78105"/>
                    </a:cubicBezTo>
                    <a:cubicBezTo>
                      <a:pt x="17145" y="78105"/>
                      <a:pt x="18097" y="79057"/>
                      <a:pt x="18097" y="79057"/>
                    </a:cubicBezTo>
                    <a:cubicBezTo>
                      <a:pt x="19050" y="79057"/>
                      <a:pt x="20955" y="79057"/>
                      <a:pt x="22860" y="77153"/>
                    </a:cubicBezTo>
                    <a:cubicBezTo>
                      <a:pt x="24765" y="75247"/>
                      <a:pt x="25718" y="73343"/>
                      <a:pt x="27622" y="69532"/>
                    </a:cubicBezTo>
                    <a:lnTo>
                      <a:pt x="32385" y="59055"/>
                    </a:lnTo>
                    <a:lnTo>
                      <a:pt x="10478" y="13335"/>
                    </a:lnTo>
                    <a:cubicBezTo>
                      <a:pt x="10478" y="12382"/>
                      <a:pt x="8572" y="10478"/>
                      <a:pt x="7620" y="8572"/>
                    </a:cubicBezTo>
                    <a:cubicBezTo>
                      <a:pt x="6668" y="6668"/>
                      <a:pt x="5715" y="5715"/>
                      <a:pt x="4763" y="5715"/>
                    </a:cubicBezTo>
                    <a:cubicBezTo>
                      <a:pt x="3810" y="5715"/>
                      <a:pt x="1905" y="4763"/>
                      <a:pt x="0" y="3810"/>
                    </a:cubicBezTo>
                    <a:lnTo>
                      <a:pt x="0" y="95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B21EAB4E-04CE-025D-B181-59CBF09F2744}"/>
                  </a:ext>
                </a:extLst>
              </p:cNvPr>
              <p:cNvSpPr/>
              <p:nvPr/>
            </p:nvSpPr>
            <p:spPr>
              <a:xfrm>
                <a:off x="6539865" y="4063365"/>
                <a:ext cx="116204" cy="91440"/>
              </a:xfrm>
              <a:custGeom>
                <a:avLst/>
                <a:gdLst>
                  <a:gd name="connsiteX0" fmla="*/ 53340 w 116204"/>
                  <a:gd name="connsiteY0" fmla="*/ 89535 h 91440"/>
                  <a:gd name="connsiteX1" fmla="*/ 19050 w 116204"/>
                  <a:gd name="connsiteY1" fmla="*/ 14288 h 91440"/>
                  <a:gd name="connsiteX2" fmla="*/ 19050 w 116204"/>
                  <a:gd name="connsiteY2" fmla="*/ 74295 h 91440"/>
                  <a:gd name="connsiteX3" fmla="*/ 20955 w 116204"/>
                  <a:gd name="connsiteY3" fmla="*/ 84772 h 91440"/>
                  <a:gd name="connsiteX4" fmla="*/ 28575 w 116204"/>
                  <a:gd name="connsiteY4" fmla="*/ 87630 h 91440"/>
                  <a:gd name="connsiteX5" fmla="*/ 31432 w 116204"/>
                  <a:gd name="connsiteY5" fmla="*/ 87630 h 91440"/>
                  <a:gd name="connsiteX6" fmla="*/ 31432 w 116204"/>
                  <a:gd name="connsiteY6" fmla="*/ 90488 h 91440"/>
                  <a:gd name="connsiteX7" fmla="*/ 0 w 116204"/>
                  <a:gd name="connsiteY7" fmla="*/ 90488 h 91440"/>
                  <a:gd name="connsiteX8" fmla="*/ 0 w 116204"/>
                  <a:gd name="connsiteY8" fmla="*/ 87630 h 91440"/>
                  <a:gd name="connsiteX9" fmla="*/ 2857 w 116204"/>
                  <a:gd name="connsiteY9" fmla="*/ 87630 h 91440"/>
                  <a:gd name="connsiteX10" fmla="*/ 10478 w 116204"/>
                  <a:gd name="connsiteY10" fmla="*/ 83820 h 91440"/>
                  <a:gd name="connsiteX11" fmla="*/ 12382 w 116204"/>
                  <a:gd name="connsiteY11" fmla="*/ 74295 h 91440"/>
                  <a:gd name="connsiteX12" fmla="*/ 12382 w 116204"/>
                  <a:gd name="connsiteY12" fmla="*/ 15240 h 91440"/>
                  <a:gd name="connsiteX13" fmla="*/ 11430 w 116204"/>
                  <a:gd name="connsiteY13" fmla="*/ 6667 h 91440"/>
                  <a:gd name="connsiteX14" fmla="*/ 7620 w 116204"/>
                  <a:gd name="connsiteY14" fmla="*/ 3810 h 91440"/>
                  <a:gd name="connsiteX15" fmla="*/ 0 w 116204"/>
                  <a:gd name="connsiteY15" fmla="*/ 2857 h 91440"/>
                  <a:gd name="connsiteX16" fmla="*/ 0 w 116204"/>
                  <a:gd name="connsiteY16" fmla="*/ 0 h 91440"/>
                  <a:gd name="connsiteX17" fmla="*/ 25717 w 116204"/>
                  <a:gd name="connsiteY17" fmla="*/ 0 h 91440"/>
                  <a:gd name="connsiteX18" fmla="*/ 58103 w 116204"/>
                  <a:gd name="connsiteY18" fmla="*/ 70485 h 91440"/>
                  <a:gd name="connsiteX19" fmla="*/ 90488 w 116204"/>
                  <a:gd name="connsiteY19" fmla="*/ 0 h 91440"/>
                  <a:gd name="connsiteX20" fmla="*/ 116205 w 116204"/>
                  <a:gd name="connsiteY20" fmla="*/ 0 h 91440"/>
                  <a:gd name="connsiteX21" fmla="*/ 116205 w 116204"/>
                  <a:gd name="connsiteY21" fmla="*/ 2857 h 91440"/>
                  <a:gd name="connsiteX22" fmla="*/ 113347 w 116204"/>
                  <a:gd name="connsiteY22" fmla="*/ 2857 h 91440"/>
                  <a:gd name="connsiteX23" fmla="*/ 104775 w 116204"/>
                  <a:gd name="connsiteY23" fmla="*/ 6667 h 91440"/>
                  <a:gd name="connsiteX24" fmla="*/ 102870 w 116204"/>
                  <a:gd name="connsiteY24" fmla="*/ 16192 h 91440"/>
                  <a:gd name="connsiteX25" fmla="*/ 102870 w 116204"/>
                  <a:gd name="connsiteY25" fmla="*/ 75247 h 91440"/>
                  <a:gd name="connsiteX26" fmla="*/ 104775 w 116204"/>
                  <a:gd name="connsiteY26" fmla="*/ 85725 h 91440"/>
                  <a:gd name="connsiteX27" fmla="*/ 112395 w 116204"/>
                  <a:gd name="connsiteY27" fmla="*/ 88582 h 91440"/>
                  <a:gd name="connsiteX28" fmla="*/ 115253 w 116204"/>
                  <a:gd name="connsiteY28" fmla="*/ 88582 h 91440"/>
                  <a:gd name="connsiteX29" fmla="*/ 115253 w 116204"/>
                  <a:gd name="connsiteY29" fmla="*/ 91440 h 91440"/>
                  <a:gd name="connsiteX30" fmla="*/ 77153 w 116204"/>
                  <a:gd name="connsiteY30" fmla="*/ 91440 h 91440"/>
                  <a:gd name="connsiteX31" fmla="*/ 77153 w 116204"/>
                  <a:gd name="connsiteY31" fmla="*/ 88582 h 91440"/>
                  <a:gd name="connsiteX32" fmla="*/ 80010 w 116204"/>
                  <a:gd name="connsiteY32" fmla="*/ 88582 h 91440"/>
                  <a:gd name="connsiteX33" fmla="*/ 87630 w 116204"/>
                  <a:gd name="connsiteY33" fmla="*/ 84772 h 91440"/>
                  <a:gd name="connsiteX34" fmla="*/ 89535 w 116204"/>
                  <a:gd name="connsiteY34" fmla="*/ 75247 h 91440"/>
                  <a:gd name="connsiteX35" fmla="*/ 89535 w 116204"/>
                  <a:gd name="connsiteY35" fmla="*/ 15240 h 91440"/>
                  <a:gd name="connsiteX36" fmla="*/ 55245 w 116204"/>
                  <a:gd name="connsiteY36" fmla="*/ 90488 h 91440"/>
                  <a:gd name="connsiteX37" fmla="*/ 53340 w 116204"/>
                  <a:gd name="connsiteY37" fmla="*/ 90488 h 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204" h="91440">
                    <a:moveTo>
                      <a:pt x="53340" y="89535"/>
                    </a:moveTo>
                    <a:lnTo>
                      <a:pt x="19050" y="14288"/>
                    </a:lnTo>
                    <a:lnTo>
                      <a:pt x="19050" y="74295"/>
                    </a:lnTo>
                    <a:cubicBezTo>
                      <a:pt x="19050" y="80010"/>
                      <a:pt x="19050" y="82867"/>
                      <a:pt x="20955" y="84772"/>
                    </a:cubicBezTo>
                    <a:cubicBezTo>
                      <a:pt x="22860" y="86678"/>
                      <a:pt x="24765" y="87630"/>
                      <a:pt x="28575" y="87630"/>
                    </a:cubicBezTo>
                    <a:lnTo>
                      <a:pt x="31432" y="87630"/>
                    </a:lnTo>
                    <a:lnTo>
                      <a:pt x="31432" y="90488"/>
                    </a:lnTo>
                    <a:lnTo>
                      <a:pt x="0" y="90488"/>
                    </a:lnTo>
                    <a:lnTo>
                      <a:pt x="0" y="87630"/>
                    </a:lnTo>
                    <a:lnTo>
                      <a:pt x="2857" y="87630"/>
                    </a:lnTo>
                    <a:cubicBezTo>
                      <a:pt x="6667" y="87630"/>
                      <a:pt x="9525" y="86678"/>
                      <a:pt x="10478" y="83820"/>
                    </a:cubicBezTo>
                    <a:cubicBezTo>
                      <a:pt x="11430" y="82867"/>
                      <a:pt x="12382" y="79057"/>
                      <a:pt x="12382" y="74295"/>
                    </a:cubicBezTo>
                    <a:lnTo>
                      <a:pt x="12382" y="15240"/>
                    </a:lnTo>
                    <a:cubicBezTo>
                      <a:pt x="12382" y="11430"/>
                      <a:pt x="12382" y="8572"/>
                      <a:pt x="11430" y="6667"/>
                    </a:cubicBezTo>
                    <a:cubicBezTo>
                      <a:pt x="11430" y="5715"/>
                      <a:pt x="9525" y="4763"/>
                      <a:pt x="7620" y="3810"/>
                    </a:cubicBezTo>
                    <a:cubicBezTo>
                      <a:pt x="5715" y="2857"/>
                      <a:pt x="2857" y="2857"/>
                      <a:pt x="0" y="2857"/>
                    </a:cubicBezTo>
                    <a:lnTo>
                      <a:pt x="0" y="0"/>
                    </a:lnTo>
                    <a:lnTo>
                      <a:pt x="25717" y="0"/>
                    </a:lnTo>
                    <a:lnTo>
                      <a:pt x="58103" y="70485"/>
                    </a:lnTo>
                    <a:lnTo>
                      <a:pt x="90488" y="0"/>
                    </a:lnTo>
                    <a:lnTo>
                      <a:pt x="116205" y="0"/>
                    </a:lnTo>
                    <a:lnTo>
                      <a:pt x="116205" y="2857"/>
                    </a:lnTo>
                    <a:lnTo>
                      <a:pt x="113347" y="2857"/>
                    </a:lnTo>
                    <a:cubicBezTo>
                      <a:pt x="109538" y="2857"/>
                      <a:pt x="106680" y="3810"/>
                      <a:pt x="104775" y="6667"/>
                    </a:cubicBezTo>
                    <a:cubicBezTo>
                      <a:pt x="103822" y="7620"/>
                      <a:pt x="102870" y="11430"/>
                      <a:pt x="102870" y="16192"/>
                    </a:cubicBezTo>
                    <a:lnTo>
                      <a:pt x="102870" y="75247"/>
                    </a:lnTo>
                    <a:cubicBezTo>
                      <a:pt x="102870" y="80963"/>
                      <a:pt x="102870" y="83820"/>
                      <a:pt x="104775" y="85725"/>
                    </a:cubicBezTo>
                    <a:cubicBezTo>
                      <a:pt x="106680" y="87630"/>
                      <a:pt x="108585" y="88582"/>
                      <a:pt x="112395" y="88582"/>
                    </a:cubicBezTo>
                    <a:lnTo>
                      <a:pt x="115253" y="88582"/>
                    </a:lnTo>
                    <a:lnTo>
                      <a:pt x="115253" y="91440"/>
                    </a:lnTo>
                    <a:lnTo>
                      <a:pt x="77153" y="91440"/>
                    </a:lnTo>
                    <a:lnTo>
                      <a:pt x="77153" y="88582"/>
                    </a:lnTo>
                    <a:lnTo>
                      <a:pt x="80010" y="88582"/>
                    </a:lnTo>
                    <a:cubicBezTo>
                      <a:pt x="83820" y="88582"/>
                      <a:pt x="86678" y="87630"/>
                      <a:pt x="87630" y="84772"/>
                    </a:cubicBezTo>
                    <a:cubicBezTo>
                      <a:pt x="88582" y="83820"/>
                      <a:pt x="89535" y="80010"/>
                      <a:pt x="89535" y="75247"/>
                    </a:cubicBezTo>
                    <a:lnTo>
                      <a:pt x="89535" y="15240"/>
                    </a:lnTo>
                    <a:lnTo>
                      <a:pt x="55245" y="90488"/>
                    </a:lnTo>
                    <a:lnTo>
                      <a:pt x="53340" y="904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ADD99E40-82F5-96AD-163D-6F65A749E099}"/>
                  </a:ext>
                </a:extLst>
              </p:cNvPr>
              <p:cNvSpPr/>
              <p:nvPr/>
            </p:nvSpPr>
            <p:spPr>
              <a:xfrm>
                <a:off x="6663690" y="4090987"/>
                <a:ext cx="51434" cy="63817"/>
              </a:xfrm>
              <a:custGeom>
                <a:avLst/>
                <a:gdLst>
                  <a:gd name="connsiteX0" fmla="*/ 9525 w 51434"/>
                  <a:gd name="connsiteY0" fmla="*/ 23813 h 63817"/>
                  <a:gd name="connsiteX1" fmla="*/ 16192 w 51434"/>
                  <a:gd name="connsiteY1" fmla="*/ 44768 h 63817"/>
                  <a:gd name="connsiteX2" fmla="*/ 31432 w 51434"/>
                  <a:gd name="connsiteY2" fmla="*/ 52388 h 63817"/>
                  <a:gd name="connsiteX3" fmla="*/ 41910 w 51434"/>
                  <a:gd name="connsiteY3" fmla="*/ 49530 h 63817"/>
                  <a:gd name="connsiteX4" fmla="*/ 49530 w 51434"/>
                  <a:gd name="connsiteY4" fmla="*/ 38100 h 63817"/>
                  <a:gd name="connsiteX5" fmla="*/ 51435 w 51434"/>
                  <a:gd name="connsiteY5" fmla="*/ 38100 h 63817"/>
                  <a:gd name="connsiteX6" fmla="*/ 43815 w 51434"/>
                  <a:gd name="connsiteY6" fmla="*/ 56197 h 63817"/>
                  <a:gd name="connsiteX7" fmla="*/ 26670 w 51434"/>
                  <a:gd name="connsiteY7" fmla="*/ 63818 h 63817"/>
                  <a:gd name="connsiteX8" fmla="*/ 7620 w 51434"/>
                  <a:gd name="connsiteY8" fmla="*/ 55245 h 63817"/>
                  <a:gd name="connsiteX9" fmla="*/ 0 w 51434"/>
                  <a:gd name="connsiteY9" fmla="*/ 32385 h 63817"/>
                  <a:gd name="connsiteX10" fmla="*/ 7620 w 51434"/>
                  <a:gd name="connsiteY10" fmla="*/ 8572 h 63817"/>
                  <a:gd name="connsiteX11" fmla="*/ 27622 w 51434"/>
                  <a:gd name="connsiteY11" fmla="*/ 0 h 63817"/>
                  <a:gd name="connsiteX12" fmla="*/ 44767 w 51434"/>
                  <a:gd name="connsiteY12" fmla="*/ 6668 h 63817"/>
                  <a:gd name="connsiteX13" fmla="*/ 51435 w 51434"/>
                  <a:gd name="connsiteY13" fmla="*/ 24765 h 63817"/>
                  <a:gd name="connsiteX14" fmla="*/ 9525 w 51434"/>
                  <a:gd name="connsiteY14" fmla="*/ 24765 h 63817"/>
                  <a:gd name="connsiteX15" fmla="*/ 9525 w 51434"/>
                  <a:gd name="connsiteY15" fmla="*/ 20003 h 63817"/>
                  <a:gd name="connsiteX16" fmla="*/ 37147 w 51434"/>
                  <a:gd name="connsiteY16" fmla="*/ 20003 h 63817"/>
                  <a:gd name="connsiteX17" fmla="*/ 36195 w 51434"/>
                  <a:gd name="connsiteY17" fmla="*/ 11430 h 63817"/>
                  <a:gd name="connsiteX18" fmla="*/ 31432 w 51434"/>
                  <a:gd name="connsiteY18" fmla="*/ 5715 h 63817"/>
                  <a:gd name="connsiteX19" fmla="*/ 24765 w 51434"/>
                  <a:gd name="connsiteY19" fmla="*/ 3810 h 63817"/>
                  <a:gd name="connsiteX20" fmla="*/ 15240 w 51434"/>
                  <a:gd name="connsiteY20" fmla="*/ 7620 h 63817"/>
                  <a:gd name="connsiteX21" fmla="*/ 10478 w 51434"/>
                  <a:gd name="connsiteY21" fmla="*/ 19050 h 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34" h="63817">
                    <a:moveTo>
                      <a:pt x="9525" y="23813"/>
                    </a:moveTo>
                    <a:cubicBezTo>
                      <a:pt x="9525" y="32385"/>
                      <a:pt x="11430" y="40005"/>
                      <a:pt x="16192" y="44768"/>
                    </a:cubicBezTo>
                    <a:cubicBezTo>
                      <a:pt x="20955" y="49530"/>
                      <a:pt x="25717" y="52388"/>
                      <a:pt x="31432" y="52388"/>
                    </a:cubicBezTo>
                    <a:cubicBezTo>
                      <a:pt x="37147" y="52388"/>
                      <a:pt x="39053" y="51435"/>
                      <a:pt x="41910" y="49530"/>
                    </a:cubicBezTo>
                    <a:cubicBezTo>
                      <a:pt x="44767" y="47625"/>
                      <a:pt x="47625" y="43815"/>
                      <a:pt x="49530" y="38100"/>
                    </a:cubicBezTo>
                    <a:lnTo>
                      <a:pt x="51435" y="38100"/>
                    </a:lnTo>
                    <a:cubicBezTo>
                      <a:pt x="51435" y="45720"/>
                      <a:pt x="47625" y="51435"/>
                      <a:pt x="43815" y="56197"/>
                    </a:cubicBezTo>
                    <a:cubicBezTo>
                      <a:pt x="40005" y="60960"/>
                      <a:pt x="33338" y="63818"/>
                      <a:pt x="26670" y="63818"/>
                    </a:cubicBezTo>
                    <a:cubicBezTo>
                      <a:pt x="20003" y="63818"/>
                      <a:pt x="13335" y="60960"/>
                      <a:pt x="7620" y="55245"/>
                    </a:cubicBezTo>
                    <a:cubicBezTo>
                      <a:pt x="1905" y="49530"/>
                      <a:pt x="0" y="41910"/>
                      <a:pt x="0" y="32385"/>
                    </a:cubicBezTo>
                    <a:cubicBezTo>
                      <a:pt x="0" y="22860"/>
                      <a:pt x="2857" y="14288"/>
                      <a:pt x="7620" y="8572"/>
                    </a:cubicBezTo>
                    <a:cubicBezTo>
                      <a:pt x="12382" y="2857"/>
                      <a:pt x="20003" y="0"/>
                      <a:pt x="27622" y="0"/>
                    </a:cubicBezTo>
                    <a:cubicBezTo>
                      <a:pt x="35242" y="0"/>
                      <a:pt x="40005" y="1905"/>
                      <a:pt x="44767" y="6668"/>
                    </a:cubicBezTo>
                    <a:cubicBezTo>
                      <a:pt x="49530" y="11430"/>
                      <a:pt x="51435" y="17145"/>
                      <a:pt x="51435" y="24765"/>
                    </a:cubicBezTo>
                    <a:lnTo>
                      <a:pt x="9525" y="24765"/>
                    </a:lnTo>
                    <a:close/>
                    <a:moveTo>
                      <a:pt x="9525" y="20003"/>
                    </a:moveTo>
                    <a:lnTo>
                      <a:pt x="37147" y="20003"/>
                    </a:lnTo>
                    <a:cubicBezTo>
                      <a:pt x="37147" y="16193"/>
                      <a:pt x="37147" y="13335"/>
                      <a:pt x="36195" y="11430"/>
                    </a:cubicBezTo>
                    <a:cubicBezTo>
                      <a:pt x="35242" y="8572"/>
                      <a:pt x="33338" y="6668"/>
                      <a:pt x="31432" y="5715"/>
                    </a:cubicBezTo>
                    <a:cubicBezTo>
                      <a:pt x="29528" y="4763"/>
                      <a:pt x="26670" y="3810"/>
                      <a:pt x="24765" y="3810"/>
                    </a:cubicBezTo>
                    <a:cubicBezTo>
                      <a:pt x="20955" y="3810"/>
                      <a:pt x="18097" y="4763"/>
                      <a:pt x="15240" y="7620"/>
                    </a:cubicBezTo>
                    <a:cubicBezTo>
                      <a:pt x="12382" y="10478"/>
                      <a:pt x="10478" y="14288"/>
                      <a:pt x="10478" y="19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D227C8A8-4497-2A4D-ACDE-33960D00EB2F}"/>
                  </a:ext>
                </a:extLst>
              </p:cNvPr>
              <p:cNvSpPr/>
              <p:nvPr/>
            </p:nvSpPr>
            <p:spPr>
              <a:xfrm>
                <a:off x="6723697" y="4090034"/>
                <a:ext cx="54292" cy="64770"/>
              </a:xfrm>
              <a:custGeom>
                <a:avLst/>
                <a:gdLst>
                  <a:gd name="connsiteX0" fmla="*/ 33338 w 54292"/>
                  <a:gd name="connsiteY0" fmla="*/ 54293 h 64770"/>
                  <a:gd name="connsiteX1" fmla="*/ 21908 w 54292"/>
                  <a:gd name="connsiteY1" fmla="*/ 62865 h 64770"/>
                  <a:gd name="connsiteX2" fmla="*/ 14288 w 54292"/>
                  <a:gd name="connsiteY2" fmla="*/ 64770 h 64770"/>
                  <a:gd name="connsiteX3" fmla="*/ 3810 w 54292"/>
                  <a:gd name="connsiteY3" fmla="*/ 60008 h 64770"/>
                  <a:gd name="connsiteX4" fmla="*/ 0 w 54292"/>
                  <a:gd name="connsiteY4" fmla="*/ 48578 h 64770"/>
                  <a:gd name="connsiteX5" fmla="*/ 1905 w 54292"/>
                  <a:gd name="connsiteY5" fmla="*/ 40958 h 64770"/>
                  <a:gd name="connsiteX6" fmla="*/ 11430 w 54292"/>
                  <a:gd name="connsiteY6" fmla="*/ 32385 h 64770"/>
                  <a:gd name="connsiteX7" fmla="*/ 33338 w 54292"/>
                  <a:gd name="connsiteY7" fmla="*/ 22860 h 64770"/>
                  <a:gd name="connsiteX8" fmla="*/ 33338 w 54292"/>
                  <a:gd name="connsiteY8" fmla="*/ 20955 h 64770"/>
                  <a:gd name="connsiteX9" fmla="*/ 30480 w 54292"/>
                  <a:gd name="connsiteY9" fmla="*/ 8572 h 64770"/>
                  <a:gd name="connsiteX10" fmla="*/ 21908 w 54292"/>
                  <a:gd name="connsiteY10" fmla="*/ 4763 h 64770"/>
                  <a:gd name="connsiteX11" fmla="*/ 15240 w 54292"/>
                  <a:gd name="connsiteY11" fmla="*/ 6668 h 64770"/>
                  <a:gd name="connsiteX12" fmla="*/ 12383 w 54292"/>
                  <a:gd name="connsiteY12" fmla="*/ 11430 h 64770"/>
                  <a:gd name="connsiteX13" fmla="*/ 12383 w 54292"/>
                  <a:gd name="connsiteY13" fmla="*/ 15240 h 64770"/>
                  <a:gd name="connsiteX14" fmla="*/ 11430 w 54292"/>
                  <a:gd name="connsiteY14" fmla="*/ 20003 h 64770"/>
                  <a:gd name="connsiteX15" fmla="*/ 7620 w 54292"/>
                  <a:gd name="connsiteY15" fmla="*/ 21908 h 64770"/>
                  <a:gd name="connsiteX16" fmla="*/ 3810 w 54292"/>
                  <a:gd name="connsiteY16" fmla="*/ 20003 h 64770"/>
                  <a:gd name="connsiteX17" fmla="*/ 1905 w 54292"/>
                  <a:gd name="connsiteY17" fmla="*/ 15240 h 64770"/>
                  <a:gd name="connsiteX18" fmla="*/ 7620 w 54292"/>
                  <a:gd name="connsiteY18" fmla="*/ 4763 h 64770"/>
                  <a:gd name="connsiteX19" fmla="*/ 23813 w 54292"/>
                  <a:gd name="connsiteY19" fmla="*/ 0 h 64770"/>
                  <a:gd name="connsiteX20" fmla="*/ 37147 w 54292"/>
                  <a:gd name="connsiteY20" fmla="*/ 2858 h 64770"/>
                  <a:gd name="connsiteX21" fmla="*/ 42863 w 54292"/>
                  <a:gd name="connsiteY21" fmla="*/ 9525 h 64770"/>
                  <a:gd name="connsiteX22" fmla="*/ 43815 w 54292"/>
                  <a:gd name="connsiteY22" fmla="*/ 20955 h 64770"/>
                  <a:gd name="connsiteX23" fmla="*/ 43815 w 54292"/>
                  <a:gd name="connsiteY23" fmla="*/ 41910 h 64770"/>
                  <a:gd name="connsiteX24" fmla="*/ 43815 w 54292"/>
                  <a:gd name="connsiteY24" fmla="*/ 52388 h 64770"/>
                  <a:gd name="connsiteX25" fmla="*/ 44768 w 54292"/>
                  <a:gd name="connsiteY25" fmla="*/ 55245 h 64770"/>
                  <a:gd name="connsiteX26" fmla="*/ 46672 w 54292"/>
                  <a:gd name="connsiteY26" fmla="*/ 55245 h 64770"/>
                  <a:gd name="connsiteX27" fmla="*/ 48578 w 54292"/>
                  <a:gd name="connsiteY27" fmla="*/ 55245 h 64770"/>
                  <a:gd name="connsiteX28" fmla="*/ 54293 w 54292"/>
                  <a:gd name="connsiteY28" fmla="*/ 50483 h 64770"/>
                  <a:gd name="connsiteX29" fmla="*/ 54293 w 54292"/>
                  <a:gd name="connsiteY29" fmla="*/ 54293 h 64770"/>
                  <a:gd name="connsiteX30" fmla="*/ 40005 w 54292"/>
                  <a:gd name="connsiteY30" fmla="*/ 63818 h 64770"/>
                  <a:gd name="connsiteX31" fmla="*/ 35243 w 54292"/>
                  <a:gd name="connsiteY31" fmla="*/ 61913 h 64770"/>
                  <a:gd name="connsiteX32" fmla="*/ 33338 w 54292"/>
                  <a:gd name="connsiteY32" fmla="*/ 54293 h 64770"/>
                  <a:gd name="connsiteX33" fmla="*/ 33338 w 54292"/>
                  <a:gd name="connsiteY33" fmla="*/ 49530 h 64770"/>
                  <a:gd name="connsiteX34" fmla="*/ 33338 w 54292"/>
                  <a:gd name="connsiteY34" fmla="*/ 26670 h 64770"/>
                  <a:gd name="connsiteX35" fmla="*/ 20003 w 54292"/>
                  <a:gd name="connsiteY35" fmla="*/ 32385 h 64770"/>
                  <a:gd name="connsiteX36" fmla="*/ 12383 w 54292"/>
                  <a:gd name="connsiteY36" fmla="*/ 38100 h 64770"/>
                  <a:gd name="connsiteX37" fmla="*/ 10478 w 54292"/>
                  <a:gd name="connsiteY37" fmla="*/ 44768 h 64770"/>
                  <a:gd name="connsiteX38" fmla="*/ 13335 w 54292"/>
                  <a:gd name="connsiteY38" fmla="*/ 52388 h 64770"/>
                  <a:gd name="connsiteX39" fmla="*/ 20003 w 54292"/>
                  <a:gd name="connsiteY39" fmla="*/ 55245 h 64770"/>
                  <a:gd name="connsiteX40" fmla="*/ 33338 w 54292"/>
                  <a:gd name="connsiteY40" fmla="*/ 48578 h 64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54292" h="64770">
                    <a:moveTo>
                      <a:pt x="33338" y="54293"/>
                    </a:moveTo>
                    <a:cubicBezTo>
                      <a:pt x="26670" y="59055"/>
                      <a:pt x="22860" y="61913"/>
                      <a:pt x="21908" y="62865"/>
                    </a:cubicBezTo>
                    <a:cubicBezTo>
                      <a:pt x="20003" y="63818"/>
                      <a:pt x="17145" y="64770"/>
                      <a:pt x="14288" y="64770"/>
                    </a:cubicBezTo>
                    <a:cubicBezTo>
                      <a:pt x="10478" y="64770"/>
                      <a:pt x="6668" y="62865"/>
                      <a:pt x="3810" y="60008"/>
                    </a:cubicBezTo>
                    <a:cubicBezTo>
                      <a:pt x="953" y="57150"/>
                      <a:pt x="0" y="53340"/>
                      <a:pt x="0" y="48578"/>
                    </a:cubicBezTo>
                    <a:cubicBezTo>
                      <a:pt x="0" y="43815"/>
                      <a:pt x="0" y="42863"/>
                      <a:pt x="1905" y="40958"/>
                    </a:cubicBezTo>
                    <a:cubicBezTo>
                      <a:pt x="3810" y="38100"/>
                      <a:pt x="6668" y="35243"/>
                      <a:pt x="11430" y="32385"/>
                    </a:cubicBezTo>
                    <a:cubicBezTo>
                      <a:pt x="16193" y="29528"/>
                      <a:pt x="22860" y="26670"/>
                      <a:pt x="33338" y="22860"/>
                    </a:cubicBezTo>
                    <a:lnTo>
                      <a:pt x="33338" y="20955"/>
                    </a:lnTo>
                    <a:cubicBezTo>
                      <a:pt x="33338" y="15240"/>
                      <a:pt x="33338" y="10478"/>
                      <a:pt x="30480" y="8572"/>
                    </a:cubicBezTo>
                    <a:cubicBezTo>
                      <a:pt x="27622" y="6668"/>
                      <a:pt x="25718" y="4763"/>
                      <a:pt x="21908" y="4763"/>
                    </a:cubicBezTo>
                    <a:cubicBezTo>
                      <a:pt x="18097" y="4763"/>
                      <a:pt x="17145" y="4763"/>
                      <a:pt x="15240" y="6668"/>
                    </a:cubicBezTo>
                    <a:cubicBezTo>
                      <a:pt x="13335" y="8572"/>
                      <a:pt x="12383" y="9525"/>
                      <a:pt x="12383" y="11430"/>
                    </a:cubicBezTo>
                    <a:lnTo>
                      <a:pt x="12383" y="15240"/>
                    </a:lnTo>
                    <a:cubicBezTo>
                      <a:pt x="12383" y="17145"/>
                      <a:pt x="12383" y="19050"/>
                      <a:pt x="11430" y="20003"/>
                    </a:cubicBezTo>
                    <a:cubicBezTo>
                      <a:pt x="10478" y="20955"/>
                      <a:pt x="8572" y="21908"/>
                      <a:pt x="7620" y="21908"/>
                    </a:cubicBezTo>
                    <a:cubicBezTo>
                      <a:pt x="6668" y="21908"/>
                      <a:pt x="4763" y="21908"/>
                      <a:pt x="3810" y="20003"/>
                    </a:cubicBezTo>
                    <a:cubicBezTo>
                      <a:pt x="2858" y="18097"/>
                      <a:pt x="1905" y="17145"/>
                      <a:pt x="1905" y="15240"/>
                    </a:cubicBezTo>
                    <a:cubicBezTo>
                      <a:pt x="1905" y="11430"/>
                      <a:pt x="3810" y="7620"/>
                      <a:pt x="7620" y="4763"/>
                    </a:cubicBezTo>
                    <a:cubicBezTo>
                      <a:pt x="11430" y="1905"/>
                      <a:pt x="17145" y="0"/>
                      <a:pt x="23813" y="0"/>
                    </a:cubicBezTo>
                    <a:cubicBezTo>
                      <a:pt x="30480" y="0"/>
                      <a:pt x="33338" y="0"/>
                      <a:pt x="37147" y="2858"/>
                    </a:cubicBezTo>
                    <a:cubicBezTo>
                      <a:pt x="40005" y="3810"/>
                      <a:pt x="41910" y="6668"/>
                      <a:pt x="42863" y="9525"/>
                    </a:cubicBezTo>
                    <a:cubicBezTo>
                      <a:pt x="42863" y="11430"/>
                      <a:pt x="43815" y="15240"/>
                      <a:pt x="43815" y="20955"/>
                    </a:cubicBezTo>
                    <a:lnTo>
                      <a:pt x="43815" y="41910"/>
                    </a:lnTo>
                    <a:cubicBezTo>
                      <a:pt x="43815" y="47625"/>
                      <a:pt x="43815" y="51435"/>
                      <a:pt x="43815" y="52388"/>
                    </a:cubicBezTo>
                    <a:cubicBezTo>
                      <a:pt x="43815" y="53340"/>
                      <a:pt x="43815" y="54293"/>
                      <a:pt x="44768" y="55245"/>
                    </a:cubicBezTo>
                    <a:cubicBezTo>
                      <a:pt x="45720" y="56197"/>
                      <a:pt x="45720" y="55245"/>
                      <a:pt x="46672" y="55245"/>
                    </a:cubicBezTo>
                    <a:cubicBezTo>
                      <a:pt x="47625" y="55245"/>
                      <a:pt x="47625" y="55245"/>
                      <a:pt x="48578" y="55245"/>
                    </a:cubicBezTo>
                    <a:cubicBezTo>
                      <a:pt x="48578" y="55245"/>
                      <a:pt x="51435" y="53340"/>
                      <a:pt x="54293" y="50483"/>
                    </a:cubicBezTo>
                    <a:lnTo>
                      <a:pt x="54293" y="54293"/>
                    </a:lnTo>
                    <a:cubicBezTo>
                      <a:pt x="49530" y="60960"/>
                      <a:pt x="44768" y="63818"/>
                      <a:pt x="40005" y="63818"/>
                    </a:cubicBezTo>
                    <a:cubicBezTo>
                      <a:pt x="35243" y="63818"/>
                      <a:pt x="36195" y="63818"/>
                      <a:pt x="35243" y="61913"/>
                    </a:cubicBezTo>
                    <a:cubicBezTo>
                      <a:pt x="34290" y="60008"/>
                      <a:pt x="33338" y="58103"/>
                      <a:pt x="33338" y="54293"/>
                    </a:cubicBezTo>
                    <a:close/>
                    <a:moveTo>
                      <a:pt x="33338" y="49530"/>
                    </a:moveTo>
                    <a:lnTo>
                      <a:pt x="33338" y="26670"/>
                    </a:lnTo>
                    <a:cubicBezTo>
                      <a:pt x="26670" y="29528"/>
                      <a:pt x="21908" y="31433"/>
                      <a:pt x="20003" y="32385"/>
                    </a:cubicBezTo>
                    <a:cubicBezTo>
                      <a:pt x="16193" y="34290"/>
                      <a:pt x="14288" y="36195"/>
                      <a:pt x="12383" y="38100"/>
                    </a:cubicBezTo>
                    <a:cubicBezTo>
                      <a:pt x="10478" y="40005"/>
                      <a:pt x="10478" y="42863"/>
                      <a:pt x="10478" y="44768"/>
                    </a:cubicBezTo>
                    <a:cubicBezTo>
                      <a:pt x="10478" y="46672"/>
                      <a:pt x="10478" y="50483"/>
                      <a:pt x="13335" y="52388"/>
                    </a:cubicBezTo>
                    <a:cubicBezTo>
                      <a:pt x="16193" y="54293"/>
                      <a:pt x="17145" y="55245"/>
                      <a:pt x="20003" y="55245"/>
                    </a:cubicBezTo>
                    <a:cubicBezTo>
                      <a:pt x="22860" y="55245"/>
                      <a:pt x="27622" y="53340"/>
                      <a:pt x="33338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D662273D-063A-A9EC-F22C-C12AE6933577}"/>
                  </a:ext>
                </a:extLst>
              </p:cNvPr>
              <p:cNvSpPr/>
              <p:nvPr/>
            </p:nvSpPr>
            <p:spPr>
              <a:xfrm>
                <a:off x="6784657" y="4090987"/>
                <a:ext cx="40957" cy="64769"/>
              </a:xfrm>
              <a:custGeom>
                <a:avLst/>
                <a:gdLst>
                  <a:gd name="connsiteX0" fmla="*/ 37148 w 40957"/>
                  <a:gd name="connsiteY0" fmla="*/ 0 h 64769"/>
                  <a:gd name="connsiteX1" fmla="*/ 37148 w 40957"/>
                  <a:gd name="connsiteY1" fmla="*/ 20955 h 64769"/>
                  <a:gd name="connsiteX2" fmla="*/ 35243 w 40957"/>
                  <a:gd name="connsiteY2" fmla="*/ 20955 h 64769"/>
                  <a:gd name="connsiteX3" fmla="*/ 28575 w 40957"/>
                  <a:gd name="connsiteY3" fmla="*/ 7620 h 64769"/>
                  <a:gd name="connsiteX4" fmla="*/ 18098 w 40957"/>
                  <a:gd name="connsiteY4" fmla="*/ 3810 h 64769"/>
                  <a:gd name="connsiteX5" fmla="*/ 10478 w 40957"/>
                  <a:gd name="connsiteY5" fmla="*/ 6668 h 64769"/>
                  <a:gd name="connsiteX6" fmla="*/ 7620 w 40957"/>
                  <a:gd name="connsiteY6" fmla="*/ 12382 h 64769"/>
                  <a:gd name="connsiteX7" fmla="*/ 9525 w 40957"/>
                  <a:gd name="connsiteY7" fmla="*/ 19050 h 64769"/>
                  <a:gd name="connsiteX8" fmla="*/ 18098 w 40957"/>
                  <a:gd name="connsiteY8" fmla="*/ 24765 h 64769"/>
                  <a:gd name="connsiteX9" fmla="*/ 27623 w 40957"/>
                  <a:gd name="connsiteY9" fmla="*/ 29528 h 64769"/>
                  <a:gd name="connsiteX10" fmla="*/ 40958 w 40957"/>
                  <a:gd name="connsiteY10" fmla="*/ 46672 h 64769"/>
                  <a:gd name="connsiteX11" fmla="*/ 34290 w 40957"/>
                  <a:gd name="connsiteY11" fmla="*/ 60007 h 64769"/>
                  <a:gd name="connsiteX12" fmla="*/ 20003 w 40957"/>
                  <a:gd name="connsiteY12" fmla="*/ 64770 h 64769"/>
                  <a:gd name="connsiteX13" fmla="*/ 7620 w 40957"/>
                  <a:gd name="connsiteY13" fmla="*/ 62865 h 64769"/>
                  <a:gd name="connsiteX14" fmla="*/ 3810 w 40957"/>
                  <a:gd name="connsiteY14" fmla="*/ 62865 h 64769"/>
                  <a:gd name="connsiteX15" fmla="*/ 1905 w 40957"/>
                  <a:gd name="connsiteY15" fmla="*/ 64770 h 64769"/>
                  <a:gd name="connsiteX16" fmla="*/ 0 w 40957"/>
                  <a:gd name="connsiteY16" fmla="*/ 64770 h 64769"/>
                  <a:gd name="connsiteX17" fmla="*/ 0 w 40957"/>
                  <a:gd name="connsiteY17" fmla="*/ 42863 h 64769"/>
                  <a:gd name="connsiteX18" fmla="*/ 1905 w 40957"/>
                  <a:gd name="connsiteY18" fmla="*/ 42863 h 64769"/>
                  <a:gd name="connsiteX19" fmla="*/ 8573 w 40957"/>
                  <a:gd name="connsiteY19" fmla="*/ 57150 h 64769"/>
                  <a:gd name="connsiteX20" fmla="*/ 20003 w 40957"/>
                  <a:gd name="connsiteY20" fmla="*/ 61913 h 64769"/>
                  <a:gd name="connsiteX21" fmla="*/ 27623 w 40957"/>
                  <a:gd name="connsiteY21" fmla="*/ 59055 h 64769"/>
                  <a:gd name="connsiteX22" fmla="*/ 30480 w 40957"/>
                  <a:gd name="connsiteY22" fmla="*/ 52388 h 64769"/>
                  <a:gd name="connsiteX23" fmla="*/ 27623 w 40957"/>
                  <a:gd name="connsiteY23" fmla="*/ 44768 h 64769"/>
                  <a:gd name="connsiteX24" fmla="*/ 15240 w 40957"/>
                  <a:gd name="connsiteY24" fmla="*/ 37147 h 64769"/>
                  <a:gd name="connsiteX25" fmla="*/ 2858 w 40957"/>
                  <a:gd name="connsiteY25" fmla="*/ 28575 h 64769"/>
                  <a:gd name="connsiteX26" fmla="*/ 0 w 40957"/>
                  <a:gd name="connsiteY26" fmla="*/ 19050 h 64769"/>
                  <a:gd name="connsiteX27" fmla="*/ 4763 w 40957"/>
                  <a:gd name="connsiteY27" fmla="*/ 6668 h 64769"/>
                  <a:gd name="connsiteX28" fmla="*/ 18098 w 40957"/>
                  <a:gd name="connsiteY28" fmla="*/ 1905 h 64769"/>
                  <a:gd name="connsiteX29" fmla="*/ 26670 w 40957"/>
                  <a:gd name="connsiteY29" fmla="*/ 3810 h 64769"/>
                  <a:gd name="connsiteX30" fmla="*/ 31433 w 40957"/>
                  <a:gd name="connsiteY30" fmla="*/ 4763 h 64769"/>
                  <a:gd name="connsiteX31" fmla="*/ 33338 w 40957"/>
                  <a:gd name="connsiteY31" fmla="*/ 4763 h 64769"/>
                  <a:gd name="connsiteX32" fmla="*/ 34290 w 40957"/>
                  <a:gd name="connsiteY32" fmla="*/ 2857 h 64769"/>
                  <a:gd name="connsiteX33" fmla="*/ 36195 w 40957"/>
                  <a:gd name="connsiteY33" fmla="*/ 2857 h 64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0957" h="64769">
                    <a:moveTo>
                      <a:pt x="37148" y="0"/>
                    </a:moveTo>
                    <a:lnTo>
                      <a:pt x="37148" y="20955"/>
                    </a:lnTo>
                    <a:lnTo>
                      <a:pt x="35243" y="20955"/>
                    </a:lnTo>
                    <a:cubicBezTo>
                      <a:pt x="33338" y="14288"/>
                      <a:pt x="31433" y="10478"/>
                      <a:pt x="28575" y="7620"/>
                    </a:cubicBezTo>
                    <a:cubicBezTo>
                      <a:pt x="25718" y="4763"/>
                      <a:pt x="22860" y="3810"/>
                      <a:pt x="18098" y="3810"/>
                    </a:cubicBezTo>
                    <a:cubicBezTo>
                      <a:pt x="13335" y="3810"/>
                      <a:pt x="12383" y="3810"/>
                      <a:pt x="10478" y="6668"/>
                    </a:cubicBezTo>
                    <a:cubicBezTo>
                      <a:pt x="8573" y="9525"/>
                      <a:pt x="7620" y="10478"/>
                      <a:pt x="7620" y="12382"/>
                    </a:cubicBezTo>
                    <a:cubicBezTo>
                      <a:pt x="7620" y="14288"/>
                      <a:pt x="7620" y="17145"/>
                      <a:pt x="9525" y="19050"/>
                    </a:cubicBezTo>
                    <a:cubicBezTo>
                      <a:pt x="10478" y="20955"/>
                      <a:pt x="13335" y="22860"/>
                      <a:pt x="18098" y="24765"/>
                    </a:cubicBezTo>
                    <a:lnTo>
                      <a:pt x="27623" y="29528"/>
                    </a:lnTo>
                    <a:cubicBezTo>
                      <a:pt x="36195" y="34290"/>
                      <a:pt x="40958" y="40005"/>
                      <a:pt x="40958" y="46672"/>
                    </a:cubicBezTo>
                    <a:cubicBezTo>
                      <a:pt x="40958" y="53340"/>
                      <a:pt x="39053" y="56197"/>
                      <a:pt x="34290" y="60007"/>
                    </a:cubicBezTo>
                    <a:cubicBezTo>
                      <a:pt x="29528" y="63818"/>
                      <a:pt x="25718" y="64770"/>
                      <a:pt x="20003" y="64770"/>
                    </a:cubicBezTo>
                    <a:cubicBezTo>
                      <a:pt x="14288" y="64770"/>
                      <a:pt x="12383" y="64770"/>
                      <a:pt x="7620" y="62865"/>
                    </a:cubicBezTo>
                    <a:cubicBezTo>
                      <a:pt x="5715" y="62865"/>
                      <a:pt x="4763" y="62865"/>
                      <a:pt x="3810" y="62865"/>
                    </a:cubicBezTo>
                    <a:cubicBezTo>
                      <a:pt x="2858" y="62865"/>
                      <a:pt x="1905" y="62865"/>
                      <a:pt x="1905" y="64770"/>
                    </a:cubicBezTo>
                    <a:lnTo>
                      <a:pt x="0" y="64770"/>
                    </a:lnTo>
                    <a:lnTo>
                      <a:pt x="0" y="42863"/>
                    </a:lnTo>
                    <a:lnTo>
                      <a:pt x="1905" y="42863"/>
                    </a:lnTo>
                    <a:cubicBezTo>
                      <a:pt x="2858" y="48578"/>
                      <a:pt x="5715" y="53340"/>
                      <a:pt x="8573" y="57150"/>
                    </a:cubicBezTo>
                    <a:cubicBezTo>
                      <a:pt x="11430" y="60960"/>
                      <a:pt x="16193" y="61913"/>
                      <a:pt x="20003" y="61913"/>
                    </a:cubicBezTo>
                    <a:cubicBezTo>
                      <a:pt x="23813" y="61913"/>
                      <a:pt x="25718" y="61913"/>
                      <a:pt x="27623" y="59055"/>
                    </a:cubicBezTo>
                    <a:cubicBezTo>
                      <a:pt x="29528" y="56197"/>
                      <a:pt x="30480" y="55245"/>
                      <a:pt x="30480" y="52388"/>
                    </a:cubicBezTo>
                    <a:cubicBezTo>
                      <a:pt x="30480" y="49530"/>
                      <a:pt x="29528" y="46672"/>
                      <a:pt x="27623" y="44768"/>
                    </a:cubicBezTo>
                    <a:cubicBezTo>
                      <a:pt x="25718" y="42863"/>
                      <a:pt x="20955" y="40005"/>
                      <a:pt x="15240" y="37147"/>
                    </a:cubicBezTo>
                    <a:cubicBezTo>
                      <a:pt x="9525" y="34290"/>
                      <a:pt x="4763" y="31432"/>
                      <a:pt x="2858" y="28575"/>
                    </a:cubicBezTo>
                    <a:cubicBezTo>
                      <a:pt x="953" y="25718"/>
                      <a:pt x="0" y="22860"/>
                      <a:pt x="0" y="19050"/>
                    </a:cubicBezTo>
                    <a:cubicBezTo>
                      <a:pt x="0" y="15240"/>
                      <a:pt x="1905" y="9525"/>
                      <a:pt x="4763" y="6668"/>
                    </a:cubicBezTo>
                    <a:cubicBezTo>
                      <a:pt x="7620" y="3810"/>
                      <a:pt x="12383" y="1905"/>
                      <a:pt x="18098" y="1905"/>
                    </a:cubicBezTo>
                    <a:cubicBezTo>
                      <a:pt x="23813" y="1905"/>
                      <a:pt x="23813" y="1905"/>
                      <a:pt x="26670" y="3810"/>
                    </a:cubicBezTo>
                    <a:cubicBezTo>
                      <a:pt x="28575" y="3810"/>
                      <a:pt x="30480" y="4763"/>
                      <a:pt x="31433" y="4763"/>
                    </a:cubicBezTo>
                    <a:cubicBezTo>
                      <a:pt x="32385" y="4763"/>
                      <a:pt x="32385" y="4763"/>
                      <a:pt x="33338" y="4763"/>
                    </a:cubicBezTo>
                    <a:cubicBezTo>
                      <a:pt x="34290" y="4763"/>
                      <a:pt x="33338" y="3810"/>
                      <a:pt x="34290" y="2857"/>
                    </a:cubicBezTo>
                    <a:lnTo>
                      <a:pt x="36195" y="285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657EF9B-8989-2ECE-3BA2-5A4B3CD71AA5}"/>
                  </a:ext>
                </a:extLst>
              </p:cNvPr>
              <p:cNvSpPr/>
              <p:nvPr/>
            </p:nvSpPr>
            <p:spPr>
              <a:xfrm>
                <a:off x="6833234" y="4091940"/>
                <a:ext cx="64770" cy="61912"/>
              </a:xfrm>
              <a:custGeom>
                <a:avLst/>
                <a:gdLst>
                  <a:gd name="connsiteX0" fmla="*/ 55245 w 64770"/>
                  <a:gd name="connsiteY0" fmla="*/ 0 h 61912"/>
                  <a:gd name="connsiteX1" fmla="*/ 55245 w 64770"/>
                  <a:gd name="connsiteY1" fmla="*/ 37147 h 61912"/>
                  <a:gd name="connsiteX2" fmla="*/ 55245 w 64770"/>
                  <a:gd name="connsiteY2" fmla="*/ 50482 h 61912"/>
                  <a:gd name="connsiteX3" fmla="*/ 57150 w 64770"/>
                  <a:gd name="connsiteY3" fmla="*/ 53340 h 61912"/>
                  <a:gd name="connsiteX4" fmla="*/ 60008 w 64770"/>
                  <a:gd name="connsiteY4" fmla="*/ 53340 h 61912"/>
                  <a:gd name="connsiteX5" fmla="*/ 64770 w 64770"/>
                  <a:gd name="connsiteY5" fmla="*/ 52388 h 61912"/>
                  <a:gd name="connsiteX6" fmla="*/ 64770 w 64770"/>
                  <a:gd name="connsiteY6" fmla="*/ 54292 h 61912"/>
                  <a:gd name="connsiteX7" fmla="*/ 47625 w 64770"/>
                  <a:gd name="connsiteY7" fmla="*/ 61913 h 61912"/>
                  <a:gd name="connsiteX8" fmla="*/ 44768 w 64770"/>
                  <a:gd name="connsiteY8" fmla="*/ 61913 h 61912"/>
                  <a:gd name="connsiteX9" fmla="*/ 44768 w 64770"/>
                  <a:gd name="connsiteY9" fmla="*/ 49530 h 61912"/>
                  <a:gd name="connsiteX10" fmla="*/ 33338 w 64770"/>
                  <a:gd name="connsiteY10" fmla="*/ 60007 h 61912"/>
                  <a:gd name="connsiteX11" fmla="*/ 24765 w 64770"/>
                  <a:gd name="connsiteY11" fmla="*/ 61913 h 61912"/>
                  <a:gd name="connsiteX12" fmla="*/ 16193 w 64770"/>
                  <a:gd name="connsiteY12" fmla="*/ 59055 h 61912"/>
                  <a:gd name="connsiteX13" fmla="*/ 11430 w 64770"/>
                  <a:gd name="connsiteY13" fmla="*/ 51435 h 61912"/>
                  <a:gd name="connsiteX14" fmla="*/ 9525 w 64770"/>
                  <a:gd name="connsiteY14" fmla="*/ 38100 h 61912"/>
                  <a:gd name="connsiteX15" fmla="*/ 9525 w 64770"/>
                  <a:gd name="connsiteY15" fmla="*/ 11430 h 61912"/>
                  <a:gd name="connsiteX16" fmla="*/ 9525 w 64770"/>
                  <a:gd name="connsiteY16" fmla="*/ 5715 h 61912"/>
                  <a:gd name="connsiteX17" fmla="*/ 6668 w 64770"/>
                  <a:gd name="connsiteY17" fmla="*/ 2857 h 61912"/>
                  <a:gd name="connsiteX18" fmla="*/ 0 w 64770"/>
                  <a:gd name="connsiteY18" fmla="*/ 2857 h 61912"/>
                  <a:gd name="connsiteX19" fmla="*/ 0 w 64770"/>
                  <a:gd name="connsiteY19" fmla="*/ 0 h 61912"/>
                  <a:gd name="connsiteX20" fmla="*/ 20955 w 64770"/>
                  <a:gd name="connsiteY20" fmla="*/ 0 h 61912"/>
                  <a:gd name="connsiteX21" fmla="*/ 20955 w 64770"/>
                  <a:gd name="connsiteY21" fmla="*/ 40957 h 61912"/>
                  <a:gd name="connsiteX22" fmla="*/ 23813 w 64770"/>
                  <a:gd name="connsiteY22" fmla="*/ 52388 h 61912"/>
                  <a:gd name="connsiteX23" fmla="*/ 30480 w 64770"/>
                  <a:gd name="connsiteY23" fmla="*/ 55245 h 61912"/>
                  <a:gd name="connsiteX24" fmla="*/ 37147 w 64770"/>
                  <a:gd name="connsiteY24" fmla="*/ 53340 h 61912"/>
                  <a:gd name="connsiteX25" fmla="*/ 45720 w 64770"/>
                  <a:gd name="connsiteY25" fmla="*/ 46672 h 61912"/>
                  <a:gd name="connsiteX26" fmla="*/ 45720 w 64770"/>
                  <a:gd name="connsiteY26" fmla="*/ 12382 h 61912"/>
                  <a:gd name="connsiteX27" fmla="*/ 43815 w 64770"/>
                  <a:gd name="connsiteY27" fmla="*/ 5715 h 61912"/>
                  <a:gd name="connsiteX28" fmla="*/ 36195 w 64770"/>
                  <a:gd name="connsiteY28" fmla="*/ 3810 h 61912"/>
                  <a:gd name="connsiteX29" fmla="*/ 36195 w 64770"/>
                  <a:gd name="connsiteY29" fmla="*/ 953 h 61912"/>
                  <a:gd name="connsiteX30" fmla="*/ 57150 w 64770"/>
                  <a:gd name="connsiteY30" fmla="*/ 953 h 6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4770" h="61912">
                    <a:moveTo>
                      <a:pt x="55245" y="0"/>
                    </a:moveTo>
                    <a:lnTo>
                      <a:pt x="55245" y="37147"/>
                    </a:lnTo>
                    <a:cubicBezTo>
                      <a:pt x="55245" y="43815"/>
                      <a:pt x="55245" y="48578"/>
                      <a:pt x="55245" y="50482"/>
                    </a:cubicBezTo>
                    <a:cubicBezTo>
                      <a:pt x="55245" y="52388"/>
                      <a:pt x="55245" y="53340"/>
                      <a:pt x="57150" y="53340"/>
                    </a:cubicBezTo>
                    <a:cubicBezTo>
                      <a:pt x="59055" y="53340"/>
                      <a:pt x="59055" y="53340"/>
                      <a:pt x="60008" y="53340"/>
                    </a:cubicBezTo>
                    <a:cubicBezTo>
                      <a:pt x="60960" y="53340"/>
                      <a:pt x="62865" y="53340"/>
                      <a:pt x="64770" y="52388"/>
                    </a:cubicBezTo>
                    <a:lnTo>
                      <a:pt x="64770" y="54292"/>
                    </a:lnTo>
                    <a:cubicBezTo>
                      <a:pt x="64770" y="54292"/>
                      <a:pt x="47625" y="61913"/>
                      <a:pt x="47625" y="61913"/>
                    </a:cubicBezTo>
                    <a:lnTo>
                      <a:pt x="44768" y="61913"/>
                    </a:lnTo>
                    <a:lnTo>
                      <a:pt x="44768" y="49530"/>
                    </a:lnTo>
                    <a:cubicBezTo>
                      <a:pt x="40005" y="55245"/>
                      <a:pt x="35243" y="59055"/>
                      <a:pt x="33338" y="60007"/>
                    </a:cubicBezTo>
                    <a:cubicBezTo>
                      <a:pt x="31433" y="60960"/>
                      <a:pt x="27622" y="61913"/>
                      <a:pt x="24765" y="61913"/>
                    </a:cubicBezTo>
                    <a:cubicBezTo>
                      <a:pt x="21908" y="61913"/>
                      <a:pt x="18097" y="60960"/>
                      <a:pt x="16193" y="59055"/>
                    </a:cubicBezTo>
                    <a:cubicBezTo>
                      <a:pt x="14288" y="57150"/>
                      <a:pt x="12383" y="54292"/>
                      <a:pt x="11430" y="51435"/>
                    </a:cubicBezTo>
                    <a:cubicBezTo>
                      <a:pt x="10478" y="48578"/>
                      <a:pt x="9525" y="43815"/>
                      <a:pt x="9525" y="38100"/>
                    </a:cubicBezTo>
                    <a:lnTo>
                      <a:pt x="9525" y="11430"/>
                    </a:lnTo>
                    <a:cubicBezTo>
                      <a:pt x="9525" y="8572"/>
                      <a:pt x="9525" y="6667"/>
                      <a:pt x="9525" y="5715"/>
                    </a:cubicBezTo>
                    <a:cubicBezTo>
                      <a:pt x="9525" y="4763"/>
                      <a:pt x="7620" y="3810"/>
                      <a:pt x="6668" y="2857"/>
                    </a:cubicBezTo>
                    <a:cubicBezTo>
                      <a:pt x="5715" y="1905"/>
                      <a:pt x="2858" y="2857"/>
                      <a:pt x="0" y="2857"/>
                    </a:cubicBezTo>
                    <a:lnTo>
                      <a:pt x="0" y="0"/>
                    </a:lnTo>
                    <a:lnTo>
                      <a:pt x="20955" y="0"/>
                    </a:lnTo>
                    <a:lnTo>
                      <a:pt x="20955" y="40957"/>
                    </a:lnTo>
                    <a:cubicBezTo>
                      <a:pt x="20955" y="46672"/>
                      <a:pt x="21908" y="50482"/>
                      <a:pt x="23813" y="52388"/>
                    </a:cubicBezTo>
                    <a:cubicBezTo>
                      <a:pt x="25718" y="54292"/>
                      <a:pt x="28575" y="55245"/>
                      <a:pt x="30480" y="55245"/>
                    </a:cubicBezTo>
                    <a:cubicBezTo>
                      <a:pt x="32385" y="55245"/>
                      <a:pt x="34290" y="55245"/>
                      <a:pt x="37147" y="53340"/>
                    </a:cubicBezTo>
                    <a:cubicBezTo>
                      <a:pt x="40005" y="51435"/>
                      <a:pt x="42863" y="49530"/>
                      <a:pt x="45720" y="46672"/>
                    </a:cubicBezTo>
                    <a:lnTo>
                      <a:pt x="45720" y="12382"/>
                    </a:lnTo>
                    <a:cubicBezTo>
                      <a:pt x="45720" y="8572"/>
                      <a:pt x="45720" y="6667"/>
                      <a:pt x="43815" y="5715"/>
                    </a:cubicBezTo>
                    <a:cubicBezTo>
                      <a:pt x="41910" y="4763"/>
                      <a:pt x="40005" y="3810"/>
                      <a:pt x="36195" y="3810"/>
                    </a:cubicBezTo>
                    <a:lnTo>
                      <a:pt x="36195" y="953"/>
                    </a:lnTo>
                    <a:lnTo>
                      <a:pt x="57150" y="95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4B8DA490-E57E-2459-C48B-BEE799831C34}"/>
                  </a:ext>
                </a:extLst>
              </p:cNvPr>
              <p:cNvSpPr/>
              <p:nvPr/>
            </p:nvSpPr>
            <p:spPr>
              <a:xfrm>
                <a:off x="6898957" y="4090034"/>
                <a:ext cx="44767" cy="61912"/>
              </a:xfrm>
              <a:custGeom>
                <a:avLst/>
                <a:gdLst>
                  <a:gd name="connsiteX0" fmla="*/ 21908 w 44767"/>
                  <a:gd name="connsiteY0" fmla="*/ 953 h 61912"/>
                  <a:gd name="connsiteX1" fmla="*/ 21908 w 44767"/>
                  <a:gd name="connsiteY1" fmla="*/ 14288 h 61912"/>
                  <a:gd name="connsiteX2" fmla="*/ 37148 w 44767"/>
                  <a:gd name="connsiteY2" fmla="*/ 953 h 61912"/>
                  <a:gd name="connsiteX3" fmla="*/ 42863 w 44767"/>
                  <a:gd name="connsiteY3" fmla="*/ 2858 h 61912"/>
                  <a:gd name="connsiteX4" fmla="*/ 44768 w 44767"/>
                  <a:gd name="connsiteY4" fmla="*/ 7620 h 61912"/>
                  <a:gd name="connsiteX5" fmla="*/ 42863 w 44767"/>
                  <a:gd name="connsiteY5" fmla="*/ 12383 h 61912"/>
                  <a:gd name="connsiteX6" fmla="*/ 39053 w 44767"/>
                  <a:gd name="connsiteY6" fmla="*/ 14288 h 61912"/>
                  <a:gd name="connsiteX7" fmla="*/ 34290 w 44767"/>
                  <a:gd name="connsiteY7" fmla="*/ 12383 h 61912"/>
                  <a:gd name="connsiteX8" fmla="*/ 30480 w 44767"/>
                  <a:gd name="connsiteY8" fmla="*/ 10478 h 61912"/>
                  <a:gd name="connsiteX9" fmla="*/ 27623 w 44767"/>
                  <a:gd name="connsiteY9" fmla="*/ 11430 h 61912"/>
                  <a:gd name="connsiteX10" fmla="*/ 21908 w 44767"/>
                  <a:gd name="connsiteY10" fmla="*/ 20003 h 61912"/>
                  <a:gd name="connsiteX11" fmla="*/ 21908 w 44767"/>
                  <a:gd name="connsiteY11" fmla="*/ 48578 h 61912"/>
                  <a:gd name="connsiteX12" fmla="*/ 22860 w 44767"/>
                  <a:gd name="connsiteY12" fmla="*/ 56197 h 61912"/>
                  <a:gd name="connsiteX13" fmla="*/ 25718 w 44767"/>
                  <a:gd name="connsiteY13" fmla="*/ 59055 h 61912"/>
                  <a:gd name="connsiteX14" fmla="*/ 32385 w 44767"/>
                  <a:gd name="connsiteY14" fmla="*/ 60008 h 61912"/>
                  <a:gd name="connsiteX15" fmla="*/ 32385 w 44767"/>
                  <a:gd name="connsiteY15" fmla="*/ 61913 h 61912"/>
                  <a:gd name="connsiteX16" fmla="*/ 953 w 44767"/>
                  <a:gd name="connsiteY16" fmla="*/ 61913 h 61912"/>
                  <a:gd name="connsiteX17" fmla="*/ 953 w 44767"/>
                  <a:gd name="connsiteY17" fmla="*/ 60008 h 61912"/>
                  <a:gd name="connsiteX18" fmla="*/ 7620 w 44767"/>
                  <a:gd name="connsiteY18" fmla="*/ 58103 h 61912"/>
                  <a:gd name="connsiteX19" fmla="*/ 9525 w 44767"/>
                  <a:gd name="connsiteY19" fmla="*/ 54293 h 61912"/>
                  <a:gd name="connsiteX20" fmla="*/ 9525 w 44767"/>
                  <a:gd name="connsiteY20" fmla="*/ 47625 h 61912"/>
                  <a:gd name="connsiteX21" fmla="*/ 9525 w 44767"/>
                  <a:gd name="connsiteY21" fmla="*/ 23813 h 61912"/>
                  <a:gd name="connsiteX22" fmla="*/ 9525 w 44767"/>
                  <a:gd name="connsiteY22" fmla="*/ 11430 h 61912"/>
                  <a:gd name="connsiteX23" fmla="*/ 7620 w 44767"/>
                  <a:gd name="connsiteY23" fmla="*/ 8572 h 61912"/>
                  <a:gd name="connsiteX24" fmla="*/ 4763 w 44767"/>
                  <a:gd name="connsiteY24" fmla="*/ 8572 h 61912"/>
                  <a:gd name="connsiteX25" fmla="*/ 0 w 44767"/>
                  <a:gd name="connsiteY25" fmla="*/ 9525 h 61912"/>
                  <a:gd name="connsiteX26" fmla="*/ 0 w 44767"/>
                  <a:gd name="connsiteY26" fmla="*/ 7620 h 61912"/>
                  <a:gd name="connsiteX27" fmla="*/ 18098 w 44767"/>
                  <a:gd name="connsiteY27" fmla="*/ 0 h 61912"/>
                  <a:gd name="connsiteX28" fmla="*/ 20955 w 44767"/>
                  <a:gd name="connsiteY28" fmla="*/ 0 h 6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4767" h="61912">
                    <a:moveTo>
                      <a:pt x="21908" y="953"/>
                    </a:moveTo>
                    <a:lnTo>
                      <a:pt x="21908" y="14288"/>
                    </a:lnTo>
                    <a:cubicBezTo>
                      <a:pt x="26670" y="4763"/>
                      <a:pt x="32385" y="953"/>
                      <a:pt x="37148" y="953"/>
                    </a:cubicBezTo>
                    <a:cubicBezTo>
                      <a:pt x="41910" y="953"/>
                      <a:pt x="41910" y="953"/>
                      <a:pt x="42863" y="2858"/>
                    </a:cubicBezTo>
                    <a:cubicBezTo>
                      <a:pt x="43815" y="4763"/>
                      <a:pt x="44768" y="5715"/>
                      <a:pt x="44768" y="7620"/>
                    </a:cubicBezTo>
                    <a:cubicBezTo>
                      <a:pt x="44768" y="9525"/>
                      <a:pt x="44768" y="10478"/>
                      <a:pt x="42863" y="12383"/>
                    </a:cubicBezTo>
                    <a:cubicBezTo>
                      <a:pt x="40958" y="14288"/>
                      <a:pt x="40005" y="14288"/>
                      <a:pt x="39053" y="14288"/>
                    </a:cubicBezTo>
                    <a:cubicBezTo>
                      <a:pt x="38100" y="14288"/>
                      <a:pt x="36195" y="14288"/>
                      <a:pt x="34290" y="12383"/>
                    </a:cubicBezTo>
                    <a:cubicBezTo>
                      <a:pt x="32385" y="10478"/>
                      <a:pt x="30480" y="10478"/>
                      <a:pt x="30480" y="10478"/>
                    </a:cubicBezTo>
                    <a:cubicBezTo>
                      <a:pt x="30480" y="10478"/>
                      <a:pt x="28575" y="10478"/>
                      <a:pt x="27623" y="11430"/>
                    </a:cubicBezTo>
                    <a:cubicBezTo>
                      <a:pt x="25718" y="13335"/>
                      <a:pt x="23813" y="16193"/>
                      <a:pt x="21908" y="20003"/>
                    </a:cubicBezTo>
                    <a:lnTo>
                      <a:pt x="21908" y="48578"/>
                    </a:lnTo>
                    <a:cubicBezTo>
                      <a:pt x="21908" y="52388"/>
                      <a:pt x="21908" y="54293"/>
                      <a:pt x="22860" y="56197"/>
                    </a:cubicBezTo>
                    <a:cubicBezTo>
                      <a:pt x="22860" y="57150"/>
                      <a:pt x="24765" y="58103"/>
                      <a:pt x="25718" y="59055"/>
                    </a:cubicBezTo>
                    <a:cubicBezTo>
                      <a:pt x="26670" y="60008"/>
                      <a:pt x="29528" y="60008"/>
                      <a:pt x="32385" y="60008"/>
                    </a:cubicBezTo>
                    <a:lnTo>
                      <a:pt x="32385" y="61913"/>
                    </a:lnTo>
                    <a:lnTo>
                      <a:pt x="953" y="61913"/>
                    </a:lnTo>
                    <a:lnTo>
                      <a:pt x="953" y="60008"/>
                    </a:lnTo>
                    <a:cubicBezTo>
                      <a:pt x="3810" y="60008"/>
                      <a:pt x="6668" y="60008"/>
                      <a:pt x="7620" y="58103"/>
                    </a:cubicBezTo>
                    <a:cubicBezTo>
                      <a:pt x="8573" y="58103"/>
                      <a:pt x="9525" y="56197"/>
                      <a:pt x="9525" y="54293"/>
                    </a:cubicBezTo>
                    <a:cubicBezTo>
                      <a:pt x="9525" y="54293"/>
                      <a:pt x="9525" y="51435"/>
                      <a:pt x="9525" y="47625"/>
                    </a:cubicBezTo>
                    <a:lnTo>
                      <a:pt x="9525" y="23813"/>
                    </a:lnTo>
                    <a:cubicBezTo>
                      <a:pt x="9525" y="17145"/>
                      <a:pt x="9525" y="12383"/>
                      <a:pt x="9525" y="11430"/>
                    </a:cubicBezTo>
                    <a:cubicBezTo>
                      <a:pt x="9525" y="10478"/>
                      <a:pt x="9525" y="9525"/>
                      <a:pt x="7620" y="8572"/>
                    </a:cubicBezTo>
                    <a:cubicBezTo>
                      <a:pt x="5715" y="7620"/>
                      <a:pt x="5715" y="8572"/>
                      <a:pt x="4763" y="8572"/>
                    </a:cubicBezTo>
                    <a:cubicBezTo>
                      <a:pt x="3810" y="8572"/>
                      <a:pt x="1905" y="8572"/>
                      <a:pt x="0" y="9525"/>
                    </a:cubicBezTo>
                    <a:lnTo>
                      <a:pt x="0" y="7620"/>
                    </a:lnTo>
                    <a:cubicBezTo>
                      <a:pt x="0" y="7620"/>
                      <a:pt x="18098" y="0"/>
                      <a:pt x="18098" y="0"/>
                    </a:cubicBezTo>
                    <a:lnTo>
                      <a:pt x="209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9B51DDCC-33CF-B7D5-2D44-8F1CAC471DC5}"/>
                  </a:ext>
                </a:extLst>
              </p:cNvPr>
              <p:cNvSpPr/>
              <p:nvPr/>
            </p:nvSpPr>
            <p:spPr>
              <a:xfrm>
                <a:off x="6949440" y="4090987"/>
                <a:ext cx="51434" cy="63817"/>
              </a:xfrm>
              <a:custGeom>
                <a:avLst/>
                <a:gdLst>
                  <a:gd name="connsiteX0" fmla="*/ 9525 w 51434"/>
                  <a:gd name="connsiteY0" fmla="*/ 23813 h 63817"/>
                  <a:gd name="connsiteX1" fmla="*/ 16192 w 51434"/>
                  <a:gd name="connsiteY1" fmla="*/ 44768 h 63817"/>
                  <a:gd name="connsiteX2" fmla="*/ 31432 w 51434"/>
                  <a:gd name="connsiteY2" fmla="*/ 52388 h 63817"/>
                  <a:gd name="connsiteX3" fmla="*/ 41910 w 51434"/>
                  <a:gd name="connsiteY3" fmla="*/ 49530 h 63817"/>
                  <a:gd name="connsiteX4" fmla="*/ 49530 w 51434"/>
                  <a:gd name="connsiteY4" fmla="*/ 38100 h 63817"/>
                  <a:gd name="connsiteX5" fmla="*/ 51435 w 51434"/>
                  <a:gd name="connsiteY5" fmla="*/ 38100 h 63817"/>
                  <a:gd name="connsiteX6" fmla="*/ 43815 w 51434"/>
                  <a:gd name="connsiteY6" fmla="*/ 56197 h 63817"/>
                  <a:gd name="connsiteX7" fmla="*/ 26670 w 51434"/>
                  <a:gd name="connsiteY7" fmla="*/ 63818 h 63817"/>
                  <a:gd name="connsiteX8" fmla="*/ 7620 w 51434"/>
                  <a:gd name="connsiteY8" fmla="*/ 55245 h 63817"/>
                  <a:gd name="connsiteX9" fmla="*/ 0 w 51434"/>
                  <a:gd name="connsiteY9" fmla="*/ 32385 h 63817"/>
                  <a:gd name="connsiteX10" fmla="*/ 7620 w 51434"/>
                  <a:gd name="connsiteY10" fmla="*/ 8572 h 63817"/>
                  <a:gd name="connsiteX11" fmla="*/ 27622 w 51434"/>
                  <a:gd name="connsiteY11" fmla="*/ 0 h 63817"/>
                  <a:gd name="connsiteX12" fmla="*/ 44767 w 51434"/>
                  <a:gd name="connsiteY12" fmla="*/ 6668 h 63817"/>
                  <a:gd name="connsiteX13" fmla="*/ 51435 w 51434"/>
                  <a:gd name="connsiteY13" fmla="*/ 24765 h 63817"/>
                  <a:gd name="connsiteX14" fmla="*/ 9525 w 51434"/>
                  <a:gd name="connsiteY14" fmla="*/ 24765 h 63817"/>
                  <a:gd name="connsiteX15" fmla="*/ 9525 w 51434"/>
                  <a:gd name="connsiteY15" fmla="*/ 20003 h 63817"/>
                  <a:gd name="connsiteX16" fmla="*/ 37147 w 51434"/>
                  <a:gd name="connsiteY16" fmla="*/ 20003 h 63817"/>
                  <a:gd name="connsiteX17" fmla="*/ 36195 w 51434"/>
                  <a:gd name="connsiteY17" fmla="*/ 11430 h 63817"/>
                  <a:gd name="connsiteX18" fmla="*/ 31432 w 51434"/>
                  <a:gd name="connsiteY18" fmla="*/ 5715 h 63817"/>
                  <a:gd name="connsiteX19" fmla="*/ 24765 w 51434"/>
                  <a:gd name="connsiteY19" fmla="*/ 3810 h 63817"/>
                  <a:gd name="connsiteX20" fmla="*/ 15240 w 51434"/>
                  <a:gd name="connsiteY20" fmla="*/ 7620 h 63817"/>
                  <a:gd name="connsiteX21" fmla="*/ 10478 w 51434"/>
                  <a:gd name="connsiteY21" fmla="*/ 19050 h 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34" h="63817">
                    <a:moveTo>
                      <a:pt x="9525" y="23813"/>
                    </a:moveTo>
                    <a:cubicBezTo>
                      <a:pt x="9525" y="32385"/>
                      <a:pt x="11430" y="40005"/>
                      <a:pt x="16192" y="44768"/>
                    </a:cubicBezTo>
                    <a:cubicBezTo>
                      <a:pt x="20955" y="49530"/>
                      <a:pt x="25717" y="52388"/>
                      <a:pt x="31432" y="52388"/>
                    </a:cubicBezTo>
                    <a:cubicBezTo>
                      <a:pt x="37147" y="52388"/>
                      <a:pt x="39053" y="51435"/>
                      <a:pt x="41910" y="49530"/>
                    </a:cubicBezTo>
                    <a:cubicBezTo>
                      <a:pt x="44767" y="47625"/>
                      <a:pt x="47625" y="43815"/>
                      <a:pt x="49530" y="38100"/>
                    </a:cubicBezTo>
                    <a:lnTo>
                      <a:pt x="51435" y="38100"/>
                    </a:lnTo>
                    <a:cubicBezTo>
                      <a:pt x="51435" y="45720"/>
                      <a:pt x="47625" y="51435"/>
                      <a:pt x="43815" y="56197"/>
                    </a:cubicBezTo>
                    <a:cubicBezTo>
                      <a:pt x="40005" y="60960"/>
                      <a:pt x="33338" y="63818"/>
                      <a:pt x="26670" y="63818"/>
                    </a:cubicBezTo>
                    <a:cubicBezTo>
                      <a:pt x="20003" y="63818"/>
                      <a:pt x="13335" y="60960"/>
                      <a:pt x="7620" y="55245"/>
                    </a:cubicBezTo>
                    <a:cubicBezTo>
                      <a:pt x="1905" y="49530"/>
                      <a:pt x="0" y="41910"/>
                      <a:pt x="0" y="32385"/>
                    </a:cubicBezTo>
                    <a:cubicBezTo>
                      <a:pt x="0" y="22860"/>
                      <a:pt x="2857" y="14288"/>
                      <a:pt x="7620" y="8572"/>
                    </a:cubicBezTo>
                    <a:cubicBezTo>
                      <a:pt x="12382" y="2857"/>
                      <a:pt x="20003" y="0"/>
                      <a:pt x="27622" y="0"/>
                    </a:cubicBezTo>
                    <a:cubicBezTo>
                      <a:pt x="35242" y="0"/>
                      <a:pt x="40005" y="1905"/>
                      <a:pt x="44767" y="6668"/>
                    </a:cubicBezTo>
                    <a:cubicBezTo>
                      <a:pt x="49530" y="11430"/>
                      <a:pt x="51435" y="17145"/>
                      <a:pt x="51435" y="24765"/>
                    </a:cubicBezTo>
                    <a:lnTo>
                      <a:pt x="9525" y="24765"/>
                    </a:lnTo>
                    <a:close/>
                    <a:moveTo>
                      <a:pt x="9525" y="20003"/>
                    </a:moveTo>
                    <a:lnTo>
                      <a:pt x="37147" y="20003"/>
                    </a:lnTo>
                    <a:cubicBezTo>
                      <a:pt x="37147" y="16193"/>
                      <a:pt x="37147" y="13335"/>
                      <a:pt x="36195" y="11430"/>
                    </a:cubicBezTo>
                    <a:cubicBezTo>
                      <a:pt x="35242" y="8572"/>
                      <a:pt x="33338" y="6668"/>
                      <a:pt x="31432" y="5715"/>
                    </a:cubicBezTo>
                    <a:cubicBezTo>
                      <a:pt x="29528" y="4763"/>
                      <a:pt x="26670" y="3810"/>
                      <a:pt x="24765" y="3810"/>
                    </a:cubicBezTo>
                    <a:cubicBezTo>
                      <a:pt x="20955" y="3810"/>
                      <a:pt x="18097" y="4763"/>
                      <a:pt x="15240" y="7620"/>
                    </a:cubicBezTo>
                    <a:cubicBezTo>
                      <a:pt x="12382" y="10478"/>
                      <a:pt x="10478" y="14288"/>
                      <a:pt x="10478" y="19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D341B587-ABFE-5678-ADA3-4235609E9286}"/>
                  </a:ext>
                </a:extLst>
              </p:cNvPr>
              <p:cNvSpPr/>
              <p:nvPr/>
            </p:nvSpPr>
            <p:spPr>
              <a:xfrm>
                <a:off x="7010400" y="4090987"/>
                <a:ext cx="40957" cy="64769"/>
              </a:xfrm>
              <a:custGeom>
                <a:avLst/>
                <a:gdLst>
                  <a:gd name="connsiteX0" fmla="*/ 37147 w 40957"/>
                  <a:gd name="connsiteY0" fmla="*/ 0 h 64769"/>
                  <a:gd name="connsiteX1" fmla="*/ 37147 w 40957"/>
                  <a:gd name="connsiteY1" fmla="*/ 20955 h 64769"/>
                  <a:gd name="connsiteX2" fmla="*/ 35243 w 40957"/>
                  <a:gd name="connsiteY2" fmla="*/ 20955 h 64769"/>
                  <a:gd name="connsiteX3" fmla="*/ 28575 w 40957"/>
                  <a:gd name="connsiteY3" fmla="*/ 7620 h 64769"/>
                  <a:gd name="connsiteX4" fmla="*/ 18097 w 40957"/>
                  <a:gd name="connsiteY4" fmla="*/ 3810 h 64769"/>
                  <a:gd name="connsiteX5" fmla="*/ 10478 w 40957"/>
                  <a:gd name="connsiteY5" fmla="*/ 6668 h 64769"/>
                  <a:gd name="connsiteX6" fmla="*/ 7620 w 40957"/>
                  <a:gd name="connsiteY6" fmla="*/ 12382 h 64769"/>
                  <a:gd name="connsiteX7" fmla="*/ 9525 w 40957"/>
                  <a:gd name="connsiteY7" fmla="*/ 19050 h 64769"/>
                  <a:gd name="connsiteX8" fmla="*/ 18097 w 40957"/>
                  <a:gd name="connsiteY8" fmla="*/ 24765 h 64769"/>
                  <a:gd name="connsiteX9" fmla="*/ 27622 w 40957"/>
                  <a:gd name="connsiteY9" fmla="*/ 29528 h 64769"/>
                  <a:gd name="connsiteX10" fmla="*/ 40957 w 40957"/>
                  <a:gd name="connsiteY10" fmla="*/ 46672 h 64769"/>
                  <a:gd name="connsiteX11" fmla="*/ 34290 w 40957"/>
                  <a:gd name="connsiteY11" fmla="*/ 60007 h 64769"/>
                  <a:gd name="connsiteX12" fmla="*/ 20003 w 40957"/>
                  <a:gd name="connsiteY12" fmla="*/ 64770 h 64769"/>
                  <a:gd name="connsiteX13" fmla="*/ 7620 w 40957"/>
                  <a:gd name="connsiteY13" fmla="*/ 62865 h 64769"/>
                  <a:gd name="connsiteX14" fmla="*/ 3810 w 40957"/>
                  <a:gd name="connsiteY14" fmla="*/ 62865 h 64769"/>
                  <a:gd name="connsiteX15" fmla="*/ 1905 w 40957"/>
                  <a:gd name="connsiteY15" fmla="*/ 64770 h 64769"/>
                  <a:gd name="connsiteX16" fmla="*/ 0 w 40957"/>
                  <a:gd name="connsiteY16" fmla="*/ 64770 h 64769"/>
                  <a:gd name="connsiteX17" fmla="*/ 0 w 40957"/>
                  <a:gd name="connsiteY17" fmla="*/ 42863 h 64769"/>
                  <a:gd name="connsiteX18" fmla="*/ 1905 w 40957"/>
                  <a:gd name="connsiteY18" fmla="*/ 42863 h 64769"/>
                  <a:gd name="connsiteX19" fmla="*/ 8572 w 40957"/>
                  <a:gd name="connsiteY19" fmla="*/ 57150 h 64769"/>
                  <a:gd name="connsiteX20" fmla="*/ 20003 w 40957"/>
                  <a:gd name="connsiteY20" fmla="*/ 61913 h 64769"/>
                  <a:gd name="connsiteX21" fmla="*/ 27622 w 40957"/>
                  <a:gd name="connsiteY21" fmla="*/ 59055 h 64769"/>
                  <a:gd name="connsiteX22" fmla="*/ 30480 w 40957"/>
                  <a:gd name="connsiteY22" fmla="*/ 52388 h 64769"/>
                  <a:gd name="connsiteX23" fmla="*/ 27622 w 40957"/>
                  <a:gd name="connsiteY23" fmla="*/ 44768 h 64769"/>
                  <a:gd name="connsiteX24" fmla="*/ 15240 w 40957"/>
                  <a:gd name="connsiteY24" fmla="*/ 37147 h 64769"/>
                  <a:gd name="connsiteX25" fmla="*/ 2857 w 40957"/>
                  <a:gd name="connsiteY25" fmla="*/ 28575 h 64769"/>
                  <a:gd name="connsiteX26" fmla="*/ 0 w 40957"/>
                  <a:gd name="connsiteY26" fmla="*/ 19050 h 64769"/>
                  <a:gd name="connsiteX27" fmla="*/ 4763 w 40957"/>
                  <a:gd name="connsiteY27" fmla="*/ 6668 h 64769"/>
                  <a:gd name="connsiteX28" fmla="*/ 18097 w 40957"/>
                  <a:gd name="connsiteY28" fmla="*/ 1905 h 64769"/>
                  <a:gd name="connsiteX29" fmla="*/ 26670 w 40957"/>
                  <a:gd name="connsiteY29" fmla="*/ 3810 h 64769"/>
                  <a:gd name="connsiteX30" fmla="*/ 31432 w 40957"/>
                  <a:gd name="connsiteY30" fmla="*/ 4763 h 64769"/>
                  <a:gd name="connsiteX31" fmla="*/ 33338 w 40957"/>
                  <a:gd name="connsiteY31" fmla="*/ 4763 h 64769"/>
                  <a:gd name="connsiteX32" fmla="*/ 34290 w 40957"/>
                  <a:gd name="connsiteY32" fmla="*/ 2857 h 64769"/>
                  <a:gd name="connsiteX33" fmla="*/ 36195 w 40957"/>
                  <a:gd name="connsiteY33" fmla="*/ 2857 h 64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0957" h="64769">
                    <a:moveTo>
                      <a:pt x="37147" y="0"/>
                    </a:moveTo>
                    <a:lnTo>
                      <a:pt x="37147" y="20955"/>
                    </a:lnTo>
                    <a:lnTo>
                      <a:pt x="35243" y="20955"/>
                    </a:lnTo>
                    <a:cubicBezTo>
                      <a:pt x="33338" y="14288"/>
                      <a:pt x="31432" y="10478"/>
                      <a:pt x="28575" y="7620"/>
                    </a:cubicBezTo>
                    <a:cubicBezTo>
                      <a:pt x="25718" y="4763"/>
                      <a:pt x="22860" y="3810"/>
                      <a:pt x="18097" y="3810"/>
                    </a:cubicBezTo>
                    <a:cubicBezTo>
                      <a:pt x="13335" y="3810"/>
                      <a:pt x="12382" y="3810"/>
                      <a:pt x="10478" y="6668"/>
                    </a:cubicBezTo>
                    <a:cubicBezTo>
                      <a:pt x="8572" y="9525"/>
                      <a:pt x="7620" y="10478"/>
                      <a:pt x="7620" y="12382"/>
                    </a:cubicBezTo>
                    <a:cubicBezTo>
                      <a:pt x="7620" y="14288"/>
                      <a:pt x="7620" y="17145"/>
                      <a:pt x="9525" y="19050"/>
                    </a:cubicBezTo>
                    <a:cubicBezTo>
                      <a:pt x="10478" y="20955"/>
                      <a:pt x="13335" y="22860"/>
                      <a:pt x="18097" y="24765"/>
                    </a:cubicBezTo>
                    <a:lnTo>
                      <a:pt x="27622" y="29528"/>
                    </a:lnTo>
                    <a:cubicBezTo>
                      <a:pt x="36195" y="34290"/>
                      <a:pt x="40957" y="40005"/>
                      <a:pt x="40957" y="46672"/>
                    </a:cubicBezTo>
                    <a:cubicBezTo>
                      <a:pt x="40957" y="53340"/>
                      <a:pt x="39053" y="56197"/>
                      <a:pt x="34290" y="60007"/>
                    </a:cubicBezTo>
                    <a:cubicBezTo>
                      <a:pt x="29528" y="63818"/>
                      <a:pt x="25718" y="64770"/>
                      <a:pt x="20003" y="64770"/>
                    </a:cubicBezTo>
                    <a:cubicBezTo>
                      <a:pt x="14288" y="64770"/>
                      <a:pt x="12382" y="64770"/>
                      <a:pt x="7620" y="62865"/>
                    </a:cubicBezTo>
                    <a:cubicBezTo>
                      <a:pt x="5715" y="62865"/>
                      <a:pt x="4763" y="62865"/>
                      <a:pt x="3810" y="62865"/>
                    </a:cubicBezTo>
                    <a:cubicBezTo>
                      <a:pt x="2857" y="62865"/>
                      <a:pt x="1905" y="62865"/>
                      <a:pt x="1905" y="64770"/>
                    </a:cubicBezTo>
                    <a:lnTo>
                      <a:pt x="0" y="64770"/>
                    </a:lnTo>
                    <a:lnTo>
                      <a:pt x="0" y="42863"/>
                    </a:lnTo>
                    <a:lnTo>
                      <a:pt x="1905" y="42863"/>
                    </a:lnTo>
                    <a:cubicBezTo>
                      <a:pt x="2857" y="48578"/>
                      <a:pt x="5715" y="53340"/>
                      <a:pt x="8572" y="57150"/>
                    </a:cubicBezTo>
                    <a:cubicBezTo>
                      <a:pt x="11430" y="60960"/>
                      <a:pt x="16193" y="61913"/>
                      <a:pt x="20003" y="61913"/>
                    </a:cubicBezTo>
                    <a:cubicBezTo>
                      <a:pt x="23813" y="61913"/>
                      <a:pt x="25718" y="61913"/>
                      <a:pt x="27622" y="59055"/>
                    </a:cubicBezTo>
                    <a:cubicBezTo>
                      <a:pt x="29528" y="56197"/>
                      <a:pt x="30480" y="55245"/>
                      <a:pt x="30480" y="52388"/>
                    </a:cubicBezTo>
                    <a:cubicBezTo>
                      <a:pt x="30480" y="49530"/>
                      <a:pt x="29528" y="46672"/>
                      <a:pt x="27622" y="44768"/>
                    </a:cubicBezTo>
                    <a:cubicBezTo>
                      <a:pt x="25718" y="42863"/>
                      <a:pt x="20955" y="40005"/>
                      <a:pt x="15240" y="37147"/>
                    </a:cubicBezTo>
                    <a:cubicBezTo>
                      <a:pt x="9525" y="34290"/>
                      <a:pt x="4763" y="31432"/>
                      <a:pt x="2857" y="28575"/>
                    </a:cubicBezTo>
                    <a:cubicBezTo>
                      <a:pt x="953" y="25718"/>
                      <a:pt x="0" y="22860"/>
                      <a:pt x="0" y="19050"/>
                    </a:cubicBezTo>
                    <a:cubicBezTo>
                      <a:pt x="0" y="15240"/>
                      <a:pt x="1905" y="9525"/>
                      <a:pt x="4763" y="6668"/>
                    </a:cubicBezTo>
                    <a:cubicBezTo>
                      <a:pt x="7620" y="3810"/>
                      <a:pt x="12382" y="1905"/>
                      <a:pt x="18097" y="1905"/>
                    </a:cubicBezTo>
                    <a:cubicBezTo>
                      <a:pt x="23813" y="1905"/>
                      <a:pt x="23813" y="1905"/>
                      <a:pt x="26670" y="3810"/>
                    </a:cubicBezTo>
                    <a:cubicBezTo>
                      <a:pt x="28575" y="3810"/>
                      <a:pt x="30480" y="4763"/>
                      <a:pt x="31432" y="4763"/>
                    </a:cubicBezTo>
                    <a:cubicBezTo>
                      <a:pt x="32385" y="4763"/>
                      <a:pt x="32385" y="4763"/>
                      <a:pt x="33338" y="4763"/>
                    </a:cubicBezTo>
                    <a:cubicBezTo>
                      <a:pt x="34290" y="4763"/>
                      <a:pt x="33338" y="3810"/>
                      <a:pt x="34290" y="2857"/>
                    </a:cubicBezTo>
                    <a:lnTo>
                      <a:pt x="36195" y="285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66" name="Graphic 4">
              <a:extLst>
                <a:ext uri="{FF2B5EF4-FFF2-40B4-BE49-F238E27FC236}">
                  <a16:creationId xmlns:a16="http://schemas.microsoft.com/office/drawing/2014/main" id="{625C832C-5ACC-8099-96EB-197A00062540}"/>
                </a:ext>
              </a:extLst>
            </p:cNvPr>
            <p:cNvGrpSpPr/>
            <p:nvPr/>
          </p:nvGrpSpPr>
          <p:grpSpPr>
            <a:xfrm>
              <a:off x="3665220" y="2326957"/>
              <a:ext cx="399097" cy="113347"/>
              <a:chOff x="3665220" y="2326957"/>
              <a:chExt cx="399097" cy="113347"/>
            </a:xfrm>
            <a:solidFill>
              <a:srgbClr val="000000"/>
            </a:solidFill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52B9134-25F9-3EA2-1C47-2736064C7F62}"/>
                  </a:ext>
                </a:extLst>
              </p:cNvPr>
              <p:cNvSpPr/>
              <p:nvPr/>
            </p:nvSpPr>
            <p:spPr>
              <a:xfrm>
                <a:off x="3665220" y="2330767"/>
                <a:ext cx="99059" cy="107632"/>
              </a:xfrm>
              <a:custGeom>
                <a:avLst/>
                <a:gdLst>
                  <a:gd name="connsiteX0" fmla="*/ 50482 w 99059"/>
                  <a:gd name="connsiteY0" fmla="*/ 1905 h 107632"/>
                  <a:gd name="connsiteX1" fmla="*/ 84772 w 99059"/>
                  <a:gd name="connsiteY1" fmla="*/ 17145 h 107632"/>
                  <a:gd name="connsiteX2" fmla="*/ 99060 w 99059"/>
                  <a:gd name="connsiteY2" fmla="*/ 54292 h 107632"/>
                  <a:gd name="connsiteX3" fmla="*/ 84772 w 99059"/>
                  <a:gd name="connsiteY3" fmla="*/ 92392 h 107632"/>
                  <a:gd name="connsiteX4" fmla="*/ 49530 w 99059"/>
                  <a:gd name="connsiteY4" fmla="*/ 107633 h 107632"/>
                  <a:gd name="connsiteX5" fmla="*/ 14288 w 99059"/>
                  <a:gd name="connsiteY5" fmla="*/ 92392 h 107632"/>
                  <a:gd name="connsiteX6" fmla="*/ 0 w 99059"/>
                  <a:gd name="connsiteY6" fmla="*/ 53340 h 107632"/>
                  <a:gd name="connsiteX7" fmla="*/ 16192 w 99059"/>
                  <a:gd name="connsiteY7" fmla="*/ 13335 h 107632"/>
                  <a:gd name="connsiteX8" fmla="*/ 50482 w 99059"/>
                  <a:gd name="connsiteY8" fmla="*/ 0 h 107632"/>
                  <a:gd name="connsiteX9" fmla="*/ 48577 w 99059"/>
                  <a:gd name="connsiteY9" fmla="*/ 7620 h 107632"/>
                  <a:gd name="connsiteX10" fmla="*/ 26670 w 99059"/>
                  <a:gd name="connsiteY10" fmla="*/ 18098 h 107632"/>
                  <a:gd name="connsiteX11" fmla="*/ 16192 w 99059"/>
                  <a:gd name="connsiteY11" fmla="*/ 55245 h 107632"/>
                  <a:gd name="connsiteX12" fmla="*/ 26670 w 99059"/>
                  <a:gd name="connsiteY12" fmla="*/ 93345 h 107632"/>
                  <a:gd name="connsiteX13" fmla="*/ 48577 w 99059"/>
                  <a:gd name="connsiteY13" fmla="*/ 103823 h 107632"/>
                  <a:gd name="connsiteX14" fmla="*/ 72390 w 99059"/>
                  <a:gd name="connsiteY14" fmla="*/ 92392 h 107632"/>
                  <a:gd name="connsiteX15" fmla="*/ 81915 w 99059"/>
                  <a:gd name="connsiteY15" fmla="*/ 57150 h 107632"/>
                  <a:gd name="connsiteX16" fmla="*/ 71438 w 99059"/>
                  <a:gd name="connsiteY16" fmla="*/ 18098 h 107632"/>
                  <a:gd name="connsiteX17" fmla="*/ 48577 w 99059"/>
                  <a:gd name="connsiteY17" fmla="*/ 762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9059" h="107632">
                    <a:moveTo>
                      <a:pt x="50482" y="1905"/>
                    </a:moveTo>
                    <a:cubicBezTo>
                      <a:pt x="63817" y="1905"/>
                      <a:pt x="75247" y="6667"/>
                      <a:pt x="84772" y="17145"/>
                    </a:cubicBezTo>
                    <a:cubicBezTo>
                      <a:pt x="94297" y="27623"/>
                      <a:pt x="99060" y="40005"/>
                      <a:pt x="99060" y="54292"/>
                    </a:cubicBezTo>
                    <a:cubicBezTo>
                      <a:pt x="99060" y="68580"/>
                      <a:pt x="94297" y="82867"/>
                      <a:pt x="84772" y="92392"/>
                    </a:cubicBezTo>
                    <a:cubicBezTo>
                      <a:pt x="75247" y="101917"/>
                      <a:pt x="62865" y="107633"/>
                      <a:pt x="49530" y="107633"/>
                    </a:cubicBezTo>
                    <a:cubicBezTo>
                      <a:pt x="36195" y="107633"/>
                      <a:pt x="23813" y="102870"/>
                      <a:pt x="14288" y="92392"/>
                    </a:cubicBezTo>
                    <a:cubicBezTo>
                      <a:pt x="4763" y="81915"/>
                      <a:pt x="0" y="69533"/>
                      <a:pt x="0" y="53340"/>
                    </a:cubicBezTo>
                    <a:cubicBezTo>
                      <a:pt x="0" y="37148"/>
                      <a:pt x="5715" y="23813"/>
                      <a:pt x="16192" y="13335"/>
                    </a:cubicBezTo>
                    <a:cubicBezTo>
                      <a:pt x="25717" y="4763"/>
                      <a:pt x="37147" y="0"/>
                      <a:pt x="50482" y="0"/>
                    </a:cubicBezTo>
                    <a:close/>
                    <a:moveTo>
                      <a:pt x="48577" y="7620"/>
                    </a:moveTo>
                    <a:cubicBezTo>
                      <a:pt x="39052" y="7620"/>
                      <a:pt x="32385" y="11430"/>
                      <a:pt x="26670" y="18098"/>
                    </a:cubicBezTo>
                    <a:cubicBezTo>
                      <a:pt x="20002" y="26670"/>
                      <a:pt x="16192" y="39053"/>
                      <a:pt x="16192" y="55245"/>
                    </a:cubicBezTo>
                    <a:cubicBezTo>
                      <a:pt x="16192" y="71438"/>
                      <a:pt x="20002" y="84773"/>
                      <a:pt x="26670" y="93345"/>
                    </a:cubicBezTo>
                    <a:cubicBezTo>
                      <a:pt x="32385" y="100013"/>
                      <a:pt x="39052" y="103823"/>
                      <a:pt x="48577" y="103823"/>
                    </a:cubicBezTo>
                    <a:cubicBezTo>
                      <a:pt x="58102" y="103823"/>
                      <a:pt x="65722" y="100013"/>
                      <a:pt x="72390" y="92392"/>
                    </a:cubicBezTo>
                    <a:cubicBezTo>
                      <a:pt x="79057" y="84773"/>
                      <a:pt x="81915" y="73342"/>
                      <a:pt x="81915" y="57150"/>
                    </a:cubicBezTo>
                    <a:cubicBezTo>
                      <a:pt x="81915" y="40958"/>
                      <a:pt x="78105" y="26670"/>
                      <a:pt x="71438" y="18098"/>
                    </a:cubicBezTo>
                    <a:cubicBezTo>
                      <a:pt x="65722" y="11430"/>
                      <a:pt x="58102" y="7620"/>
                      <a:pt x="48577" y="76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367A011C-429A-8D51-C808-F36DCCE7A950}"/>
                  </a:ext>
                </a:extLst>
              </p:cNvPr>
              <p:cNvSpPr/>
              <p:nvPr/>
            </p:nvSpPr>
            <p:spPr>
              <a:xfrm>
                <a:off x="3772852" y="2343150"/>
                <a:ext cx="40957" cy="94297"/>
              </a:xfrm>
              <a:custGeom>
                <a:avLst/>
                <a:gdLst>
                  <a:gd name="connsiteX0" fmla="*/ 22860 w 40957"/>
                  <a:gd name="connsiteY0" fmla="*/ 1905 h 94297"/>
                  <a:gd name="connsiteX1" fmla="*/ 22860 w 40957"/>
                  <a:gd name="connsiteY1" fmla="*/ 24765 h 94297"/>
                  <a:gd name="connsiteX2" fmla="*/ 39052 w 40957"/>
                  <a:gd name="connsiteY2" fmla="*/ 24765 h 94297"/>
                  <a:gd name="connsiteX3" fmla="*/ 39052 w 40957"/>
                  <a:gd name="connsiteY3" fmla="*/ 30480 h 94297"/>
                  <a:gd name="connsiteX4" fmla="*/ 22860 w 40957"/>
                  <a:gd name="connsiteY4" fmla="*/ 30480 h 94297"/>
                  <a:gd name="connsiteX5" fmla="*/ 22860 w 40957"/>
                  <a:gd name="connsiteY5" fmla="*/ 75247 h 94297"/>
                  <a:gd name="connsiteX6" fmla="*/ 24765 w 40957"/>
                  <a:gd name="connsiteY6" fmla="*/ 83820 h 94297"/>
                  <a:gd name="connsiteX7" fmla="*/ 29527 w 40957"/>
                  <a:gd name="connsiteY7" fmla="*/ 85725 h 94297"/>
                  <a:gd name="connsiteX8" fmla="*/ 34290 w 40957"/>
                  <a:gd name="connsiteY8" fmla="*/ 83820 h 94297"/>
                  <a:gd name="connsiteX9" fmla="*/ 38100 w 40957"/>
                  <a:gd name="connsiteY9" fmla="*/ 79058 h 94297"/>
                  <a:gd name="connsiteX10" fmla="*/ 40958 w 40957"/>
                  <a:gd name="connsiteY10" fmla="*/ 79058 h 94297"/>
                  <a:gd name="connsiteX11" fmla="*/ 33338 w 40957"/>
                  <a:gd name="connsiteY11" fmla="*/ 90488 h 94297"/>
                  <a:gd name="connsiteX12" fmla="*/ 23813 w 40957"/>
                  <a:gd name="connsiteY12" fmla="*/ 94297 h 94297"/>
                  <a:gd name="connsiteX13" fmla="*/ 17145 w 40957"/>
                  <a:gd name="connsiteY13" fmla="*/ 92392 h 94297"/>
                  <a:gd name="connsiteX14" fmla="*/ 12383 w 40957"/>
                  <a:gd name="connsiteY14" fmla="*/ 86678 h 94297"/>
                  <a:gd name="connsiteX15" fmla="*/ 10477 w 40957"/>
                  <a:gd name="connsiteY15" fmla="*/ 75247 h 94297"/>
                  <a:gd name="connsiteX16" fmla="*/ 10477 w 40957"/>
                  <a:gd name="connsiteY16" fmla="*/ 28575 h 94297"/>
                  <a:gd name="connsiteX17" fmla="*/ 0 w 40957"/>
                  <a:gd name="connsiteY17" fmla="*/ 28575 h 94297"/>
                  <a:gd name="connsiteX18" fmla="*/ 0 w 40957"/>
                  <a:gd name="connsiteY18" fmla="*/ 25717 h 94297"/>
                  <a:gd name="connsiteX19" fmla="*/ 8573 w 40957"/>
                  <a:gd name="connsiteY19" fmla="*/ 20003 h 94297"/>
                  <a:gd name="connsiteX20" fmla="*/ 16193 w 40957"/>
                  <a:gd name="connsiteY20" fmla="*/ 10478 h 94297"/>
                  <a:gd name="connsiteX21" fmla="*/ 20955 w 40957"/>
                  <a:gd name="connsiteY21" fmla="*/ 0 h 94297"/>
                  <a:gd name="connsiteX22" fmla="*/ 22860 w 40957"/>
                  <a:gd name="connsiteY22" fmla="*/ 0 h 94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0957" h="94297">
                    <a:moveTo>
                      <a:pt x="22860" y="1905"/>
                    </a:moveTo>
                    <a:lnTo>
                      <a:pt x="22860" y="24765"/>
                    </a:lnTo>
                    <a:lnTo>
                      <a:pt x="39052" y="24765"/>
                    </a:lnTo>
                    <a:lnTo>
                      <a:pt x="39052" y="30480"/>
                    </a:lnTo>
                    <a:lnTo>
                      <a:pt x="22860" y="30480"/>
                    </a:lnTo>
                    <a:lnTo>
                      <a:pt x="22860" y="75247"/>
                    </a:lnTo>
                    <a:cubicBezTo>
                      <a:pt x="22860" y="80010"/>
                      <a:pt x="22860" y="82867"/>
                      <a:pt x="24765" y="83820"/>
                    </a:cubicBezTo>
                    <a:cubicBezTo>
                      <a:pt x="26670" y="84772"/>
                      <a:pt x="27623" y="85725"/>
                      <a:pt x="29527" y="85725"/>
                    </a:cubicBezTo>
                    <a:cubicBezTo>
                      <a:pt x="31433" y="85725"/>
                      <a:pt x="32385" y="85725"/>
                      <a:pt x="34290" y="83820"/>
                    </a:cubicBezTo>
                    <a:cubicBezTo>
                      <a:pt x="36195" y="81915"/>
                      <a:pt x="37148" y="80963"/>
                      <a:pt x="38100" y="79058"/>
                    </a:cubicBezTo>
                    <a:lnTo>
                      <a:pt x="40958" y="79058"/>
                    </a:lnTo>
                    <a:cubicBezTo>
                      <a:pt x="39052" y="83820"/>
                      <a:pt x="37148" y="87630"/>
                      <a:pt x="33338" y="90488"/>
                    </a:cubicBezTo>
                    <a:cubicBezTo>
                      <a:pt x="29527" y="93345"/>
                      <a:pt x="26670" y="94297"/>
                      <a:pt x="23813" y="94297"/>
                    </a:cubicBezTo>
                    <a:cubicBezTo>
                      <a:pt x="20955" y="94297"/>
                      <a:pt x="19050" y="94297"/>
                      <a:pt x="17145" y="92392"/>
                    </a:cubicBezTo>
                    <a:cubicBezTo>
                      <a:pt x="15240" y="90488"/>
                      <a:pt x="13335" y="89535"/>
                      <a:pt x="12383" y="86678"/>
                    </a:cubicBezTo>
                    <a:cubicBezTo>
                      <a:pt x="11430" y="83820"/>
                      <a:pt x="10477" y="80963"/>
                      <a:pt x="10477" y="75247"/>
                    </a:cubicBezTo>
                    <a:lnTo>
                      <a:pt x="10477" y="28575"/>
                    </a:lnTo>
                    <a:lnTo>
                      <a:pt x="0" y="28575"/>
                    </a:lnTo>
                    <a:lnTo>
                      <a:pt x="0" y="25717"/>
                    </a:lnTo>
                    <a:cubicBezTo>
                      <a:pt x="2858" y="24765"/>
                      <a:pt x="5715" y="22860"/>
                      <a:pt x="8573" y="20003"/>
                    </a:cubicBezTo>
                    <a:cubicBezTo>
                      <a:pt x="11430" y="17145"/>
                      <a:pt x="14288" y="14288"/>
                      <a:pt x="16193" y="10478"/>
                    </a:cubicBezTo>
                    <a:cubicBezTo>
                      <a:pt x="17145" y="8572"/>
                      <a:pt x="19050" y="4763"/>
                      <a:pt x="20955" y="0"/>
                    </a:cubicBezTo>
                    <a:lnTo>
                      <a:pt x="2286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3806CF50-F815-9B64-787E-676D47DFC995}"/>
                  </a:ext>
                </a:extLst>
              </p:cNvPr>
              <p:cNvSpPr/>
              <p:nvPr/>
            </p:nvSpPr>
            <p:spPr>
              <a:xfrm>
                <a:off x="3815714" y="2326957"/>
                <a:ext cx="74295" cy="109537"/>
              </a:xfrm>
              <a:custGeom>
                <a:avLst/>
                <a:gdLst>
                  <a:gd name="connsiteX0" fmla="*/ 22860 w 74295"/>
                  <a:gd name="connsiteY0" fmla="*/ 2858 h 109537"/>
                  <a:gd name="connsiteX1" fmla="*/ 22860 w 74295"/>
                  <a:gd name="connsiteY1" fmla="*/ 53340 h 109537"/>
                  <a:gd name="connsiteX2" fmla="*/ 36195 w 74295"/>
                  <a:gd name="connsiteY2" fmla="*/ 41910 h 109537"/>
                  <a:gd name="connsiteX3" fmla="*/ 45720 w 74295"/>
                  <a:gd name="connsiteY3" fmla="*/ 39052 h 109537"/>
                  <a:gd name="connsiteX4" fmla="*/ 56198 w 74295"/>
                  <a:gd name="connsiteY4" fmla="*/ 41910 h 109537"/>
                  <a:gd name="connsiteX5" fmla="*/ 62865 w 74295"/>
                  <a:gd name="connsiteY5" fmla="*/ 52388 h 109537"/>
                  <a:gd name="connsiteX6" fmla="*/ 63818 w 74295"/>
                  <a:gd name="connsiteY6" fmla="*/ 69533 h 109537"/>
                  <a:gd name="connsiteX7" fmla="*/ 63818 w 74295"/>
                  <a:gd name="connsiteY7" fmla="*/ 94297 h 109537"/>
                  <a:gd name="connsiteX8" fmla="*/ 64770 w 74295"/>
                  <a:gd name="connsiteY8" fmla="*/ 102870 h 109537"/>
                  <a:gd name="connsiteX9" fmla="*/ 67627 w 74295"/>
                  <a:gd name="connsiteY9" fmla="*/ 105727 h 109537"/>
                  <a:gd name="connsiteX10" fmla="*/ 74295 w 74295"/>
                  <a:gd name="connsiteY10" fmla="*/ 106680 h 109537"/>
                  <a:gd name="connsiteX11" fmla="*/ 74295 w 74295"/>
                  <a:gd name="connsiteY11" fmla="*/ 109538 h 109537"/>
                  <a:gd name="connsiteX12" fmla="*/ 40005 w 74295"/>
                  <a:gd name="connsiteY12" fmla="*/ 109538 h 109537"/>
                  <a:gd name="connsiteX13" fmla="*/ 40005 w 74295"/>
                  <a:gd name="connsiteY13" fmla="*/ 106680 h 109537"/>
                  <a:gd name="connsiteX14" fmla="*/ 41910 w 74295"/>
                  <a:gd name="connsiteY14" fmla="*/ 106680 h 109537"/>
                  <a:gd name="connsiteX15" fmla="*/ 48577 w 74295"/>
                  <a:gd name="connsiteY15" fmla="*/ 104775 h 109537"/>
                  <a:gd name="connsiteX16" fmla="*/ 51435 w 74295"/>
                  <a:gd name="connsiteY16" fmla="*/ 100013 h 109537"/>
                  <a:gd name="connsiteX17" fmla="*/ 51435 w 74295"/>
                  <a:gd name="connsiteY17" fmla="*/ 93345 h 109537"/>
                  <a:gd name="connsiteX18" fmla="*/ 51435 w 74295"/>
                  <a:gd name="connsiteY18" fmla="*/ 68580 h 109537"/>
                  <a:gd name="connsiteX19" fmla="*/ 50483 w 74295"/>
                  <a:gd name="connsiteY19" fmla="*/ 53340 h 109537"/>
                  <a:gd name="connsiteX20" fmla="*/ 46673 w 74295"/>
                  <a:gd name="connsiteY20" fmla="*/ 47625 h 109537"/>
                  <a:gd name="connsiteX21" fmla="*/ 40958 w 74295"/>
                  <a:gd name="connsiteY21" fmla="*/ 45720 h 109537"/>
                  <a:gd name="connsiteX22" fmla="*/ 33338 w 74295"/>
                  <a:gd name="connsiteY22" fmla="*/ 47625 h 109537"/>
                  <a:gd name="connsiteX23" fmla="*/ 23813 w 74295"/>
                  <a:gd name="connsiteY23" fmla="*/ 55245 h 109537"/>
                  <a:gd name="connsiteX24" fmla="*/ 23813 w 74295"/>
                  <a:gd name="connsiteY24" fmla="*/ 91440 h 109537"/>
                  <a:gd name="connsiteX25" fmla="*/ 23813 w 74295"/>
                  <a:gd name="connsiteY25" fmla="*/ 100013 h 109537"/>
                  <a:gd name="connsiteX26" fmla="*/ 26670 w 74295"/>
                  <a:gd name="connsiteY26" fmla="*/ 102870 h 109537"/>
                  <a:gd name="connsiteX27" fmla="*/ 34290 w 74295"/>
                  <a:gd name="connsiteY27" fmla="*/ 103822 h 109537"/>
                  <a:gd name="connsiteX28" fmla="*/ 34290 w 74295"/>
                  <a:gd name="connsiteY28" fmla="*/ 106680 h 109537"/>
                  <a:gd name="connsiteX29" fmla="*/ 0 w 74295"/>
                  <a:gd name="connsiteY29" fmla="*/ 106680 h 109537"/>
                  <a:gd name="connsiteX30" fmla="*/ 0 w 74295"/>
                  <a:gd name="connsiteY30" fmla="*/ 103822 h 109537"/>
                  <a:gd name="connsiteX31" fmla="*/ 7620 w 74295"/>
                  <a:gd name="connsiteY31" fmla="*/ 102870 h 109537"/>
                  <a:gd name="connsiteX32" fmla="*/ 10477 w 74295"/>
                  <a:gd name="connsiteY32" fmla="*/ 100013 h 109537"/>
                  <a:gd name="connsiteX33" fmla="*/ 10477 w 74295"/>
                  <a:gd name="connsiteY33" fmla="*/ 91440 h 109537"/>
                  <a:gd name="connsiteX34" fmla="*/ 10477 w 74295"/>
                  <a:gd name="connsiteY34" fmla="*/ 29527 h 109537"/>
                  <a:gd name="connsiteX35" fmla="*/ 10477 w 74295"/>
                  <a:gd name="connsiteY35" fmla="*/ 15240 h 109537"/>
                  <a:gd name="connsiteX36" fmla="*/ 8573 w 74295"/>
                  <a:gd name="connsiteY36" fmla="*/ 11430 h 109537"/>
                  <a:gd name="connsiteX37" fmla="*/ 5715 w 74295"/>
                  <a:gd name="connsiteY37" fmla="*/ 10477 h 109537"/>
                  <a:gd name="connsiteX38" fmla="*/ 952 w 74295"/>
                  <a:gd name="connsiteY38" fmla="*/ 11430 h 109537"/>
                  <a:gd name="connsiteX39" fmla="*/ 952 w 74295"/>
                  <a:gd name="connsiteY39" fmla="*/ 8572 h 109537"/>
                  <a:gd name="connsiteX40" fmla="*/ 20955 w 74295"/>
                  <a:gd name="connsiteY40" fmla="*/ 0 h 109537"/>
                  <a:gd name="connsiteX41" fmla="*/ 24765 w 74295"/>
                  <a:gd name="connsiteY41" fmla="*/ 0 h 109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4295" h="109537">
                    <a:moveTo>
                      <a:pt x="22860" y="2858"/>
                    </a:moveTo>
                    <a:lnTo>
                      <a:pt x="22860" y="53340"/>
                    </a:lnTo>
                    <a:cubicBezTo>
                      <a:pt x="28575" y="47625"/>
                      <a:pt x="32385" y="42863"/>
                      <a:pt x="36195" y="41910"/>
                    </a:cubicBezTo>
                    <a:cubicBezTo>
                      <a:pt x="40005" y="40958"/>
                      <a:pt x="42863" y="39052"/>
                      <a:pt x="45720" y="39052"/>
                    </a:cubicBezTo>
                    <a:cubicBezTo>
                      <a:pt x="48577" y="39052"/>
                      <a:pt x="53340" y="40005"/>
                      <a:pt x="56198" y="41910"/>
                    </a:cubicBezTo>
                    <a:cubicBezTo>
                      <a:pt x="59055" y="43815"/>
                      <a:pt x="60960" y="47625"/>
                      <a:pt x="62865" y="52388"/>
                    </a:cubicBezTo>
                    <a:cubicBezTo>
                      <a:pt x="62865" y="55245"/>
                      <a:pt x="63818" y="61913"/>
                      <a:pt x="63818" y="69533"/>
                    </a:cubicBezTo>
                    <a:lnTo>
                      <a:pt x="63818" y="94297"/>
                    </a:lnTo>
                    <a:cubicBezTo>
                      <a:pt x="63818" y="99060"/>
                      <a:pt x="63818" y="101917"/>
                      <a:pt x="64770" y="102870"/>
                    </a:cubicBezTo>
                    <a:cubicBezTo>
                      <a:pt x="64770" y="103822"/>
                      <a:pt x="65723" y="104775"/>
                      <a:pt x="67627" y="105727"/>
                    </a:cubicBezTo>
                    <a:cubicBezTo>
                      <a:pt x="69533" y="106680"/>
                      <a:pt x="71438" y="106680"/>
                      <a:pt x="74295" y="106680"/>
                    </a:cubicBezTo>
                    <a:lnTo>
                      <a:pt x="74295" y="109538"/>
                    </a:lnTo>
                    <a:lnTo>
                      <a:pt x="40005" y="109538"/>
                    </a:lnTo>
                    <a:lnTo>
                      <a:pt x="40005" y="106680"/>
                    </a:lnTo>
                    <a:lnTo>
                      <a:pt x="41910" y="106680"/>
                    </a:lnTo>
                    <a:cubicBezTo>
                      <a:pt x="44768" y="106680"/>
                      <a:pt x="47625" y="106680"/>
                      <a:pt x="48577" y="104775"/>
                    </a:cubicBezTo>
                    <a:cubicBezTo>
                      <a:pt x="49530" y="102870"/>
                      <a:pt x="50483" y="101917"/>
                      <a:pt x="51435" y="100013"/>
                    </a:cubicBezTo>
                    <a:cubicBezTo>
                      <a:pt x="51435" y="100013"/>
                      <a:pt x="51435" y="97155"/>
                      <a:pt x="51435" y="93345"/>
                    </a:cubicBezTo>
                    <a:lnTo>
                      <a:pt x="51435" y="68580"/>
                    </a:lnTo>
                    <a:cubicBezTo>
                      <a:pt x="51435" y="60960"/>
                      <a:pt x="51435" y="56197"/>
                      <a:pt x="50483" y="53340"/>
                    </a:cubicBezTo>
                    <a:cubicBezTo>
                      <a:pt x="49530" y="50483"/>
                      <a:pt x="48577" y="49530"/>
                      <a:pt x="46673" y="47625"/>
                    </a:cubicBezTo>
                    <a:cubicBezTo>
                      <a:pt x="44768" y="45720"/>
                      <a:pt x="42863" y="45720"/>
                      <a:pt x="40958" y="45720"/>
                    </a:cubicBezTo>
                    <a:cubicBezTo>
                      <a:pt x="39052" y="45720"/>
                      <a:pt x="36195" y="45720"/>
                      <a:pt x="33338" y="47625"/>
                    </a:cubicBezTo>
                    <a:cubicBezTo>
                      <a:pt x="30480" y="49530"/>
                      <a:pt x="27623" y="51435"/>
                      <a:pt x="23813" y="55245"/>
                    </a:cubicBezTo>
                    <a:lnTo>
                      <a:pt x="23813" y="91440"/>
                    </a:lnTo>
                    <a:cubicBezTo>
                      <a:pt x="23813" y="96202"/>
                      <a:pt x="23813" y="99060"/>
                      <a:pt x="23813" y="100013"/>
                    </a:cubicBezTo>
                    <a:cubicBezTo>
                      <a:pt x="23813" y="100965"/>
                      <a:pt x="25718" y="101917"/>
                      <a:pt x="26670" y="102870"/>
                    </a:cubicBezTo>
                    <a:cubicBezTo>
                      <a:pt x="27623" y="103822"/>
                      <a:pt x="30480" y="103822"/>
                      <a:pt x="34290" y="103822"/>
                    </a:cubicBezTo>
                    <a:lnTo>
                      <a:pt x="34290" y="106680"/>
                    </a:lnTo>
                    <a:lnTo>
                      <a:pt x="0" y="106680"/>
                    </a:lnTo>
                    <a:lnTo>
                      <a:pt x="0" y="103822"/>
                    </a:lnTo>
                    <a:cubicBezTo>
                      <a:pt x="2858" y="103822"/>
                      <a:pt x="5715" y="103822"/>
                      <a:pt x="7620" y="102870"/>
                    </a:cubicBezTo>
                    <a:cubicBezTo>
                      <a:pt x="8573" y="102870"/>
                      <a:pt x="9525" y="100965"/>
                      <a:pt x="10477" y="100013"/>
                    </a:cubicBezTo>
                    <a:cubicBezTo>
                      <a:pt x="11430" y="99060"/>
                      <a:pt x="10477" y="96202"/>
                      <a:pt x="10477" y="91440"/>
                    </a:cubicBezTo>
                    <a:lnTo>
                      <a:pt x="10477" y="29527"/>
                    </a:lnTo>
                    <a:cubicBezTo>
                      <a:pt x="10477" y="21908"/>
                      <a:pt x="10477" y="17145"/>
                      <a:pt x="10477" y="15240"/>
                    </a:cubicBezTo>
                    <a:cubicBezTo>
                      <a:pt x="10477" y="13335"/>
                      <a:pt x="10477" y="12383"/>
                      <a:pt x="8573" y="11430"/>
                    </a:cubicBezTo>
                    <a:cubicBezTo>
                      <a:pt x="6668" y="10477"/>
                      <a:pt x="6668" y="10477"/>
                      <a:pt x="5715" y="10477"/>
                    </a:cubicBezTo>
                    <a:cubicBezTo>
                      <a:pt x="4763" y="10477"/>
                      <a:pt x="2858" y="10477"/>
                      <a:pt x="952" y="11430"/>
                    </a:cubicBezTo>
                    <a:lnTo>
                      <a:pt x="952" y="8572"/>
                    </a:lnTo>
                    <a:cubicBezTo>
                      <a:pt x="0" y="8572"/>
                      <a:pt x="20955" y="0"/>
                      <a:pt x="20955" y="0"/>
                    </a:cubicBezTo>
                    <a:lnTo>
                      <a:pt x="2476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531601B7-C372-1802-55EE-D51B04887A0D}"/>
                  </a:ext>
                </a:extLst>
              </p:cNvPr>
              <p:cNvSpPr/>
              <p:nvPr/>
            </p:nvSpPr>
            <p:spPr>
              <a:xfrm>
                <a:off x="3895725" y="2366962"/>
                <a:ext cx="59054" cy="72390"/>
              </a:xfrm>
              <a:custGeom>
                <a:avLst/>
                <a:gdLst>
                  <a:gd name="connsiteX0" fmla="*/ 10477 w 59054"/>
                  <a:gd name="connsiteY0" fmla="*/ 26670 h 72390"/>
                  <a:gd name="connsiteX1" fmla="*/ 18098 w 59054"/>
                  <a:gd name="connsiteY1" fmla="*/ 50483 h 72390"/>
                  <a:gd name="connsiteX2" fmla="*/ 36195 w 59054"/>
                  <a:gd name="connsiteY2" fmla="*/ 59055 h 72390"/>
                  <a:gd name="connsiteX3" fmla="*/ 47625 w 59054"/>
                  <a:gd name="connsiteY3" fmla="*/ 55245 h 72390"/>
                  <a:gd name="connsiteX4" fmla="*/ 56198 w 59054"/>
                  <a:gd name="connsiteY4" fmla="*/ 42863 h 72390"/>
                  <a:gd name="connsiteX5" fmla="*/ 58102 w 59054"/>
                  <a:gd name="connsiteY5" fmla="*/ 44767 h 72390"/>
                  <a:gd name="connsiteX6" fmla="*/ 48577 w 59054"/>
                  <a:gd name="connsiteY6" fmla="*/ 63817 h 72390"/>
                  <a:gd name="connsiteX7" fmla="*/ 29527 w 59054"/>
                  <a:gd name="connsiteY7" fmla="*/ 72390 h 72390"/>
                  <a:gd name="connsiteX8" fmla="*/ 8573 w 59054"/>
                  <a:gd name="connsiteY8" fmla="*/ 62865 h 72390"/>
                  <a:gd name="connsiteX9" fmla="*/ 0 w 59054"/>
                  <a:gd name="connsiteY9" fmla="*/ 37147 h 72390"/>
                  <a:gd name="connsiteX10" fmla="*/ 9525 w 59054"/>
                  <a:gd name="connsiteY10" fmla="*/ 9525 h 72390"/>
                  <a:gd name="connsiteX11" fmla="*/ 32385 w 59054"/>
                  <a:gd name="connsiteY11" fmla="*/ 0 h 72390"/>
                  <a:gd name="connsiteX12" fmla="*/ 51435 w 59054"/>
                  <a:gd name="connsiteY12" fmla="*/ 7620 h 72390"/>
                  <a:gd name="connsiteX13" fmla="*/ 59055 w 59054"/>
                  <a:gd name="connsiteY13" fmla="*/ 27622 h 72390"/>
                  <a:gd name="connsiteX14" fmla="*/ 11430 w 59054"/>
                  <a:gd name="connsiteY14" fmla="*/ 27622 h 72390"/>
                  <a:gd name="connsiteX15" fmla="*/ 10477 w 59054"/>
                  <a:gd name="connsiteY15" fmla="*/ 22860 h 72390"/>
                  <a:gd name="connsiteX16" fmla="*/ 41910 w 59054"/>
                  <a:gd name="connsiteY16" fmla="*/ 22860 h 72390"/>
                  <a:gd name="connsiteX17" fmla="*/ 40005 w 59054"/>
                  <a:gd name="connsiteY17" fmla="*/ 13335 h 72390"/>
                  <a:gd name="connsiteX18" fmla="*/ 34290 w 59054"/>
                  <a:gd name="connsiteY18" fmla="*/ 6667 h 72390"/>
                  <a:gd name="connsiteX19" fmla="*/ 26670 w 59054"/>
                  <a:gd name="connsiteY19" fmla="*/ 3810 h 72390"/>
                  <a:gd name="connsiteX20" fmla="*/ 15240 w 59054"/>
                  <a:gd name="connsiteY20" fmla="*/ 8572 h 72390"/>
                  <a:gd name="connsiteX21" fmla="*/ 9525 w 59054"/>
                  <a:gd name="connsiteY21" fmla="*/ 21908 h 72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054" h="72390">
                    <a:moveTo>
                      <a:pt x="10477" y="26670"/>
                    </a:moveTo>
                    <a:cubicBezTo>
                      <a:pt x="10477" y="37147"/>
                      <a:pt x="13335" y="44767"/>
                      <a:pt x="18098" y="50483"/>
                    </a:cubicBezTo>
                    <a:cubicBezTo>
                      <a:pt x="22860" y="56197"/>
                      <a:pt x="28575" y="59055"/>
                      <a:pt x="36195" y="59055"/>
                    </a:cubicBezTo>
                    <a:cubicBezTo>
                      <a:pt x="43815" y="59055"/>
                      <a:pt x="44767" y="58103"/>
                      <a:pt x="47625" y="55245"/>
                    </a:cubicBezTo>
                    <a:cubicBezTo>
                      <a:pt x="50483" y="52388"/>
                      <a:pt x="53340" y="48578"/>
                      <a:pt x="56198" y="42863"/>
                    </a:cubicBezTo>
                    <a:lnTo>
                      <a:pt x="58102" y="44767"/>
                    </a:lnTo>
                    <a:cubicBezTo>
                      <a:pt x="57150" y="51435"/>
                      <a:pt x="54292" y="58103"/>
                      <a:pt x="48577" y="63817"/>
                    </a:cubicBezTo>
                    <a:cubicBezTo>
                      <a:pt x="42863" y="69533"/>
                      <a:pt x="37148" y="72390"/>
                      <a:pt x="29527" y="72390"/>
                    </a:cubicBezTo>
                    <a:cubicBezTo>
                      <a:pt x="21908" y="72390"/>
                      <a:pt x="14288" y="69533"/>
                      <a:pt x="8573" y="62865"/>
                    </a:cubicBezTo>
                    <a:cubicBezTo>
                      <a:pt x="2858" y="56197"/>
                      <a:pt x="0" y="47625"/>
                      <a:pt x="0" y="37147"/>
                    </a:cubicBezTo>
                    <a:cubicBezTo>
                      <a:pt x="0" y="26670"/>
                      <a:pt x="2858" y="16192"/>
                      <a:pt x="9525" y="9525"/>
                    </a:cubicBezTo>
                    <a:cubicBezTo>
                      <a:pt x="16192" y="2858"/>
                      <a:pt x="22860" y="0"/>
                      <a:pt x="32385" y="0"/>
                    </a:cubicBezTo>
                    <a:cubicBezTo>
                      <a:pt x="41910" y="0"/>
                      <a:pt x="46673" y="2858"/>
                      <a:pt x="51435" y="7620"/>
                    </a:cubicBezTo>
                    <a:cubicBezTo>
                      <a:pt x="56198" y="12383"/>
                      <a:pt x="59055" y="19050"/>
                      <a:pt x="59055" y="27622"/>
                    </a:cubicBezTo>
                    <a:lnTo>
                      <a:pt x="11430" y="27622"/>
                    </a:lnTo>
                    <a:close/>
                    <a:moveTo>
                      <a:pt x="10477" y="22860"/>
                    </a:moveTo>
                    <a:lnTo>
                      <a:pt x="41910" y="22860"/>
                    </a:lnTo>
                    <a:cubicBezTo>
                      <a:pt x="41910" y="18097"/>
                      <a:pt x="41910" y="15240"/>
                      <a:pt x="40005" y="13335"/>
                    </a:cubicBezTo>
                    <a:cubicBezTo>
                      <a:pt x="39052" y="10478"/>
                      <a:pt x="37148" y="8572"/>
                      <a:pt x="34290" y="6667"/>
                    </a:cubicBezTo>
                    <a:cubicBezTo>
                      <a:pt x="31433" y="4763"/>
                      <a:pt x="29527" y="3810"/>
                      <a:pt x="26670" y="3810"/>
                    </a:cubicBezTo>
                    <a:cubicBezTo>
                      <a:pt x="22860" y="3810"/>
                      <a:pt x="19050" y="5715"/>
                      <a:pt x="15240" y="8572"/>
                    </a:cubicBezTo>
                    <a:cubicBezTo>
                      <a:pt x="11430" y="11430"/>
                      <a:pt x="10477" y="16192"/>
                      <a:pt x="9525" y="2190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F66E1139-BC78-C67A-BF90-0497459E6D01}"/>
                  </a:ext>
                </a:extLst>
              </p:cNvPr>
              <p:cNvSpPr/>
              <p:nvPr/>
            </p:nvSpPr>
            <p:spPr>
              <a:xfrm>
                <a:off x="3960495" y="2365057"/>
                <a:ext cx="50482" cy="72389"/>
              </a:xfrm>
              <a:custGeom>
                <a:avLst/>
                <a:gdLst>
                  <a:gd name="connsiteX0" fmla="*/ 22860 w 50482"/>
                  <a:gd name="connsiteY0" fmla="*/ 952 h 72389"/>
                  <a:gd name="connsiteX1" fmla="*/ 22860 w 50482"/>
                  <a:gd name="connsiteY1" fmla="*/ 16192 h 72389"/>
                  <a:gd name="connsiteX2" fmla="*/ 40958 w 50482"/>
                  <a:gd name="connsiteY2" fmla="*/ 952 h 72389"/>
                  <a:gd name="connsiteX3" fmla="*/ 47625 w 50482"/>
                  <a:gd name="connsiteY3" fmla="*/ 3810 h 72389"/>
                  <a:gd name="connsiteX4" fmla="*/ 50483 w 50482"/>
                  <a:gd name="connsiteY4" fmla="*/ 9525 h 72389"/>
                  <a:gd name="connsiteX5" fmla="*/ 48577 w 50482"/>
                  <a:gd name="connsiteY5" fmla="*/ 14288 h 72389"/>
                  <a:gd name="connsiteX6" fmla="*/ 43815 w 50482"/>
                  <a:gd name="connsiteY6" fmla="*/ 16192 h 72389"/>
                  <a:gd name="connsiteX7" fmla="*/ 38100 w 50482"/>
                  <a:gd name="connsiteY7" fmla="*/ 13335 h 72389"/>
                  <a:gd name="connsiteX8" fmla="*/ 33338 w 50482"/>
                  <a:gd name="connsiteY8" fmla="*/ 10477 h 72389"/>
                  <a:gd name="connsiteX9" fmla="*/ 30480 w 50482"/>
                  <a:gd name="connsiteY9" fmla="*/ 12383 h 72389"/>
                  <a:gd name="connsiteX10" fmla="*/ 23813 w 50482"/>
                  <a:gd name="connsiteY10" fmla="*/ 22860 h 72389"/>
                  <a:gd name="connsiteX11" fmla="*/ 23813 w 50482"/>
                  <a:gd name="connsiteY11" fmla="*/ 56197 h 72389"/>
                  <a:gd name="connsiteX12" fmla="*/ 24765 w 50482"/>
                  <a:gd name="connsiteY12" fmla="*/ 64770 h 72389"/>
                  <a:gd name="connsiteX13" fmla="*/ 28575 w 50482"/>
                  <a:gd name="connsiteY13" fmla="*/ 68580 h 72389"/>
                  <a:gd name="connsiteX14" fmla="*/ 35242 w 50482"/>
                  <a:gd name="connsiteY14" fmla="*/ 69533 h 72389"/>
                  <a:gd name="connsiteX15" fmla="*/ 35242 w 50482"/>
                  <a:gd name="connsiteY15" fmla="*/ 72390 h 72389"/>
                  <a:gd name="connsiteX16" fmla="*/ 0 w 50482"/>
                  <a:gd name="connsiteY16" fmla="*/ 72390 h 72389"/>
                  <a:gd name="connsiteX17" fmla="*/ 0 w 50482"/>
                  <a:gd name="connsiteY17" fmla="*/ 69533 h 72389"/>
                  <a:gd name="connsiteX18" fmla="*/ 7620 w 50482"/>
                  <a:gd name="connsiteY18" fmla="*/ 67627 h 72389"/>
                  <a:gd name="connsiteX19" fmla="*/ 10477 w 50482"/>
                  <a:gd name="connsiteY19" fmla="*/ 63817 h 72389"/>
                  <a:gd name="connsiteX20" fmla="*/ 10477 w 50482"/>
                  <a:gd name="connsiteY20" fmla="*/ 56197 h 72389"/>
                  <a:gd name="connsiteX21" fmla="*/ 10477 w 50482"/>
                  <a:gd name="connsiteY21" fmla="*/ 29527 h 72389"/>
                  <a:gd name="connsiteX22" fmla="*/ 10477 w 50482"/>
                  <a:gd name="connsiteY22" fmla="*/ 15240 h 72389"/>
                  <a:gd name="connsiteX23" fmla="*/ 8572 w 50482"/>
                  <a:gd name="connsiteY23" fmla="*/ 11430 h 72389"/>
                  <a:gd name="connsiteX24" fmla="*/ 5715 w 50482"/>
                  <a:gd name="connsiteY24" fmla="*/ 10477 h 72389"/>
                  <a:gd name="connsiteX25" fmla="*/ 0 w 50482"/>
                  <a:gd name="connsiteY25" fmla="*/ 11430 h 72389"/>
                  <a:gd name="connsiteX26" fmla="*/ 0 w 50482"/>
                  <a:gd name="connsiteY26" fmla="*/ 8572 h 72389"/>
                  <a:gd name="connsiteX27" fmla="*/ 20002 w 50482"/>
                  <a:gd name="connsiteY27" fmla="*/ 0 h 72389"/>
                  <a:gd name="connsiteX28" fmla="*/ 22860 w 50482"/>
                  <a:gd name="connsiteY28" fmla="*/ 0 h 7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0482" h="72389">
                    <a:moveTo>
                      <a:pt x="22860" y="952"/>
                    </a:moveTo>
                    <a:lnTo>
                      <a:pt x="22860" y="16192"/>
                    </a:lnTo>
                    <a:cubicBezTo>
                      <a:pt x="28575" y="5715"/>
                      <a:pt x="34290" y="952"/>
                      <a:pt x="40958" y="952"/>
                    </a:cubicBezTo>
                    <a:cubicBezTo>
                      <a:pt x="47625" y="952"/>
                      <a:pt x="45720" y="952"/>
                      <a:pt x="47625" y="3810"/>
                    </a:cubicBezTo>
                    <a:cubicBezTo>
                      <a:pt x="49530" y="6667"/>
                      <a:pt x="50483" y="7620"/>
                      <a:pt x="50483" y="9525"/>
                    </a:cubicBezTo>
                    <a:cubicBezTo>
                      <a:pt x="50483" y="11430"/>
                      <a:pt x="50483" y="13335"/>
                      <a:pt x="48577" y="14288"/>
                    </a:cubicBezTo>
                    <a:cubicBezTo>
                      <a:pt x="46672" y="15240"/>
                      <a:pt x="45720" y="16192"/>
                      <a:pt x="43815" y="16192"/>
                    </a:cubicBezTo>
                    <a:cubicBezTo>
                      <a:pt x="41910" y="16192"/>
                      <a:pt x="40005" y="16192"/>
                      <a:pt x="38100" y="13335"/>
                    </a:cubicBezTo>
                    <a:cubicBezTo>
                      <a:pt x="36195" y="10477"/>
                      <a:pt x="34290" y="10477"/>
                      <a:pt x="33338" y="10477"/>
                    </a:cubicBezTo>
                    <a:cubicBezTo>
                      <a:pt x="32385" y="10477"/>
                      <a:pt x="31433" y="10477"/>
                      <a:pt x="30480" y="12383"/>
                    </a:cubicBezTo>
                    <a:cubicBezTo>
                      <a:pt x="28575" y="14288"/>
                      <a:pt x="25717" y="18097"/>
                      <a:pt x="23813" y="22860"/>
                    </a:cubicBezTo>
                    <a:lnTo>
                      <a:pt x="23813" y="56197"/>
                    </a:lnTo>
                    <a:cubicBezTo>
                      <a:pt x="23813" y="60008"/>
                      <a:pt x="23813" y="62865"/>
                      <a:pt x="24765" y="64770"/>
                    </a:cubicBezTo>
                    <a:cubicBezTo>
                      <a:pt x="24765" y="65722"/>
                      <a:pt x="26670" y="67627"/>
                      <a:pt x="28575" y="68580"/>
                    </a:cubicBezTo>
                    <a:cubicBezTo>
                      <a:pt x="30480" y="69533"/>
                      <a:pt x="32385" y="69533"/>
                      <a:pt x="35242" y="69533"/>
                    </a:cubicBezTo>
                    <a:lnTo>
                      <a:pt x="35242" y="72390"/>
                    </a:lnTo>
                    <a:lnTo>
                      <a:pt x="0" y="72390"/>
                    </a:lnTo>
                    <a:lnTo>
                      <a:pt x="0" y="69533"/>
                    </a:lnTo>
                    <a:cubicBezTo>
                      <a:pt x="3810" y="69533"/>
                      <a:pt x="5715" y="69533"/>
                      <a:pt x="7620" y="67627"/>
                    </a:cubicBezTo>
                    <a:cubicBezTo>
                      <a:pt x="8572" y="67627"/>
                      <a:pt x="9525" y="65722"/>
                      <a:pt x="10477" y="63817"/>
                    </a:cubicBezTo>
                    <a:cubicBezTo>
                      <a:pt x="10477" y="63817"/>
                      <a:pt x="10477" y="60960"/>
                      <a:pt x="10477" y="56197"/>
                    </a:cubicBezTo>
                    <a:lnTo>
                      <a:pt x="10477" y="29527"/>
                    </a:lnTo>
                    <a:cubicBezTo>
                      <a:pt x="10477" y="21908"/>
                      <a:pt x="10477" y="17145"/>
                      <a:pt x="10477" y="15240"/>
                    </a:cubicBezTo>
                    <a:cubicBezTo>
                      <a:pt x="10477" y="13335"/>
                      <a:pt x="10477" y="12383"/>
                      <a:pt x="8572" y="11430"/>
                    </a:cubicBezTo>
                    <a:cubicBezTo>
                      <a:pt x="6667" y="10477"/>
                      <a:pt x="6667" y="10477"/>
                      <a:pt x="5715" y="10477"/>
                    </a:cubicBezTo>
                    <a:cubicBezTo>
                      <a:pt x="4763" y="10477"/>
                      <a:pt x="2857" y="10477"/>
                      <a:pt x="0" y="11430"/>
                    </a:cubicBezTo>
                    <a:lnTo>
                      <a:pt x="0" y="8572"/>
                    </a:lnTo>
                    <a:cubicBezTo>
                      <a:pt x="0" y="8572"/>
                      <a:pt x="20002" y="0"/>
                      <a:pt x="20002" y="0"/>
                    </a:cubicBezTo>
                    <a:lnTo>
                      <a:pt x="2286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F2B840C1-93B4-9F8A-BDB7-BE3D50DF1F56}"/>
                  </a:ext>
                </a:extLst>
              </p:cNvPr>
              <p:cNvSpPr/>
              <p:nvPr/>
            </p:nvSpPr>
            <p:spPr>
              <a:xfrm>
                <a:off x="4016692" y="2366009"/>
                <a:ext cx="47625" cy="74295"/>
              </a:xfrm>
              <a:custGeom>
                <a:avLst/>
                <a:gdLst>
                  <a:gd name="connsiteX0" fmla="*/ 41910 w 47625"/>
                  <a:gd name="connsiteY0" fmla="*/ 0 h 74295"/>
                  <a:gd name="connsiteX1" fmla="*/ 41910 w 47625"/>
                  <a:gd name="connsiteY1" fmla="*/ 23813 h 74295"/>
                  <a:gd name="connsiteX2" fmla="*/ 39053 w 47625"/>
                  <a:gd name="connsiteY2" fmla="*/ 23813 h 74295"/>
                  <a:gd name="connsiteX3" fmla="*/ 31433 w 47625"/>
                  <a:gd name="connsiteY3" fmla="*/ 8573 h 74295"/>
                  <a:gd name="connsiteX4" fmla="*/ 20003 w 47625"/>
                  <a:gd name="connsiteY4" fmla="*/ 4763 h 74295"/>
                  <a:gd name="connsiteX5" fmla="*/ 11430 w 47625"/>
                  <a:gd name="connsiteY5" fmla="*/ 7620 h 74295"/>
                  <a:gd name="connsiteX6" fmla="*/ 8573 w 47625"/>
                  <a:gd name="connsiteY6" fmla="*/ 13335 h 74295"/>
                  <a:gd name="connsiteX7" fmla="*/ 11430 w 47625"/>
                  <a:gd name="connsiteY7" fmla="*/ 20955 h 74295"/>
                  <a:gd name="connsiteX8" fmla="*/ 20955 w 47625"/>
                  <a:gd name="connsiteY8" fmla="*/ 27623 h 74295"/>
                  <a:gd name="connsiteX9" fmla="*/ 32385 w 47625"/>
                  <a:gd name="connsiteY9" fmla="*/ 33338 h 74295"/>
                  <a:gd name="connsiteX10" fmla="*/ 47625 w 47625"/>
                  <a:gd name="connsiteY10" fmla="*/ 53340 h 74295"/>
                  <a:gd name="connsiteX11" fmla="*/ 40958 w 47625"/>
                  <a:gd name="connsiteY11" fmla="*/ 68580 h 74295"/>
                  <a:gd name="connsiteX12" fmla="*/ 24765 w 47625"/>
                  <a:gd name="connsiteY12" fmla="*/ 74295 h 74295"/>
                  <a:gd name="connsiteX13" fmla="*/ 10478 w 47625"/>
                  <a:gd name="connsiteY13" fmla="*/ 72390 h 74295"/>
                  <a:gd name="connsiteX14" fmla="*/ 6667 w 47625"/>
                  <a:gd name="connsiteY14" fmla="*/ 72390 h 74295"/>
                  <a:gd name="connsiteX15" fmla="*/ 3810 w 47625"/>
                  <a:gd name="connsiteY15" fmla="*/ 74295 h 74295"/>
                  <a:gd name="connsiteX16" fmla="*/ 953 w 47625"/>
                  <a:gd name="connsiteY16" fmla="*/ 74295 h 74295"/>
                  <a:gd name="connsiteX17" fmla="*/ 953 w 47625"/>
                  <a:gd name="connsiteY17" fmla="*/ 49530 h 74295"/>
                  <a:gd name="connsiteX18" fmla="*/ 3810 w 47625"/>
                  <a:gd name="connsiteY18" fmla="*/ 49530 h 74295"/>
                  <a:gd name="connsiteX19" fmla="*/ 11430 w 47625"/>
                  <a:gd name="connsiteY19" fmla="*/ 65723 h 74295"/>
                  <a:gd name="connsiteX20" fmla="*/ 24765 w 47625"/>
                  <a:gd name="connsiteY20" fmla="*/ 71438 h 74295"/>
                  <a:gd name="connsiteX21" fmla="*/ 33338 w 47625"/>
                  <a:gd name="connsiteY21" fmla="*/ 68580 h 74295"/>
                  <a:gd name="connsiteX22" fmla="*/ 36195 w 47625"/>
                  <a:gd name="connsiteY22" fmla="*/ 60960 h 74295"/>
                  <a:gd name="connsiteX23" fmla="*/ 32385 w 47625"/>
                  <a:gd name="connsiteY23" fmla="*/ 52388 h 74295"/>
                  <a:gd name="connsiteX24" fmla="*/ 18098 w 47625"/>
                  <a:gd name="connsiteY24" fmla="*/ 43815 h 74295"/>
                  <a:gd name="connsiteX25" fmla="*/ 3810 w 47625"/>
                  <a:gd name="connsiteY25" fmla="*/ 34290 h 74295"/>
                  <a:gd name="connsiteX26" fmla="*/ 0 w 47625"/>
                  <a:gd name="connsiteY26" fmla="*/ 23813 h 74295"/>
                  <a:gd name="connsiteX27" fmla="*/ 5715 w 47625"/>
                  <a:gd name="connsiteY27" fmla="*/ 9525 h 74295"/>
                  <a:gd name="connsiteX28" fmla="*/ 20955 w 47625"/>
                  <a:gd name="connsiteY28" fmla="*/ 3810 h 74295"/>
                  <a:gd name="connsiteX29" fmla="*/ 30480 w 47625"/>
                  <a:gd name="connsiteY29" fmla="*/ 5715 h 74295"/>
                  <a:gd name="connsiteX30" fmla="*/ 35242 w 47625"/>
                  <a:gd name="connsiteY30" fmla="*/ 6668 h 74295"/>
                  <a:gd name="connsiteX31" fmla="*/ 37148 w 47625"/>
                  <a:gd name="connsiteY31" fmla="*/ 6668 h 74295"/>
                  <a:gd name="connsiteX32" fmla="*/ 39053 w 47625"/>
                  <a:gd name="connsiteY32" fmla="*/ 4763 h 74295"/>
                  <a:gd name="connsiteX33" fmla="*/ 41910 w 47625"/>
                  <a:gd name="connsiteY33" fmla="*/ 4763 h 74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625" h="74295">
                    <a:moveTo>
                      <a:pt x="41910" y="0"/>
                    </a:moveTo>
                    <a:lnTo>
                      <a:pt x="41910" y="23813"/>
                    </a:lnTo>
                    <a:lnTo>
                      <a:pt x="39053" y="23813"/>
                    </a:lnTo>
                    <a:cubicBezTo>
                      <a:pt x="37148" y="16193"/>
                      <a:pt x="34290" y="11430"/>
                      <a:pt x="31433" y="8573"/>
                    </a:cubicBezTo>
                    <a:cubicBezTo>
                      <a:pt x="28575" y="5715"/>
                      <a:pt x="24765" y="4763"/>
                      <a:pt x="20003" y="4763"/>
                    </a:cubicBezTo>
                    <a:cubicBezTo>
                      <a:pt x="15240" y="4763"/>
                      <a:pt x="13335" y="4763"/>
                      <a:pt x="11430" y="7620"/>
                    </a:cubicBezTo>
                    <a:cubicBezTo>
                      <a:pt x="9525" y="10478"/>
                      <a:pt x="8573" y="11430"/>
                      <a:pt x="8573" y="13335"/>
                    </a:cubicBezTo>
                    <a:cubicBezTo>
                      <a:pt x="8573" y="15240"/>
                      <a:pt x="8573" y="18098"/>
                      <a:pt x="11430" y="20955"/>
                    </a:cubicBezTo>
                    <a:cubicBezTo>
                      <a:pt x="13335" y="22860"/>
                      <a:pt x="16192" y="24765"/>
                      <a:pt x="20955" y="27623"/>
                    </a:cubicBezTo>
                    <a:lnTo>
                      <a:pt x="32385" y="33338"/>
                    </a:lnTo>
                    <a:cubicBezTo>
                      <a:pt x="42863" y="38100"/>
                      <a:pt x="47625" y="44768"/>
                      <a:pt x="47625" y="53340"/>
                    </a:cubicBezTo>
                    <a:cubicBezTo>
                      <a:pt x="47625" y="61913"/>
                      <a:pt x="45720" y="64770"/>
                      <a:pt x="40958" y="68580"/>
                    </a:cubicBezTo>
                    <a:cubicBezTo>
                      <a:pt x="36195" y="72390"/>
                      <a:pt x="30480" y="74295"/>
                      <a:pt x="24765" y="74295"/>
                    </a:cubicBezTo>
                    <a:cubicBezTo>
                      <a:pt x="19050" y="74295"/>
                      <a:pt x="16192" y="74295"/>
                      <a:pt x="10478" y="72390"/>
                    </a:cubicBezTo>
                    <a:cubicBezTo>
                      <a:pt x="8573" y="72390"/>
                      <a:pt x="7620" y="72390"/>
                      <a:pt x="6667" y="72390"/>
                    </a:cubicBezTo>
                    <a:cubicBezTo>
                      <a:pt x="5715" y="72390"/>
                      <a:pt x="4763" y="72390"/>
                      <a:pt x="3810" y="74295"/>
                    </a:cubicBezTo>
                    <a:lnTo>
                      <a:pt x="953" y="74295"/>
                    </a:lnTo>
                    <a:lnTo>
                      <a:pt x="953" y="49530"/>
                    </a:lnTo>
                    <a:lnTo>
                      <a:pt x="3810" y="49530"/>
                    </a:lnTo>
                    <a:cubicBezTo>
                      <a:pt x="4763" y="56198"/>
                      <a:pt x="7620" y="61913"/>
                      <a:pt x="11430" y="65723"/>
                    </a:cubicBezTo>
                    <a:cubicBezTo>
                      <a:pt x="15240" y="69533"/>
                      <a:pt x="20003" y="71438"/>
                      <a:pt x="24765" y="71438"/>
                    </a:cubicBezTo>
                    <a:cubicBezTo>
                      <a:pt x="29528" y="71438"/>
                      <a:pt x="31433" y="70485"/>
                      <a:pt x="33338" y="68580"/>
                    </a:cubicBezTo>
                    <a:cubicBezTo>
                      <a:pt x="35242" y="66675"/>
                      <a:pt x="36195" y="63818"/>
                      <a:pt x="36195" y="60960"/>
                    </a:cubicBezTo>
                    <a:cubicBezTo>
                      <a:pt x="36195" y="58103"/>
                      <a:pt x="35242" y="54293"/>
                      <a:pt x="32385" y="52388"/>
                    </a:cubicBezTo>
                    <a:cubicBezTo>
                      <a:pt x="29528" y="50483"/>
                      <a:pt x="24765" y="46673"/>
                      <a:pt x="18098" y="43815"/>
                    </a:cubicBezTo>
                    <a:cubicBezTo>
                      <a:pt x="11430" y="40958"/>
                      <a:pt x="5715" y="37148"/>
                      <a:pt x="3810" y="34290"/>
                    </a:cubicBezTo>
                    <a:cubicBezTo>
                      <a:pt x="1905" y="31433"/>
                      <a:pt x="0" y="27623"/>
                      <a:pt x="0" y="23813"/>
                    </a:cubicBezTo>
                    <a:cubicBezTo>
                      <a:pt x="0" y="20003"/>
                      <a:pt x="1905" y="13335"/>
                      <a:pt x="5715" y="9525"/>
                    </a:cubicBezTo>
                    <a:cubicBezTo>
                      <a:pt x="9525" y="5715"/>
                      <a:pt x="14288" y="3810"/>
                      <a:pt x="20955" y="3810"/>
                    </a:cubicBezTo>
                    <a:cubicBezTo>
                      <a:pt x="27623" y="3810"/>
                      <a:pt x="26670" y="3810"/>
                      <a:pt x="30480" y="5715"/>
                    </a:cubicBezTo>
                    <a:cubicBezTo>
                      <a:pt x="33338" y="5715"/>
                      <a:pt x="34290" y="6668"/>
                      <a:pt x="35242" y="6668"/>
                    </a:cubicBezTo>
                    <a:cubicBezTo>
                      <a:pt x="36195" y="6668"/>
                      <a:pt x="36195" y="6668"/>
                      <a:pt x="37148" y="6668"/>
                    </a:cubicBezTo>
                    <a:cubicBezTo>
                      <a:pt x="38100" y="6668"/>
                      <a:pt x="38100" y="5715"/>
                      <a:pt x="39053" y="4763"/>
                    </a:cubicBezTo>
                    <a:lnTo>
                      <a:pt x="41910" y="4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73" name="Graphic 4">
              <a:extLst>
                <a:ext uri="{FF2B5EF4-FFF2-40B4-BE49-F238E27FC236}">
                  <a16:creationId xmlns:a16="http://schemas.microsoft.com/office/drawing/2014/main" id="{0BED819F-705B-8764-80B5-35E6D080C04F}"/>
                </a:ext>
              </a:extLst>
            </p:cNvPr>
            <p:cNvGrpSpPr/>
            <p:nvPr/>
          </p:nvGrpSpPr>
          <p:grpSpPr>
            <a:xfrm>
              <a:off x="7218997" y="2225992"/>
              <a:ext cx="322897" cy="1289685"/>
              <a:chOff x="7218997" y="2225992"/>
              <a:chExt cx="322897" cy="1289685"/>
            </a:xfrm>
            <a:solidFill>
              <a:srgbClr val="000000"/>
            </a:solidFill>
          </p:grpSpPr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0E47E250-0EA1-D2FF-5C96-8AE222BD1CD9}"/>
                  </a:ext>
                </a:extLst>
              </p:cNvPr>
              <p:cNvSpPr/>
              <p:nvPr/>
            </p:nvSpPr>
            <p:spPr>
              <a:xfrm>
                <a:off x="7223759" y="3356609"/>
                <a:ext cx="100965" cy="83820"/>
              </a:xfrm>
              <a:custGeom>
                <a:avLst/>
                <a:gdLst>
                  <a:gd name="connsiteX0" fmla="*/ 0 w 100965"/>
                  <a:gd name="connsiteY0" fmla="*/ 953 h 83820"/>
                  <a:gd name="connsiteX1" fmla="*/ 23813 w 100965"/>
                  <a:gd name="connsiteY1" fmla="*/ 953 h 83820"/>
                  <a:gd name="connsiteX2" fmla="*/ 23813 w 100965"/>
                  <a:gd name="connsiteY2" fmla="*/ 2858 h 83820"/>
                  <a:gd name="connsiteX3" fmla="*/ 15240 w 100965"/>
                  <a:gd name="connsiteY3" fmla="*/ 4763 h 83820"/>
                  <a:gd name="connsiteX4" fmla="*/ 8572 w 100965"/>
                  <a:gd name="connsiteY4" fmla="*/ 10478 h 83820"/>
                  <a:gd name="connsiteX5" fmla="*/ 6668 w 100965"/>
                  <a:gd name="connsiteY5" fmla="*/ 20955 h 83820"/>
                  <a:gd name="connsiteX6" fmla="*/ 6668 w 100965"/>
                  <a:gd name="connsiteY6" fmla="*/ 35243 h 83820"/>
                  <a:gd name="connsiteX7" fmla="*/ 83820 w 100965"/>
                  <a:gd name="connsiteY7" fmla="*/ 35243 h 83820"/>
                  <a:gd name="connsiteX8" fmla="*/ 95250 w 100965"/>
                  <a:gd name="connsiteY8" fmla="*/ 33338 h 83820"/>
                  <a:gd name="connsiteX9" fmla="*/ 98108 w 100965"/>
                  <a:gd name="connsiteY9" fmla="*/ 24765 h 83820"/>
                  <a:gd name="connsiteX10" fmla="*/ 98108 w 100965"/>
                  <a:gd name="connsiteY10" fmla="*/ 20955 h 83820"/>
                  <a:gd name="connsiteX11" fmla="*/ 100965 w 100965"/>
                  <a:gd name="connsiteY11" fmla="*/ 20955 h 83820"/>
                  <a:gd name="connsiteX12" fmla="*/ 100965 w 100965"/>
                  <a:gd name="connsiteY12" fmla="*/ 63818 h 83820"/>
                  <a:gd name="connsiteX13" fmla="*/ 98108 w 100965"/>
                  <a:gd name="connsiteY13" fmla="*/ 63818 h 83820"/>
                  <a:gd name="connsiteX14" fmla="*/ 98108 w 100965"/>
                  <a:gd name="connsiteY14" fmla="*/ 60008 h 83820"/>
                  <a:gd name="connsiteX15" fmla="*/ 94297 w 100965"/>
                  <a:gd name="connsiteY15" fmla="*/ 50483 h 83820"/>
                  <a:gd name="connsiteX16" fmla="*/ 83820 w 100965"/>
                  <a:gd name="connsiteY16" fmla="*/ 48578 h 83820"/>
                  <a:gd name="connsiteX17" fmla="*/ 6668 w 100965"/>
                  <a:gd name="connsiteY17" fmla="*/ 48578 h 83820"/>
                  <a:gd name="connsiteX18" fmla="*/ 6668 w 100965"/>
                  <a:gd name="connsiteY18" fmla="*/ 60960 h 83820"/>
                  <a:gd name="connsiteX19" fmla="*/ 7620 w 100965"/>
                  <a:gd name="connsiteY19" fmla="*/ 71438 h 83820"/>
                  <a:gd name="connsiteX20" fmla="*/ 13335 w 100965"/>
                  <a:gd name="connsiteY20" fmla="*/ 78105 h 83820"/>
                  <a:gd name="connsiteX21" fmla="*/ 23813 w 100965"/>
                  <a:gd name="connsiteY21" fmla="*/ 80963 h 83820"/>
                  <a:gd name="connsiteX22" fmla="*/ 23813 w 100965"/>
                  <a:gd name="connsiteY22" fmla="*/ 83820 h 83820"/>
                  <a:gd name="connsiteX23" fmla="*/ 0 w 100965"/>
                  <a:gd name="connsiteY23" fmla="*/ 83820 h 83820"/>
                  <a:gd name="connsiteX24" fmla="*/ 0 w 100965"/>
                  <a:gd name="connsiteY24" fmla="*/ 0 h 8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00965" h="83820">
                    <a:moveTo>
                      <a:pt x="0" y="953"/>
                    </a:moveTo>
                    <a:lnTo>
                      <a:pt x="23813" y="953"/>
                    </a:lnTo>
                    <a:cubicBezTo>
                      <a:pt x="23813" y="0"/>
                      <a:pt x="23813" y="2858"/>
                      <a:pt x="23813" y="2858"/>
                    </a:cubicBezTo>
                    <a:cubicBezTo>
                      <a:pt x="20003" y="2858"/>
                      <a:pt x="17145" y="3810"/>
                      <a:pt x="15240" y="4763"/>
                    </a:cubicBezTo>
                    <a:cubicBezTo>
                      <a:pt x="12383" y="6668"/>
                      <a:pt x="10478" y="8573"/>
                      <a:pt x="8572" y="10478"/>
                    </a:cubicBezTo>
                    <a:cubicBezTo>
                      <a:pt x="6668" y="12383"/>
                      <a:pt x="6668" y="16193"/>
                      <a:pt x="6668" y="20955"/>
                    </a:cubicBezTo>
                    <a:lnTo>
                      <a:pt x="6668" y="35243"/>
                    </a:lnTo>
                    <a:lnTo>
                      <a:pt x="83820" y="35243"/>
                    </a:lnTo>
                    <a:cubicBezTo>
                      <a:pt x="90488" y="35243"/>
                      <a:pt x="94297" y="35243"/>
                      <a:pt x="95250" y="33338"/>
                    </a:cubicBezTo>
                    <a:cubicBezTo>
                      <a:pt x="97155" y="31433"/>
                      <a:pt x="98108" y="28575"/>
                      <a:pt x="98108" y="24765"/>
                    </a:cubicBezTo>
                    <a:lnTo>
                      <a:pt x="98108" y="20955"/>
                    </a:lnTo>
                    <a:lnTo>
                      <a:pt x="100965" y="20955"/>
                    </a:lnTo>
                    <a:lnTo>
                      <a:pt x="100965" y="63818"/>
                    </a:lnTo>
                    <a:lnTo>
                      <a:pt x="98108" y="63818"/>
                    </a:lnTo>
                    <a:lnTo>
                      <a:pt x="98108" y="60008"/>
                    </a:lnTo>
                    <a:cubicBezTo>
                      <a:pt x="98108" y="56198"/>
                      <a:pt x="97155" y="52388"/>
                      <a:pt x="94297" y="50483"/>
                    </a:cubicBezTo>
                    <a:cubicBezTo>
                      <a:pt x="92393" y="49530"/>
                      <a:pt x="89535" y="48578"/>
                      <a:pt x="83820" y="48578"/>
                    </a:cubicBezTo>
                    <a:lnTo>
                      <a:pt x="6668" y="48578"/>
                    </a:lnTo>
                    <a:lnTo>
                      <a:pt x="6668" y="60960"/>
                    </a:lnTo>
                    <a:cubicBezTo>
                      <a:pt x="6668" y="65723"/>
                      <a:pt x="6668" y="68580"/>
                      <a:pt x="7620" y="71438"/>
                    </a:cubicBezTo>
                    <a:cubicBezTo>
                      <a:pt x="7620" y="74295"/>
                      <a:pt x="10478" y="76200"/>
                      <a:pt x="13335" y="78105"/>
                    </a:cubicBezTo>
                    <a:cubicBezTo>
                      <a:pt x="16193" y="80010"/>
                      <a:pt x="20003" y="80963"/>
                      <a:pt x="23813" y="80963"/>
                    </a:cubicBezTo>
                    <a:lnTo>
                      <a:pt x="23813" y="83820"/>
                    </a:lnTo>
                    <a:lnTo>
                      <a:pt x="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356565D1-FDC5-DC7A-064D-B46A43279E67}"/>
                  </a:ext>
                </a:extLst>
              </p:cNvPr>
              <p:cNvSpPr/>
              <p:nvPr/>
            </p:nvSpPr>
            <p:spPr>
              <a:xfrm>
                <a:off x="7254240" y="3307079"/>
                <a:ext cx="71437" cy="50482"/>
              </a:xfrm>
              <a:custGeom>
                <a:avLst/>
                <a:gdLst>
                  <a:gd name="connsiteX0" fmla="*/ 953 w 71437"/>
                  <a:gd name="connsiteY0" fmla="*/ 26670 h 50482"/>
                  <a:gd name="connsiteX1" fmla="*/ 16192 w 71437"/>
                  <a:gd name="connsiteY1" fmla="*/ 26670 h 50482"/>
                  <a:gd name="connsiteX2" fmla="*/ 953 w 71437"/>
                  <a:gd name="connsiteY2" fmla="*/ 9525 h 50482"/>
                  <a:gd name="connsiteX3" fmla="*/ 3810 w 71437"/>
                  <a:gd name="connsiteY3" fmla="*/ 2858 h 50482"/>
                  <a:gd name="connsiteX4" fmla="*/ 9525 w 71437"/>
                  <a:gd name="connsiteY4" fmla="*/ 0 h 50482"/>
                  <a:gd name="connsiteX5" fmla="*/ 14288 w 71437"/>
                  <a:gd name="connsiteY5" fmla="*/ 1905 h 50482"/>
                  <a:gd name="connsiteX6" fmla="*/ 16192 w 71437"/>
                  <a:gd name="connsiteY6" fmla="*/ 6667 h 50482"/>
                  <a:gd name="connsiteX7" fmla="*/ 13335 w 71437"/>
                  <a:gd name="connsiteY7" fmla="*/ 12383 h 50482"/>
                  <a:gd name="connsiteX8" fmla="*/ 10478 w 71437"/>
                  <a:gd name="connsiteY8" fmla="*/ 17145 h 50482"/>
                  <a:gd name="connsiteX9" fmla="*/ 12382 w 71437"/>
                  <a:gd name="connsiteY9" fmla="*/ 20003 h 50482"/>
                  <a:gd name="connsiteX10" fmla="*/ 22860 w 71437"/>
                  <a:gd name="connsiteY10" fmla="*/ 26670 h 50482"/>
                  <a:gd name="connsiteX11" fmla="*/ 55245 w 71437"/>
                  <a:gd name="connsiteY11" fmla="*/ 26670 h 50482"/>
                  <a:gd name="connsiteX12" fmla="*/ 63817 w 71437"/>
                  <a:gd name="connsiteY12" fmla="*/ 25717 h 50482"/>
                  <a:gd name="connsiteX13" fmla="*/ 67628 w 71437"/>
                  <a:gd name="connsiteY13" fmla="*/ 21908 h 50482"/>
                  <a:gd name="connsiteX14" fmla="*/ 68580 w 71437"/>
                  <a:gd name="connsiteY14" fmla="*/ 15240 h 50482"/>
                  <a:gd name="connsiteX15" fmla="*/ 71438 w 71437"/>
                  <a:gd name="connsiteY15" fmla="*/ 15240 h 50482"/>
                  <a:gd name="connsiteX16" fmla="*/ 71438 w 71437"/>
                  <a:gd name="connsiteY16" fmla="*/ 50483 h 50482"/>
                  <a:gd name="connsiteX17" fmla="*/ 68580 w 71437"/>
                  <a:gd name="connsiteY17" fmla="*/ 50483 h 50482"/>
                  <a:gd name="connsiteX18" fmla="*/ 66675 w 71437"/>
                  <a:gd name="connsiteY18" fmla="*/ 42863 h 50482"/>
                  <a:gd name="connsiteX19" fmla="*/ 62865 w 71437"/>
                  <a:gd name="connsiteY19" fmla="*/ 40005 h 50482"/>
                  <a:gd name="connsiteX20" fmla="*/ 55245 w 71437"/>
                  <a:gd name="connsiteY20" fmla="*/ 40005 h 50482"/>
                  <a:gd name="connsiteX21" fmla="*/ 28575 w 71437"/>
                  <a:gd name="connsiteY21" fmla="*/ 40005 h 50482"/>
                  <a:gd name="connsiteX22" fmla="*/ 14288 w 71437"/>
                  <a:gd name="connsiteY22" fmla="*/ 40005 h 50482"/>
                  <a:gd name="connsiteX23" fmla="*/ 11430 w 71437"/>
                  <a:gd name="connsiteY23" fmla="*/ 41910 h 50482"/>
                  <a:gd name="connsiteX24" fmla="*/ 10478 w 71437"/>
                  <a:gd name="connsiteY24" fmla="*/ 44767 h 50482"/>
                  <a:gd name="connsiteX25" fmla="*/ 11430 w 71437"/>
                  <a:gd name="connsiteY25" fmla="*/ 49530 h 50482"/>
                  <a:gd name="connsiteX26" fmla="*/ 8572 w 71437"/>
                  <a:gd name="connsiteY26" fmla="*/ 49530 h 50482"/>
                  <a:gd name="connsiteX27" fmla="*/ 0 w 71437"/>
                  <a:gd name="connsiteY27" fmla="*/ 29528 h 50482"/>
                  <a:gd name="connsiteX28" fmla="*/ 0 w 71437"/>
                  <a:gd name="connsiteY28" fmla="*/ 26670 h 5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1437" h="50482">
                    <a:moveTo>
                      <a:pt x="953" y="26670"/>
                    </a:moveTo>
                    <a:lnTo>
                      <a:pt x="16192" y="26670"/>
                    </a:lnTo>
                    <a:cubicBezTo>
                      <a:pt x="5715" y="20955"/>
                      <a:pt x="953" y="15240"/>
                      <a:pt x="953" y="9525"/>
                    </a:cubicBezTo>
                    <a:cubicBezTo>
                      <a:pt x="953" y="3810"/>
                      <a:pt x="953" y="4763"/>
                      <a:pt x="3810" y="2858"/>
                    </a:cubicBezTo>
                    <a:cubicBezTo>
                      <a:pt x="6667" y="953"/>
                      <a:pt x="7620" y="0"/>
                      <a:pt x="9525" y="0"/>
                    </a:cubicBezTo>
                    <a:cubicBezTo>
                      <a:pt x="11430" y="0"/>
                      <a:pt x="13335" y="0"/>
                      <a:pt x="14288" y="1905"/>
                    </a:cubicBezTo>
                    <a:cubicBezTo>
                      <a:pt x="15240" y="3810"/>
                      <a:pt x="16192" y="4763"/>
                      <a:pt x="16192" y="6667"/>
                    </a:cubicBezTo>
                    <a:cubicBezTo>
                      <a:pt x="16192" y="8573"/>
                      <a:pt x="16192" y="10478"/>
                      <a:pt x="13335" y="12383"/>
                    </a:cubicBezTo>
                    <a:cubicBezTo>
                      <a:pt x="10478" y="14288"/>
                      <a:pt x="10478" y="16192"/>
                      <a:pt x="10478" y="17145"/>
                    </a:cubicBezTo>
                    <a:cubicBezTo>
                      <a:pt x="10478" y="18098"/>
                      <a:pt x="10478" y="19050"/>
                      <a:pt x="12382" y="20003"/>
                    </a:cubicBezTo>
                    <a:cubicBezTo>
                      <a:pt x="14288" y="21908"/>
                      <a:pt x="18097" y="24765"/>
                      <a:pt x="22860" y="26670"/>
                    </a:cubicBezTo>
                    <a:lnTo>
                      <a:pt x="55245" y="26670"/>
                    </a:lnTo>
                    <a:cubicBezTo>
                      <a:pt x="59055" y="26670"/>
                      <a:pt x="61913" y="26670"/>
                      <a:pt x="63817" y="25717"/>
                    </a:cubicBezTo>
                    <a:cubicBezTo>
                      <a:pt x="64770" y="25717"/>
                      <a:pt x="66675" y="23813"/>
                      <a:pt x="67628" y="21908"/>
                    </a:cubicBezTo>
                    <a:cubicBezTo>
                      <a:pt x="68580" y="20003"/>
                      <a:pt x="68580" y="18098"/>
                      <a:pt x="68580" y="15240"/>
                    </a:cubicBezTo>
                    <a:lnTo>
                      <a:pt x="71438" y="15240"/>
                    </a:lnTo>
                    <a:lnTo>
                      <a:pt x="71438" y="50483"/>
                    </a:lnTo>
                    <a:lnTo>
                      <a:pt x="68580" y="50483"/>
                    </a:lnTo>
                    <a:cubicBezTo>
                      <a:pt x="68580" y="46673"/>
                      <a:pt x="68580" y="44767"/>
                      <a:pt x="66675" y="42863"/>
                    </a:cubicBezTo>
                    <a:cubicBezTo>
                      <a:pt x="66675" y="41910"/>
                      <a:pt x="64770" y="40958"/>
                      <a:pt x="62865" y="40005"/>
                    </a:cubicBezTo>
                    <a:cubicBezTo>
                      <a:pt x="62865" y="40005"/>
                      <a:pt x="60007" y="40005"/>
                      <a:pt x="55245" y="40005"/>
                    </a:cubicBezTo>
                    <a:lnTo>
                      <a:pt x="28575" y="40005"/>
                    </a:lnTo>
                    <a:cubicBezTo>
                      <a:pt x="20955" y="40005"/>
                      <a:pt x="16192" y="40005"/>
                      <a:pt x="14288" y="40005"/>
                    </a:cubicBezTo>
                    <a:cubicBezTo>
                      <a:pt x="12382" y="40005"/>
                      <a:pt x="11430" y="40005"/>
                      <a:pt x="11430" y="41910"/>
                    </a:cubicBezTo>
                    <a:cubicBezTo>
                      <a:pt x="11430" y="43815"/>
                      <a:pt x="10478" y="43815"/>
                      <a:pt x="10478" y="44767"/>
                    </a:cubicBezTo>
                    <a:cubicBezTo>
                      <a:pt x="10478" y="45720"/>
                      <a:pt x="10478" y="47625"/>
                      <a:pt x="11430" y="49530"/>
                    </a:cubicBezTo>
                    <a:lnTo>
                      <a:pt x="8572" y="49530"/>
                    </a:lnTo>
                    <a:cubicBezTo>
                      <a:pt x="8572" y="49530"/>
                      <a:pt x="0" y="29528"/>
                      <a:pt x="0" y="29528"/>
                    </a:cubicBezTo>
                    <a:lnTo>
                      <a:pt x="0" y="2667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871A4915-DCCA-B48F-F35A-803B2DED8A30}"/>
                  </a:ext>
                </a:extLst>
              </p:cNvPr>
              <p:cNvSpPr/>
              <p:nvPr/>
            </p:nvSpPr>
            <p:spPr>
              <a:xfrm>
                <a:off x="7256144" y="3243262"/>
                <a:ext cx="71437" cy="59054"/>
              </a:xfrm>
              <a:custGeom>
                <a:avLst/>
                <a:gdLst>
                  <a:gd name="connsiteX0" fmla="*/ 59055 w 71437"/>
                  <a:gd name="connsiteY0" fmla="*/ 20955 h 59054"/>
                  <a:gd name="connsiteX1" fmla="*/ 68580 w 71437"/>
                  <a:gd name="connsiteY1" fmla="*/ 34290 h 59054"/>
                  <a:gd name="connsiteX2" fmla="*/ 70485 w 71437"/>
                  <a:gd name="connsiteY2" fmla="*/ 42863 h 59054"/>
                  <a:gd name="connsiteX3" fmla="*/ 65723 w 71437"/>
                  <a:gd name="connsiteY3" fmla="*/ 54292 h 59054"/>
                  <a:gd name="connsiteX4" fmla="*/ 53340 w 71437"/>
                  <a:gd name="connsiteY4" fmla="*/ 59055 h 59054"/>
                  <a:gd name="connsiteX5" fmla="*/ 44768 w 71437"/>
                  <a:gd name="connsiteY5" fmla="*/ 57150 h 59054"/>
                  <a:gd name="connsiteX6" fmla="*/ 35243 w 71437"/>
                  <a:gd name="connsiteY6" fmla="*/ 46672 h 59054"/>
                  <a:gd name="connsiteX7" fmla="*/ 24765 w 71437"/>
                  <a:gd name="connsiteY7" fmla="*/ 21908 h 59054"/>
                  <a:gd name="connsiteX8" fmla="*/ 21908 w 71437"/>
                  <a:gd name="connsiteY8" fmla="*/ 21908 h 59054"/>
                  <a:gd name="connsiteX9" fmla="*/ 7620 w 71437"/>
                  <a:gd name="connsiteY9" fmla="*/ 24765 h 59054"/>
                  <a:gd name="connsiteX10" fmla="*/ 3810 w 71437"/>
                  <a:gd name="connsiteY10" fmla="*/ 34290 h 59054"/>
                  <a:gd name="connsiteX11" fmla="*/ 6668 w 71437"/>
                  <a:gd name="connsiteY11" fmla="*/ 41910 h 59054"/>
                  <a:gd name="connsiteX12" fmla="*/ 12383 w 71437"/>
                  <a:gd name="connsiteY12" fmla="*/ 44767 h 59054"/>
                  <a:gd name="connsiteX13" fmla="*/ 17145 w 71437"/>
                  <a:gd name="connsiteY13" fmla="*/ 44767 h 59054"/>
                  <a:gd name="connsiteX14" fmla="*/ 22860 w 71437"/>
                  <a:gd name="connsiteY14" fmla="*/ 46672 h 59054"/>
                  <a:gd name="connsiteX15" fmla="*/ 24765 w 71437"/>
                  <a:gd name="connsiteY15" fmla="*/ 51435 h 59054"/>
                  <a:gd name="connsiteX16" fmla="*/ 22860 w 71437"/>
                  <a:gd name="connsiteY16" fmla="*/ 56197 h 59054"/>
                  <a:gd name="connsiteX17" fmla="*/ 17145 w 71437"/>
                  <a:gd name="connsiteY17" fmla="*/ 58103 h 59054"/>
                  <a:gd name="connsiteX18" fmla="*/ 5715 w 71437"/>
                  <a:gd name="connsiteY18" fmla="*/ 51435 h 59054"/>
                  <a:gd name="connsiteX19" fmla="*/ 0 w 71437"/>
                  <a:gd name="connsiteY19" fmla="*/ 33338 h 59054"/>
                  <a:gd name="connsiteX20" fmla="*/ 2858 w 71437"/>
                  <a:gd name="connsiteY20" fmla="*/ 18097 h 59054"/>
                  <a:gd name="connsiteX21" fmla="*/ 10478 w 71437"/>
                  <a:gd name="connsiteY21" fmla="*/ 11430 h 59054"/>
                  <a:gd name="connsiteX22" fmla="*/ 23813 w 71437"/>
                  <a:gd name="connsiteY22" fmla="*/ 10478 h 59054"/>
                  <a:gd name="connsiteX23" fmla="*/ 46673 w 71437"/>
                  <a:gd name="connsiteY23" fmla="*/ 10478 h 59054"/>
                  <a:gd name="connsiteX24" fmla="*/ 59055 w 71437"/>
                  <a:gd name="connsiteY24" fmla="*/ 10478 h 59054"/>
                  <a:gd name="connsiteX25" fmla="*/ 61913 w 71437"/>
                  <a:gd name="connsiteY25" fmla="*/ 9525 h 59054"/>
                  <a:gd name="connsiteX26" fmla="*/ 61913 w 71437"/>
                  <a:gd name="connsiteY26" fmla="*/ 7620 h 59054"/>
                  <a:gd name="connsiteX27" fmla="*/ 61913 w 71437"/>
                  <a:gd name="connsiteY27" fmla="*/ 5715 h 59054"/>
                  <a:gd name="connsiteX28" fmla="*/ 56198 w 71437"/>
                  <a:gd name="connsiteY28" fmla="*/ 0 h 59054"/>
                  <a:gd name="connsiteX29" fmla="*/ 60008 w 71437"/>
                  <a:gd name="connsiteY29" fmla="*/ 0 h 59054"/>
                  <a:gd name="connsiteX30" fmla="*/ 71438 w 71437"/>
                  <a:gd name="connsiteY30" fmla="*/ 16192 h 59054"/>
                  <a:gd name="connsiteX31" fmla="*/ 68580 w 71437"/>
                  <a:gd name="connsiteY31" fmla="*/ 21908 h 59054"/>
                  <a:gd name="connsiteX32" fmla="*/ 60008 w 71437"/>
                  <a:gd name="connsiteY32" fmla="*/ 23813 h 59054"/>
                  <a:gd name="connsiteX33" fmla="*/ 54293 w 71437"/>
                  <a:gd name="connsiteY33" fmla="*/ 20955 h 59054"/>
                  <a:gd name="connsiteX34" fmla="*/ 28575 w 71437"/>
                  <a:gd name="connsiteY34" fmla="*/ 20955 h 59054"/>
                  <a:gd name="connsiteX35" fmla="*/ 35243 w 71437"/>
                  <a:gd name="connsiteY35" fmla="*/ 35242 h 59054"/>
                  <a:gd name="connsiteX36" fmla="*/ 41910 w 71437"/>
                  <a:gd name="connsiteY36" fmla="*/ 43815 h 59054"/>
                  <a:gd name="connsiteX37" fmla="*/ 49530 w 71437"/>
                  <a:gd name="connsiteY37" fmla="*/ 46672 h 59054"/>
                  <a:gd name="connsiteX38" fmla="*/ 58103 w 71437"/>
                  <a:gd name="connsiteY38" fmla="*/ 43815 h 59054"/>
                  <a:gd name="connsiteX39" fmla="*/ 61913 w 71437"/>
                  <a:gd name="connsiteY39" fmla="*/ 36195 h 59054"/>
                  <a:gd name="connsiteX40" fmla="*/ 54293 w 71437"/>
                  <a:gd name="connsiteY40" fmla="*/ 20955 h 59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1437" h="59054">
                    <a:moveTo>
                      <a:pt x="59055" y="20955"/>
                    </a:moveTo>
                    <a:cubicBezTo>
                      <a:pt x="64770" y="27622"/>
                      <a:pt x="67628" y="32385"/>
                      <a:pt x="68580" y="34290"/>
                    </a:cubicBezTo>
                    <a:cubicBezTo>
                      <a:pt x="69533" y="37147"/>
                      <a:pt x="70485" y="40005"/>
                      <a:pt x="70485" y="42863"/>
                    </a:cubicBezTo>
                    <a:cubicBezTo>
                      <a:pt x="70485" y="47625"/>
                      <a:pt x="68580" y="51435"/>
                      <a:pt x="65723" y="54292"/>
                    </a:cubicBezTo>
                    <a:cubicBezTo>
                      <a:pt x="62865" y="57150"/>
                      <a:pt x="58103" y="59055"/>
                      <a:pt x="53340" y="59055"/>
                    </a:cubicBezTo>
                    <a:cubicBezTo>
                      <a:pt x="48578" y="59055"/>
                      <a:pt x="46673" y="59055"/>
                      <a:pt x="44768" y="57150"/>
                    </a:cubicBezTo>
                    <a:cubicBezTo>
                      <a:pt x="40958" y="55245"/>
                      <a:pt x="38100" y="51435"/>
                      <a:pt x="35243" y="46672"/>
                    </a:cubicBezTo>
                    <a:cubicBezTo>
                      <a:pt x="32385" y="41910"/>
                      <a:pt x="28575" y="33338"/>
                      <a:pt x="24765" y="21908"/>
                    </a:cubicBezTo>
                    <a:lnTo>
                      <a:pt x="21908" y="21908"/>
                    </a:lnTo>
                    <a:cubicBezTo>
                      <a:pt x="15240" y="21908"/>
                      <a:pt x="10478" y="22860"/>
                      <a:pt x="7620" y="24765"/>
                    </a:cubicBezTo>
                    <a:cubicBezTo>
                      <a:pt x="4763" y="26670"/>
                      <a:pt x="3810" y="30480"/>
                      <a:pt x="3810" y="34290"/>
                    </a:cubicBezTo>
                    <a:cubicBezTo>
                      <a:pt x="3810" y="38100"/>
                      <a:pt x="3810" y="40005"/>
                      <a:pt x="6668" y="41910"/>
                    </a:cubicBezTo>
                    <a:cubicBezTo>
                      <a:pt x="8573" y="43815"/>
                      <a:pt x="10478" y="44767"/>
                      <a:pt x="12383" y="44767"/>
                    </a:cubicBezTo>
                    <a:lnTo>
                      <a:pt x="17145" y="44767"/>
                    </a:lnTo>
                    <a:cubicBezTo>
                      <a:pt x="19050" y="44767"/>
                      <a:pt x="20955" y="44767"/>
                      <a:pt x="22860" y="46672"/>
                    </a:cubicBezTo>
                    <a:cubicBezTo>
                      <a:pt x="24765" y="48578"/>
                      <a:pt x="24765" y="49530"/>
                      <a:pt x="24765" y="51435"/>
                    </a:cubicBezTo>
                    <a:cubicBezTo>
                      <a:pt x="24765" y="53340"/>
                      <a:pt x="24765" y="55245"/>
                      <a:pt x="22860" y="56197"/>
                    </a:cubicBezTo>
                    <a:cubicBezTo>
                      <a:pt x="20955" y="57150"/>
                      <a:pt x="20003" y="58103"/>
                      <a:pt x="17145" y="58103"/>
                    </a:cubicBezTo>
                    <a:cubicBezTo>
                      <a:pt x="13335" y="58103"/>
                      <a:pt x="8573" y="56197"/>
                      <a:pt x="5715" y="51435"/>
                    </a:cubicBezTo>
                    <a:cubicBezTo>
                      <a:pt x="2858" y="46672"/>
                      <a:pt x="0" y="40958"/>
                      <a:pt x="0" y="33338"/>
                    </a:cubicBezTo>
                    <a:cubicBezTo>
                      <a:pt x="0" y="25717"/>
                      <a:pt x="953" y="21908"/>
                      <a:pt x="2858" y="18097"/>
                    </a:cubicBezTo>
                    <a:cubicBezTo>
                      <a:pt x="4763" y="15240"/>
                      <a:pt x="6668" y="13335"/>
                      <a:pt x="10478" y="11430"/>
                    </a:cubicBezTo>
                    <a:cubicBezTo>
                      <a:pt x="12383" y="11430"/>
                      <a:pt x="17145" y="10478"/>
                      <a:pt x="23813" y="10478"/>
                    </a:cubicBezTo>
                    <a:lnTo>
                      <a:pt x="46673" y="10478"/>
                    </a:lnTo>
                    <a:cubicBezTo>
                      <a:pt x="53340" y="10478"/>
                      <a:pt x="57150" y="10478"/>
                      <a:pt x="59055" y="10478"/>
                    </a:cubicBezTo>
                    <a:cubicBezTo>
                      <a:pt x="60960" y="10478"/>
                      <a:pt x="61913" y="10478"/>
                      <a:pt x="61913" y="9525"/>
                    </a:cubicBezTo>
                    <a:cubicBezTo>
                      <a:pt x="61913" y="8572"/>
                      <a:pt x="61913" y="8572"/>
                      <a:pt x="61913" y="7620"/>
                    </a:cubicBezTo>
                    <a:cubicBezTo>
                      <a:pt x="61913" y="6667"/>
                      <a:pt x="61913" y="5715"/>
                      <a:pt x="61913" y="5715"/>
                    </a:cubicBezTo>
                    <a:cubicBezTo>
                      <a:pt x="61913" y="4763"/>
                      <a:pt x="59055" y="2858"/>
                      <a:pt x="56198" y="0"/>
                    </a:cubicBezTo>
                    <a:lnTo>
                      <a:pt x="60008" y="0"/>
                    </a:lnTo>
                    <a:cubicBezTo>
                      <a:pt x="67628" y="5715"/>
                      <a:pt x="71438" y="10478"/>
                      <a:pt x="71438" y="16192"/>
                    </a:cubicBezTo>
                    <a:cubicBezTo>
                      <a:pt x="71438" y="21908"/>
                      <a:pt x="71438" y="20955"/>
                      <a:pt x="68580" y="21908"/>
                    </a:cubicBezTo>
                    <a:cubicBezTo>
                      <a:pt x="65723" y="22860"/>
                      <a:pt x="63818" y="23813"/>
                      <a:pt x="60008" y="23813"/>
                    </a:cubicBezTo>
                    <a:close/>
                    <a:moveTo>
                      <a:pt x="54293" y="20955"/>
                    </a:moveTo>
                    <a:lnTo>
                      <a:pt x="28575" y="20955"/>
                    </a:lnTo>
                    <a:cubicBezTo>
                      <a:pt x="31433" y="28575"/>
                      <a:pt x="33338" y="33338"/>
                      <a:pt x="35243" y="35242"/>
                    </a:cubicBezTo>
                    <a:cubicBezTo>
                      <a:pt x="37148" y="39053"/>
                      <a:pt x="40005" y="41910"/>
                      <a:pt x="41910" y="43815"/>
                    </a:cubicBezTo>
                    <a:cubicBezTo>
                      <a:pt x="43815" y="45720"/>
                      <a:pt x="46673" y="46672"/>
                      <a:pt x="49530" y="46672"/>
                    </a:cubicBezTo>
                    <a:cubicBezTo>
                      <a:pt x="52388" y="46672"/>
                      <a:pt x="56198" y="45720"/>
                      <a:pt x="58103" y="43815"/>
                    </a:cubicBezTo>
                    <a:cubicBezTo>
                      <a:pt x="60008" y="41910"/>
                      <a:pt x="61913" y="39053"/>
                      <a:pt x="61913" y="36195"/>
                    </a:cubicBezTo>
                    <a:cubicBezTo>
                      <a:pt x="61913" y="33338"/>
                      <a:pt x="59055" y="27622"/>
                      <a:pt x="54293" y="209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5B2415B2-6954-2BC6-E787-5F6A8878AD2A}"/>
                  </a:ext>
                </a:extLst>
              </p:cNvPr>
              <p:cNvSpPr/>
              <p:nvPr/>
            </p:nvSpPr>
            <p:spPr>
              <a:xfrm>
                <a:off x="7254240" y="3163252"/>
                <a:ext cx="72390" cy="75247"/>
              </a:xfrm>
              <a:custGeom>
                <a:avLst/>
                <a:gdLst>
                  <a:gd name="connsiteX0" fmla="*/ 15240 w 72390"/>
                  <a:gd name="connsiteY0" fmla="*/ 51435 h 75247"/>
                  <a:gd name="connsiteX1" fmla="*/ 953 w 72390"/>
                  <a:gd name="connsiteY1" fmla="*/ 28575 h 75247"/>
                  <a:gd name="connsiteX2" fmla="*/ 3810 w 72390"/>
                  <a:gd name="connsiteY2" fmla="*/ 19050 h 75247"/>
                  <a:gd name="connsiteX3" fmla="*/ 13335 w 72390"/>
                  <a:gd name="connsiteY3" fmla="*/ 12382 h 75247"/>
                  <a:gd name="connsiteX4" fmla="*/ 26670 w 72390"/>
                  <a:gd name="connsiteY4" fmla="*/ 10477 h 75247"/>
                  <a:gd name="connsiteX5" fmla="*/ 56197 w 72390"/>
                  <a:gd name="connsiteY5" fmla="*/ 10477 h 75247"/>
                  <a:gd name="connsiteX6" fmla="*/ 64770 w 72390"/>
                  <a:gd name="connsiteY6" fmla="*/ 9525 h 75247"/>
                  <a:gd name="connsiteX7" fmla="*/ 67628 w 72390"/>
                  <a:gd name="connsiteY7" fmla="*/ 6667 h 75247"/>
                  <a:gd name="connsiteX8" fmla="*/ 68580 w 72390"/>
                  <a:gd name="connsiteY8" fmla="*/ 0 h 75247"/>
                  <a:gd name="connsiteX9" fmla="*/ 71438 w 72390"/>
                  <a:gd name="connsiteY9" fmla="*/ 0 h 75247"/>
                  <a:gd name="connsiteX10" fmla="*/ 71438 w 72390"/>
                  <a:gd name="connsiteY10" fmla="*/ 33338 h 75247"/>
                  <a:gd name="connsiteX11" fmla="*/ 68580 w 72390"/>
                  <a:gd name="connsiteY11" fmla="*/ 33338 h 75247"/>
                  <a:gd name="connsiteX12" fmla="*/ 66675 w 72390"/>
                  <a:gd name="connsiteY12" fmla="*/ 25717 h 75247"/>
                  <a:gd name="connsiteX13" fmla="*/ 62865 w 72390"/>
                  <a:gd name="connsiteY13" fmla="*/ 22860 h 75247"/>
                  <a:gd name="connsiteX14" fmla="*/ 56197 w 72390"/>
                  <a:gd name="connsiteY14" fmla="*/ 22860 h 75247"/>
                  <a:gd name="connsiteX15" fmla="*/ 28575 w 72390"/>
                  <a:gd name="connsiteY15" fmla="*/ 22860 h 75247"/>
                  <a:gd name="connsiteX16" fmla="*/ 15240 w 72390"/>
                  <a:gd name="connsiteY16" fmla="*/ 25717 h 75247"/>
                  <a:gd name="connsiteX17" fmla="*/ 11430 w 72390"/>
                  <a:gd name="connsiteY17" fmla="*/ 34290 h 75247"/>
                  <a:gd name="connsiteX18" fmla="*/ 20955 w 72390"/>
                  <a:gd name="connsiteY18" fmla="*/ 52388 h 75247"/>
                  <a:gd name="connsiteX19" fmla="*/ 57150 w 72390"/>
                  <a:gd name="connsiteY19" fmla="*/ 52388 h 75247"/>
                  <a:gd name="connsiteX20" fmla="*/ 65722 w 72390"/>
                  <a:gd name="connsiteY20" fmla="*/ 52388 h 75247"/>
                  <a:gd name="connsiteX21" fmla="*/ 68580 w 72390"/>
                  <a:gd name="connsiteY21" fmla="*/ 49530 h 75247"/>
                  <a:gd name="connsiteX22" fmla="*/ 69532 w 72390"/>
                  <a:gd name="connsiteY22" fmla="*/ 41910 h 75247"/>
                  <a:gd name="connsiteX23" fmla="*/ 72390 w 72390"/>
                  <a:gd name="connsiteY23" fmla="*/ 41910 h 75247"/>
                  <a:gd name="connsiteX24" fmla="*/ 72390 w 72390"/>
                  <a:gd name="connsiteY24" fmla="*/ 75247 h 75247"/>
                  <a:gd name="connsiteX25" fmla="*/ 69532 w 72390"/>
                  <a:gd name="connsiteY25" fmla="*/ 75247 h 75247"/>
                  <a:gd name="connsiteX26" fmla="*/ 69532 w 72390"/>
                  <a:gd name="connsiteY26" fmla="*/ 73342 h 75247"/>
                  <a:gd name="connsiteX27" fmla="*/ 66675 w 72390"/>
                  <a:gd name="connsiteY27" fmla="*/ 66675 h 75247"/>
                  <a:gd name="connsiteX28" fmla="*/ 56197 w 72390"/>
                  <a:gd name="connsiteY28" fmla="*/ 64770 h 75247"/>
                  <a:gd name="connsiteX29" fmla="*/ 30480 w 72390"/>
                  <a:gd name="connsiteY29" fmla="*/ 64770 h 75247"/>
                  <a:gd name="connsiteX30" fmla="*/ 15240 w 72390"/>
                  <a:gd name="connsiteY30" fmla="*/ 64770 h 75247"/>
                  <a:gd name="connsiteX31" fmla="*/ 11430 w 72390"/>
                  <a:gd name="connsiteY31" fmla="*/ 66675 h 75247"/>
                  <a:gd name="connsiteX32" fmla="*/ 10478 w 72390"/>
                  <a:gd name="connsiteY32" fmla="*/ 69532 h 75247"/>
                  <a:gd name="connsiteX33" fmla="*/ 11430 w 72390"/>
                  <a:gd name="connsiteY33" fmla="*/ 74295 h 75247"/>
                  <a:gd name="connsiteX34" fmla="*/ 8572 w 72390"/>
                  <a:gd name="connsiteY34" fmla="*/ 74295 h 75247"/>
                  <a:gd name="connsiteX35" fmla="*/ 0 w 72390"/>
                  <a:gd name="connsiteY35" fmla="*/ 55245 h 75247"/>
                  <a:gd name="connsiteX36" fmla="*/ 0 w 72390"/>
                  <a:gd name="connsiteY36" fmla="*/ 52388 h 75247"/>
                  <a:gd name="connsiteX37" fmla="*/ 14288 w 72390"/>
                  <a:gd name="connsiteY37" fmla="*/ 52388 h 75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72390" h="75247">
                    <a:moveTo>
                      <a:pt x="15240" y="51435"/>
                    </a:moveTo>
                    <a:cubicBezTo>
                      <a:pt x="5715" y="43815"/>
                      <a:pt x="953" y="36195"/>
                      <a:pt x="953" y="28575"/>
                    </a:cubicBezTo>
                    <a:cubicBezTo>
                      <a:pt x="953" y="20955"/>
                      <a:pt x="953" y="21907"/>
                      <a:pt x="3810" y="19050"/>
                    </a:cubicBezTo>
                    <a:cubicBezTo>
                      <a:pt x="6667" y="16192"/>
                      <a:pt x="8572" y="14288"/>
                      <a:pt x="13335" y="12382"/>
                    </a:cubicBezTo>
                    <a:cubicBezTo>
                      <a:pt x="16192" y="11430"/>
                      <a:pt x="20955" y="10477"/>
                      <a:pt x="26670" y="10477"/>
                    </a:cubicBezTo>
                    <a:lnTo>
                      <a:pt x="56197" y="10477"/>
                    </a:lnTo>
                    <a:cubicBezTo>
                      <a:pt x="60960" y="10477"/>
                      <a:pt x="63817" y="10477"/>
                      <a:pt x="64770" y="9525"/>
                    </a:cubicBezTo>
                    <a:cubicBezTo>
                      <a:pt x="65722" y="9525"/>
                      <a:pt x="66675" y="8572"/>
                      <a:pt x="67628" y="6667"/>
                    </a:cubicBezTo>
                    <a:cubicBezTo>
                      <a:pt x="68580" y="4763"/>
                      <a:pt x="68580" y="2857"/>
                      <a:pt x="68580" y="0"/>
                    </a:cubicBezTo>
                    <a:lnTo>
                      <a:pt x="71438" y="0"/>
                    </a:lnTo>
                    <a:lnTo>
                      <a:pt x="71438" y="33338"/>
                    </a:lnTo>
                    <a:lnTo>
                      <a:pt x="68580" y="33338"/>
                    </a:lnTo>
                    <a:cubicBezTo>
                      <a:pt x="68580" y="28575"/>
                      <a:pt x="68580" y="26670"/>
                      <a:pt x="66675" y="25717"/>
                    </a:cubicBezTo>
                    <a:cubicBezTo>
                      <a:pt x="64770" y="24765"/>
                      <a:pt x="63817" y="23813"/>
                      <a:pt x="62865" y="22860"/>
                    </a:cubicBezTo>
                    <a:cubicBezTo>
                      <a:pt x="62865" y="22860"/>
                      <a:pt x="60007" y="22860"/>
                      <a:pt x="56197" y="22860"/>
                    </a:cubicBezTo>
                    <a:lnTo>
                      <a:pt x="28575" y="22860"/>
                    </a:lnTo>
                    <a:cubicBezTo>
                      <a:pt x="21907" y="22860"/>
                      <a:pt x="18097" y="22860"/>
                      <a:pt x="15240" y="25717"/>
                    </a:cubicBezTo>
                    <a:cubicBezTo>
                      <a:pt x="12382" y="28575"/>
                      <a:pt x="11430" y="30480"/>
                      <a:pt x="11430" y="34290"/>
                    </a:cubicBezTo>
                    <a:cubicBezTo>
                      <a:pt x="11430" y="40005"/>
                      <a:pt x="14288" y="45720"/>
                      <a:pt x="20955" y="52388"/>
                    </a:cubicBezTo>
                    <a:lnTo>
                      <a:pt x="57150" y="52388"/>
                    </a:lnTo>
                    <a:cubicBezTo>
                      <a:pt x="61913" y="52388"/>
                      <a:pt x="64770" y="52388"/>
                      <a:pt x="65722" y="52388"/>
                    </a:cubicBezTo>
                    <a:cubicBezTo>
                      <a:pt x="67628" y="52388"/>
                      <a:pt x="68580" y="50482"/>
                      <a:pt x="68580" y="49530"/>
                    </a:cubicBezTo>
                    <a:cubicBezTo>
                      <a:pt x="68580" y="48577"/>
                      <a:pt x="69532" y="45720"/>
                      <a:pt x="69532" y="41910"/>
                    </a:cubicBezTo>
                    <a:lnTo>
                      <a:pt x="72390" y="41910"/>
                    </a:lnTo>
                    <a:lnTo>
                      <a:pt x="72390" y="75247"/>
                    </a:lnTo>
                    <a:lnTo>
                      <a:pt x="69532" y="75247"/>
                    </a:lnTo>
                    <a:lnTo>
                      <a:pt x="69532" y="73342"/>
                    </a:lnTo>
                    <a:cubicBezTo>
                      <a:pt x="69532" y="69532"/>
                      <a:pt x="69532" y="67627"/>
                      <a:pt x="66675" y="66675"/>
                    </a:cubicBezTo>
                    <a:cubicBezTo>
                      <a:pt x="63817" y="65722"/>
                      <a:pt x="61913" y="64770"/>
                      <a:pt x="56197" y="64770"/>
                    </a:cubicBezTo>
                    <a:lnTo>
                      <a:pt x="30480" y="64770"/>
                    </a:lnTo>
                    <a:cubicBezTo>
                      <a:pt x="21907" y="64770"/>
                      <a:pt x="17145" y="64770"/>
                      <a:pt x="15240" y="64770"/>
                    </a:cubicBezTo>
                    <a:cubicBezTo>
                      <a:pt x="13335" y="64770"/>
                      <a:pt x="12382" y="64770"/>
                      <a:pt x="11430" y="66675"/>
                    </a:cubicBezTo>
                    <a:cubicBezTo>
                      <a:pt x="10478" y="68580"/>
                      <a:pt x="10478" y="68580"/>
                      <a:pt x="10478" y="69532"/>
                    </a:cubicBezTo>
                    <a:cubicBezTo>
                      <a:pt x="10478" y="70485"/>
                      <a:pt x="10478" y="72390"/>
                      <a:pt x="11430" y="74295"/>
                    </a:cubicBezTo>
                    <a:lnTo>
                      <a:pt x="8572" y="74295"/>
                    </a:lnTo>
                    <a:cubicBezTo>
                      <a:pt x="8572" y="75247"/>
                      <a:pt x="0" y="55245"/>
                      <a:pt x="0" y="55245"/>
                    </a:cubicBezTo>
                    <a:lnTo>
                      <a:pt x="0" y="52388"/>
                    </a:lnTo>
                    <a:lnTo>
                      <a:pt x="14288" y="5238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E515CA05-34D7-06C7-ACE0-EEB3DF609BDC}"/>
                  </a:ext>
                </a:extLst>
              </p:cNvPr>
              <p:cNvSpPr/>
              <p:nvPr/>
            </p:nvSpPr>
            <p:spPr>
              <a:xfrm>
                <a:off x="7255192" y="3110865"/>
                <a:ext cx="71437" cy="47625"/>
              </a:xfrm>
              <a:custGeom>
                <a:avLst/>
                <a:gdLst>
                  <a:gd name="connsiteX0" fmla="*/ 0 w 71437"/>
                  <a:gd name="connsiteY0" fmla="*/ 3810 h 47625"/>
                  <a:gd name="connsiteX1" fmla="*/ 22860 w 71437"/>
                  <a:gd name="connsiteY1" fmla="*/ 3810 h 47625"/>
                  <a:gd name="connsiteX2" fmla="*/ 22860 w 71437"/>
                  <a:gd name="connsiteY2" fmla="*/ 6667 h 47625"/>
                  <a:gd name="connsiteX3" fmla="*/ 7620 w 71437"/>
                  <a:gd name="connsiteY3" fmla="*/ 14288 h 47625"/>
                  <a:gd name="connsiteX4" fmla="*/ 3810 w 71437"/>
                  <a:gd name="connsiteY4" fmla="*/ 25717 h 47625"/>
                  <a:gd name="connsiteX5" fmla="*/ 6667 w 71437"/>
                  <a:gd name="connsiteY5" fmla="*/ 34290 h 47625"/>
                  <a:gd name="connsiteX6" fmla="*/ 12382 w 71437"/>
                  <a:gd name="connsiteY6" fmla="*/ 37147 h 47625"/>
                  <a:gd name="connsiteX7" fmla="*/ 19050 w 71437"/>
                  <a:gd name="connsiteY7" fmla="*/ 35242 h 47625"/>
                  <a:gd name="connsiteX8" fmla="*/ 25717 w 71437"/>
                  <a:gd name="connsiteY8" fmla="*/ 25717 h 47625"/>
                  <a:gd name="connsiteX9" fmla="*/ 31432 w 71437"/>
                  <a:gd name="connsiteY9" fmla="*/ 15240 h 47625"/>
                  <a:gd name="connsiteX10" fmla="*/ 50482 w 71437"/>
                  <a:gd name="connsiteY10" fmla="*/ 0 h 47625"/>
                  <a:gd name="connsiteX11" fmla="*/ 65722 w 71437"/>
                  <a:gd name="connsiteY11" fmla="*/ 6667 h 47625"/>
                  <a:gd name="connsiteX12" fmla="*/ 71438 w 71437"/>
                  <a:gd name="connsiteY12" fmla="*/ 22860 h 47625"/>
                  <a:gd name="connsiteX13" fmla="*/ 69532 w 71437"/>
                  <a:gd name="connsiteY13" fmla="*/ 37147 h 47625"/>
                  <a:gd name="connsiteX14" fmla="*/ 69532 w 71437"/>
                  <a:gd name="connsiteY14" fmla="*/ 40957 h 47625"/>
                  <a:gd name="connsiteX15" fmla="*/ 71438 w 71437"/>
                  <a:gd name="connsiteY15" fmla="*/ 43815 h 47625"/>
                  <a:gd name="connsiteX16" fmla="*/ 71438 w 71437"/>
                  <a:gd name="connsiteY16" fmla="*/ 46672 h 47625"/>
                  <a:gd name="connsiteX17" fmla="*/ 46672 w 71437"/>
                  <a:gd name="connsiteY17" fmla="*/ 46672 h 47625"/>
                  <a:gd name="connsiteX18" fmla="*/ 46672 w 71437"/>
                  <a:gd name="connsiteY18" fmla="*/ 43815 h 47625"/>
                  <a:gd name="connsiteX19" fmla="*/ 61913 w 71437"/>
                  <a:gd name="connsiteY19" fmla="*/ 36195 h 47625"/>
                  <a:gd name="connsiteX20" fmla="*/ 67627 w 71437"/>
                  <a:gd name="connsiteY20" fmla="*/ 22860 h 47625"/>
                  <a:gd name="connsiteX21" fmla="*/ 64770 w 71437"/>
                  <a:gd name="connsiteY21" fmla="*/ 14288 h 47625"/>
                  <a:gd name="connsiteX22" fmla="*/ 57150 w 71437"/>
                  <a:gd name="connsiteY22" fmla="*/ 11430 h 47625"/>
                  <a:gd name="connsiteX23" fmla="*/ 48577 w 71437"/>
                  <a:gd name="connsiteY23" fmla="*/ 15240 h 47625"/>
                  <a:gd name="connsiteX24" fmla="*/ 40005 w 71437"/>
                  <a:gd name="connsiteY24" fmla="*/ 29527 h 47625"/>
                  <a:gd name="connsiteX25" fmla="*/ 30480 w 71437"/>
                  <a:gd name="connsiteY25" fmla="*/ 43815 h 47625"/>
                  <a:gd name="connsiteX26" fmla="*/ 20002 w 71437"/>
                  <a:gd name="connsiteY26" fmla="*/ 47625 h 47625"/>
                  <a:gd name="connsiteX27" fmla="*/ 5715 w 71437"/>
                  <a:gd name="connsiteY27" fmla="*/ 41910 h 47625"/>
                  <a:gd name="connsiteX28" fmla="*/ 0 w 71437"/>
                  <a:gd name="connsiteY28" fmla="*/ 26670 h 47625"/>
                  <a:gd name="connsiteX29" fmla="*/ 1905 w 71437"/>
                  <a:gd name="connsiteY29" fmla="*/ 17145 h 47625"/>
                  <a:gd name="connsiteX30" fmla="*/ 2857 w 71437"/>
                  <a:gd name="connsiteY30" fmla="*/ 12382 h 47625"/>
                  <a:gd name="connsiteX31" fmla="*/ 2857 w 71437"/>
                  <a:gd name="connsiteY31" fmla="*/ 10477 h 47625"/>
                  <a:gd name="connsiteX32" fmla="*/ 952 w 71437"/>
                  <a:gd name="connsiteY32" fmla="*/ 8572 h 47625"/>
                  <a:gd name="connsiteX33" fmla="*/ 952 w 71437"/>
                  <a:gd name="connsiteY33" fmla="*/ 571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1437" h="47625">
                    <a:moveTo>
                      <a:pt x="0" y="3810"/>
                    </a:moveTo>
                    <a:lnTo>
                      <a:pt x="22860" y="3810"/>
                    </a:lnTo>
                    <a:lnTo>
                      <a:pt x="22860" y="6667"/>
                    </a:lnTo>
                    <a:cubicBezTo>
                      <a:pt x="15240" y="8572"/>
                      <a:pt x="10477" y="11430"/>
                      <a:pt x="7620" y="14288"/>
                    </a:cubicBezTo>
                    <a:cubicBezTo>
                      <a:pt x="4763" y="17145"/>
                      <a:pt x="3810" y="20955"/>
                      <a:pt x="3810" y="25717"/>
                    </a:cubicBezTo>
                    <a:cubicBezTo>
                      <a:pt x="3810" y="30480"/>
                      <a:pt x="3810" y="32385"/>
                      <a:pt x="6667" y="34290"/>
                    </a:cubicBezTo>
                    <a:cubicBezTo>
                      <a:pt x="9525" y="36195"/>
                      <a:pt x="10477" y="37147"/>
                      <a:pt x="12382" y="37147"/>
                    </a:cubicBezTo>
                    <a:cubicBezTo>
                      <a:pt x="14288" y="37147"/>
                      <a:pt x="17145" y="37147"/>
                      <a:pt x="19050" y="35242"/>
                    </a:cubicBezTo>
                    <a:cubicBezTo>
                      <a:pt x="20955" y="33338"/>
                      <a:pt x="22860" y="30480"/>
                      <a:pt x="25717" y="25717"/>
                    </a:cubicBezTo>
                    <a:lnTo>
                      <a:pt x="31432" y="15240"/>
                    </a:lnTo>
                    <a:cubicBezTo>
                      <a:pt x="36195" y="4763"/>
                      <a:pt x="42863" y="0"/>
                      <a:pt x="50482" y="0"/>
                    </a:cubicBezTo>
                    <a:cubicBezTo>
                      <a:pt x="58102" y="0"/>
                      <a:pt x="61913" y="1905"/>
                      <a:pt x="65722" y="6667"/>
                    </a:cubicBezTo>
                    <a:cubicBezTo>
                      <a:pt x="69532" y="11430"/>
                      <a:pt x="71438" y="16192"/>
                      <a:pt x="71438" y="22860"/>
                    </a:cubicBezTo>
                    <a:cubicBezTo>
                      <a:pt x="71438" y="29527"/>
                      <a:pt x="71438" y="31432"/>
                      <a:pt x="69532" y="37147"/>
                    </a:cubicBezTo>
                    <a:cubicBezTo>
                      <a:pt x="69532" y="39052"/>
                      <a:pt x="69532" y="40005"/>
                      <a:pt x="69532" y="40957"/>
                    </a:cubicBezTo>
                    <a:cubicBezTo>
                      <a:pt x="69532" y="41910"/>
                      <a:pt x="69532" y="42863"/>
                      <a:pt x="71438" y="43815"/>
                    </a:cubicBezTo>
                    <a:lnTo>
                      <a:pt x="71438" y="46672"/>
                    </a:lnTo>
                    <a:lnTo>
                      <a:pt x="46672" y="46672"/>
                    </a:lnTo>
                    <a:lnTo>
                      <a:pt x="46672" y="43815"/>
                    </a:lnTo>
                    <a:cubicBezTo>
                      <a:pt x="53340" y="42863"/>
                      <a:pt x="59055" y="40005"/>
                      <a:pt x="61913" y="36195"/>
                    </a:cubicBezTo>
                    <a:cubicBezTo>
                      <a:pt x="64770" y="32385"/>
                      <a:pt x="67627" y="27622"/>
                      <a:pt x="67627" y="22860"/>
                    </a:cubicBezTo>
                    <a:cubicBezTo>
                      <a:pt x="67627" y="18097"/>
                      <a:pt x="66675" y="16192"/>
                      <a:pt x="64770" y="14288"/>
                    </a:cubicBezTo>
                    <a:cubicBezTo>
                      <a:pt x="62865" y="12382"/>
                      <a:pt x="60007" y="11430"/>
                      <a:pt x="57150" y="11430"/>
                    </a:cubicBezTo>
                    <a:cubicBezTo>
                      <a:pt x="54292" y="11430"/>
                      <a:pt x="50482" y="12382"/>
                      <a:pt x="48577" y="15240"/>
                    </a:cubicBezTo>
                    <a:cubicBezTo>
                      <a:pt x="46672" y="18097"/>
                      <a:pt x="42863" y="22860"/>
                      <a:pt x="40005" y="29527"/>
                    </a:cubicBezTo>
                    <a:cubicBezTo>
                      <a:pt x="37147" y="36195"/>
                      <a:pt x="33338" y="40957"/>
                      <a:pt x="30480" y="43815"/>
                    </a:cubicBezTo>
                    <a:cubicBezTo>
                      <a:pt x="27622" y="45720"/>
                      <a:pt x="23813" y="47625"/>
                      <a:pt x="20002" y="47625"/>
                    </a:cubicBezTo>
                    <a:cubicBezTo>
                      <a:pt x="16192" y="47625"/>
                      <a:pt x="9525" y="45720"/>
                      <a:pt x="5715" y="41910"/>
                    </a:cubicBezTo>
                    <a:cubicBezTo>
                      <a:pt x="1905" y="38100"/>
                      <a:pt x="0" y="33338"/>
                      <a:pt x="0" y="26670"/>
                    </a:cubicBezTo>
                    <a:cubicBezTo>
                      <a:pt x="0" y="20002"/>
                      <a:pt x="0" y="20955"/>
                      <a:pt x="1905" y="17145"/>
                    </a:cubicBezTo>
                    <a:cubicBezTo>
                      <a:pt x="1905" y="14288"/>
                      <a:pt x="2857" y="13335"/>
                      <a:pt x="2857" y="12382"/>
                    </a:cubicBezTo>
                    <a:cubicBezTo>
                      <a:pt x="2857" y="11430"/>
                      <a:pt x="2857" y="11430"/>
                      <a:pt x="2857" y="10477"/>
                    </a:cubicBezTo>
                    <a:cubicBezTo>
                      <a:pt x="2857" y="9525"/>
                      <a:pt x="1905" y="9525"/>
                      <a:pt x="952" y="8572"/>
                    </a:cubicBezTo>
                    <a:lnTo>
                      <a:pt x="952" y="571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B1D91693-8990-B973-593A-A5B0AD3E0B58}"/>
                  </a:ext>
                </a:extLst>
              </p:cNvPr>
              <p:cNvSpPr/>
              <p:nvPr/>
            </p:nvSpPr>
            <p:spPr>
              <a:xfrm>
                <a:off x="7218997" y="3066097"/>
                <a:ext cx="105727" cy="33337"/>
              </a:xfrm>
              <a:custGeom>
                <a:avLst/>
                <a:gdLst>
                  <a:gd name="connsiteX0" fmla="*/ 0 w 105727"/>
                  <a:gd name="connsiteY0" fmla="*/ 16193 h 33337"/>
                  <a:gd name="connsiteX1" fmla="*/ 1905 w 105727"/>
                  <a:gd name="connsiteY1" fmla="*/ 10478 h 33337"/>
                  <a:gd name="connsiteX2" fmla="*/ 7620 w 105727"/>
                  <a:gd name="connsiteY2" fmla="*/ 8573 h 33337"/>
                  <a:gd name="connsiteX3" fmla="*/ 13335 w 105727"/>
                  <a:gd name="connsiteY3" fmla="*/ 10478 h 33337"/>
                  <a:gd name="connsiteX4" fmla="*/ 15240 w 105727"/>
                  <a:gd name="connsiteY4" fmla="*/ 16193 h 33337"/>
                  <a:gd name="connsiteX5" fmla="*/ 13335 w 105727"/>
                  <a:gd name="connsiteY5" fmla="*/ 21908 h 33337"/>
                  <a:gd name="connsiteX6" fmla="*/ 7620 w 105727"/>
                  <a:gd name="connsiteY6" fmla="*/ 23813 h 33337"/>
                  <a:gd name="connsiteX7" fmla="*/ 1905 w 105727"/>
                  <a:gd name="connsiteY7" fmla="*/ 21908 h 33337"/>
                  <a:gd name="connsiteX8" fmla="*/ 0 w 105727"/>
                  <a:gd name="connsiteY8" fmla="*/ 16193 h 33337"/>
                  <a:gd name="connsiteX9" fmla="*/ 36195 w 105727"/>
                  <a:gd name="connsiteY9" fmla="*/ 9525 h 33337"/>
                  <a:gd name="connsiteX10" fmla="*/ 90488 w 105727"/>
                  <a:gd name="connsiteY10" fmla="*/ 9525 h 33337"/>
                  <a:gd name="connsiteX11" fmla="*/ 99060 w 105727"/>
                  <a:gd name="connsiteY11" fmla="*/ 9525 h 33337"/>
                  <a:gd name="connsiteX12" fmla="*/ 101918 w 105727"/>
                  <a:gd name="connsiteY12" fmla="*/ 6668 h 33337"/>
                  <a:gd name="connsiteX13" fmla="*/ 102870 w 105727"/>
                  <a:gd name="connsiteY13" fmla="*/ 0 h 33337"/>
                  <a:gd name="connsiteX14" fmla="*/ 105728 w 105727"/>
                  <a:gd name="connsiteY14" fmla="*/ 0 h 33337"/>
                  <a:gd name="connsiteX15" fmla="*/ 105728 w 105727"/>
                  <a:gd name="connsiteY15" fmla="*/ 33338 h 33337"/>
                  <a:gd name="connsiteX16" fmla="*/ 102870 w 105727"/>
                  <a:gd name="connsiteY16" fmla="*/ 33338 h 33337"/>
                  <a:gd name="connsiteX17" fmla="*/ 101918 w 105727"/>
                  <a:gd name="connsiteY17" fmla="*/ 26670 h 33337"/>
                  <a:gd name="connsiteX18" fmla="*/ 99060 w 105727"/>
                  <a:gd name="connsiteY18" fmla="*/ 23813 h 33337"/>
                  <a:gd name="connsiteX19" fmla="*/ 90488 w 105727"/>
                  <a:gd name="connsiteY19" fmla="*/ 22860 h 33337"/>
                  <a:gd name="connsiteX20" fmla="*/ 63818 w 105727"/>
                  <a:gd name="connsiteY20" fmla="*/ 22860 h 33337"/>
                  <a:gd name="connsiteX21" fmla="*/ 49530 w 105727"/>
                  <a:gd name="connsiteY21" fmla="*/ 22860 h 33337"/>
                  <a:gd name="connsiteX22" fmla="*/ 46672 w 105727"/>
                  <a:gd name="connsiteY22" fmla="*/ 24765 h 33337"/>
                  <a:gd name="connsiteX23" fmla="*/ 46672 w 105727"/>
                  <a:gd name="connsiteY23" fmla="*/ 27623 h 33337"/>
                  <a:gd name="connsiteX24" fmla="*/ 47625 w 105727"/>
                  <a:gd name="connsiteY24" fmla="*/ 32385 h 33337"/>
                  <a:gd name="connsiteX25" fmla="*/ 44768 w 105727"/>
                  <a:gd name="connsiteY25" fmla="*/ 32385 h 33337"/>
                  <a:gd name="connsiteX26" fmla="*/ 36195 w 105727"/>
                  <a:gd name="connsiteY26" fmla="*/ 13335 h 33337"/>
                  <a:gd name="connsiteX27" fmla="*/ 36195 w 105727"/>
                  <a:gd name="connsiteY27" fmla="*/ 10478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5727" h="33337">
                    <a:moveTo>
                      <a:pt x="0" y="16193"/>
                    </a:moveTo>
                    <a:cubicBezTo>
                      <a:pt x="0" y="14288"/>
                      <a:pt x="0" y="12383"/>
                      <a:pt x="1905" y="10478"/>
                    </a:cubicBezTo>
                    <a:cubicBezTo>
                      <a:pt x="3810" y="8573"/>
                      <a:pt x="4763" y="8573"/>
                      <a:pt x="7620" y="8573"/>
                    </a:cubicBezTo>
                    <a:cubicBezTo>
                      <a:pt x="10478" y="8573"/>
                      <a:pt x="11430" y="8573"/>
                      <a:pt x="13335" y="10478"/>
                    </a:cubicBezTo>
                    <a:cubicBezTo>
                      <a:pt x="15240" y="12383"/>
                      <a:pt x="15240" y="13335"/>
                      <a:pt x="15240" y="16193"/>
                    </a:cubicBezTo>
                    <a:cubicBezTo>
                      <a:pt x="15240" y="19050"/>
                      <a:pt x="15240" y="20003"/>
                      <a:pt x="13335" y="21908"/>
                    </a:cubicBezTo>
                    <a:cubicBezTo>
                      <a:pt x="11430" y="23813"/>
                      <a:pt x="10478" y="23813"/>
                      <a:pt x="7620" y="23813"/>
                    </a:cubicBezTo>
                    <a:cubicBezTo>
                      <a:pt x="4763" y="23813"/>
                      <a:pt x="3810" y="23813"/>
                      <a:pt x="1905" y="21908"/>
                    </a:cubicBezTo>
                    <a:cubicBezTo>
                      <a:pt x="0" y="20003"/>
                      <a:pt x="0" y="19050"/>
                      <a:pt x="0" y="16193"/>
                    </a:cubicBezTo>
                    <a:close/>
                    <a:moveTo>
                      <a:pt x="36195" y="9525"/>
                    </a:moveTo>
                    <a:lnTo>
                      <a:pt x="90488" y="9525"/>
                    </a:lnTo>
                    <a:cubicBezTo>
                      <a:pt x="94297" y="9525"/>
                      <a:pt x="97155" y="9525"/>
                      <a:pt x="99060" y="9525"/>
                    </a:cubicBezTo>
                    <a:cubicBezTo>
                      <a:pt x="100965" y="9525"/>
                      <a:pt x="101918" y="7620"/>
                      <a:pt x="101918" y="6668"/>
                    </a:cubicBezTo>
                    <a:cubicBezTo>
                      <a:pt x="101918" y="5715"/>
                      <a:pt x="102870" y="2858"/>
                      <a:pt x="102870" y="0"/>
                    </a:cubicBezTo>
                    <a:lnTo>
                      <a:pt x="105728" y="0"/>
                    </a:lnTo>
                    <a:lnTo>
                      <a:pt x="105728" y="33338"/>
                    </a:lnTo>
                    <a:lnTo>
                      <a:pt x="102870" y="33338"/>
                    </a:lnTo>
                    <a:cubicBezTo>
                      <a:pt x="102870" y="30480"/>
                      <a:pt x="102870" y="27623"/>
                      <a:pt x="101918" y="26670"/>
                    </a:cubicBezTo>
                    <a:cubicBezTo>
                      <a:pt x="100965" y="25718"/>
                      <a:pt x="100013" y="24765"/>
                      <a:pt x="99060" y="23813"/>
                    </a:cubicBezTo>
                    <a:cubicBezTo>
                      <a:pt x="98108" y="22860"/>
                      <a:pt x="94297" y="22860"/>
                      <a:pt x="90488" y="22860"/>
                    </a:cubicBezTo>
                    <a:lnTo>
                      <a:pt x="63818" y="22860"/>
                    </a:lnTo>
                    <a:cubicBezTo>
                      <a:pt x="56197" y="22860"/>
                      <a:pt x="51435" y="22860"/>
                      <a:pt x="49530" y="22860"/>
                    </a:cubicBezTo>
                    <a:cubicBezTo>
                      <a:pt x="47625" y="22860"/>
                      <a:pt x="46672" y="22860"/>
                      <a:pt x="46672" y="24765"/>
                    </a:cubicBezTo>
                    <a:cubicBezTo>
                      <a:pt x="46672" y="26670"/>
                      <a:pt x="46672" y="26670"/>
                      <a:pt x="46672" y="27623"/>
                    </a:cubicBezTo>
                    <a:cubicBezTo>
                      <a:pt x="46672" y="28575"/>
                      <a:pt x="46672" y="30480"/>
                      <a:pt x="47625" y="32385"/>
                    </a:cubicBezTo>
                    <a:lnTo>
                      <a:pt x="44768" y="32385"/>
                    </a:lnTo>
                    <a:cubicBezTo>
                      <a:pt x="44768" y="33338"/>
                      <a:pt x="36195" y="13335"/>
                      <a:pt x="36195" y="13335"/>
                    </a:cubicBezTo>
                    <a:lnTo>
                      <a:pt x="36195" y="1047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C050640F-A2A5-1A15-C303-5679AC1EA543}"/>
                  </a:ext>
                </a:extLst>
              </p:cNvPr>
              <p:cNvSpPr/>
              <p:nvPr/>
            </p:nvSpPr>
            <p:spPr>
              <a:xfrm>
                <a:off x="7232332" y="3019425"/>
                <a:ext cx="92392" cy="40957"/>
              </a:xfrm>
              <a:custGeom>
                <a:avLst/>
                <a:gdLst>
                  <a:gd name="connsiteX0" fmla="*/ 1905 w 92392"/>
                  <a:gd name="connsiteY0" fmla="*/ 18097 h 40957"/>
                  <a:gd name="connsiteX1" fmla="*/ 24765 w 92392"/>
                  <a:gd name="connsiteY1" fmla="*/ 18097 h 40957"/>
                  <a:gd name="connsiteX2" fmla="*/ 24765 w 92392"/>
                  <a:gd name="connsiteY2" fmla="*/ 1905 h 40957"/>
                  <a:gd name="connsiteX3" fmla="*/ 29528 w 92392"/>
                  <a:gd name="connsiteY3" fmla="*/ 1905 h 40957"/>
                  <a:gd name="connsiteX4" fmla="*/ 29528 w 92392"/>
                  <a:gd name="connsiteY4" fmla="*/ 18097 h 40957"/>
                  <a:gd name="connsiteX5" fmla="*/ 73343 w 92392"/>
                  <a:gd name="connsiteY5" fmla="*/ 18097 h 40957"/>
                  <a:gd name="connsiteX6" fmla="*/ 81915 w 92392"/>
                  <a:gd name="connsiteY6" fmla="*/ 16192 h 40957"/>
                  <a:gd name="connsiteX7" fmla="*/ 83820 w 92392"/>
                  <a:gd name="connsiteY7" fmla="*/ 11430 h 40957"/>
                  <a:gd name="connsiteX8" fmla="*/ 81915 w 92392"/>
                  <a:gd name="connsiteY8" fmla="*/ 6667 h 40957"/>
                  <a:gd name="connsiteX9" fmla="*/ 77153 w 92392"/>
                  <a:gd name="connsiteY9" fmla="*/ 2858 h 40957"/>
                  <a:gd name="connsiteX10" fmla="*/ 77153 w 92392"/>
                  <a:gd name="connsiteY10" fmla="*/ 0 h 40957"/>
                  <a:gd name="connsiteX11" fmla="*/ 88583 w 92392"/>
                  <a:gd name="connsiteY11" fmla="*/ 7620 h 40957"/>
                  <a:gd name="connsiteX12" fmla="*/ 92393 w 92392"/>
                  <a:gd name="connsiteY12" fmla="*/ 17145 h 40957"/>
                  <a:gd name="connsiteX13" fmla="*/ 90488 w 92392"/>
                  <a:gd name="connsiteY13" fmla="*/ 23813 h 40957"/>
                  <a:gd name="connsiteX14" fmla="*/ 84773 w 92392"/>
                  <a:gd name="connsiteY14" fmla="*/ 28575 h 40957"/>
                  <a:gd name="connsiteX15" fmla="*/ 74295 w 92392"/>
                  <a:gd name="connsiteY15" fmla="*/ 30480 h 40957"/>
                  <a:gd name="connsiteX16" fmla="*/ 28575 w 92392"/>
                  <a:gd name="connsiteY16" fmla="*/ 30480 h 40957"/>
                  <a:gd name="connsiteX17" fmla="*/ 28575 w 92392"/>
                  <a:gd name="connsiteY17" fmla="*/ 40958 h 40957"/>
                  <a:gd name="connsiteX18" fmla="*/ 25718 w 92392"/>
                  <a:gd name="connsiteY18" fmla="*/ 40958 h 40957"/>
                  <a:gd name="connsiteX19" fmla="*/ 20003 w 92392"/>
                  <a:gd name="connsiteY19" fmla="*/ 32385 h 40957"/>
                  <a:gd name="connsiteX20" fmla="*/ 10478 w 92392"/>
                  <a:gd name="connsiteY20" fmla="*/ 24765 h 40957"/>
                  <a:gd name="connsiteX21" fmla="*/ 0 w 92392"/>
                  <a:gd name="connsiteY21" fmla="*/ 20003 h 40957"/>
                  <a:gd name="connsiteX22" fmla="*/ 0 w 92392"/>
                  <a:gd name="connsiteY22" fmla="*/ 18097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2392" h="40957">
                    <a:moveTo>
                      <a:pt x="1905" y="18097"/>
                    </a:moveTo>
                    <a:lnTo>
                      <a:pt x="24765" y="18097"/>
                    </a:lnTo>
                    <a:lnTo>
                      <a:pt x="24765" y="1905"/>
                    </a:lnTo>
                    <a:lnTo>
                      <a:pt x="29528" y="1905"/>
                    </a:lnTo>
                    <a:lnTo>
                      <a:pt x="29528" y="18097"/>
                    </a:lnTo>
                    <a:lnTo>
                      <a:pt x="73343" y="18097"/>
                    </a:lnTo>
                    <a:cubicBezTo>
                      <a:pt x="78105" y="18097"/>
                      <a:pt x="80963" y="18097"/>
                      <a:pt x="81915" y="16192"/>
                    </a:cubicBezTo>
                    <a:cubicBezTo>
                      <a:pt x="82868" y="14288"/>
                      <a:pt x="83820" y="13335"/>
                      <a:pt x="83820" y="11430"/>
                    </a:cubicBezTo>
                    <a:cubicBezTo>
                      <a:pt x="83820" y="9525"/>
                      <a:pt x="83820" y="8572"/>
                      <a:pt x="81915" y="6667"/>
                    </a:cubicBezTo>
                    <a:cubicBezTo>
                      <a:pt x="80010" y="4763"/>
                      <a:pt x="79058" y="3810"/>
                      <a:pt x="77153" y="2858"/>
                    </a:cubicBezTo>
                    <a:lnTo>
                      <a:pt x="77153" y="0"/>
                    </a:lnTo>
                    <a:cubicBezTo>
                      <a:pt x="81915" y="1905"/>
                      <a:pt x="85725" y="3810"/>
                      <a:pt x="88583" y="7620"/>
                    </a:cubicBezTo>
                    <a:cubicBezTo>
                      <a:pt x="91440" y="11430"/>
                      <a:pt x="92393" y="14288"/>
                      <a:pt x="92393" y="17145"/>
                    </a:cubicBezTo>
                    <a:cubicBezTo>
                      <a:pt x="92393" y="20003"/>
                      <a:pt x="92393" y="21908"/>
                      <a:pt x="90488" y="23813"/>
                    </a:cubicBezTo>
                    <a:cubicBezTo>
                      <a:pt x="88583" y="25717"/>
                      <a:pt x="87630" y="27622"/>
                      <a:pt x="84773" y="28575"/>
                    </a:cubicBezTo>
                    <a:cubicBezTo>
                      <a:pt x="81915" y="29528"/>
                      <a:pt x="79058" y="30480"/>
                      <a:pt x="74295" y="30480"/>
                    </a:cubicBezTo>
                    <a:lnTo>
                      <a:pt x="28575" y="30480"/>
                    </a:lnTo>
                    <a:lnTo>
                      <a:pt x="28575" y="40958"/>
                    </a:lnTo>
                    <a:lnTo>
                      <a:pt x="25718" y="40958"/>
                    </a:lnTo>
                    <a:cubicBezTo>
                      <a:pt x="24765" y="38100"/>
                      <a:pt x="22860" y="35242"/>
                      <a:pt x="20003" y="32385"/>
                    </a:cubicBezTo>
                    <a:cubicBezTo>
                      <a:pt x="17145" y="29528"/>
                      <a:pt x="14288" y="26670"/>
                      <a:pt x="10478" y="24765"/>
                    </a:cubicBezTo>
                    <a:cubicBezTo>
                      <a:pt x="8573" y="23813"/>
                      <a:pt x="4763" y="21908"/>
                      <a:pt x="0" y="20003"/>
                    </a:cubicBezTo>
                    <a:lnTo>
                      <a:pt x="0" y="180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392249-37A3-F388-CF96-B7ABDBA93168}"/>
                  </a:ext>
                </a:extLst>
              </p:cNvPr>
              <p:cNvSpPr/>
              <p:nvPr/>
            </p:nvSpPr>
            <p:spPr>
              <a:xfrm>
                <a:off x="7218997" y="2981325"/>
                <a:ext cx="105727" cy="33337"/>
              </a:xfrm>
              <a:custGeom>
                <a:avLst/>
                <a:gdLst>
                  <a:gd name="connsiteX0" fmla="*/ 0 w 105727"/>
                  <a:gd name="connsiteY0" fmla="*/ 16192 h 33337"/>
                  <a:gd name="connsiteX1" fmla="*/ 1905 w 105727"/>
                  <a:gd name="connsiteY1" fmla="*/ 10478 h 33337"/>
                  <a:gd name="connsiteX2" fmla="*/ 7620 w 105727"/>
                  <a:gd name="connsiteY2" fmla="*/ 8572 h 33337"/>
                  <a:gd name="connsiteX3" fmla="*/ 13335 w 105727"/>
                  <a:gd name="connsiteY3" fmla="*/ 10478 h 33337"/>
                  <a:gd name="connsiteX4" fmla="*/ 15240 w 105727"/>
                  <a:gd name="connsiteY4" fmla="*/ 16192 h 33337"/>
                  <a:gd name="connsiteX5" fmla="*/ 13335 w 105727"/>
                  <a:gd name="connsiteY5" fmla="*/ 21908 h 33337"/>
                  <a:gd name="connsiteX6" fmla="*/ 7620 w 105727"/>
                  <a:gd name="connsiteY6" fmla="*/ 23813 h 33337"/>
                  <a:gd name="connsiteX7" fmla="*/ 1905 w 105727"/>
                  <a:gd name="connsiteY7" fmla="*/ 21908 h 33337"/>
                  <a:gd name="connsiteX8" fmla="*/ 0 w 105727"/>
                  <a:gd name="connsiteY8" fmla="*/ 16192 h 33337"/>
                  <a:gd name="connsiteX9" fmla="*/ 36195 w 105727"/>
                  <a:gd name="connsiteY9" fmla="*/ 9525 h 33337"/>
                  <a:gd name="connsiteX10" fmla="*/ 90488 w 105727"/>
                  <a:gd name="connsiteY10" fmla="*/ 9525 h 33337"/>
                  <a:gd name="connsiteX11" fmla="*/ 99060 w 105727"/>
                  <a:gd name="connsiteY11" fmla="*/ 9525 h 33337"/>
                  <a:gd name="connsiteX12" fmla="*/ 101918 w 105727"/>
                  <a:gd name="connsiteY12" fmla="*/ 6667 h 33337"/>
                  <a:gd name="connsiteX13" fmla="*/ 102870 w 105727"/>
                  <a:gd name="connsiteY13" fmla="*/ 0 h 33337"/>
                  <a:gd name="connsiteX14" fmla="*/ 105728 w 105727"/>
                  <a:gd name="connsiteY14" fmla="*/ 0 h 33337"/>
                  <a:gd name="connsiteX15" fmla="*/ 105728 w 105727"/>
                  <a:gd name="connsiteY15" fmla="*/ 33338 h 33337"/>
                  <a:gd name="connsiteX16" fmla="*/ 102870 w 105727"/>
                  <a:gd name="connsiteY16" fmla="*/ 33338 h 33337"/>
                  <a:gd name="connsiteX17" fmla="*/ 101918 w 105727"/>
                  <a:gd name="connsiteY17" fmla="*/ 26670 h 33337"/>
                  <a:gd name="connsiteX18" fmla="*/ 99060 w 105727"/>
                  <a:gd name="connsiteY18" fmla="*/ 23813 h 33337"/>
                  <a:gd name="connsiteX19" fmla="*/ 90488 w 105727"/>
                  <a:gd name="connsiteY19" fmla="*/ 22860 h 33337"/>
                  <a:gd name="connsiteX20" fmla="*/ 63818 w 105727"/>
                  <a:gd name="connsiteY20" fmla="*/ 22860 h 33337"/>
                  <a:gd name="connsiteX21" fmla="*/ 49530 w 105727"/>
                  <a:gd name="connsiteY21" fmla="*/ 22860 h 33337"/>
                  <a:gd name="connsiteX22" fmla="*/ 46672 w 105727"/>
                  <a:gd name="connsiteY22" fmla="*/ 24765 h 33337"/>
                  <a:gd name="connsiteX23" fmla="*/ 46672 w 105727"/>
                  <a:gd name="connsiteY23" fmla="*/ 27622 h 33337"/>
                  <a:gd name="connsiteX24" fmla="*/ 47625 w 105727"/>
                  <a:gd name="connsiteY24" fmla="*/ 32385 h 33337"/>
                  <a:gd name="connsiteX25" fmla="*/ 44768 w 105727"/>
                  <a:gd name="connsiteY25" fmla="*/ 32385 h 33337"/>
                  <a:gd name="connsiteX26" fmla="*/ 36195 w 105727"/>
                  <a:gd name="connsiteY26" fmla="*/ 13335 h 33337"/>
                  <a:gd name="connsiteX27" fmla="*/ 36195 w 105727"/>
                  <a:gd name="connsiteY27" fmla="*/ 10478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5727" h="33337">
                    <a:moveTo>
                      <a:pt x="0" y="16192"/>
                    </a:moveTo>
                    <a:cubicBezTo>
                      <a:pt x="0" y="14288"/>
                      <a:pt x="0" y="12383"/>
                      <a:pt x="1905" y="10478"/>
                    </a:cubicBezTo>
                    <a:cubicBezTo>
                      <a:pt x="3810" y="8572"/>
                      <a:pt x="4763" y="8572"/>
                      <a:pt x="7620" y="8572"/>
                    </a:cubicBezTo>
                    <a:cubicBezTo>
                      <a:pt x="10478" y="8572"/>
                      <a:pt x="11430" y="8572"/>
                      <a:pt x="13335" y="10478"/>
                    </a:cubicBezTo>
                    <a:cubicBezTo>
                      <a:pt x="15240" y="12383"/>
                      <a:pt x="15240" y="13335"/>
                      <a:pt x="15240" y="16192"/>
                    </a:cubicBezTo>
                    <a:cubicBezTo>
                      <a:pt x="15240" y="19050"/>
                      <a:pt x="15240" y="20003"/>
                      <a:pt x="13335" y="21908"/>
                    </a:cubicBezTo>
                    <a:cubicBezTo>
                      <a:pt x="11430" y="23813"/>
                      <a:pt x="10478" y="23813"/>
                      <a:pt x="7620" y="23813"/>
                    </a:cubicBezTo>
                    <a:cubicBezTo>
                      <a:pt x="4763" y="23813"/>
                      <a:pt x="3810" y="23813"/>
                      <a:pt x="1905" y="21908"/>
                    </a:cubicBezTo>
                    <a:cubicBezTo>
                      <a:pt x="0" y="20003"/>
                      <a:pt x="0" y="19050"/>
                      <a:pt x="0" y="16192"/>
                    </a:cubicBezTo>
                    <a:close/>
                    <a:moveTo>
                      <a:pt x="36195" y="9525"/>
                    </a:moveTo>
                    <a:lnTo>
                      <a:pt x="90488" y="9525"/>
                    </a:lnTo>
                    <a:cubicBezTo>
                      <a:pt x="94297" y="9525"/>
                      <a:pt x="97155" y="9525"/>
                      <a:pt x="99060" y="9525"/>
                    </a:cubicBezTo>
                    <a:cubicBezTo>
                      <a:pt x="100965" y="9525"/>
                      <a:pt x="101918" y="7620"/>
                      <a:pt x="101918" y="6667"/>
                    </a:cubicBezTo>
                    <a:cubicBezTo>
                      <a:pt x="101918" y="5715"/>
                      <a:pt x="102870" y="2858"/>
                      <a:pt x="102870" y="0"/>
                    </a:cubicBezTo>
                    <a:lnTo>
                      <a:pt x="105728" y="0"/>
                    </a:lnTo>
                    <a:lnTo>
                      <a:pt x="105728" y="33338"/>
                    </a:lnTo>
                    <a:lnTo>
                      <a:pt x="102870" y="33338"/>
                    </a:lnTo>
                    <a:cubicBezTo>
                      <a:pt x="102870" y="30480"/>
                      <a:pt x="102870" y="27622"/>
                      <a:pt x="101918" y="26670"/>
                    </a:cubicBezTo>
                    <a:cubicBezTo>
                      <a:pt x="100965" y="25717"/>
                      <a:pt x="100013" y="24765"/>
                      <a:pt x="99060" y="23813"/>
                    </a:cubicBezTo>
                    <a:cubicBezTo>
                      <a:pt x="98108" y="22860"/>
                      <a:pt x="94297" y="22860"/>
                      <a:pt x="90488" y="22860"/>
                    </a:cubicBezTo>
                    <a:lnTo>
                      <a:pt x="63818" y="22860"/>
                    </a:lnTo>
                    <a:cubicBezTo>
                      <a:pt x="56197" y="22860"/>
                      <a:pt x="51435" y="22860"/>
                      <a:pt x="49530" y="22860"/>
                    </a:cubicBezTo>
                    <a:cubicBezTo>
                      <a:pt x="47625" y="22860"/>
                      <a:pt x="46672" y="22860"/>
                      <a:pt x="46672" y="24765"/>
                    </a:cubicBezTo>
                    <a:cubicBezTo>
                      <a:pt x="46672" y="26670"/>
                      <a:pt x="46672" y="26670"/>
                      <a:pt x="46672" y="27622"/>
                    </a:cubicBezTo>
                    <a:cubicBezTo>
                      <a:pt x="46672" y="28575"/>
                      <a:pt x="46672" y="30480"/>
                      <a:pt x="47625" y="32385"/>
                    </a:cubicBezTo>
                    <a:lnTo>
                      <a:pt x="44768" y="32385"/>
                    </a:lnTo>
                    <a:cubicBezTo>
                      <a:pt x="44768" y="33338"/>
                      <a:pt x="36195" y="13335"/>
                      <a:pt x="36195" y="13335"/>
                    </a:cubicBezTo>
                    <a:lnTo>
                      <a:pt x="36195" y="1047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4F57F8B1-DF4F-D13E-9A06-5E776D8C5668}"/>
                  </a:ext>
                </a:extLst>
              </p:cNvPr>
              <p:cNvSpPr/>
              <p:nvPr/>
            </p:nvSpPr>
            <p:spPr>
              <a:xfrm>
                <a:off x="7254240" y="2907029"/>
                <a:ext cx="72390" cy="66675"/>
              </a:xfrm>
              <a:custGeom>
                <a:avLst/>
                <a:gdLst>
                  <a:gd name="connsiteX0" fmla="*/ 953 w 72390"/>
                  <a:gd name="connsiteY0" fmla="*/ 32385 h 66675"/>
                  <a:gd name="connsiteX1" fmla="*/ 12382 w 72390"/>
                  <a:gd name="connsiteY1" fmla="*/ 7620 h 66675"/>
                  <a:gd name="connsiteX2" fmla="*/ 35242 w 72390"/>
                  <a:gd name="connsiteY2" fmla="*/ 0 h 66675"/>
                  <a:gd name="connsiteX3" fmla="*/ 53340 w 72390"/>
                  <a:gd name="connsiteY3" fmla="*/ 4763 h 66675"/>
                  <a:gd name="connsiteX4" fmla="*/ 67628 w 72390"/>
                  <a:gd name="connsiteY4" fmla="*/ 17145 h 66675"/>
                  <a:gd name="connsiteX5" fmla="*/ 72390 w 72390"/>
                  <a:gd name="connsiteY5" fmla="*/ 34290 h 66675"/>
                  <a:gd name="connsiteX6" fmla="*/ 60007 w 72390"/>
                  <a:gd name="connsiteY6" fmla="*/ 59055 h 66675"/>
                  <a:gd name="connsiteX7" fmla="*/ 37147 w 72390"/>
                  <a:gd name="connsiteY7" fmla="*/ 66675 h 66675"/>
                  <a:gd name="connsiteX8" fmla="*/ 18097 w 72390"/>
                  <a:gd name="connsiteY8" fmla="*/ 61913 h 66675"/>
                  <a:gd name="connsiteX9" fmla="*/ 4763 w 72390"/>
                  <a:gd name="connsiteY9" fmla="*/ 49530 h 66675"/>
                  <a:gd name="connsiteX10" fmla="*/ 0 w 72390"/>
                  <a:gd name="connsiteY10" fmla="*/ 33338 h 66675"/>
                  <a:gd name="connsiteX11" fmla="*/ 5715 w 72390"/>
                  <a:gd name="connsiteY11" fmla="*/ 34290 h 66675"/>
                  <a:gd name="connsiteX12" fmla="*/ 7620 w 72390"/>
                  <a:gd name="connsiteY12" fmla="*/ 41910 h 66675"/>
                  <a:gd name="connsiteX13" fmla="*/ 16192 w 72390"/>
                  <a:gd name="connsiteY13" fmla="*/ 48578 h 66675"/>
                  <a:gd name="connsiteX14" fmla="*/ 31432 w 72390"/>
                  <a:gd name="connsiteY14" fmla="*/ 51435 h 66675"/>
                  <a:gd name="connsiteX15" fmla="*/ 57150 w 72390"/>
                  <a:gd name="connsiteY15" fmla="*/ 45720 h 66675"/>
                  <a:gd name="connsiteX16" fmla="*/ 67628 w 72390"/>
                  <a:gd name="connsiteY16" fmla="*/ 30480 h 66675"/>
                  <a:gd name="connsiteX17" fmla="*/ 61913 w 72390"/>
                  <a:gd name="connsiteY17" fmla="*/ 19050 h 66675"/>
                  <a:gd name="connsiteX18" fmla="*/ 41910 w 72390"/>
                  <a:gd name="connsiteY18" fmla="*/ 14288 h 66675"/>
                  <a:gd name="connsiteX19" fmla="*/ 13335 w 72390"/>
                  <a:gd name="connsiteY19" fmla="*/ 21908 h 66675"/>
                  <a:gd name="connsiteX20" fmla="*/ 6667 w 72390"/>
                  <a:gd name="connsiteY20" fmla="*/ 35242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2390" h="66675">
                    <a:moveTo>
                      <a:pt x="953" y="32385"/>
                    </a:moveTo>
                    <a:cubicBezTo>
                      <a:pt x="953" y="21908"/>
                      <a:pt x="4763" y="13335"/>
                      <a:pt x="12382" y="7620"/>
                    </a:cubicBezTo>
                    <a:cubicBezTo>
                      <a:pt x="19050" y="1905"/>
                      <a:pt x="26670" y="0"/>
                      <a:pt x="35242" y="0"/>
                    </a:cubicBezTo>
                    <a:cubicBezTo>
                      <a:pt x="43815" y="0"/>
                      <a:pt x="47625" y="1905"/>
                      <a:pt x="53340" y="4763"/>
                    </a:cubicBezTo>
                    <a:cubicBezTo>
                      <a:pt x="59055" y="7620"/>
                      <a:pt x="64770" y="11430"/>
                      <a:pt x="67628" y="17145"/>
                    </a:cubicBezTo>
                    <a:cubicBezTo>
                      <a:pt x="70485" y="22860"/>
                      <a:pt x="72390" y="27623"/>
                      <a:pt x="72390" y="34290"/>
                    </a:cubicBezTo>
                    <a:cubicBezTo>
                      <a:pt x="72390" y="44767"/>
                      <a:pt x="68580" y="52388"/>
                      <a:pt x="60007" y="59055"/>
                    </a:cubicBezTo>
                    <a:cubicBezTo>
                      <a:pt x="53340" y="63817"/>
                      <a:pt x="45720" y="66675"/>
                      <a:pt x="37147" y="66675"/>
                    </a:cubicBezTo>
                    <a:cubicBezTo>
                      <a:pt x="28575" y="66675"/>
                      <a:pt x="24765" y="64770"/>
                      <a:pt x="18097" y="61913"/>
                    </a:cubicBezTo>
                    <a:cubicBezTo>
                      <a:pt x="11430" y="59055"/>
                      <a:pt x="7620" y="54292"/>
                      <a:pt x="4763" y="49530"/>
                    </a:cubicBezTo>
                    <a:cubicBezTo>
                      <a:pt x="1905" y="44767"/>
                      <a:pt x="0" y="39053"/>
                      <a:pt x="0" y="33338"/>
                    </a:cubicBezTo>
                    <a:close/>
                    <a:moveTo>
                      <a:pt x="5715" y="34290"/>
                    </a:moveTo>
                    <a:cubicBezTo>
                      <a:pt x="5715" y="37148"/>
                      <a:pt x="5715" y="40005"/>
                      <a:pt x="7620" y="41910"/>
                    </a:cubicBezTo>
                    <a:cubicBezTo>
                      <a:pt x="9525" y="43815"/>
                      <a:pt x="12382" y="46673"/>
                      <a:pt x="16192" y="48578"/>
                    </a:cubicBezTo>
                    <a:cubicBezTo>
                      <a:pt x="20003" y="50483"/>
                      <a:pt x="24765" y="51435"/>
                      <a:pt x="31432" y="51435"/>
                    </a:cubicBezTo>
                    <a:cubicBezTo>
                      <a:pt x="40957" y="51435"/>
                      <a:pt x="49530" y="49530"/>
                      <a:pt x="57150" y="45720"/>
                    </a:cubicBezTo>
                    <a:cubicBezTo>
                      <a:pt x="64770" y="41910"/>
                      <a:pt x="67628" y="36195"/>
                      <a:pt x="67628" y="30480"/>
                    </a:cubicBezTo>
                    <a:cubicBezTo>
                      <a:pt x="67628" y="24765"/>
                      <a:pt x="65722" y="21908"/>
                      <a:pt x="61913" y="19050"/>
                    </a:cubicBezTo>
                    <a:cubicBezTo>
                      <a:pt x="58103" y="16192"/>
                      <a:pt x="51435" y="14288"/>
                      <a:pt x="41910" y="14288"/>
                    </a:cubicBezTo>
                    <a:cubicBezTo>
                      <a:pt x="32385" y="14288"/>
                      <a:pt x="20003" y="17145"/>
                      <a:pt x="13335" y="21908"/>
                    </a:cubicBezTo>
                    <a:cubicBezTo>
                      <a:pt x="8572" y="25717"/>
                      <a:pt x="6667" y="29528"/>
                      <a:pt x="6667" y="3524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98FA8137-69B7-8F8A-B611-E66DA4C4A314}"/>
                  </a:ext>
                </a:extLst>
              </p:cNvPr>
              <p:cNvSpPr/>
              <p:nvPr/>
            </p:nvSpPr>
            <p:spPr>
              <a:xfrm>
                <a:off x="7254240" y="2825115"/>
                <a:ext cx="72390" cy="75247"/>
              </a:xfrm>
              <a:custGeom>
                <a:avLst/>
                <a:gdLst>
                  <a:gd name="connsiteX0" fmla="*/ 15240 w 72390"/>
                  <a:gd name="connsiteY0" fmla="*/ 51435 h 75247"/>
                  <a:gd name="connsiteX1" fmla="*/ 953 w 72390"/>
                  <a:gd name="connsiteY1" fmla="*/ 28575 h 75247"/>
                  <a:gd name="connsiteX2" fmla="*/ 3810 w 72390"/>
                  <a:gd name="connsiteY2" fmla="*/ 19050 h 75247"/>
                  <a:gd name="connsiteX3" fmla="*/ 13335 w 72390"/>
                  <a:gd name="connsiteY3" fmla="*/ 12382 h 75247"/>
                  <a:gd name="connsiteX4" fmla="*/ 26670 w 72390"/>
                  <a:gd name="connsiteY4" fmla="*/ 10477 h 75247"/>
                  <a:gd name="connsiteX5" fmla="*/ 56197 w 72390"/>
                  <a:gd name="connsiteY5" fmla="*/ 10477 h 75247"/>
                  <a:gd name="connsiteX6" fmla="*/ 64770 w 72390"/>
                  <a:gd name="connsiteY6" fmla="*/ 9525 h 75247"/>
                  <a:gd name="connsiteX7" fmla="*/ 67628 w 72390"/>
                  <a:gd name="connsiteY7" fmla="*/ 6667 h 75247"/>
                  <a:gd name="connsiteX8" fmla="*/ 68580 w 72390"/>
                  <a:gd name="connsiteY8" fmla="*/ 0 h 75247"/>
                  <a:gd name="connsiteX9" fmla="*/ 71438 w 72390"/>
                  <a:gd name="connsiteY9" fmla="*/ 0 h 75247"/>
                  <a:gd name="connsiteX10" fmla="*/ 71438 w 72390"/>
                  <a:gd name="connsiteY10" fmla="*/ 33338 h 75247"/>
                  <a:gd name="connsiteX11" fmla="*/ 68580 w 72390"/>
                  <a:gd name="connsiteY11" fmla="*/ 33338 h 75247"/>
                  <a:gd name="connsiteX12" fmla="*/ 66675 w 72390"/>
                  <a:gd name="connsiteY12" fmla="*/ 25717 h 75247"/>
                  <a:gd name="connsiteX13" fmla="*/ 62865 w 72390"/>
                  <a:gd name="connsiteY13" fmla="*/ 22860 h 75247"/>
                  <a:gd name="connsiteX14" fmla="*/ 56197 w 72390"/>
                  <a:gd name="connsiteY14" fmla="*/ 22860 h 75247"/>
                  <a:gd name="connsiteX15" fmla="*/ 28575 w 72390"/>
                  <a:gd name="connsiteY15" fmla="*/ 22860 h 75247"/>
                  <a:gd name="connsiteX16" fmla="*/ 15240 w 72390"/>
                  <a:gd name="connsiteY16" fmla="*/ 25717 h 75247"/>
                  <a:gd name="connsiteX17" fmla="*/ 11430 w 72390"/>
                  <a:gd name="connsiteY17" fmla="*/ 34290 h 75247"/>
                  <a:gd name="connsiteX18" fmla="*/ 20955 w 72390"/>
                  <a:gd name="connsiteY18" fmla="*/ 52388 h 75247"/>
                  <a:gd name="connsiteX19" fmla="*/ 57150 w 72390"/>
                  <a:gd name="connsiteY19" fmla="*/ 52388 h 75247"/>
                  <a:gd name="connsiteX20" fmla="*/ 65722 w 72390"/>
                  <a:gd name="connsiteY20" fmla="*/ 52388 h 75247"/>
                  <a:gd name="connsiteX21" fmla="*/ 68580 w 72390"/>
                  <a:gd name="connsiteY21" fmla="*/ 49530 h 75247"/>
                  <a:gd name="connsiteX22" fmla="*/ 69532 w 72390"/>
                  <a:gd name="connsiteY22" fmla="*/ 41910 h 75247"/>
                  <a:gd name="connsiteX23" fmla="*/ 72390 w 72390"/>
                  <a:gd name="connsiteY23" fmla="*/ 41910 h 75247"/>
                  <a:gd name="connsiteX24" fmla="*/ 72390 w 72390"/>
                  <a:gd name="connsiteY24" fmla="*/ 75247 h 75247"/>
                  <a:gd name="connsiteX25" fmla="*/ 69532 w 72390"/>
                  <a:gd name="connsiteY25" fmla="*/ 75247 h 75247"/>
                  <a:gd name="connsiteX26" fmla="*/ 69532 w 72390"/>
                  <a:gd name="connsiteY26" fmla="*/ 73342 h 75247"/>
                  <a:gd name="connsiteX27" fmla="*/ 66675 w 72390"/>
                  <a:gd name="connsiteY27" fmla="*/ 66675 h 75247"/>
                  <a:gd name="connsiteX28" fmla="*/ 56197 w 72390"/>
                  <a:gd name="connsiteY28" fmla="*/ 64770 h 75247"/>
                  <a:gd name="connsiteX29" fmla="*/ 30480 w 72390"/>
                  <a:gd name="connsiteY29" fmla="*/ 64770 h 75247"/>
                  <a:gd name="connsiteX30" fmla="*/ 15240 w 72390"/>
                  <a:gd name="connsiteY30" fmla="*/ 64770 h 75247"/>
                  <a:gd name="connsiteX31" fmla="*/ 11430 w 72390"/>
                  <a:gd name="connsiteY31" fmla="*/ 66675 h 75247"/>
                  <a:gd name="connsiteX32" fmla="*/ 10478 w 72390"/>
                  <a:gd name="connsiteY32" fmla="*/ 69532 h 75247"/>
                  <a:gd name="connsiteX33" fmla="*/ 11430 w 72390"/>
                  <a:gd name="connsiteY33" fmla="*/ 74295 h 75247"/>
                  <a:gd name="connsiteX34" fmla="*/ 8572 w 72390"/>
                  <a:gd name="connsiteY34" fmla="*/ 74295 h 75247"/>
                  <a:gd name="connsiteX35" fmla="*/ 0 w 72390"/>
                  <a:gd name="connsiteY35" fmla="*/ 55245 h 75247"/>
                  <a:gd name="connsiteX36" fmla="*/ 0 w 72390"/>
                  <a:gd name="connsiteY36" fmla="*/ 52388 h 75247"/>
                  <a:gd name="connsiteX37" fmla="*/ 14288 w 72390"/>
                  <a:gd name="connsiteY37" fmla="*/ 52388 h 75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72390" h="75247">
                    <a:moveTo>
                      <a:pt x="15240" y="51435"/>
                    </a:moveTo>
                    <a:cubicBezTo>
                      <a:pt x="5715" y="43815"/>
                      <a:pt x="953" y="36195"/>
                      <a:pt x="953" y="28575"/>
                    </a:cubicBezTo>
                    <a:cubicBezTo>
                      <a:pt x="953" y="20955"/>
                      <a:pt x="953" y="21907"/>
                      <a:pt x="3810" y="19050"/>
                    </a:cubicBezTo>
                    <a:cubicBezTo>
                      <a:pt x="6667" y="16192"/>
                      <a:pt x="8572" y="14288"/>
                      <a:pt x="13335" y="12382"/>
                    </a:cubicBezTo>
                    <a:cubicBezTo>
                      <a:pt x="16192" y="11430"/>
                      <a:pt x="20955" y="10477"/>
                      <a:pt x="26670" y="10477"/>
                    </a:cubicBezTo>
                    <a:lnTo>
                      <a:pt x="56197" y="10477"/>
                    </a:lnTo>
                    <a:cubicBezTo>
                      <a:pt x="60960" y="10477"/>
                      <a:pt x="63817" y="10477"/>
                      <a:pt x="64770" y="9525"/>
                    </a:cubicBezTo>
                    <a:cubicBezTo>
                      <a:pt x="65722" y="9525"/>
                      <a:pt x="66675" y="8572"/>
                      <a:pt x="67628" y="6667"/>
                    </a:cubicBezTo>
                    <a:cubicBezTo>
                      <a:pt x="68580" y="4763"/>
                      <a:pt x="68580" y="2857"/>
                      <a:pt x="68580" y="0"/>
                    </a:cubicBezTo>
                    <a:lnTo>
                      <a:pt x="71438" y="0"/>
                    </a:lnTo>
                    <a:lnTo>
                      <a:pt x="71438" y="33338"/>
                    </a:lnTo>
                    <a:lnTo>
                      <a:pt x="68580" y="33338"/>
                    </a:lnTo>
                    <a:cubicBezTo>
                      <a:pt x="68580" y="28575"/>
                      <a:pt x="68580" y="26670"/>
                      <a:pt x="66675" y="25717"/>
                    </a:cubicBezTo>
                    <a:cubicBezTo>
                      <a:pt x="64770" y="24765"/>
                      <a:pt x="63817" y="23813"/>
                      <a:pt x="62865" y="22860"/>
                    </a:cubicBezTo>
                    <a:cubicBezTo>
                      <a:pt x="62865" y="22860"/>
                      <a:pt x="60007" y="22860"/>
                      <a:pt x="56197" y="22860"/>
                    </a:cubicBezTo>
                    <a:lnTo>
                      <a:pt x="28575" y="22860"/>
                    </a:lnTo>
                    <a:cubicBezTo>
                      <a:pt x="21907" y="22860"/>
                      <a:pt x="18097" y="22860"/>
                      <a:pt x="15240" y="25717"/>
                    </a:cubicBezTo>
                    <a:cubicBezTo>
                      <a:pt x="12382" y="28575"/>
                      <a:pt x="11430" y="30480"/>
                      <a:pt x="11430" y="34290"/>
                    </a:cubicBezTo>
                    <a:cubicBezTo>
                      <a:pt x="11430" y="40005"/>
                      <a:pt x="14288" y="45720"/>
                      <a:pt x="20955" y="52388"/>
                    </a:cubicBezTo>
                    <a:lnTo>
                      <a:pt x="57150" y="52388"/>
                    </a:lnTo>
                    <a:cubicBezTo>
                      <a:pt x="61913" y="52388"/>
                      <a:pt x="64770" y="52388"/>
                      <a:pt x="65722" y="52388"/>
                    </a:cubicBezTo>
                    <a:cubicBezTo>
                      <a:pt x="67628" y="52388"/>
                      <a:pt x="68580" y="50482"/>
                      <a:pt x="68580" y="49530"/>
                    </a:cubicBezTo>
                    <a:cubicBezTo>
                      <a:pt x="68580" y="48577"/>
                      <a:pt x="69532" y="45720"/>
                      <a:pt x="69532" y="41910"/>
                    </a:cubicBezTo>
                    <a:lnTo>
                      <a:pt x="72390" y="41910"/>
                    </a:lnTo>
                    <a:lnTo>
                      <a:pt x="72390" y="75247"/>
                    </a:lnTo>
                    <a:lnTo>
                      <a:pt x="69532" y="75247"/>
                    </a:lnTo>
                    <a:lnTo>
                      <a:pt x="69532" y="73342"/>
                    </a:lnTo>
                    <a:cubicBezTo>
                      <a:pt x="69532" y="69532"/>
                      <a:pt x="69532" y="67627"/>
                      <a:pt x="66675" y="66675"/>
                    </a:cubicBezTo>
                    <a:cubicBezTo>
                      <a:pt x="63817" y="65722"/>
                      <a:pt x="61913" y="64770"/>
                      <a:pt x="56197" y="64770"/>
                    </a:cubicBezTo>
                    <a:lnTo>
                      <a:pt x="30480" y="64770"/>
                    </a:lnTo>
                    <a:cubicBezTo>
                      <a:pt x="21907" y="64770"/>
                      <a:pt x="17145" y="64770"/>
                      <a:pt x="15240" y="64770"/>
                    </a:cubicBezTo>
                    <a:cubicBezTo>
                      <a:pt x="13335" y="64770"/>
                      <a:pt x="12382" y="64770"/>
                      <a:pt x="11430" y="66675"/>
                    </a:cubicBezTo>
                    <a:cubicBezTo>
                      <a:pt x="10478" y="68580"/>
                      <a:pt x="10478" y="68580"/>
                      <a:pt x="10478" y="69532"/>
                    </a:cubicBezTo>
                    <a:cubicBezTo>
                      <a:pt x="10478" y="70485"/>
                      <a:pt x="10478" y="72390"/>
                      <a:pt x="11430" y="74295"/>
                    </a:cubicBezTo>
                    <a:lnTo>
                      <a:pt x="8572" y="74295"/>
                    </a:lnTo>
                    <a:cubicBezTo>
                      <a:pt x="8572" y="75247"/>
                      <a:pt x="0" y="55245"/>
                      <a:pt x="0" y="55245"/>
                    </a:cubicBezTo>
                    <a:lnTo>
                      <a:pt x="0" y="52388"/>
                    </a:lnTo>
                    <a:lnTo>
                      <a:pt x="14288" y="5238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9D7F1956-3E19-746C-810B-8199810879C9}"/>
                  </a:ext>
                </a:extLst>
              </p:cNvPr>
              <p:cNvSpPr/>
              <p:nvPr/>
            </p:nvSpPr>
            <p:spPr>
              <a:xfrm>
                <a:off x="7223759" y="2653665"/>
                <a:ext cx="100965" cy="130492"/>
              </a:xfrm>
              <a:custGeom>
                <a:avLst/>
                <a:gdLst>
                  <a:gd name="connsiteX0" fmla="*/ 100965 w 100965"/>
                  <a:gd name="connsiteY0" fmla="*/ 70485 h 130492"/>
                  <a:gd name="connsiteX1" fmla="*/ 16193 w 100965"/>
                  <a:gd name="connsiteY1" fmla="*/ 109538 h 130492"/>
                  <a:gd name="connsiteX2" fmla="*/ 83820 w 100965"/>
                  <a:gd name="connsiteY2" fmla="*/ 109538 h 130492"/>
                  <a:gd name="connsiteX3" fmla="*/ 95250 w 100965"/>
                  <a:gd name="connsiteY3" fmla="*/ 107632 h 130492"/>
                  <a:gd name="connsiteX4" fmla="*/ 98108 w 100965"/>
                  <a:gd name="connsiteY4" fmla="*/ 99060 h 130492"/>
                  <a:gd name="connsiteX5" fmla="*/ 98108 w 100965"/>
                  <a:gd name="connsiteY5" fmla="*/ 95250 h 130492"/>
                  <a:gd name="connsiteX6" fmla="*/ 100965 w 100965"/>
                  <a:gd name="connsiteY6" fmla="*/ 95250 h 130492"/>
                  <a:gd name="connsiteX7" fmla="*/ 100965 w 100965"/>
                  <a:gd name="connsiteY7" fmla="*/ 130492 h 130492"/>
                  <a:gd name="connsiteX8" fmla="*/ 98108 w 100965"/>
                  <a:gd name="connsiteY8" fmla="*/ 130492 h 130492"/>
                  <a:gd name="connsiteX9" fmla="*/ 98108 w 100965"/>
                  <a:gd name="connsiteY9" fmla="*/ 126682 h 130492"/>
                  <a:gd name="connsiteX10" fmla="*/ 94297 w 100965"/>
                  <a:gd name="connsiteY10" fmla="*/ 117157 h 130492"/>
                  <a:gd name="connsiteX11" fmla="*/ 83820 w 100965"/>
                  <a:gd name="connsiteY11" fmla="*/ 115252 h 130492"/>
                  <a:gd name="connsiteX12" fmla="*/ 18097 w 100965"/>
                  <a:gd name="connsiteY12" fmla="*/ 115252 h 130492"/>
                  <a:gd name="connsiteX13" fmla="*/ 8572 w 100965"/>
                  <a:gd name="connsiteY13" fmla="*/ 117157 h 130492"/>
                  <a:gd name="connsiteX14" fmla="*/ 4763 w 100965"/>
                  <a:gd name="connsiteY14" fmla="*/ 120967 h 130492"/>
                  <a:gd name="connsiteX15" fmla="*/ 2858 w 100965"/>
                  <a:gd name="connsiteY15" fmla="*/ 129540 h 130492"/>
                  <a:gd name="connsiteX16" fmla="*/ 0 w 100965"/>
                  <a:gd name="connsiteY16" fmla="*/ 129540 h 130492"/>
                  <a:gd name="connsiteX17" fmla="*/ 0 w 100965"/>
                  <a:gd name="connsiteY17" fmla="*/ 100965 h 130492"/>
                  <a:gd name="connsiteX18" fmla="*/ 79058 w 100965"/>
                  <a:gd name="connsiteY18" fmla="*/ 64770 h 130492"/>
                  <a:gd name="connsiteX19" fmla="*/ 0 w 100965"/>
                  <a:gd name="connsiteY19" fmla="*/ 28575 h 130492"/>
                  <a:gd name="connsiteX20" fmla="*/ 0 w 100965"/>
                  <a:gd name="connsiteY20" fmla="*/ 0 h 130492"/>
                  <a:gd name="connsiteX21" fmla="*/ 2858 w 100965"/>
                  <a:gd name="connsiteY21" fmla="*/ 0 h 130492"/>
                  <a:gd name="connsiteX22" fmla="*/ 2858 w 100965"/>
                  <a:gd name="connsiteY22" fmla="*/ 3810 h 130492"/>
                  <a:gd name="connsiteX23" fmla="*/ 6668 w 100965"/>
                  <a:gd name="connsiteY23" fmla="*/ 13335 h 130492"/>
                  <a:gd name="connsiteX24" fmla="*/ 17145 w 100965"/>
                  <a:gd name="connsiteY24" fmla="*/ 15240 h 130492"/>
                  <a:gd name="connsiteX25" fmla="*/ 82868 w 100965"/>
                  <a:gd name="connsiteY25" fmla="*/ 15240 h 130492"/>
                  <a:gd name="connsiteX26" fmla="*/ 94297 w 100965"/>
                  <a:gd name="connsiteY26" fmla="*/ 13335 h 130492"/>
                  <a:gd name="connsiteX27" fmla="*/ 97155 w 100965"/>
                  <a:gd name="connsiteY27" fmla="*/ 4763 h 130492"/>
                  <a:gd name="connsiteX28" fmla="*/ 97155 w 100965"/>
                  <a:gd name="connsiteY28" fmla="*/ 952 h 130492"/>
                  <a:gd name="connsiteX29" fmla="*/ 100013 w 100965"/>
                  <a:gd name="connsiteY29" fmla="*/ 952 h 130492"/>
                  <a:gd name="connsiteX30" fmla="*/ 100013 w 100965"/>
                  <a:gd name="connsiteY30" fmla="*/ 43815 h 130492"/>
                  <a:gd name="connsiteX31" fmla="*/ 97155 w 100965"/>
                  <a:gd name="connsiteY31" fmla="*/ 43815 h 130492"/>
                  <a:gd name="connsiteX32" fmla="*/ 97155 w 100965"/>
                  <a:gd name="connsiteY32" fmla="*/ 40005 h 130492"/>
                  <a:gd name="connsiteX33" fmla="*/ 93345 w 100965"/>
                  <a:gd name="connsiteY33" fmla="*/ 30480 h 130492"/>
                  <a:gd name="connsiteX34" fmla="*/ 82868 w 100965"/>
                  <a:gd name="connsiteY34" fmla="*/ 28575 h 130492"/>
                  <a:gd name="connsiteX35" fmla="*/ 15240 w 100965"/>
                  <a:gd name="connsiteY35" fmla="*/ 28575 h 130492"/>
                  <a:gd name="connsiteX36" fmla="*/ 100013 w 100965"/>
                  <a:gd name="connsiteY36" fmla="*/ 67627 h 130492"/>
                  <a:gd name="connsiteX37" fmla="*/ 100013 w 100965"/>
                  <a:gd name="connsiteY37" fmla="*/ 70485 h 130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00965" h="130492">
                    <a:moveTo>
                      <a:pt x="100965" y="70485"/>
                    </a:moveTo>
                    <a:lnTo>
                      <a:pt x="16193" y="109538"/>
                    </a:lnTo>
                    <a:lnTo>
                      <a:pt x="83820" y="109538"/>
                    </a:lnTo>
                    <a:cubicBezTo>
                      <a:pt x="90488" y="109538"/>
                      <a:pt x="94297" y="109538"/>
                      <a:pt x="95250" y="107632"/>
                    </a:cubicBezTo>
                    <a:cubicBezTo>
                      <a:pt x="97155" y="105727"/>
                      <a:pt x="98108" y="102870"/>
                      <a:pt x="98108" y="99060"/>
                    </a:cubicBezTo>
                    <a:lnTo>
                      <a:pt x="98108" y="95250"/>
                    </a:lnTo>
                    <a:lnTo>
                      <a:pt x="100965" y="95250"/>
                    </a:lnTo>
                    <a:lnTo>
                      <a:pt x="100965" y="130492"/>
                    </a:lnTo>
                    <a:lnTo>
                      <a:pt x="98108" y="130492"/>
                    </a:lnTo>
                    <a:lnTo>
                      <a:pt x="98108" y="126682"/>
                    </a:lnTo>
                    <a:cubicBezTo>
                      <a:pt x="98108" y="122872"/>
                      <a:pt x="97155" y="119063"/>
                      <a:pt x="94297" y="117157"/>
                    </a:cubicBezTo>
                    <a:cubicBezTo>
                      <a:pt x="92393" y="116205"/>
                      <a:pt x="89535" y="115252"/>
                      <a:pt x="83820" y="115252"/>
                    </a:cubicBezTo>
                    <a:lnTo>
                      <a:pt x="18097" y="115252"/>
                    </a:lnTo>
                    <a:cubicBezTo>
                      <a:pt x="13335" y="115252"/>
                      <a:pt x="10478" y="115252"/>
                      <a:pt x="8572" y="117157"/>
                    </a:cubicBezTo>
                    <a:cubicBezTo>
                      <a:pt x="6668" y="117157"/>
                      <a:pt x="5715" y="119063"/>
                      <a:pt x="4763" y="120967"/>
                    </a:cubicBezTo>
                    <a:cubicBezTo>
                      <a:pt x="3810" y="122872"/>
                      <a:pt x="2858" y="125730"/>
                      <a:pt x="2858" y="129540"/>
                    </a:cubicBezTo>
                    <a:lnTo>
                      <a:pt x="0" y="129540"/>
                    </a:lnTo>
                    <a:lnTo>
                      <a:pt x="0" y="100965"/>
                    </a:lnTo>
                    <a:lnTo>
                      <a:pt x="79058" y="64770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858" y="0"/>
                    </a:lnTo>
                    <a:lnTo>
                      <a:pt x="2858" y="3810"/>
                    </a:lnTo>
                    <a:cubicBezTo>
                      <a:pt x="2858" y="8572"/>
                      <a:pt x="3810" y="11430"/>
                      <a:pt x="6668" y="13335"/>
                    </a:cubicBezTo>
                    <a:cubicBezTo>
                      <a:pt x="8572" y="14288"/>
                      <a:pt x="11430" y="15240"/>
                      <a:pt x="17145" y="15240"/>
                    </a:cubicBezTo>
                    <a:lnTo>
                      <a:pt x="82868" y="15240"/>
                    </a:lnTo>
                    <a:cubicBezTo>
                      <a:pt x="89535" y="15240"/>
                      <a:pt x="93345" y="15240"/>
                      <a:pt x="94297" y="13335"/>
                    </a:cubicBezTo>
                    <a:cubicBezTo>
                      <a:pt x="96203" y="11430"/>
                      <a:pt x="97155" y="8572"/>
                      <a:pt x="97155" y="4763"/>
                    </a:cubicBezTo>
                    <a:lnTo>
                      <a:pt x="97155" y="952"/>
                    </a:lnTo>
                    <a:lnTo>
                      <a:pt x="100013" y="952"/>
                    </a:lnTo>
                    <a:lnTo>
                      <a:pt x="100013" y="43815"/>
                    </a:lnTo>
                    <a:lnTo>
                      <a:pt x="97155" y="43815"/>
                    </a:lnTo>
                    <a:lnTo>
                      <a:pt x="97155" y="40005"/>
                    </a:lnTo>
                    <a:cubicBezTo>
                      <a:pt x="97155" y="35242"/>
                      <a:pt x="96203" y="32385"/>
                      <a:pt x="93345" y="30480"/>
                    </a:cubicBezTo>
                    <a:cubicBezTo>
                      <a:pt x="91440" y="29527"/>
                      <a:pt x="88583" y="28575"/>
                      <a:pt x="82868" y="28575"/>
                    </a:cubicBezTo>
                    <a:lnTo>
                      <a:pt x="15240" y="28575"/>
                    </a:lnTo>
                    <a:lnTo>
                      <a:pt x="100013" y="67627"/>
                    </a:lnTo>
                    <a:lnTo>
                      <a:pt x="100013" y="7048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112150F6-A098-D6BF-E48A-3E4C1E7F4CDC}"/>
                  </a:ext>
                </a:extLst>
              </p:cNvPr>
              <p:cNvSpPr/>
              <p:nvPr/>
            </p:nvSpPr>
            <p:spPr>
              <a:xfrm>
                <a:off x="7256144" y="2586990"/>
                <a:ext cx="71437" cy="59054"/>
              </a:xfrm>
              <a:custGeom>
                <a:avLst/>
                <a:gdLst>
                  <a:gd name="connsiteX0" fmla="*/ 59055 w 71437"/>
                  <a:gd name="connsiteY0" fmla="*/ 20955 h 59054"/>
                  <a:gd name="connsiteX1" fmla="*/ 68580 w 71437"/>
                  <a:gd name="connsiteY1" fmla="*/ 34290 h 59054"/>
                  <a:gd name="connsiteX2" fmla="*/ 70485 w 71437"/>
                  <a:gd name="connsiteY2" fmla="*/ 42863 h 59054"/>
                  <a:gd name="connsiteX3" fmla="*/ 65723 w 71437"/>
                  <a:gd name="connsiteY3" fmla="*/ 54292 h 59054"/>
                  <a:gd name="connsiteX4" fmla="*/ 53340 w 71437"/>
                  <a:gd name="connsiteY4" fmla="*/ 59055 h 59054"/>
                  <a:gd name="connsiteX5" fmla="*/ 44768 w 71437"/>
                  <a:gd name="connsiteY5" fmla="*/ 57150 h 59054"/>
                  <a:gd name="connsiteX6" fmla="*/ 35243 w 71437"/>
                  <a:gd name="connsiteY6" fmla="*/ 46672 h 59054"/>
                  <a:gd name="connsiteX7" fmla="*/ 24765 w 71437"/>
                  <a:gd name="connsiteY7" fmla="*/ 21907 h 59054"/>
                  <a:gd name="connsiteX8" fmla="*/ 21908 w 71437"/>
                  <a:gd name="connsiteY8" fmla="*/ 21907 h 59054"/>
                  <a:gd name="connsiteX9" fmla="*/ 7620 w 71437"/>
                  <a:gd name="connsiteY9" fmla="*/ 24765 h 59054"/>
                  <a:gd name="connsiteX10" fmla="*/ 3810 w 71437"/>
                  <a:gd name="connsiteY10" fmla="*/ 34290 h 59054"/>
                  <a:gd name="connsiteX11" fmla="*/ 6668 w 71437"/>
                  <a:gd name="connsiteY11" fmla="*/ 41910 h 59054"/>
                  <a:gd name="connsiteX12" fmla="*/ 12383 w 71437"/>
                  <a:gd name="connsiteY12" fmla="*/ 44767 h 59054"/>
                  <a:gd name="connsiteX13" fmla="*/ 17145 w 71437"/>
                  <a:gd name="connsiteY13" fmla="*/ 44767 h 59054"/>
                  <a:gd name="connsiteX14" fmla="*/ 22860 w 71437"/>
                  <a:gd name="connsiteY14" fmla="*/ 46672 h 59054"/>
                  <a:gd name="connsiteX15" fmla="*/ 24765 w 71437"/>
                  <a:gd name="connsiteY15" fmla="*/ 51435 h 59054"/>
                  <a:gd name="connsiteX16" fmla="*/ 22860 w 71437"/>
                  <a:gd name="connsiteY16" fmla="*/ 56197 h 59054"/>
                  <a:gd name="connsiteX17" fmla="*/ 17145 w 71437"/>
                  <a:gd name="connsiteY17" fmla="*/ 58102 h 59054"/>
                  <a:gd name="connsiteX18" fmla="*/ 5715 w 71437"/>
                  <a:gd name="connsiteY18" fmla="*/ 51435 h 59054"/>
                  <a:gd name="connsiteX19" fmla="*/ 0 w 71437"/>
                  <a:gd name="connsiteY19" fmla="*/ 33338 h 59054"/>
                  <a:gd name="connsiteX20" fmla="*/ 2858 w 71437"/>
                  <a:gd name="connsiteY20" fmla="*/ 18097 h 59054"/>
                  <a:gd name="connsiteX21" fmla="*/ 10478 w 71437"/>
                  <a:gd name="connsiteY21" fmla="*/ 11430 h 59054"/>
                  <a:gd name="connsiteX22" fmla="*/ 23813 w 71437"/>
                  <a:gd name="connsiteY22" fmla="*/ 10477 h 59054"/>
                  <a:gd name="connsiteX23" fmla="*/ 46673 w 71437"/>
                  <a:gd name="connsiteY23" fmla="*/ 10477 h 59054"/>
                  <a:gd name="connsiteX24" fmla="*/ 59055 w 71437"/>
                  <a:gd name="connsiteY24" fmla="*/ 10477 h 59054"/>
                  <a:gd name="connsiteX25" fmla="*/ 61913 w 71437"/>
                  <a:gd name="connsiteY25" fmla="*/ 9525 h 59054"/>
                  <a:gd name="connsiteX26" fmla="*/ 61913 w 71437"/>
                  <a:gd name="connsiteY26" fmla="*/ 7620 h 59054"/>
                  <a:gd name="connsiteX27" fmla="*/ 61913 w 71437"/>
                  <a:gd name="connsiteY27" fmla="*/ 5715 h 59054"/>
                  <a:gd name="connsiteX28" fmla="*/ 56198 w 71437"/>
                  <a:gd name="connsiteY28" fmla="*/ 0 h 59054"/>
                  <a:gd name="connsiteX29" fmla="*/ 60008 w 71437"/>
                  <a:gd name="connsiteY29" fmla="*/ 0 h 59054"/>
                  <a:gd name="connsiteX30" fmla="*/ 71438 w 71437"/>
                  <a:gd name="connsiteY30" fmla="*/ 16192 h 59054"/>
                  <a:gd name="connsiteX31" fmla="*/ 68580 w 71437"/>
                  <a:gd name="connsiteY31" fmla="*/ 21907 h 59054"/>
                  <a:gd name="connsiteX32" fmla="*/ 60008 w 71437"/>
                  <a:gd name="connsiteY32" fmla="*/ 23813 h 59054"/>
                  <a:gd name="connsiteX33" fmla="*/ 54293 w 71437"/>
                  <a:gd name="connsiteY33" fmla="*/ 20955 h 59054"/>
                  <a:gd name="connsiteX34" fmla="*/ 28575 w 71437"/>
                  <a:gd name="connsiteY34" fmla="*/ 20955 h 59054"/>
                  <a:gd name="connsiteX35" fmla="*/ 35243 w 71437"/>
                  <a:gd name="connsiteY35" fmla="*/ 35242 h 59054"/>
                  <a:gd name="connsiteX36" fmla="*/ 41910 w 71437"/>
                  <a:gd name="connsiteY36" fmla="*/ 43815 h 59054"/>
                  <a:gd name="connsiteX37" fmla="*/ 49530 w 71437"/>
                  <a:gd name="connsiteY37" fmla="*/ 46672 h 59054"/>
                  <a:gd name="connsiteX38" fmla="*/ 58103 w 71437"/>
                  <a:gd name="connsiteY38" fmla="*/ 43815 h 59054"/>
                  <a:gd name="connsiteX39" fmla="*/ 61913 w 71437"/>
                  <a:gd name="connsiteY39" fmla="*/ 36195 h 59054"/>
                  <a:gd name="connsiteX40" fmla="*/ 54293 w 71437"/>
                  <a:gd name="connsiteY40" fmla="*/ 20955 h 59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1437" h="59054">
                    <a:moveTo>
                      <a:pt x="59055" y="20955"/>
                    </a:moveTo>
                    <a:cubicBezTo>
                      <a:pt x="64770" y="27622"/>
                      <a:pt x="67628" y="32385"/>
                      <a:pt x="68580" y="34290"/>
                    </a:cubicBezTo>
                    <a:cubicBezTo>
                      <a:pt x="69533" y="37147"/>
                      <a:pt x="70485" y="40005"/>
                      <a:pt x="70485" y="42863"/>
                    </a:cubicBezTo>
                    <a:cubicBezTo>
                      <a:pt x="70485" y="47625"/>
                      <a:pt x="68580" y="51435"/>
                      <a:pt x="65723" y="54292"/>
                    </a:cubicBezTo>
                    <a:cubicBezTo>
                      <a:pt x="62865" y="57150"/>
                      <a:pt x="58103" y="59055"/>
                      <a:pt x="53340" y="59055"/>
                    </a:cubicBezTo>
                    <a:cubicBezTo>
                      <a:pt x="48578" y="59055"/>
                      <a:pt x="46673" y="59055"/>
                      <a:pt x="44768" y="57150"/>
                    </a:cubicBezTo>
                    <a:cubicBezTo>
                      <a:pt x="40958" y="55245"/>
                      <a:pt x="38100" y="51435"/>
                      <a:pt x="35243" y="46672"/>
                    </a:cubicBezTo>
                    <a:cubicBezTo>
                      <a:pt x="32385" y="41910"/>
                      <a:pt x="28575" y="33338"/>
                      <a:pt x="24765" y="21907"/>
                    </a:cubicBezTo>
                    <a:lnTo>
                      <a:pt x="21908" y="21907"/>
                    </a:lnTo>
                    <a:cubicBezTo>
                      <a:pt x="15240" y="21907"/>
                      <a:pt x="10478" y="22860"/>
                      <a:pt x="7620" y="24765"/>
                    </a:cubicBezTo>
                    <a:cubicBezTo>
                      <a:pt x="4763" y="26670"/>
                      <a:pt x="3810" y="30480"/>
                      <a:pt x="3810" y="34290"/>
                    </a:cubicBezTo>
                    <a:cubicBezTo>
                      <a:pt x="3810" y="38100"/>
                      <a:pt x="3810" y="40005"/>
                      <a:pt x="6668" y="41910"/>
                    </a:cubicBezTo>
                    <a:cubicBezTo>
                      <a:pt x="8573" y="43815"/>
                      <a:pt x="10478" y="44767"/>
                      <a:pt x="12383" y="44767"/>
                    </a:cubicBezTo>
                    <a:lnTo>
                      <a:pt x="17145" y="44767"/>
                    </a:lnTo>
                    <a:cubicBezTo>
                      <a:pt x="19050" y="44767"/>
                      <a:pt x="20955" y="44767"/>
                      <a:pt x="22860" y="46672"/>
                    </a:cubicBezTo>
                    <a:cubicBezTo>
                      <a:pt x="24765" y="48577"/>
                      <a:pt x="24765" y="49530"/>
                      <a:pt x="24765" y="51435"/>
                    </a:cubicBezTo>
                    <a:cubicBezTo>
                      <a:pt x="24765" y="53340"/>
                      <a:pt x="24765" y="55245"/>
                      <a:pt x="22860" y="56197"/>
                    </a:cubicBezTo>
                    <a:cubicBezTo>
                      <a:pt x="20955" y="57150"/>
                      <a:pt x="20003" y="58102"/>
                      <a:pt x="17145" y="58102"/>
                    </a:cubicBezTo>
                    <a:cubicBezTo>
                      <a:pt x="13335" y="58102"/>
                      <a:pt x="8573" y="56197"/>
                      <a:pt x="5715" y="51435"/>
                    </a:cubicBezTo>
                    <a:cubicBezTo>
                      <a:pt x="2858" y="46672"/>
                      <a:pt x="0" y="40957"/>
                      <a:pt x="0" y="33338"/>
                    </a:cubicBezTo>
                    <a:cubicBezTo>
                      <a:pt x="0" y="25717"/>
                      <a:pt x="953" y="21907"/>
                      <a:pt x="2858" y="18097"/>
                    </a:cubicBezTo>
                    <a:cubicBezTo>
                      <a:pt x="4763" y="15240"/>
                      <a:pt x="6668" y="13335"/>
                      <a:pt x="10478" y="11430"/>
                    </a:cubicBezTo>
                    <a:cubicBezTo>
                      <a:pt x="12383" y="11430"/>
                      <a:pt x="17145" y="10477"/>
                      <a:pt x="23813" y="10477"/>
                    </a:cubicBezTo>
                    <a:lnTo>
                      <a:pt x="46673" y="10477"/>
                    </a:lnTo>
                    <a:cubicBezTo>
                      <a:pt x="53340" y="10477"/>
                      <a:pt x="57150" y="10477"/>
                      <a:pt x="59055" y="10477"/>
                    </a:cubicBezTo>
                    <a:cubicBezTo>
                      <a:pt x="60960" y="10477"/>
                      <a:pt x="61913" y="10477"/>
                      <a:pt x="61913" y="9525"/>
                    </a:cubicBezTo>
                    <a:cubicBezTo>
                      <a:pt x="61913" y="8572"/>
                      <a:pt x="61913" y="8572"/>
                      <a:pt x="61913" y="7620"/>
                    </a:cubicBezTo>
                    <a:cubicBezTo>
                      <a:pt x="61913" y="6667"/>
                      <a:pt x="61913" y="5715"/>
                      <a:pt x="61913" y="5715"/>
                    </a:cubicBezTo>
                    <a:cubicBezTo>
                      <a:pt x="61913" y="4763"/>
                      <a:pt x="59055" y="2857"/>
                      <a:pt x="56198" y="0"/>
                    </a:cubicBezTo>
                    <a:lnTo>
                      <a:pt x="60008" y="0"/>
                    </a:lnTo>
                    <a:cubicBezTo>
                      <a:pt x="67628" y="5715"/>
                      <a:pt x="71438" y="10477"/>
                      <a:pt x="71438" y="16192"/>
                    </a:cubicBezTo>
                    <a:cubicBezTo>
                      <a:pt x="71438" y="21907"/>
                      <a:pt x="71438" y="20955"/>
                      <a:pt x="68580" y="21907"/>
                    </a:cubicBezTo>
                    <a:cubicBezTo>
                      <a:pt x="65723" y="22860"/>
                      <a:pt x="63818" y="23813"/>
                      <a:pt x="60008" y="23813"/>
                    </a:cubicBezTo>
                    <a:close/>
                    <a:moveTo>
                      <a:pt x="54293" y="20955"/>
                    </a:moveTo>
                    <a:lnTo>
                      <a:pt x="28575" y="20955"/>
                    </a:lnTo>
                    <a:cubicBezTo>
                      <a:pt x="31433" y="28575"/>
                      <a:pt x="33338" y="33338"/>
                      <a:pt x="35243" y="35242"/>
                    </a:cubicBezTo>
                    <a:cubicBezTo>
                      <a:pt x="37148" y="39052"/>
                      <a:pt x="40005" y="41910"/>
                      <a:pt x="41910" y="43815"/>
                    </a:cubicBezTo>
                    <a:cubicBezTo>
                      <a:pt x="43815" y="45720"/>
                      <a:pt x="46673" y="46672"/>
                      <a:pt x="49530" y="46672"/>
                    </a:cubicBezTo>
                    <a:cubicBezTo>
                      <a:pt x="52388" y="46672"/>
                      <a:pt x="56198" y="45720"/>
                      <a:pt x="58103" y="43815"/>
                    </a:cubicBezTo>
                    <a:cubicBezTo>
                      <a:pt x="60008" y="41910"/>
                      <a:pt x="61913" y="39052"/>
                      <a:pt x="61913" y="36195"/>
                    </a:cubicBezTo>
                    <a:cubicBezTo>
                      <a:pt x="61913" y="33338"/>
                      <a:pt x="59055" y="27622"/>
                      <a:pt x="54293" y="209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890EA4AB-80C8-A4F8-1688-8E8A1D50451E}"/>
                  </a:ext>
                </a:extLst>
              </p:cNvPr>
              <p:cNvSpPr/>
              <p:nvPr/>
            </p:nvSpPr>
            <p:spPr>
              <a:xfrm>
                <a:off x="7232332" y="2541270"/>
                <a:ext cx="92392" cy="40957"/>
              </a:xfrm>
              <a:custGeom>
                <a:avLst/>
                <a:gdLst>
                  <a:gd name="connsiteX0" fmla="*/ 1905 w 92392"/>
                  <a:gd name="connsiteY0" fmla="*/ 18097 h 40957"/>
                  <a:gd name="connsiteX1" fmla="*/ 24765 w 92392"/>
                  <a:gd name="connsiteY1" fmla="*/ 18097 h 40957"/>
                  <a:gd name="connsiteX2" fmla="*/ 24765 w 92392"/>
                  <a:gd name="connsiteY2" fmla="*/ 1905 h 40957"/>
                  <a:gd name="connsiteX3" fmla="*/ 29528 w 92392"/>
                  <a:gd name="connsiteY3" fmla="*/ 1905 h 40957"/>
                  <a:gd name="connsiteX4" fmla="*/ 29528 w 92392"/>
                  <a:gd name="connsiteY4" fmla="*/ 18097 h 40957"/>
                  <a:gd name="connsiteX5" fmla="*/ 73343 w 92392"/>
                  <a:gd name="connsiteY5" fmla="*/ 18097 h 40957"/>
                  <a:gd name="connsiteX6" fmla="*/ 81915 w 92392"/>
                  <a:gd name="connsiteY6" fmla="*/ 16192 h 40957"/>
                  <a:gd name="connsiteX7" fmla="*/ 83820 w 92392"/>
                  <a:gd name="connsiteY7" fmla="*/ 11430 h 40957"/>
                  <a:gd name="connsiteX8" fmla="*/ 81915 w 92392"/>
                  <a:gd name="connsiteY8" fmla="*/ 6667 h 40957"/>
                  <a:gd name="connsiteX9" fmla="*/ 77153 w 92392"/>
                  <a:gd name="connsiteY9" fmla="*/ 2858 h 40957"/>
                  <a:gd name="connsiteX10" fmla="*/ 77153 w 92392"/>
                  <a:gd name="connsiteY10" fmla="*/ 0 h 40957"/>
                  <a:gd name="connsiteX11" fmla="*/ 88583 w 92392"/>
                  <a:gd name="connsiteY11" fmla="*/ 7620 h 40957"/>
                  <a:gd name="connsiteX12" fmla="*/ 92393 w 92392"/>
                  <a:gd name="connsiteY12" fmla="*/ 17145 h 40957"/>
                  <a:gd name="connsiteX13" fmla="*/ 90488 w 92392"/>
                  <a:gd name="connsiteY13" fmla="*/ 23813 h 40957"/>
                  <a:gd name="connsiteX14" fmla="*/ 84773 w 92392"/>
                  <a:gd name="connsiteY14" fmla="*/ 28575 h 40957"/>
                  <a:gd name="connsiteX15" fmla="*/ 74295 w 92392"/>
                  <a:gd name="connsiteY15" fmla="*/ 30480 h 40957"/>
                  <a:gd name="connsiteX16" fmla="*/ 28575 w 92392"/>
                  <a:gd name="connsiteY16" fmla="*/ 30480 h 40957"/>
                  <a:gd name="connsiteX17" fmla="*/ 28575 w 92392"/>
                  <a:gd name="connsiteY17" fmla="*/ 40958 h 40957"/>
                  <a:gd name="connsiteX18" fmla="*/ 25718 w 92392"/>
                  <a:gd name="connsiteY18" fmla="*/ 40958 h 40957"/>
                  <a:gd name="connsiteX19" fmla="*/ 20003 w 92392"/>
                  <a:gd name="connsiteY19" fmla="*/ 32385 h 40957"/>
                  <a:gd name="connsiteX20" fmla="*/ 10478 w 92392"/>
                  <a:gd name="connsiteY20" fmla="*/ 24765 h 40957"/>
                  <a:gd name="connsiteX21" fmla="*/ 0 w 92392"/>
                  <a:gd name="connsiteY21" fmla="*/ 20002 h 40957"/>
                  <a:gd name="connsiteX22" fmla="*/ 0 w 92392"/>
                  <a:gd name="connsiteY22" fmla="*/ 18097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2392" h="40957">
                    <a:moveTo>
                      <a:pt x="1905" y="18097"/>
                    </a:moveTo>
                    <a:lnTo>
                      <a:pt x="24765" y="18097"/>
                    </a:lnTo>
                    <a:lnTo>
                      <a:pt x="24765" y="1905"/>
                    </a:lnTo>
                    <a:lnTo>
                      <a:pt x="29528" y="1905"/>
                    </a:lnTo>
                    <a:lnTo>
                      <a:pt x="29528" y="18097"/>
                    </a:lnTo>
                    <a:lnTo>
                      <a:pt x="73343" y="18097"/>
                    </a:lnTo>
                    <a:cubicBezTo>
                      <a:pt x="78105" y="18097"/>
                      <a:pt x="80963" y="18097"/>
                      <a:pt x="81915" y="16192"/>
                    </a:cubicBezTo>
                    <a:cubicBezTo>
                      <a:pt x="82868" y="14288"/>
                      <a:pt x="83820" y="13335"/>
                      <a:pt x="83820" y="11430"/>
                    </a:cubicBezTo>
                    <a:cubicBezTo>
                      <a:pt x="83820" y="9525"/>
                      <a:pt x="83820" y="8572"/>
                      <a:pt x="81915" y="6667"/>
                    </a:cubicBezTo>
                    <a:cubicBezTo>
                      <a:pt x="80010" y="4763"/>
                      <a:pt x="79058" y="3810"/>
                      <a:pt x="77153" y="2858"/>
                    </a:cubicBezTo>
                    <a:lnTo>
                      <a:pt x="77153" y="0"/>
                    </a:lnTo>
                    <a:cubicBezTo>
                      <a:pt x="81915" y="1905"/>
                      <a:pt x="85725" y="3810"/>
                      <a:pt x="88583" y="7620"/>
                    </a:cubicBezTo>
                    <a:cubicBezTo>
                      <a:pt x="91440" y="11430"/>
                      <a:pt x="92393" y="14288"/>
                      <a:pt x="92393" y="17145"/>
                    </a:cubicBezTo>
                    <a:cubicBezTo>
                      <a:pt x="92393" y="20002"/>
                      <a:pt x="92393" y="21908"/>
                      <a:pt x="90488" y="23813"/>
                    </a:cubicBezTo>
                    <a:cubicBezTo>
                      <a:pt x="88583" y="25717"/>
                      <a:pt x="87630" y="27622"/>
                      <a:pt x="84773" y="28575"/>
                    </a:cubicBezTo>
                    <a:cubicBezTo>
                      <a:pt x="81915" y="29527"/>
                      <a:pt x="79058" y="30480"/>
                      <a:pt x="74295" y="30480"/>
                    </a:cubicBezTo>
                    <a:lnTo>
                      <a:pt x="28575" y="30480"/>
                    </a:lnTo>
                    <a:lnTo>
                      <a:pt x="28575" y="40958"/>
                    </a:lnTo>
                    <a:lnTo>
                      <a:pt x="25718" y="40958"/>
                    </a:lnTo>
                    <a:cubicBezTo>
                      <a:pt x="24765" y="38100"/>
                      <a:pt x="22860" y="35242"/>
                      <a:pt x="20003" y="32385"/>
                    </a:cubicBezTo>
                    <a:cubicBezTo>
                      <a:pt x="17145" y="29527"/>
                      <a:pt x="14288" y="26670"/>
                      <a:pt x="10478" y="24765"/>
                    </a:cubicBezTo>
                    <a:cubicBezTo>
                      <a:pt x="8573" y="23813"/>
                      <a:pt x="4763" y="21908"/>
                      <a:pt x="0" y="20002"/>
                    </a:cubicBezTo>
                    <a:lnTo>
                      <a:pt x="0" y="180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3234A4AE-8C92-843D-A881-29D75696E6E0}"/>
                  </a:ext>
                </a:extLst>
              </p:cNvPr>
              <p:cNvSpPr/>
              <p:nvPr/>
            </p:nvSpPr>
            <p:spPr>
              <a:xfrm>
                <a:off x="7254240" y="2489834"/>
                <a:ext cx="71437" cy="50482"/>
              </a:xfrm>
              <a:custGeom>
                <a:avLst/>
                <a:gdLst>
                  <a:gd name="connsiteX0" fmla="*/ 953 w 71437"/>
                  <a:gd name="connsiteY0" fmla="*/ 26670 h 50482"/>
                  <a:gd name="connsiteX1" fmla="*/ 16192 w 71437"/>
                  <a:gd name="connsiteY1" fmla="*/ 26670 h 50482"/>
                  <a:gd name="connsiteX2" fmla="*/ 953 w 71437"/>
                  <a:gd name="connsiteY2" fmla="*/ 9525 h 50482"/>
                  <a:gd name="connsiteX3" fmla="*/ 3810 w 71437"/>
                  <a:gd name="connsiteY3" fmla="*/ 2858 h 50482"/>
                  <a:gd name="connsiteX4" fmla="*/ 9525 w 71437"/>
                  <a:gd name="connsiteY4" fmla="*/ 0 h 50482"/>
                  <a:gd name="connsiteX5" fmla="*/ 14288 w 71437"/>
                  <a:gd name="connsiteY5" fmla="*/ 1905 h 50482"/>
                  <a:gd name="connsiteX6" fmla="*/ 16192 w 71437"/>
                  <a:gd name="connsiteY6" fmla="*/ 6668 h 50482"/>
                  <a:gd name="connsiteX7" fmla="*/ 13335 w 71437"/>
                  <a:gd name="connsiteY7" fmla="*/ 12383 h 50482"/>
                  <a:gd name="connsiteX8" fmla="*/ 10478 w 71437"/>
                  <a:gd name="connsiteY8" fmla="*/ 17145 h 50482"/>
                  <a:gd name="connsiteX9" fmla="*/ 12382 w 71437"/>
                  <a:gd name="connsiteY9" fmla="*/ 20003 h 50482"/>
                  <a:gd name="connsiteX10" fmla="*/ 22860 w 71437"/>
                  <a:gd name="connsiteY10" fmla="*/ 26670 h 50482"/>
                  <a:gd name="connsiteX11" fmla="*/ 55245 w 71437"/>
                  <a:gd name="connsiteY11" fmla="*/ 26670 h 50482"/>
                  <a:gd name="connsiteX12" fmla="*/ 63817 w 71437"/>
                  <a:gd name="connsiteY12" fmla="*/ 25718 h 50482"/>
                  <a:gd name="connsiteX13" fmla="*/ 67628 w 71437"/>
                  <a:gd name="connsiteY13" fmla="*/ 21908 h 50482"/>
                  <a:gd name="connsiteX14" fmla="*/ 68580 w 71437"/>
                  <a:gd name="connsiteY14" fmla="*/ 15240 h 50482"/>
                  <a:gd name="connsiteX15" fmla="*/ 71438 w 71437"/>
                  <a:gd name="connsiteY15" fmla="*/ 15240 h 50482"/>
                  <a:gd name="connsiteX16" fmla="*/ 71438 w 71437"/>
                  <a:gd name="connsiteY16" fmla="*/ 50483 h 50482"/>
                  <a:gd name="connsiteX17" fmla="*/ 68580 w 71437"/>
                  <a:gd name="connsiteY17" fmla="*/ 50483 h 50482"/>
                  <a:gd name="connsiteX18" fmla="*/ 66675 w 71437"/>
                  <a:gd name="connsiteY18" fmla="*/ 42863 h 50482"/>
                  <a:gd name="connsiteX19" fmla="*/ 62865 w 71437"/>
                  <a:gd name="connsiteY19" fmla="*/ 40005 h 50482"/>
                  <a:gd name="connsiteX20" fmla="*/ 55245 w 71437"/>
                  <a:gd name="connsiteY20" fmla="*/ 40005 h 50482"/>
                  <a:gd name="connsiteX21" fmla="*/ 28575 w 71437"/>
                  <a:gd name="connsiteY21" fmla="*/ 40005 h 50482"/>
                  <a:gd name="connsiteX22" fmla="*/ 14288 w 71437"/>
                  <a:gd name="connsiteY22" fmla="*/ 40005 h 50482"/>
                  <a:gd name="connsiteX23" fmla="*/ 11430 w 71437"/>
                  <a:gd name="connsiteY23" fmla="*/ 41910 h 50482"/>
                  <a:gd name="connsiteX24" fmla="*/ 10478 w 71437"/>
                  <a:gd name="connsiteY24" fmla="*/ 44768 h 50482"/>
                  <a:gd name="connsiteX25" fmla="*/ 11430 w 71437"/>
                  <a:gd name="connsiteY25" fmla="*/ 49530 h 50482"/>
                  <a:gd name="connsiteX26" fmla="*/ 8572 w 71437"/>
                  <a:gd name="connsiteY26" fmla="*/ 49530 h 50482"/>
                  <a:gd name="connsiteX27" fmla="*/ 0 w 71437"/>
                  <a:gd name="connsiteY27" fmla="*/ 29528 h 50482"/>
                  <a:gd name="connsiteX28" fmla="*/ 0 w 71437"/>
                  <a:gd name="connsiteY28" fmla="*/ 26670 h 5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1437" h="50482">
                    <a:moveTo>
                      <a:pt x="953" y="26670"/>
                    </a:moveTo>
                    <a:lnTo>
                      <a:pt x="16192" y="26670"/>
                    </a:lnTo>
                    <a:cubicBezTo>
                      <a:pt x="5715" y="20955"/>
                      <a:pt x="953" y="15240"/>
                      <a:pt x="953" y="9525"/>
                    </a:cubicBezTo>
                    <a:cubicBezTo>
                      <a:pt x="953" y="3810"/>
                      <a:pt x="953" y="4763"/>
                      <a:pt x="3810" y="2858"/>
                    </a:cubicBezTo>
                    <a:cubicBezTo>
                      <a:pt x="6667" y="953"/>
                      <a:pt x="7620" y="0"/>
                      <a:pt x="9525" y="0"/>
                    </a:cubicBezTo>
                    <a:cubicBezTo>
                      <a:pt x="11430" y="0"/>
                      <a:pt x="13335" y="0"/>
                      <a:pt x="14288" y="1905"/>
                    </a:cubicBezTo>
                    <a:cubicBezTo>
                      <a:pt x="15240" y="3810"/>
                      <a:pt x="16192" y="4763"/>
                      <a:pt x="16192" y="6668"/>
                    </a:cubicBezTo>
                    <a:cubicBezTo>
                      <a:pt x="16192" y="8573"/>
                      <a:pt x="16192" y="10478"/>
                      <a:pt x="13335" y="12383"/>
                    </a:cubicBezTo>
                    <a:cubicBezTo>
                      <a:pt x="10478" y="14288"/>
                      <a:pt x="10478" y="16193"/>
                      <a:pt x="10478" y="17145"/>
                    </a:cubicBezTo>
                    <a:cubicBezTo>
                      <a:pt x="10478" y="18098"/>
                      <a:pt x="10478" y="19050"/>
                      <a:pt x="12382" y="20003"/>
                    </a:cubicBezTo>
                    <a:cubicBezTo>
                      <a:pt x="14288" y="21908"/>
                      <a:pt x="18097" y="24765"/>
                      <a:pt x="22860" y="26670"/>
                    </a:cubicBezTo>
                    <a:lnTo>
                      <a:pt x="55245" y="26670"/>
                    </a:lnTo>
                    <a:cubicBezTo>
                      <a:pt x="59055" y="26670"/>
                      <a:pt x="61913" y="26670"/>
                      <a:pt x="63817" y="25718"/>
                    </a:cubicBezTo>
                    <a:cubicBezTo>
                      <a:pt x="64770" y="25718"/>
                      <a:pt x="66675" y="23813"/>
                      <a:pt x="67628" y="21908"/>
                    </a:cubicBezTo>
                    <a:cubicBezTo>
                      <a:pt x="68580" y="20003"/>
                      <a:pt x="68580" y="18098"/>
                      <a:pt x="68580" y="15240"/>
                    </a:cubicBezTo>
                    <a:lnTo>
                      <a:pt x="71438" y="15240"/>
                    </a:lnTo>
                    <a:lnTo>
                      <a:pt x="71438" y="50483"/>
                    </a:lnTo>
                    <a:lnTo>
                      <a:pt x="68580" y="50483"/>
                    </a:lnTo>
                    <a:cubicBezTo>
                      <a:pt x="68580" y="46673"/>
                      <a:pt x="68580" y="44768"/>
                      <a:pt x="66675" y="42863"/>
                    </a:cubicBezTo>
                    <a:cubicBezTo>
                      <a:pt x="66675" y="41910"/>
                      <a:pt x="64770" y="40958"/>
                      <a:pt x="62865" y="40005"/>
                    </a:cubicBezTo>
                    <a:cubicBezTo>
                      <a:pt x="62865" y="40005"/>
                      <a:pt x="60007" y="40005"/>
                      <a:pt x="55245" y="40005"/>
                    </a:cubicBezTo>
                    <a:lnTo>
                      <a:pt x="28575" y="40005"/>
                    </a:lnTo>
                    <a:cubicBezTo>
                      <a:pt x="20955" y="40005"/>
                      <a:pt x="16192" y="40005"/>
                      <a:pt x="14288" y="40005"/>
                    </a:cubicBezTo>
                    <a:cubicBezTo>
                      <a:pt x="12382" y="40005"/>
                      <a:pt x="11430" y="40005"/>
                      <a:pt x="11430" y="41910"/>
                    </a:cubicBezTo>
                    <a:cubicBezTo>
                      <a:pt x="11430" y="43815"/>
                      <a:pt x="10478" y="43815"/>
                      <a:pt x="10478" y="44768"/>
                    </a:cubicBezTo>
                    <a:cubicBezTo>
                      <a:pt x="10478" y="45720"/>
                      <a:pt x="10478" y="47625"/>
                      <a:pt x="11430" y="49530"/>
                    </a:cubicBezTo>
                    <a:lnTo>
                      <a:pt x="8572" y="49530"/>
                    </a:lnTo>
                    <a:cubicBezTo>
                      <a:pt x="8572" y="49530"/>
                      <a:pt x="0" y="29528"/>
                      <a:pt x="0" y="29528"/>
                    </a:cubicBezTo>
                    <a:lnTo>
                      <a:pt x="0" y="2667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D05A0271-2F69-0B58-0531-EC8C64DE68BE}"/>
                  </a:ext>
                </a:extLst>
              </p:cNvPr>
              <p:cNvSpPr/>
              <p:nvPr/>
            </p:nvSpPr>
            <p:spPr>
              <a:xfrm>
                <a:off x="7218997" y="2452687"/>
                <a:ext cx="105727" cy="33337"/>
              </a:xfrm>
              <a:custGeom>
                <a:avLst/>
                <a:gdLst>
                  <a:gd name="connsiteX0" fmla="*/ 0 w 105727"/>
                  <a:gd name="connsiteY0" fmla="*/ 15240 h 33337"/>
                  <a:gd name="connsiteX1" fmla="*/ 1905 w 105727"/>
                  <a:gd name="connsiteY1" fmla="*/ 9525 h 33337"/>
                  <a:gd name="connsiteX2" fmla="*/ 7620 w 105727"/>
                  <a:gd name="connsiteY2" fmla="*/ 7620 h 33337"/>
                  <a:gd name="connsiteX3" fmla="*/ 13335 w 105727"/>
                  <a:gd name="connsiteY3" fmla="*/ 9525 h 33337"/>
                  <a:gd name="connsiteX4" fmla="*/ 15240 w 105727"/>
                  <a:gd name="connsiteY4" fmla="*/ 15240 h 33337"/>
                  <a:gd name="connsiteX5" fmla="*/ 13335 w 105727"/>
                  <a:gd name="connsiteY5" fmla="*/ 20955 h 33337"/>
                  <a:gd name="connsiteX6" fmla="*/ 7620 w 105727"/>
                  <a:gd name="connsiteY6" fmla="*/ 22860 h 33337"/>
                  <a:gd name="connsiteX7" fmla="*/ 1905 w 105727"/>
                  <a:gd name="connsiteY7" fmla="*/ 20955 h 33337"/>
                  <a:gd name="connsiteX8" fmla="*/ 0 w 105727"/>
                  <a:gd name="connsiteY8" fmla="*/ 15240 h 33337"/>
                  <a:gd name="connsiteX9" fmla="*/ 36195 w 105727"/>
                  <a:gd name="connsiteY9" fmla="*/ 9525 h 33337"/>
                  <a:gd name="connsiteX10" fmla="*/ 90488 w 105727"/>
                  <a:gd name="connsiteY10" fmla="*/ 9525 h 33337"/>
                  <a:gd name="connsiteX11" fmla="*/ 99060 w 105727"/>
                  <a:gd name="connsiteY11" fmla="*/ 9525 h 33337"/>
                  <a:gd name="connsiteX12" fmla="*/ 101918 w 105727"/>
                  <a:gd name="connsiteY12" fmla="*/ 6667 h 33337"/>
                  <a:gd name="connsiteX13" fmla="*/ 102870 w 105727"/>
                  <a:gd name="connsiteY13" fmla="*/ 0 h 33337"/>
                  <a:gd name="connsiteX14" fmla="*/ 105728 w 105727"/>
                  <a:gd name="connsiteY14" fmla="*/ 0 h 33337"/>
                  <a:gd name="connsiteX15" fmla="*/ 105728 w 105727"/>
                  <a:gd name="connsiteY15" fmla="*/ 33338 h 33337"/>
                  <a:gd name="connsiteX16" fmla="*/ 102870 w 105727"/>
                  <a:gd name="connsiteY16" fmla="*/ 33338 h 33337"/>
                  <a:gd name="connsiteX17" fmla="*/ 101918 w 105727"/>
                  <a:gd name="connsiteY17" fmla="*/ 26670 h 33337"/>
                  <a:gd name="connsiteX18" fmla="*/ 99060 w 105727"/>
                  <a:gd name="connsiteY18" fmla="*/ 23813 h 33337"/>
                  <a:gd name="connsiteX19" fmla="*/ 90488 w 105727"/>
                  <a:gd name="connsiteY19" fmla="*/ 22860 h 33337"/>
                  <a:gd name="connsiteX20" fmla="*/ 63818 w 105727"/>
                  <a:gd name="connsiteY20" fmla="*/ 22860 h 33337"/>
                  <a:gd name="connsiteX21" fmla="*/ 49530 w 105727"/>
                  <a:gd name="connsiteY21" fmla="*/ 22860 h 33337"/>
                  <a:gd name="connsiteX22" fmla="*/ 46672 w 105727"/>
                  <a:gd name="connsiteY22" fmla="*/ 24765 h 33337"/>
                  <a:gd name="connsiteX23" fmla="*/ 46672 w 105727"/>
                  <a:gd name="connsiteY23" fmla="*/ 27622 h 33337"/>
                  <a:gd name="connsiteX24" fmla="*/ 47625 w 105727"/>
                  <a:gd name="connsiteY24" fmla="*/ 32385 h 33337"/>
                  <a:gd name="connsiteX25" fmla="*/ 44768 w 105727"/>
                  <a:gd name="connsiteY25" fmla="*/ 32385 h 33337"/>
                  <a:gd name="connsiteX26" fmla="*/ 36195 w 105727"/>
                  <a:gd name="connsiteY26" fmla="*/ 13335 h 33337"/>
                  <a:gd name="connsiteX27" fmla="*/ 36195 w 105727"/>
                  <a:gd name="connsiteY27" fmla="*/ 10478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5727" h="33337">
                    <a:moveTo>
                      <a:pt x="0" y="15240"/>
                    </a:moveTo>
                    <a:cubicBezTo>
                      <a:pt x="0" y="13335"/>
                      <a:pt x="0" y="11430"/>
                      <a:pt x="1905" y="9525"/>
                    </a:cubicBezTo>
                    <a:cubicBezTo>
                      <a:pt x="3810" y="7620"/>
                      <a:pt x="4763" y="7620"/>
                      <a:pt x="7620" y="7620"/>
                    </a:cubicBezTo>
                    <a:cubicBezTo>
                      <a:pt x="10478" y="7620"/>
                      <a:pt x="11430" y="7620"/>
                      <a:pt x="13335" y="9525"/>
                    </a:cubicBezTo>
                    <a:cubicBezTo>
                      <a:pt x="15240" y="11430"/>
                      <a:pt x="15240" y="12383"/>
                      <a:pt x="15240" y="15240"/>
                    </a:cubicBezTo>
                    <a:cubicBezTo>
                      <a:pt x="15240" y="18097"/>
                      <a:pt x="15240" y="19050"/>
                      <a:pt x="13335" y="20955"/>
                    </a:cubicBezTo>
                    <a:cubicBezTo>
                      <a:pt x="11430" y="22860"/>
                      <a:pt x="10478" y="22860"/>
                      <a:pt x="7620" y="22860"/>
                    </a:cubicBezTo>
                    <a:cubicBezTo>
                      <a:pt x="4763" y="22860"/>
                      <a:pt x="3810" y="22860"/>
                      <a:pt x="1905" y="20955"/>
                    </a:cubicBezTo>
                    <a:cubicBezTo>
                      <a:pt x="0" y="19050"/>
                      <a:pt x="0" y="18097"/>
                      <a:pt x="0" y="15240"/>
                    </a:cubicBezTo>
                    <a:close/>
                    <a:moveTo>
                      <a:pt x="36195" y="9525"/>
                    </a:moveTo>
                    <a:lnTo>
                      <a:pt x="90488" y="9525"/>
                    </a:lnTo>
                    <a:cubicBezTo>
                      <a:pt x="94297" y="9525"/>
                      <a:pt x="97155" y="9525"/>
                      <a:pt x="99060" y="9525"/>
                    </a:cubicBezTo>
                    <a:cubicBezTo>
                      <a:pt x="100965" y="9525"/>
                      <a:pt x="101918" y="7620"/>
                      <a:pt x="101918" y="6667"/>
                    </a:cubicBezTo>
                    <a:cubicBezTo>
                      <a:pt x="101918" y="5715"/>
                      <a:pt x="102870" y="2858"/>
                      <a:pt x="102870" y="0"/>
                    </a:cubicBezTo>
                    <a:lnTo>
                      <a:pt x="105728" y="0"/>
                    </a:lnTo>
                    <a:lnTo>
                      <a:pt x="105728" y="33338"/>
                    </a:lnTo>
                    <a:lnTo>
                      <a:pt x="102870" y="33338"/>
                    </a:lnTo>
                    <a:cubicBezTo>
                      <a:pt x="102870" y="30480"/>
                      <a:pt x="102870" y="27622"/>
                      <a:pt x="101918" y="26670"/>
                    </a:cubicBezTo>
                    <a:cubicBezTo>
                      <a:pt x="100965" y="25717"/>
                      <a:pt x="100013" y="24765"/>
                      <a:pt x="99060" y="23813"/>
                    </a:cubicBezTo>
                    <a:cubicBezTo>
                      <a:pt x="98108" y="22860"/>
                      <a:pt x="94297" y="22860"/>
                      <a:pt x="90488" y="22860"/>
                    </a:cubicBezTo>
                    <a:lnTo>
                      <a:pt x="63818" y="22860"/>
                    </a:lnTo>
                    <a:cubicBezTo>
                      <a:pt x="56197" y="22860"/>
                      <a:pt x="51435" y="22860"/>
                      <a:pt x="49530" y="22860"/>
                    </a:cubicBezTo>
                    <a:cubicBezTo>
                      <a:pt x="47625" y="22860"/>
                      <a:pt x="46672" y="22860"/>
                      <a:pt x="46672" y="24765"/>
                    </a:cubicBezTo>
                    <a:cubicBezTo>
                      <a:pt x="46672" y="26670"/>
                      <a:pt x="46672" y="26670"/>
                      <a:pt x="46672" y="27622"/>
                    </a:cubicBezTo>
                    <a:cubicBezTo>
                      <a:pt x="46672" y="28575"/>
                      <a:pt x="46672" y="30480"/>
                      <a:pt x="47625" y="32385"/>
                    </a:cubicBezTo>
                    <a:lnTo>
                      <a:pt x="44768" y="32385"/>
                    </a:lnTo>
                    <a:cubicBezTo>
                      <a:pt x="44768" y="33338"/>
                      <a:pt x="36195" y="13335"/>
                      <a:pt x="36195" y="13335"/>
                    </a:cubicBezTo>
                    <a:lnTo>
                      <a:pt x="36195" y="1047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9EBAD11E-4468-0D74-D503-5109BD145843}"/>
                  </a:ext>
                </a:extLst>
              </p:cNvPr>
              <p:cNvSpPr/>
              <p:nvPr/>
            </p:nvSpPr>
            <p:spPr>
              <a:xfrm>
                <a:off x="7255192" y="2371725"/>
                <a:ext cx="70484" cy="74295"/>
              </a:xfrm>
              <a:custGeom>
                <a:avLst/>
                <a:gdLst>
                  <a:gd name="connsiteX0" fmla="*/ 1905 w 70484"/>
                  <a:gd name="connsiteY0" fmla="*/ 74295 h 74295"/>
                  <a:gd name="connsiteX1" fmla="*/ 1905 w 70484"/>
                  <a:gd name="connsiteY1" fmla="*/ 41910 h 74295"/>
                  <a:gd name="connsiteX2" fmla="*/ 4763 w 70484"/>
                  <a:gd name="connsiteY2" fmla="*/ 41910 h 74295"/>
                  <a:gd name="connsiteX3" fmla="*/ 5715 w 70484"/>
                  <a:gd name="connsiteY3" fmla="*/ 45720 h 74295"/>
                  <a:gd name="connsiteX4" fmla="*/ 8572 w 70484"/>
                  <a:gd name="connsiteY4" fmla="*/ 46672 h 74295"/>
                  <a:gd name="connsiteX5" fmla="*/ 14288 w 70484"/>
                  <a:gd name="connsiteY5" fmla="*/ 43815 h 74295"/>
                  <a:gd name="connsiteX6" fmla="*/ 18097 w 70484"/>
                  <a:gd name="connsiteY6" fmla="*/ 40958 h 74295"/>
                  <a:gd name="connsiteX7" fmla="*/ 25717 w 70484"/>
                  <a:gd name="connsiteY7" fmla="*/ 36195 h 74295"/>
                  <a:gd name="connsiteX8" fmla="*/ 18097 w 70484"/>
                  <a:gd name="connsiteY8" fmla="*/ 30480 h 74295"/>
                  <a:gd name="connsiteX9" fmla="*/ 8572 w 70484"/>
                  <a:gd name="connsiteY9" fmla="*/ 24765 h 74295"/>
                  <a:gd name="connsiteX10" fmla="*/ 5715 w 70484"/>
                  <a:gd name="connsiteY10" fmla="*/ 25717 h 74295"/>
                  <a:gd name="connsiteX11" fmla="*/ 4763 w 70484"/>
                  <a:gd name="connsiteY11" fmla="*/ 29528 h 74295"/>
                  <a:gd name="connsiteX12" fmla="*/ 1905 w 70484"/>
                  <a:gd name="connsiteY12" fmla="*/ 29528 h 74295"/>
                  <a:gd name="connsiteX13" fmla="*/ 1905 w 70484"/>
                  <a:gd name="connsiteY13" fmla="*/ 6667 h 74295"/>
                  <a:gd name="connsiteX14" fmla="*/ 4763 w 70484"/>
                  <a:gd name="connsiteY14" fmla="*/ 6667 h 74295"/>
                  <a:gd name="connsiteX15" fmla="*/ 6667 w 70484"/>
                  <a:gd name="connsiteY15" fmla="*/ 13335 h 74295"/>
                  <a:gd name="connsiteX16" fmla="*/ 18097 w 70484"/>
                  <a:gd name="connsiteY16" fmla="*/ 22860 h 74295"/>
                  <a:gd name="connsiteX17" fmla="*/ 30480 w 70484"/>
                  <a:gd name="connsiteY17" fmla="*/ 32385 h 74295"/>
                  <a:gd name="connsiteX18" fmla="*/ 55245 w 70484"/>
                  <a:gd name="connsiteY18" fmla="*/ 15240 h 74295"/>
                  <a:gd name="connsiteX19" fmla="*/ 65722 w 70484"/>
                  <a:gd name="connsiteY19" fmla="*/ 6667 h 74295"/>
                  <a:gd name="connsiteX20" fmla="*/ 67627 w 70484"/>
                  <a:gd name="connsiteY20" fmla="*/ 0 h 74295"/>
                  <a:gd name="connsiteX21" fmla="*/ 70485 w 70484"/>
                  <a:gd name="connsiteY21" fmla="*/ 0 h 74295"/>
                  <a:gd name="connsiteX22" fmla="*/ 70485 w 70484"/>
                  <a:gd name="connsiteY22" fmla="*/ 32385 h 74295"/>
                  <a:gd name="connsiteX23" fmla="*/ 67627 w 70484"/>
                  <a:gd name="connsiteY23" fmla="*/ 32385 h 74295"/>
                  <a:gd name="connsiteX24" fmla="*/ 65722 w 70484"/>
                  <a:gd name="connsiteY24" fmla="*/ 27622 h 74295"/>
                  <a:gd name="connsiteX25" fmla="*/ 62865 w 70484"/>
                  <a:gd name="connsiteY25" fmla="*/ 26670 h 74295"/>
                  <a:gd name="connsiteX26" fmla="*/ 54292 w 70484"/>
                  <a:gd name="connsiteY26" fmla="*/ 31433 h 74295"/>
                  <a:gd name="connsiteX27" fmla="*/ 40005 w 70484"/>
                  <a:gd name="connsiteY27" fmla="*/ 40958 h 74295"/>
                  <a:gd name="connsiteX28" fmla="*/ 54292 w 70484"/>
                  <a:gd name="connsiteY28" fmla="*/ 51435 h 74295"/>
                  <a:gd name="connsiteX29" fmla="*/ 61913 w 70484"/>
                  <a:gd name="connsiteY29" fmla="*/ 56197 h 74295"/>
                  <a:gd name="connsiteX30" fmla="*/ 64770 w 70484"/>
                  <a:gd name="connsiteY30" fmla="*/ 54292 h 74295"/>
                  <a:gd name="connsiteX31" fmla="*/ 66675 w 70484"/>
                  <a:gd name="connsiteY31" fmla="*/ 49530 h 74295"/>
                  <a:gd name="connsiteX32" fmla="*/ 69532 w 70484"/>
                  <a:gd name="connsiteY32" fmla="*/ 49530 h 74295"/>
                  <a:gd name="connsiteX33" fmla="*/ 69532 w 70484"/>
                  <a:gd name="connsiteY33" fmla="*/ 71438 h 74295"/>
                  <a:gd name="connsiteX34" fmla="*/ 66675 w 70484"/>
                  <a:gd name="connsiteY34" fmla="*/ 71438 h 74295"/>
                  <a:gd name="connsiteX35" fmla="*/ 64770 w 70484"/>
                  <a:gd name="connsiteY35" fmla="*/ 66675 h 74295"/>
                  <a:gd name="connsiteX36" fmla="*/ 53340 w 70484"/>
                  <a:gd name="connsiteY36" fmla="*/ 57150 h 74295"/>
                  <a:gd name="connsiteX37" fmla="*/ 34290 w 70484"/>
                  <a:gd name="connsiteY37" fmla="*/ 42863 h 74295"/>
                  <a:gd name="connsiteX38" fmla="*/ 15240 w 70484"/>
                  <a:gd name="connsiteY38" fmla="*/ 56197 h 74295"/>
                  <a:gd name="connsiteX39" fmla="*/ 4763 w 70484"/>
                  <a:gd name="connsiteY39" fmla="*/ 64770 h 74295"/>
                  <a:gd name="connsiteX40" fmla="*/ 2857 w 70484"/>
                  <a:gd name="connsiteY40" fmla="*/ 72390 h 74295"/>
                  <a:gd name="connsiteX41" fmla="*/ 0 w 70484"/>
                  <a:gd name="connsiteY41" fmla="*/ 72390 h 74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0484" h="74295">
                    <a:moveTo>
                      <a:pt x="1905" y="74295"/>
                    </a:moveTo>
                    <a:lnTo>
                      <a:pt x="1905" y="41910"/>
                    </a:lnTo>
                    <a:lnTo>
                      <a:pt x="4763" y="41910"/>
                    </a:lnTo>
                    <a:cubicBezTo>
                      <a:pt x="4763" y="43815"/>
                      <a:pt x="4763" y="45720"/>
                      <a:pt x="5715" y="45720"/>
                    </a:cubicBezTo>
                    <a:cubicBezTo>
                      <a:pt x="6667" y="45720"/>
                      <a:pt x="7620" y="46672"/>
                      <a:pt x="8572" y="46672"/>
                    </a:cubicBezTo>
                    <a:cubicBezTo>
                      <a:pt x="9525" y="46672"/>
                      <a:pt x="11430" y="46672"/>
                      <a:pt x="14288" y="43815"/>
                    </a:cubicBezTo>
                    <a:cubicBezTo>
                      <a:pt x="14288" y="43815"/>
                      <a:pt x="16192" y="42863"/>
                      <a:pt x="18097" y="40958"/>
                    </a:cubicBezTo>
                    <a:lnTo>
                      <a:pt x="25717" y="36195"/>
                    </a:lnTo>
                    <a:lnTo>
                      <a:pt x="18097" y="30480"/>
                    </a:lnTo>
                    <a:cubicBezTo>
                      <a:pt x="13335" y="26670"/>
                      <a:pt x="10477" y="24765"/>
                      <a:pt x="8572" y="24765"/>
                    </a:cubicBezTo>
                    <a:cubicBezTo>
                      <a:pt x="6667" y="24765"/>
                      <a:pt x="6667" y="24765"/>
                      <a:pt x="5715" y="25717"/>
                    </a:cubicBezTo>
                    <a:cubicBezTo>
                      <a:pt x="4763" y="26670"/>
                      <a:pt x="4763" y="27622"/>
                      <a:pt x="4763" y="29528"/>
                    </a:cubicBezTo>
                    <a:lnTo>
                      <a:pt x="1905" y="29528"/>
                    </a:lnTo>
                    <a:lnTo>
                      <a:pt x="1905" y="6667"/>
                    </a:lnTo>
                    <a:lnTo>
                      <a:pt x="4763" y="6667"/>
                    </a:lnTo>
                    <a:cubicBezTo>
                      <a:pt x="4763" y="9525"/>
                      <a:pt x="4763" y="11430"/>
                      <a:pt x="6667" y="13335"/>
                    </a:cubicBezTo>
                    <a:cubicBezTo>
                      <a:pt x="8572" y="16192"/>
                      <a:pt x="12382" y="19050"/>
                      <a:pt x="18097" y="22860"/>
                    </a:cubicBezTo>
                    <a:lnTo>
                      <a:pt x="30480" y="32385"/>
                    </a:lnTo>
                    <a:lnTo>
                      <a:pt x="55245" y="15240"/>
                    </a:lnTo>
                    <a:cubicBezTo>
                      <a:pt x="60960" y="11430"/>
                      <a:pt x="64770" y="8572"/>
                      <a:pt x="65722" y="6667"/>
                    </a:cubicBezTo>
                    <a:cubicBezTo>
                      <a:pt x="66675" y="4763"/>
                      <a:pt x="67627" y="2858"/>
                      <a:pt x="67627" y="0"/>
                    </a:cubicBezTo>
                    <a:lnTo>
                      <a:pt x="70485" y="0"/>
                    </a:lnTo>
                    <a:lnTo>
                      <a:pt x="70485" y="32385"/>
                    </a:lnTo>
                    <a:lnTo>
                      <a:pt x="67627" y="32385"/>
                    </a:lnTo>
                    <a:cubicBezTo>
                      <a:pt x="67627" y="30480"/>
                      <a:pt x="67627" y="28575"/>
                      <a:pt x="65722" y="27622"/>
                    </a:cubicBezTo>
                    <a:cubicBezTo>
                      <a:pt x="65722" y="27622"/>
                      <a:pt x="63817" y="26670"/>
                      <a:pt x="62865" y="26670"/>
                    </a:cubicBezTo>
                    <a:cubicBezTo>
                      <a:pt x="61913" y="26670"/>
                      <a:pt x="59055" y="28575"/>
                      <a:pt x="54292" y="31433"/>
                    </a:cubicBezTo>
                    <a:lnTo>
                      <a:pt x="40005" y="40958"/>
                    </a:lnTo>
                    <a:lnTo>
                      <a:pt x="54292" y="51435"/>
                    </a:lnTo>
                    <a:cubicBezTo>
                      <a:pt x="59055" y="55245"/>
                      <a:pt x="61913" y="56197"/>
                      <a:pt x="61913" y="56197"/>
                    </a:cubicBezTo>
                    <a:cubicBezTo>
                      <a:pt x="61913" y="56197"/>
                      <a:pt x="63817" y="56197"/>
                      <a:pt x="64770" y="54292"/>
                    </a:cubicBezTo>
                    <a:cubicBezTo>
                      <a:pt x="65722" y="52388"/>
                      <a:pt x="66675" y="51435"/>
                      <a:pt x="66675" y="49530"/>
                    </a:cubicBezTo>
                    <a:lnTo>
                      <a:pt x="69532" y="49530"/>
                    </a:lnTo>
                    <a:lnTo>
                      <a:pt x="69532" y="71438"/>
                    </a:lnTo>
                    <a:lnTo>
                      <a:pt x="66675" y="71438"/>
                    </a:lnTo>
                    <a:cubicBezTo>
                      <a:pt x="66675" y="69533"/>
                      <a:pt x="66675" y="67628"/>
                      <a:pt x="64770" y="66675"/>
                    </a:cubicBezTo>
                    <a:cubicBezTo>
                      <a:pt x="62865" y="64770"/>
                      <a:pt x="60007" y="61913"/>
                      <a:pt x="53340" y="57150"/>
                    </a:cubicBezTo>
                    <a:lnTo>
                      <a:pt x="34290" y="42863"/>
                    </a:lnTo>
                    <a:lnTo>
                      <a:pt x="15240" y="56197"/>
                    </a:lnTo>
                    <a:cubicBezTo>
                      <a:pt x="9525" y="60008"/>
                      <a:pt x="6667" y="62865"/>
                      <a:pt x="4763" y="64770"/>
                    </a:cubicBezTo>
                    <a:cubicBezTo>
                      <a:pt x="2857" y="66675"/>
                      <a:pt x="2857" y="69533"/>
                      <a:pt x="2857" y="72390"/>
                    </a:cubicBezTo>
                    <a:lnTo>
                      <a:pt x="0" y="7239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7D4E76B4-1399-5BB7-8FE0-5DD0D3CB1D1D}"/>
                  </a:ext>
                </a:extLst>
              </p:cNvPr>
              <p:cNvSpPr/>
              <p:nvPr/>
            </p:nvSpPr>
            <p:spPr>
              <a:xfrm>
                <a:off x="7218997" y="2328862"/>
                <a:ext cx="107632" cy="41909"/>
              </a:xfrm>
              <a:custGeom>
                <a:avLst/>
                <a:gdLst>
                  <a:gd name="connsiteX0" fmla="*/ 0 w 107632"/>
                  <a:gd name="connsiteY0" fmla="*/ 0 h 41909"/>
                  <a:gd name="connsiteX1" fmla="*/ 107633 w 107632"/>
                  <a:gd name="connsiteY1" fmla="*/ 36195 h 41909"/>
                  <a:gd name="connsiteX2" fmla="*/ 107633 w 107632"/>
                  <a:gd name="connsiteY2" fmla="*/ 41910 h 41909"/>
                  <a:gd name="connsiteX3" fmla="*/ 0 w 107632"/>
                  <a:gd name="connsiteY3" fmla="*/ 5715 h 41909"/>
                  <a:gd name="connsiteX4" fmla="*/ 0 w 107632"/>
                  <a:gd name="connsiteY4" fmla="*/ 0 h 41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632" h="41909">
                    <a:moveTo>
                      <a:pt x="0" y="0"/>
                    </a:moveTo>
                    <a:lnTo>
                      <a:pt x="107633" y="36195"/>
                    </a:lnTo>
                    <a:lnTo>
                      <a:pt x="107633" y="41910"/>
                    </a:lnTo>
                    <a:lnTo>
                      <a:pt x="0" y="57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DAE41C28-115D-1081-9773-88F9B7840926}"/>
                  </a:ext>
                </a:extLst>
              </p:cNvPr>
              <p:cNvSpPr/>
              <p:nvPr/>
            </p:nvSpPr>
            <p:spPr>
              <a:xfrm>
                <a:off x="7408544" y="3437572"/>
                <a:ext cx="99060" cy="78105"/>
              </a:xfrm>
              <a:custGeom>
                <a:avLst/>
                <a:gdLst>
                  <a:gd name="connsiteX0" fmla="*/ 52388 w 99060"/>
                  <a:gd name="connsiteY0" fmla="*/ 49530 h 78105"/>
                  <a:gd name="connsiteX1" fmla="*/ 81915 w 99060"/>
                  <a:gd name="connsiteY1" fmla="*/ 49530 h 78105"/>
                  <a:gd name="connsiteX2" fmla="*/ 93345 w 99060"/>
                  <a:gd name="connsiteY2" fmla="*/ 47625 h 78105"/>
                  <a:gd name="connsiteX3" fmla="*/ 96203 w 99060"/>
                  <a:gd name="connsiteY3" fmla="*/ 39053 h 78105"/>
                  <a:gd name="connsiteX4" fmla="*/ 96203 w 99060"/>
                  <a:gd name="connsiteY4" fmla="*/ 35243 h 78105"/>
                  <a:gd name="connsiteX5" fmla="*/ 99060 w 99060"/>
                  <a:gd name="connsiteY5" fmla="*/ 35243 h 78105"/>
                  <a:gd name="connsiteX6" fmla="*/ 99060 w 99060"/>
                  <a:gd name="connsiteY6" fmla="*/ 78105 h 78105"/>
                  <a:gd name="connsiteX7" fmla="*/ 96203 w 99060"/>
                  <a:gd name="connsiteY7" fmla="*/ 78105 h 78105"/>
                  <a:gd name="connsiteX8" fmla="*/ 96203 w 99060"/>
                  <a:gd name="connsiteY8" fmla="*/ 74295 h 78105"/>
                  <a:gd name="connsiteX9" fmla="*/ 92393 w 99060"/>
                  <a:gd name="connsiteY9" fmla="*/ 64770 h 78105"/>
                  <a:gd name="connsiteX10" fmla="*/ 81915 w 99060"/>
                  <a:gd name="connsiteY10" fmla="*/ 62865 h 78105"/>
                  <a:gd name="connsiteX11" fmla="*/ 17145 w 99060"/>
                  <a:gd name="connsiteY11" fmla="*/ 62865 h 78105"/>
                  <a:gd name="connsiteX12" fmla="*/ 5715 w 99060"/>
                  <a:gd name="connsiteY12" fmla="*/ 64770 h 78105"/>
                  <a:gd name="connsiteX13" fmla="*/ 2858 w 99060"/>
                  <a:gd name="connsiteY13" fmla="*/ 73343 h 78105"/>
                  <a:gd name="connsiteX14" fmla="*/ 2858 w 99060"/>
                  <a:gd name="connsiteY14" fmla="*/ 77153 h 78105"/>
                  <a:gd name="connsiteX15" fmla="*/ 0 w 99060"/>
                  <a:gd name="connsiteY15" fmla="*/ 77153 h 78105"/>
                  <a:gd name="connsiteX16" fmla="*/ 0 w 99060"/>
                  <a:gd name="connsiteY16" fmla="*/ 40005 h 78105"/>
                  <a:gd name="connsiteX17" fmla="*/ 2858 w 99060"/>
                  <a:gd name="connsiteY17" fmla="*/ 19050 h 78105"/>
                  <a:gd name="connsiteX18" fmla="*/ 12383 w 99060"/>
                  <a:gd name="connsiteY18" fmla="*/ 5715 h 78105"/>
                  <a:gd name="connsiteX19" fmla="*/ 27623 w 99060"/>
                  <a:gd name="connsiteY19" fmla="*/ 0 h 78105"/>
                  <a:gd name="connsiteX20" fmla="*/ 47625 w 99060"/>
                  <a:gd name="connsiteY20" fmla="*/ 8573 h 78105"/>
                  <a:gd name="connsiteX21" fmla="*/ 55245 w 99060"/>
                  <a:gd name="connsiteY21" fmla="*/ 31433 h 78105"/>
                  <a:gd name="connsiteX22" fmla="*/ 55245 w 99060"/>
                  <a:gd name="connsiteY22" fmla="*/ 39053 h 78105"/>
                  <a:gd name="connsiteX23" fmla="*/ 53340 w 99060"/>
                  <a:gd name="connsiteY23" fmla="*/ 48578 h 78105"/>
                  <a:gd name="connsiteX24" fmla="*/ 47625 w 99060"/>
                  <a:gd name="connsiteY24" fmla="*/ 49530 h 78105"/>
                  <a:gd name="connsiteX25" fmla="*/ 48578 w 99060"/>
                  <a:gd name="connsiteY25" fmla="*/ 42863 h 78105"/>
                  <a:gd name="connsiteX26" fmla="*/ 48578 w 99060"/>
                  <a:gd name="connsiteY26" fmla="*/ 38100 h 78105"/>
                  <a:gd name="connsiteX27" fmla="*/ 42863 w 99060"/>
                  <a:gd name="connsiteY27" fmla="*/ 24765 h 78105"/>
                  <a:gd name="connsiteX28" fmla="*/ 27623 w 99060"/>
                  <a:gd name="connsiteY28" fmla="*/ 19050 h 78105"/>
                  <a:gd name="connsiteX29" fmla="*/ 15240 w 99060"/>
                  <a:gd name="connsiteY29" fmla="*/ 21908 h 78105"/>
                  <a:gd name="connsiteX30" fmla="*/ 6668 w 99060"/>
                  <a:gd name="connsiteY30" fmla="*/ 29528 h 78105"/>
                  <a:gd name="connsiteX31" fmla="*/ 3810 w 99060"/>
                  <a:gd name="connsiteY31" fmla="*/ 40958 h 78105"/>
                  <a:gd name="connsiteX32" fmla="*/ 4763 w 99060"/>
                  <a:gd name="connsiteY32" fmla="*/ 50483 h 78105"/>
                  <a:gd name="connsiteX33" fmla="*/ 46673 w 99060"/>
                  <a:gd name="connsiteY33" fmla="*/ 50483 h 78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99060" h="78105">
                    <a:moveTo>
                      <a:pt x="52388" y="49530"/>
                    </a:moveTo>
                    <a:lnTo>
                      <a:pt x="81915" y="49530"/>
                    </a:lnTo>
                    <a:cubicBezTo>
                      <a:pt x="88583" y="49530"/>
                      <a:pt x="92393" y="49530"/>
                      <a:pt x="93345" y="47625"/>
                    </a:cubicBezTo>
                    <a:cubicBezTo>
                      <a:pt x="95250" y="45720"/>
                      <a:pt x="96203" y="42863"/>
                      <a:pt x="96203" y="39053"/>
                    </a:cubicBezTo>
                    <a:lnTo>
                      <a:pt x="96203" y="35243"/>
                    </a:lnTo>
                    <a:lnTo>
                      <a:pt x="99060" y="35243"/>
                    </a:lnTo>
                    <a:lnTo>
                      <a:pt x="99060" y="78105"/>
                    </a:lnTo>
                    <a:lnTo>
                      <a:pt x="96203" y="78105"/>
                    </a:lnTo>
                    <a:lnTo>
                      <a:pt x="96203" y="74295"/>
                    </a:lnTo>
                    <a:cubicBezTo>
                      <a:pt x="96203" y="70485"/>
                      <a:pt x="95250" y="66675"/>
                      <a:pt x="92393" y="64770"/>
                    </a:cubicBezTo>
                    <a:cubicBezTo>
                      <a:pt x="90488" y="63818"/>
                      <a:pt x="87630" y="62865"/>
                      <a:pt x="81915" y="62865"/>
                    </a:cubicBezTo>
                    <a:lnTo>
                      <a:pt x="17145" y="62865"/>
                    </a:lnTo>
                    <a:cubicBezTo>
                      <a:pt x="10478" y="62865"/>
                      <a:pt x="6668" y="62865"/>
                      <a:pt x="5715" y="64770"/>
                    </a:cubicBezTo>
                    <a:cubicBezTo>
                      <a:pt x="3810" y="66675"/>
                      <a:pt x="2858" y="69533"/>
                      <a:pt x="2858" y="73343"/>
                    </a:cubicBezTo>
                    <a:lnTo>
                      <a:pt x="2858" y="77153"/>
                    </a:lnTo>
                    <a:lnTo>
                      <a:pt x="0" y="77153"/>
                    </a:lnTo>
                    <a:lnTo>
                      <a:pt x="0" y="40005"/>
                    </a:lnTo>
                    <a:cubicBezTo>
                      <a:pt x="0" y="31433"/>
                      <a:pt x="0" y="23813"/>
                      <a:pt x="2858" y="19050"/>
                    </a:cubicBezTo>
                    <a:cubicBezTo>
                      <a:pt x="5715" y="14288"/>
                      <a:pt x="7620" y="9525"/>
                      <a:pt x="12383" y="5715"/>
                    </a:cubicBezTo>
                    <a:cubicBezTo>
                      <a:pt x="17145" y="1905"/>
                      <a:pt x="21908" y="0"/>
                      <a:pt x="27623" y="0"/>
                    </a:cubicBezTo>
                    <a:cubicBezTo>
                      <a:pt x="33338" y="0"/>
                      <a:pt x="42863" y="2858"/>
                      <a:pt x="47625" y="8573"/>
                    </a:cubicBezTo>
                    <a:cubicBezTo>
                      <a:pt x="52388" y="14288"/>
                      <a:pt x="55245" y="21908"/>
                      <a:pt x="55245" y="31433"/>
                    </a:cubicBezTo>
                    <a:cubicBezTo>
                      <a:pt x="55245" y="40958"/>
                      <a:pt x="55245" y="36195"/>
                      <a:pt x="55245" y="39053"/>
                    </a:cubicBezTo>
                    <a:cubicBezTo>
                      <a:pt x="55245" y="41910"/>
                      <a:pt x="55245" y="44768"/>
                      <a:pt x="53340" y="48578"/>
                    </a:cubicBezTo>
                    <a:close/>
                    <a:moveTo>
                      <a:pt x="47625" y="49530"/>
                    </a:moveTo>
                    <a:cubicBezTo>
                      <a:pt x="47625" y="46673"/>
                      <a:pt x="47625" y="44768"/>
                      <a:pt x="48578" y="42863"/>
                    </a:cubicBezTo>
                    <a:cubicBezTo>
                      <a:pt x="49530" y="40958"/>
                      <a:pt x="48578" y="39053"/>
                      <a:pt x="48578" y="38100"/>
                    </a:cubicBezTo>
                    <a:cubicBezTo>
                      <a:pt x="48578" y="33338"/>
                      <a:pt x="46673" y="28575"/>
                      <a:pt x="42863" y="24765"/>
                    </a:cubicBezTo>
                    <a:cubicBezTo>
                      <a:pt x="39053" y="20955"/>
                      <a:pt x="33338" y="19050"/>
                      <a:pt x="27623" y="19050"/>
                    </a:cubicBezTo>
                    <a:cubicBezTo>
                      <a:pt x="21908" y="19050"/>
                      <a:pt x="19050" y="19050"/>
                      <a:pt x="15240" y="21908"/>
                    </a:cubicBezTo>
                    <a:cubicBezTo>
                      <a:pt x="11430" y="24765"/>
                      <a:pt x="8573" y="26670"/>
                      <a:pt x="6668" y="29528"/>
                    </a:cubicBezTo>
                    <a:cubicBezTo>
                      <a:pt x="4763" y="32385"/>
                      <a:pt x="3810" y="36195"/>
                      <a:pt x="3810" y="40958"/>
                    </a:cubicBezTo>
                    <a:cubicBezTo>
                      <a:pt x="3810" y="45720"/>
                      <a:pt x="3810" y="46673"/>
                      <a:pt x="4763" y="50483"/>
                    </a:cubicBezTo>
                    <a:lnTo>
                      <a:pt x="46673" y="5048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DD7029E7-1B93-04C0-5797-03E7B5C47873}"/>
                  </a:ext>
                </a:extLst>
              </p:cNvPr>
              <p:cNvSpPr/>
              <p:nvPr/>
            </p:nvSpPr>
            <p:spPr>
              <a:xfrm>
                <a:off x="7437119" y="3382327"/>
                <a:ext cx="71437" cy="50482"/>
              </a:xfrm>
              <a:custGeom>
                <a:avLst/>
                <a:gdLst>
                  <a:gd name="connsiteX0" fmla="*/ 953 w 71437"/>
                  <a:gd name="connsiteY0" fmla="*/ 26670 h 50482"/>
                  <a:gd name="connsiteX1" fmla="*/ 16193 w 71437"/>
                  <a:gd name="connsiteY1" fmla="*/ 26670 h 50482"/>
                  <a:gd name="connsiteX2" fmla="*/ 953 w 71437"/>
                  <a:gd name="connsiteY2" fmla="*/ 9525 h 50482"/>
                  <a:gd name="connsiteX3" fmla="*/ 3810 w 71437"/>
                  <a:gd name="connsiteY3" fmla="*/ 2857 h 50482"/>
                  <a:gd name="connsiteX4" fmla="*/ 9525 w 71437"/>
                  <a:gd name="connsiteY4" fmla="*/ 0 h 50482"/>
                  <a:gd name="connsiteX5" fmla="*/ 14288 w 71437"/>
                  <a:gd name="connsiteY5" fmla="*/ 1905 h 50482"/>
                  <a:gd name="connsiteX6" fmla="*/ 16193 w 71437"/>
                  <a:gd name="connsiteY6" fmla="*/ 6667 h 50482"/>
                  <a:gd name="connsiteX7" fmla="*/ 13335 w 71437"/>
                  <a:gd name="connsiteY7" fmla="*/ 12382 h 50482"/>
                  <a:gd name="connsiteX8" fmla="*/ 10478 w 71437"/>
                  <a:gd name="connsiteY8" fmla="*/ 17145 h 50482"/>
                  <a:gd name="connsiteX9" fmla="*/ 12383 w 71437"/>
                  <a:gd name="connsiteY9" fmla="*/ 20002 h 50482"/>
                  <a:gd name="connsiteX10" fmla="*/ 22860 w 71437"/>
                  <a:gd name="connsiteY10" fmla="*/ 26670 h 50482"/>
                  <a:gd name="connsiteX11" fmla="*/ 55245 w 71437"/>
                  <a:gd name="connsiteY11" fmla="*/ 26670 h 50482"/>
                  <a:gd name="connsiteX12" fmla="*/ 63818 w 71437"/>
                  <a:gd name="connsiteY12" fmla="*/ 25717 h 50482"/>
                  <a:gd name="connsiteX13" fmla="*/ 67628 w 71437"/>
                  <a:gd name="connsiteY13" fmla="*/ 21907 h 50482"/>
                  <a:gd name="connsiteX14" fmla="*/ 68580 w 71437"/>
                  <a:gd name="connsiteY14" fmla="*/ 15240 h 50482"/>
                  <a:gd name="connsiteX15" fmla="*/ 71438 w 71437"/>
                  <a:gd name="connsiteY15" fmla="*/ 15240 h 50482"/>
                  <a:gd name="connsiteX16" fmla="*/ 71438 w 71437"/>
                  <a:gd name="connsiteY16" fmla="*/ 50482 h 50482"/>
                  <a:gd name="connsiteX17" fmla="*/ 68580 w 71437"/>
                  <a:gd name="connsiteY17" fmla="*/ 50482 h 50482"/>
                  <a:gd name="connsiteX18" fmla="*/ 66675 w 71437"/>
                  <a:gd name="connsiteY18" fmla="*/ 42863 h 50482"/>
                  <a:gd name="connsiteX19" fmla="*/ 62865 w 71437"/>
                  <a:gd name="connsiteY19" fmla="*/ 40005 h 50482"/>
                  <a:gd name="connsiteX20" fmla="*/ 55245 w 71437"/>
                  <a:gd name="connsiteY20" fmla="*/ 40005 h 50482"/>
                  <a:gd name="connsiteX21" fmla="*/ 28575 w 71437"/>
                  <a:gd name="connsiteY21" fmla="*/ 40005 h 50482"/>
                  <a:gd name="connsiteX22" fmla="*/ 14288 w 71437"/>
                  <a:gd name="connsiteY22" fmla="*/ 40005 h 50482"/>
                  <a:gd name="connsiteX23" fmla="*/ 11430 w 71437"/>
                  <a:gd name="connsiteY23" fmla="*/ 41910 h 50482"/>
                  <a:gd name="connsiteX24" fmla="*/ 10478 w 71437"/>
                  <a:gd name="connsiteY24" fmla="*/ 44767 h 50482"/>
                  <a:gd name="connsiteX25" fmla="*/ 11430 w 71437"/>
                  <a:gd name="connsiteY25" fmla="*/ 49530 h 50482"/>
                  <a:gd name="connsiteX26" fmla="*/ 8573 w 71437"/>
                  <a:gd name="connsiteY26" fmla="*/ 49530 h 50482"/>
                  <a:gd name="connsiteX27" fmla="*/ 0 w 71437"/>
                  <a:gd name="connsiteY27" fmla="*/ 29527 h 50482"/>
                  <a:gd name="connsiteX28" fmla="*/ 0 w 71437"/>
                  <a:gd name="connsiteY28" fmla="*/ 26670 h 5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1437" h="50482">
                    <a:moveTo>
                      <a:pt x="953" y="26670"/>
                    </a:moveTo>
                    <a:lnTo>
                      <a:pt x="16193" y="26670"/>
                    </a:lnTo>
                    <a:cubicBezTo>
                      <a:pt x="5715" y="20955"/>
                      <a:pt x="953" y="15240"/>
                      <a:pt x="953" y="9525"/>
                    </a:cubicBezTo>
                    <a:cubicBezTo>
                      <a:pt x="953" y="3810"/>
                      <a:pt x="953" y="4763"/>
                      <a:pt x="3810" y="2857"/>
                    </a:cubicBezTo>
                    <a:cubicBezTo>
                      <a:pt x="6668" y="952"/>
                      <a:pt x="7620" y="0"/>
                      <a:pt x="9525" y="0"/>
                    </a:cubicBezTo>
                    <a:cubicBezTo>
                      <a:pt x="11430" y="0"/>
                      <a:pt x="13335" y="0"/>
                      <a:pt x="14288" y="1905"/>
                    </a:cubicBezTo>
                    <a:cubicBezTo>
                      <a:pt x="15240" y="3810"/>
                      <a:pt x="16193" y="4763"/>
                      <a:pt x="16193" y="6667"/>
                    </a:cubicBezTo>
                    <a:cubicBezTo>
                      <a:pt x="16193" y="8572"/>
                      <a:pt x="16193" y="10477"/>
                      <a:pt x="13335" y="12382"/>
                    </a:cubicBezTo>
                    <a:cubicBezTo>
                      <a:pt x="10478" y="14288"/>
                      <a:pt x="10478" y="16192"/>
                      <a:pt x="10478" y="17145"/>
                    </a:cubicBezTo>
                    <a:cubicBezTo>
                      <a:pt x="10478" y="18097"/>
                      <a:pt x="10478" y="19050"/>
                      <a:pt x="12383" y="20002"/>
                    </a:cubicBezTo>
                    <a:cubicBezTo>
                      <a:pt x="14288" y="21907"/>
                      <a:pt x="18098" y="24765"/>
                      <a:pt x="22860" y="26670"/>
                    </a:cubicBezTo>
                    <a:lnTo>
                      <a:pt x="55245" y="26670"/>
                    </a:lnTo>
                    <a:cubicBezTo>
                      <a:pt x="59055" y="26670"/>
                      <a:pt x="61913" y="26670"/>
                      <a:pt x="63818" y="25717"/>
                    </a:cubicBezTo>
                    <a:cubicBezTo>
                      <a:pt x="64770" y="25717"/>
                      <a:pt x="66675" y="23813"/>
                      <a:pt x="67628" y="21907"/>
                    </a:cubicBezTo>
                    <a:cubicBezTo>
                      <a:pt x="68580" y="20002"/>
                      <a:pt x="68580" y="18097"/>
                      <a:pt x="68580" y="15240"/>
                    </a:cubicBezTo>
                    <a:lnTo>
                      <a:pt x="71438" y="15240"/>
                    </a:lnTo>
                    <a:lnTo>
                      <a:pt x="71438" y="50482"/>
                    </a:lnTo>
                    <a:lnTo>
                      <a:pt x="68580" y="50482"/>
                    </a:lnTo>
                    <a:cubicBezTo>
                      <a:pt x="68580" y="46672"/>
                      <a:pt x="68580" y="44767"/>
                      <a:pt x="66675" y="42863"/>
                    </a:cubicBezTo>
                    <a:cubicBezTo>
                      <a:pt x="66675" y="41910"/>
                      <a:pt x="64770" y="40957"/>
                      <a:pt x="62865" y="40005"/>
                    </a:cubicBezTo>
                    <a:cubicBezTo>
                      <a:pt x="62865" y="40005"/>
                      <a:pt x="60008" y="40005"/>
                      <a:pt x="55245" y="40005"/>
                    </a:cubicBezTo>
                    <a:lnTo>
                      <a:pt x="28575" y="40005"/>
                    </a:lnTo>
                    <a:cubicBezTo>
                      <a:pt x="20955" y="40005"/>
                      <a:pt x="16193" y="40005"/>
                      <a:pt x="14288" y="40005"/>
                    </a:cubicBezTo>
                    <a:cubicBezTo>
                      <a:pt x="12383" y="40005"/>
                      <a:pt x="11430" y="40005"/>
                      <a:pt x="11430" y="41910"/>
                    </a:cubicBezTo>
                    <a:cubicBezTo>
                      <a:pt x="11430" y="43815"/>
                      <a:pt x="10478" y="43815"/>
                      <a:pt x="10478" y="44767"/>
                    </a:cubicBezTo>
                    <a:cubicBezTo>
                      <a:pt x="10478" y="45720"/>
                      <a:pt x="10478" y="47625"/>
                      <a:pt x="11430" y="49530"/>
                    </a:cubicBezTo>
                    <a:lnTo>
                      <a:pt x="8573" y="49530"/>
                    </a:lnTo>
                    <a:cubicBezTo>
                      <a:pt x="8573" y="49530"/>
                      <a:pt x="0" y="29527"/>
                      <a:pt x="0" y="29527"/>
                    </a:cubicBezTo>
                    <a:lnTo>
                      <a:pt x="0" y="2667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E43AF631-627B-931D-73CD-6740DBD26F84}"/>
                  </a:ext>
                </a:extLst>
              </p:cNvPr>
              <p:cNvSpPr/>
              <p:nvPr/>
            </p:nvSpPr>
            <p:spPr>
              <a:xfrm>
                <a:off x="7437119" y="3311842"/>
                <a:ext cx="72390" cy="66675"/>
              </a:xfrm>
              <a:custGeom>
                <a:avLst/>
                <a:gdLst>
                  <a:gd name="connsiteX0" fmla="*/ 953 w 72390"/>
                  <a:gd name="connsiteY0" fmla="*/ 32385 h 66675"/>
                  <a:gd name="connsiteX1" fmla="*/ 12383 w 72390"/>
                  <a:gd name="connsiteY1" fmla="*/ 7620 h 66675"/>
                  <a:gd name="connsiteX2" fmla="*/ 35243 w 72390"/>
                  <a:gd name="connsiteY2" fmla="*/ 0 h 66675"/>
                  <a:gd name="connsiteX3" fmla="*/ 53340 w 72390"/>
                  <a:gd name="connsiteY3" fmla="*/ 4763 h 66675"/>
                  <a:gd name="connsiteX4" fmla="*/ 67628 w 72390"/>
                  <a:gd name="connsiteY4" fmla="*/ 17145 h 66675"/>
                  <a:gd name="connsiteX5" fmla="*/ 72390 w 72390"/>
                  <a:gd name="connsiteY5" fmla="*/ 34290 h 66675"/>
                  <a:gd name="connsiteX6" fmla="*/ 60008 w 72390"/>
                  <a:gd name="connsiteY6" fmla="*/ 59055 h 66675"/>
                  <a:gd name="connsiteX7" fmla="*/ 37148 w 72390"/>
                  <a:gd name="connsiteY7" fmla="*/ 66675 h 66675"/>
                  <a:gd name="connsiteX8" fmla="*/ 18098 w 72390"/>
                  <a:gd name="connsiteY8" fmla="*/ 61913 h 66675"/>
                  <a:gd name="connsiteX9" fmla="*/ 4763 w 72390"/>
                  <a:gd name="connsiteY9" fmla="*/ 49530 h 66675"/>
                  <a:gd name="connsiteX10" fmla="*/ 0 w 72390"/>
                  <a:gd name="connsiteY10" fmla="*/ 33338 h 66675"/>
                  <a:gd name="connsiteX11" fmla="*/ 5715 w 72390"/>
                  <a:gd name="connsiteY11" fmla="*/ 35242 h 66675"/>
                  <a:gd name="connsiteX12" fmla="*/ 7620 w 72390"/>
                  <a:gd name="connsiteY12" fmla="*/ 42863 h 66675"/>
                  <a:gd name="connsiteX13" fmla="*/ 16193 w 72390"/>
                  <a:gd name="connsiteY13" fmla="*/ 49530 h 66675"/>
                  <a:gd name="connsiteX14" fmla="*/ 31433 w 72390"/>
                  <a:gd name="connsiteY14" fmla="*/ 52388 h 66675"/>
                  <a:gd name="connsiteX15" fmla="*/ 57150 w 72390"/>
                  <a:gd name="connsiteY15" fmla="*/ 46673 h 66675"/>
                  <a:gd name="connsiteX16" fmla="*/ 67628 w 72390"/>
                  <a:gd name="connsiteY16" fmla="*/ 31433 h 66675"/>
                  <a:gd name="connsiteX17" fmla="*/ 61913 w 72390"/>
                  <a:gd name="connsiteY17" fmla="*/ 20003 h 66675"/>
                  <a:gd name="connsiteX18" fmla="*/ 41910 w 72390"/>
                  <a:gd name="connsiteY18" fmla="*/ 15240 h 66675"/>
                  <a:gd name="connsiteX19" fmla="*/ 13335 w 72390"/>
                  <a:gd name="connsiteY19" fmla="*/ 22860 h 66675"/>
                  <a:gd name="connsiteX20" fmla="*/ 6668 w 72390"/>
                  <a:gd name="connsiteY20" fmla="*/ 3619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2390" h="66675">
                    <a:moveTo>
                      <a:pt x="953" y="32385"/>
                    </a:moveTo>
                    <a:cubicBezTo>
                      <a:pt x="953" y="21908"/>
                      <a:pt x="4763" y="13335"/>
                      <a:pt x="12383" y="7620"/>
                    </a:cubicBezTo>
                    <a:cubicBezTo>
                      <a:pt x="19050" y="1905"/>
                      <a:pt x="26670" y="0"/>
                      <a:pt x="35243" y="0"/>
                    </a:cubicBezTo>
                    <a:cubicBezTo>
                      <a:pt x="43815" y="0"/>
                      <a:pt x="47625" y="1905"/>
                      <a:pt x="53340" y="4763"/>
                    </a:cubicBezTo>
                    <a:cubicBezTo>
                      <a:pt x="59055" y="7620"/>
                      <a:pt x="64770" y="11430"/>
                      <a:pt x="67628" y="17145"/>
                    </a:cubicBezTo>
                    <a:cubicBezTo>
                      <a:pt x="70485" y="22860"/>
                      <a:pt x="72390" y="27623"/>
                      <a:pt x="72390" y="34290"/>
                    </a:cubicBezTo>
                    <a:cubicBezTo>
                      <a:pt x="72390" y="44767"/>
                      <a:pt x="68580" y="52388"/>
                      <a:pt x="60008" y="59055"/>
                    </a:cubicBezTo>
                    <a:cubicBezTo>
                      <a:pt x="53340" y="63817"/>
                      <a:pt x="45720" y="66675"/>
                      <a:pt x="37148" y="66675"/>
                    </a:cubicBezTo>
                    <a:cubicBezTo>
                      <a:pt x="28575" y="66675"/>
                      <a:pt x="24765" y="64770"/>
                      <a:pt x="18098" y="61913"/>
                    </a:cubicBezTo>
                    <a:cubicBezTo>
                      <a:pt x="11430" y="59055"/>
                      <a:pt x="7620" y="54292"/>
                      <a:pt x="4763" y="49530"/>
                    </a:cubicBezTo>
                    <a:cubicBezTo>
                      <a:pt x="1905" y="44767"/>
                      <a:pt x="0" y="39053"/>
                      <a:pt x="0" y="33338"/>
                    </a:cubicBezTo>
                    <a:close/>
                    <a:moveTo>
                      <a:pt x="5715" y="35242"/>
                    </a:moveTo>
                    <a:cubicBezTo>
                      <a:pt x="5715" y="38100"/>
                      <a:pt x="5715" y="40958"/>
                      <a:pt x="7620" y="42863"/>
                    </a:cubicBezTo>
                    <a:cubicBezTo>
                      <a:pt x="9525" y="44767"/>
                      <a:pt x="12383" y="47625"/>
                      <a:pt x="16193" y="49530"/>
                    </a:cubicBezTo>
                    <a:cubicBezTo>
                      <a:pt x="20003" y="51435"/>
                      <a:pt x="24765" y="52388"/>
                      <a:pt x="31433" y="52388"/>
                    </a:cubicBezTo>
                    <a:cubicBezTo>
                      <a:pt x="40958" y="52388"/>
                      <a:pt x="49530" y="50483"/>
                      <a:pt x="57150" y="46673"/>
                    </a:cubicBezTo>
                    <a:cubicBezTo>
                      <a:pt x="64770" y="42863"/>
                      <a:pt x="67628" y="37148"/>
                      <a:pt x="67628" y="31433"/>
                    </a:cubicBezTo>
                    <a:cubicBezTo>
                      <a:pt x="67628" y="25717"/>
                      <a:pt x="65723" y="22860"/>
                      <a:pt x="61913" y="20003"/>
                    </a:cubicBezTo>
                    <a:cubicBezTo>
                      <a:pt x="58103" y="17145"/>
                      <a:pt x="51435" y="15240"/>
                      <a:pt x="41910" y="15240"/>
                    </a:cubicBezTo>
                    <a:cubicBezTo>
                      <a:pt x="32385" y="15240"/>
                      <a:pt x="20003" y="18098"/>
                      <a:pt x="13335" y="22860"/>
                    </a:cubicBezTo>
                    <a:cubicBezTo>
                      <a:pt x="8573" y="26670"/>
                      <a:pt x="6668" y="30480"/>
                      <a:pt x="6668" y="361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F461EDDE-EEE5-D7B5-1658-BF86D3957B88}"/>
                  </a:ext>
                </a:extLst>
              </p:cNvPr>
              <p:cNvSpPr/>
              <p:nvPr/>
            </p:nvSpPr>
            <p:spPr>
              <a:xfrm>
                <a:off x="7401877" y="3236595"/>
                <a:ext cx="108584" cy="69565"/>
              </a:xfrm>
              <a:custGeom>
                <a:avLst/>
                <a:gdLst>
                  <a:gd name="connsiteX0" fmla="*/ 49530 w 108584"/>
                  <a:gd name="connsiteY0" fmla="*/ 46672 h 69565"/>
                  <a:gd name="connsiteX1" fmla="*/ 36195 w 108584"/>
                  <a:gd name="connsiteY1" fmla="*/ 25717 h 69565"/>
                  <a:gd name="connsiteX2" fmla="*/ 44767 w 108584"/>
                  <a:gd name="connsiteY2" fmla="*/ 7620 h 69565"/>
                  <a:gd name="connsiteX3" fmla="*/ 69532 w 108584"/>
                  <a:gd name="connsiteY3" fmla="*/ 0 h 69565"/>
                  <a:gd name="connsiteX4" fmla="*/ 99060 w 108584"/>
                  <a:gd name="connsiteY4" fmla="*/ 12383 h 69565"/>
                  <a:gd name="connsiteX5" fmla="*/ 108585 w 108584"/>
                  <a:gd name="connsiteY5" fmla="*/ 35242 h 69565"/>
                  <a:gd name="connsiteX6" fmla="*/ 106680 w 108584"/>
                  <a:gd name="connsiteY6" fmla="*/ 47625 h 69565"/>
                  <a:gd name="connsiteX7" fmla="*/ 100013 w 108584"/>
                  <a:gd name="connsiteY7" fmla="*/ 60008 h 69565"/>
                  <a:gd name="connsiteX8" fmla="*/ 29528 w 108584"/>
                  <a:gd name="connsiteY8" fmla="*/ 60008 h 69565"/>
                  <a:gd name="connsiteX9" fmla="*/ 15240 w 108584"/>
                  <a:gd name="connsiteY9" fmla="*/ 60008 h 69565"/>
                  <a:gd name="connsiteX10" fmla="*/ 11430 w 108584"/>
                  <a:gd name="connsiteY10" fmla="*/ 61913 h 69565"/>
                  <a:gd name="connsiteX11" fmla="*/ 10478 w 108584"/>
                  <a:gd name="connsiteY11" fmla="*/ 64770 h 69565"/>
                  <a:gd name="connsiteX12" fmla="*/ 11430 w 108584"/>
                  <a:gd name="connsiteY12" fmla="*/ 69533 h 69565"/>
                  <a:gd name="connsiteX13" fmla="*/ 8572 w 108584"/>
                  <a:gd name="connsiteY13" fmla="*/ 69533 h 69565"/>
                  <a:gd name="connsiteX14" fmla="*/ 0 w 108584"/>
                  <a:gd name="connsiteY14" fmla="*/ 50483 h 69565"/>
                  <a:gd name="connsiteX15" fmla="*/ 0 w 108584"/>
                  <a:gd name="connsiteY15" fmla="*/ 46672 h 69565"/>
                  <a:gd name="connsiteX16" fmla="*/ 49530 w 108584"/>
                  <a:gd name="connsiteY16" fmla="*/ 46672 h 69565"/>
                  <a:gd name="connsiteX17" fmla="*/ 54292 w 108584"/>
                  <a:gd name="connsiteY17" fmla="*/ 46672 h 69565"/>
                  <a:gd name="connsiteX18" fmla="*/ 95250 w 108584"/>
                  <a:gd name="connsiteY18" fmla="*/ 46672 h 69565"/>
                  <a:gd name="connsiteX19" fmla="*/ 100965 w 108584"/>
                  <a:gd name="connsiteY19" fmla="*/ 39052 h 69565"/>
                  <a:gd name="connsiteX20" fmla="*/ 102870 w 108584"/>
                  <a:gd name="connsiteY20" fmla="*/ 30480 h 69565"/>
                  <a:gd name="connsiteX21" fmla="*/ 95250 w 108584"/>
                  <a:gd name="connsiteY21" fmla="*/ 18097 h 69565"/>
                  <a:gd name="connsiteX22" fmla="*/ 73342 w 108584"/>
                  <a:gd name="connsiteY22" fmla="*/ 12383 h 69565"/>
                  <a:gd name="connsiteX23" fmla="*/ 53340 w 108584"/>
                  <a:gd name="connsiteY23" fmla="*/ 18097 h 69565"/>
                  <a:gd name="connsiteX24" fmla="*/ 46672 w 108584"/>
                  <a:gd name="connsiteY24" fmla="*/ 31433 h 69565"/>
                  <a:gd name="connsiteX25" fmla="*/ 48578 w 108584"/>
                  <a:gd name="connsiteY25" fmla="*/ 39052 h 69565"/>
                  <a:gd name="connsiteX26" fmla="*/ 54292 w 108584"/>
                  <a:gd name="connsiteY26" fmla="*/ 46672 h 6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8584" h="69565">
                    <a:moveTo>
                      <a:pt x="49530" y="46672"/>
                    </a:moveTo>
                    <a:cubicBezTo>
                      <a:pt x="40005" y="40005"/>
                      <a:pt x="36195" y="33338"/>
                      <a:pt x="36195" y="25717"/>
                    </a:cubicBezTo>
                    <a:cubicBezTo>
                      <a:pt x="36195" y="18097"/>
                      <a:pt x="39053" y="12383"/>
                      <a:pt x="44767" y="7620"/>
                    </a:cubicBezTo>
                    <a:cubicBezTo>
                      <a:pt x="50482" y="2858"/>
                      <a:pt x="59055" y="0"/>
                      <a:pt x="69532" y="0"/>
                    </a:cubicBezTo>
                    <a:cubicBezTo>
                      <a:pt x="80010" y="0"/>
                      <a:pt x="91440" y="3810"/>
                      <a:pt x="99060" y="12383"/>
                    </a:cubicBezTo>
                    <a:cubicBezTo>
                      <a:pt x="105728" y="19050"/>
                      <a:pt x="108585" y="26670"/>
                      <a:pt x="108585" y="35242"/>
                    </a:cubicBezTo>
                    <a:cubicBezTo>
                      <a:pt x="108585" y="43815"/>
                      <a:pt x="108585" y="42863"/>
                      <a:pt x="106680" y="47625"/>
                    </a:cubicBezTo>
                    <a:cubicBezTo>
                      <a:pt x="104775" y="52388"/>
                      <a:pt x="102870" y="56197"/>
                      <a:pt x="100013" y="60008"/>
                    </a:cubicBezTo>
                    <a:lnTo>
                      <a:pt x="29528" y="60008"/>
                    </a:lnTo>
                    <a:cubicBezTo>
                      <a:pt x="21907" y="60008"/>
                      <a:pt x="17145" y="60008"/>
                      <a:pt x="15240" y="60008"/>
                    </a:cubicBezTo>
                    <a:cubicBezTo>
                      <a:pt x="13335" y="60008"/>
                      <a:pt x="12382" y="60960"/>
                      <a:pt x="11430" y="61913"/>
                    </a:cubicBezTo>
                    <a:cubicBezTo>
                      <a:pt x="10478" y="62865"/>
                      <a:pt x="10478" y="63817"/>
                      <a:pt x="10478" y="64770"/>
                    </a:cubicBezTo>
                    <a:cubicBezTo>
                      <a:pt x="10478" y="65722"/>
                      <a:pt x="10478" y="67627"/>
                      <a:pt x="11430" y="69533"/>
                    </a:cubicBezTo>
                    <a:lnTo>
                      <a:pt x="8572" y="69533"/>
                    </a:lnTo>
                    <a:cubicBezTo>
                      <a:pt x="8572" y="70485"/>
                      <a:pt x="0" y="50483"/>
                      <a:pt x="0" y="50483"/>
                    </a:cubicBezTo>
                    <a:lnTo>
                      <a:pt x="0" y="46672"/>
                    </a:lnTo>
                    <a:lnTo>
                      <a:pt x="49530" y="46672"/>
                    </a:lnTo>
                    <a:close/>
                    <a:moveTo>
                      <a:pt x="54292" y="46672"/>
                    </a:moveTo>
                    <a:lnTo>
                      <a:pt x="95250" y="46672"/>
                    </a:lnTo>
                    <a:cubicBezTo>
                      <a:pt x="98107" y="43815"/>
                      <a:pt x="100013" y="41910"/>
                      <a:pt x="100965" y="39052"/>
                    </a:cubicBezTo>
                    <a:cubicBezTo>
                      <a:pt x="101917" y="36195"/>
                      <a:pt x="102870" y="33338"/>
                      <a:pt x="102870" y="30480"/>
                    </a:cubicBezTo>
                    <a:cubicBezTo>
                      <a:pt x="102870" y="25717"/>
                      <a:pt x="100013" y="21908"/>
                      <a:pt x="95250" y="18097"/>
                    </a:cubicBezTo>
                    <a:cubicBezTo>
                      <a:pt x="90488" y="14288"/>
                      <a:pt x="82867" y="12383"/>
                      <a:pt x="73342" y="12383"/>
                    </a:cubicBezTo>
                    <a:cubicBezTo>
                      <a:pt x="63817" y="12383"/>
                      <a:pt x="58103" y="14288"/>
                      <a:pt x="53340" y="18097"/>
                    </a:cubicBezTo>
                    <a:cubicBezTo>
                      <a:pt x="48578" y="21908"/>
                      <a:pt x="46672" y="26670"/>
                      <a:pt x="46672" y="31433"/>
                    </a:cubicBezTo>
                    <a:cubicBezTo>
                      <a:pt x="46672" y="36195"/>
                      <a:pt x="46672" y="37147"/>
                      <a:pt x="48578" y="39052"/>
                    </a:cubicBezTo>
                    <a:cubicBezTo>
                      <a:pt x="49530" y="40958"/>
                      <a:pt x="51435" y="43815"/>
                      <a:pt x="54292" y="466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FCE59179-3CE3-A887-3411-7816A0A385C5}"/>
                  </a:ext>
                </a:extLst>
              </p:cNvPr>
              <p:cNvSpPr/>
              <p:nvPr/>
            </p:nvSpPr>
            <p:spPr>
              <a:xfrm>
                <a:off x="7439025" y="3166109"/>
                <a:ext cx="71437" cy="59055"/>
              </a:xfrm>
              <a:custGeom>
                <a:avLst/>
                <a:gdLst>
                  <a:gd name="connsiteX0" fmla="*/ 59055 w 71437"/>
                  <a:gd name="connsiteY0" fmla="*/ 20955 h 59055"/>
                  <a:gd name="connsiteX1" fmla="*/ 68580 w 71437"/>
                  <a:gd name="connsiteY1" fmla="*/ 34290 h 59055"/>
                  <a:gd name="connsiteX2" fmla="*/ 70485 w 71437"/>
                  <a:gd name="connsiteY2" fmla="*/ 42863 h 59055"/>
                  <a:gd name="connsiteX3" fmla="*/ 65722 w 71437"/>
                  <a:gd name="connsiteY3" fmla="*/ 54293 h 59055"/>
                  <a:gd name="connsiteX4" fmla="*/ 53340 w 71437"/>
                  <a:gd name="connsiteY4" fmla="*/ 59055 h 59055"/>
                  <a:gd name="connsiteX5" fmla="*/ 44768 w 71437"/>
                  <a:gd name="connsiteY5" fmla="*/ 57150 h 59055"/>
                  <a:gd name="connsiteX6" fmla="*/ 35243 w 71437"/>
                  <a:gd name="connsiteY6" fmla="*/ 46673 h 59055"/>
                  <a:gd name="connsiteX7" fmla="*/ 24765 w 71437"/>
                  <a:gd name="connsiteY7" fmla="*/ 21908 h 59055"/>
                  <a:gd name="connsiteX8" fmla="*/ 21907 w 71437"/>
                  <a:gd name="connsiteY8" fmla="*/ 21908 h 59055"/>
                  <a:gd name="connsiteX9" fmla="*/ 7620 w 71437"/>
                  <a:gd name="connsiteY9" fmla="*/ 24765 h 59055"/>
                  <a:gd name="connsiteX10" fmla="*/ 3810 w 71437"/>
                  <a:gd name="connsiteY10" fmla="*/ 34290 h 59055"/>
                  <a:gd name="connsiteX11" fmla="*/ 6668 w 71437"/>
                  <a:gd name="connsiteY11" fmla="*/ 41910 h 59055"/>
                  <a:gd name="connsiteX12" fmla="*/ 12382 w 71437"/>
                  <a:gd name="connsiteY12" fmla="*/ 44768 h 59055"/>
                  <a:gd name="connsiteX13" fmla="*/ 17145 w 71437"/>
                  <a:gd name="connsiteY13" fmla="*/ 44768 h 59055"/>
                  <a:gd name="connsiteX14" fmla="*/ 22860 w 71437"/>
                  <a:gd name="connsiteY14" fmla="*/ 46673 h 59055"/>
                  <a:gd name="connsiteX15" fmla="*/ 24765 w 71437"/>
                  <a:gd name="connsiteY15" fmla="*/ 51435 h 59055"/>
                  <a:gd name="connsiteX16" fmla="*/ 22860 w 71437"/>
                  <a:gd name="connsiteY16" fmla="*/ 56198 h 59055"/>
                  <a:gd name="connsiteX17" fmla="*/ 17145 w 71437"/>
                  <a:gd name="connsiteY17" fmla="*/ 58103 h 59055"/>
                  <a:gd name="connsiteX18" fmla="*/ 5715 w 71437"/>
                  <a:gd name="connsiteY18" fmla="*/ 51435 h 59055"/>
                  <a:gd name="connsiteX19" fmla="*/ 0 w 71437"/>
                  <a:gd name="connsiteY19" fmla="*/ 33338 h 59055"/>
                  <a:gd name="connsiteX20" fmla="*/ 2857 w 71437"/>
                  <a:gd name="connsiteY20" fmla="*/ 18098 h 59055"/>
                  <a:gd name="connsiteX21" fmla="*/ 10478 w 71437"/>
                  <a:gd name="connsiteY21" fmla="*/ 11430 h 59055"/>
                  <a:gd name="connsiteX22" fmla="*/ 23813 w 71437"/>
                  <a:gd name="connsiteY22" fmla="*/ 10478 h 59055"/>
                  <a:gd name="connsiteX23" fmla="*/ 46672 w 71437"/>
                  <a:gd name="connsiteY23" fmla="*/ 10478 h 59055"/>
                  <a:gd name="connsiteX24" fmla="*/ 59055 w 71437"/>
                  <a:gd name="connsiteY24" fmla="*/ 10478 h 59055"/>
                  <a:gd name="connsiteX25" fmla="*/ 61913 w 71437"/>
                  <a:gd name="connsiteY25" fmla="*/ 9525 h 59055"/>
                  <a:gd name="connsiteX26" fmla="*/ 61913 w 71437"/>
                  <a:gd name="connsiteY26" fmla="*/ 7620 h 59055"/>
                  <a:gd name="connsiteX27" fmla="*/ 61913 w 71437"/>
                  <a:gd name="connsiteY27" fmla="*/ 5715 h 59055"/>
                  <a:gd name="connsiteX28" fmla="*/ 56197 w 71437"/>
                  <a:gd name="connsiteY28" fmla="*/ 0 h 59055"/>
                  <a:gd name="connsiteX29" fmla="*/ 60007 w 71437"/>
                  <a:gd name="connsiteY29" fmla="*/ 0 h 59055"/>
                  <a:gd name="connsiteX30" fmla="*/ 71438 w 71437"/>
                  <a:gd name="connsiteY30" fmla="*/ 16193 h 59055"/>
                  <a:gd name="connsiteX31" fmla="*/ 68580 w 71437"/>
                  <a:gd name="connsiteY31" fmla="*/ 21908 h 59055"/>
                  <a:gd name="connsiteX32" fmla="*/ 60007 w 71437"/>
                  <a:gd name="connsiteY32" fmla="*/ 23813 h 59055"/>
                  <a:gd name="connsiteX33" fmla="*/ 54293 w 71437"/>
                  <a:gd name="connsiteY33" fmla="*/ 20955 h 59055"/>
                  <a:gd name="connsiteX34" fmla="*/ 28575 w 71437"/>
                  <a:gd name="connsiteY34" fmla="*/ 20955 h 59055"/>
                  <a:gd name="connsiteX35" fmla="*/ 35243 w 71437"/>
                  <a:gd name="connsiteY35" fmla="*/ 35243 h 59055"/>
                  <a:gd name="connsiteX36" fmla="*/ 41910 w 71437"/>
                  <a:gd name="connsiteY36" fmla="*/ 43815 h 59055"/>
                  <a:gd name="connsiteX37" fmla="*/ 49530 w 71437"/>
                  <a:gd name="connsiteY37" fmla="*/ 46673 h 59055"/>
                  <a:gd name="connsiteX38" fmla="*/ 58103 w 71437"/>
                  <a:gd name="connsiteY38" fmla="*/ 43815 h 59055"/>
                  <a:gd name="connsiteX39" fmla="*/ 61913 w 71437"/>
                  <a:gd name="connsiteY39" fmla="*/ 36195 h 59055"/>
                  <a:gd name="connsiteX40" fmla="*/ 54293 w 71437"/>
                  <a:gd name="connsiteY40" fmla="*/ 20955 h 5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1437" h="59055">
                    <a:moveTo>
                      <a:pt x="59055" y="20955"/>
                    </a:moveTo>
                    <a:cubicBezTo>
                      <a:pt x="64770" y="27623"/>
                      <a:pt x="67628" y="32385"/>
                      <a:pt x="68580" y="34290"/>
                    </a:cubicBezTo>
                    <a:cubicBezTo>
                      <a:pt x="69532" y="37148"/>
                      <a:pt x="70485" y="40005"/>
                      <a:pt x="70485" y="42863"/>
                    </a:cubicBezTo>
                    <a:cubicBezTo>
                      <a:pt x="70485" y="47625"/>
                      <a:pt x="68580" y="51435"/>
                      <a:pt x="65722" y="54293"/>
                    </a:cubicBezTo>
                    <a:cubicBezTo>
                      <a:pt x="62865" y="57150"/>
                      <a:pt x="58103" y="59055"/>
                      <a:pt x="53340" y="59055"/>
                    </a:cubicBezTo>
                    <a:cubicBezTo>
                      <a:pt x="48578" y="59055"/>
                      <a:pt x="46672" y="59055"/>
                      <a:pt x="44768" y="57150"/>
                    </a:cubicBezTo>
                    <a:cubicBezTo>
                      <a:pt x="40957" y="55245"/>
                      <a:pt x="38100" y="51435"/>
                      <a:pt x="35243" y="46673"/>
                    </a:cubicBezTo>
                    <a:cubicBezTo>
                      <a:pt x="32385" y="41910"/>
                      <a:pt x="28575" y="33338"/>
                      <a:pt x="24765" y="21908"/>
                    </a:cubicBezTo>
                    <a:lnTo>
                      <a:pt x="21907" y="21908"/>
                    </a:lnTo>
                    <a:cubicBezTo>
                      <a:pt x="15240" y="21908"/>
                      <a:pt x="10478" y="22860"/>
                      <a:pt x="7620" y="24765"/>
                    </a:cubicBezTo>
                    <a:cubicBezTo>
                      <a:pt x="4763" y="26670"/>
                      <a:pt x="3810" y="30480"/>
                      <a:pt x="3810" y="34290"/>
                    </a:cubicBezTo>
                    <a:cubicBezTo>
                      <a:pt x="3810" y="38100"/>
                      <a:pt x="3810" y="40005"/>
                      <a:pt x="6668" y="41910"/>
                    </a:cubicBezTo>
                    <a:cubicBezTo>
                      <a:pt x="8572" y="43815"/>
                      <a:pt x="10478" y="44768"/>
                      <a:pt x="12382" y="44768"/>
                    </a:cubicBezTo>
                    <a:lnTo>
                      <a:pt x="17145" y="44768"/>
                    </a:lnTo>
                    <a:cubicBezTo>
                      <a:pt x="19050" y="44768"/>
                      <a:pt x="20955" y="44768"/>
                      <a:pt x="22860" y="46673"/>
                    </a:cubicBezTo>
                    <a:cubicBezTo>
                      <a:pt x="24765" y="48578"/>
                      <a:pt x="24765" y="49530"/>
                      <a:pt x="24765" y="51435"/>
                    </a:cubicBezTo>
                    <a:cubicBezTo>
                      <a:pt x="24765" y="53340"/>
                      <a:pt x="24765" y="55245"/>
                      <a:pt x="22860" y="56198"/>
                    </a:cubicBezTo>
                    <a:cubicBezTo>
                      <a:pt x="20955" y="57150"/>
                      <a:pt x="20003" y="58103"/>
                      <a:pt x="17145" y="58103"/>
                    </a:cubicBezTo>
                    <a:cubicBezTo>
                      <a:pt x="13335" y="58103"/>
                      <a:pt x="8572" y="56198"/>
                      <a:pt x="5715" y="51435"/>
                    </a:cubicBezTo>
                    <a:cubicBezTo>
                      <a:pt x="2857" y="46673"/>
                      <a:pt x="0" y="40958"/>
                      <a:pt x="0" y="33338"/>
                    </a:cubicBezTo>
                    <a:cubicBezTo>
                      <a:pt x="0" y="25718"/>
                      <a:pt x="953" y="21908"/>
                      <a:pt x="2857" y="18098"/>
                    </a:cubicBezTo>
                    <a:cubicBezTo>
                      <a:pt x="4763" y="15240"/>
                      <a:pt x="6668" y="13335"/>
                      <a:pt x="10478" y="11430"/>
                    </a:cubicBezTo>
                    <a:cubicBezTo>
                      <a:pt x="12382" y="11430"/>
                      <a:pt x="17145" y="10478"/>
                      <a:pt x="23813" y="10478"/>
                    </a:cubicBezTo>
                    <a:lnTo>
                      <a:pt x="46672" y="10478"/>
                    </a:lnTo>
                    <a:cubicBezTo>
                      <a:pt x="53340" y="10478"/>
                      <a:pt x="57150" y="10478"/>
                      <a:pt x="59055" y="10478"/>
                    </a:cubicBezTo>
                    <a:cubicBezTo>
                      <a:pt x="60960" y="10478"/>
                      <a:pt x="61913" y="10478"/>
                      <a:pt x="61913" y="9525"/>
                    </a:cubicBezTo>
                    <a:cubicBezTo>
                      <a:pt x="61913" y="8573"/>
                      <a:pt x="61913" y="8573"/>
                      <a:pt x="61913" y="7620"/>
                    </a:cubicBezTo>
                    <a:cubicBezTo>
                      <a:pt x="61913" y="6668"/>
                      <a:pt x="61913" y="5715"/>
                      <a:pt x="61913" y="5715"/>
                    </a:cubicBezTo>
                    <a:cubicBezTo>
                      <a:pt x="61913" y="4763"/>
                      <a:pt x="59055" y="2858"/>
                      <a:pt x="56197" y="0"/>
                    </a:cubicBezTo>
                    <a:lnTo>
                      <a:pt x="60007" y="0"/>
                    </a:lnTo>
                    <a:cubicBezTo>
                      <a:pt x="67628" y="5715"/>
                      <a:pt x="71438" y="10478"/>
                      <a:pt x="71438" y="16193"/>
                    </a:cubicBezTo>
                    <a:cubicBezTo>
                      <a:pt x="71438" y="21908"/>
                      <a:pt x="71438" y="20955"/>
                      <a:pt x="68580" y="21908"/>
                    </a:cubicBezTo>
                    <a:cubicBezTo>
                      <a:pt x="65722" y="22860"/>
                      <a:pt x="63818" y="23813"/>
                      <a:pt x="60007" y="23813"/>
                    </a:cubicBezTo>
                    <a:close/>
                    <a:moveTo>
                      <a:pt x="54293" y="20955"/>
                    </a:moveTo>
                    <a:lnTo>
                      <a:pt x="28575" y="20955"/>
                    </a:lnTo>
                    <a:cubicBezTo>
                      <a:pt x="31432" y="28575"/>
                      <a:pt x="33338" y="33338"/>
                      <a:pt x="35243" y="35243"/>
                    </a:cubicBezTo>
                    <a:cubicBezTo>
                      <a:pt x="37147" y="39053"/>
                      <a:pt x="40005" y="41910"/>
                      <a:pt x="41910" y="43815"/>
                    </a:cubicBezTo>
                    <a:cubicBezTo>
                      <a:pt x="43815" y="45720"/>
                      <a:pt x="46672" y="46673"/>
                      <a:pt x="49530" y="46673"/>
                    </a:cubicBezTo>
                    <a:cubicBezTo>
                      <a:pt x="52388" y="46673"/>
                      <a:pt x="56197" y="45720"/>
                      <a:pt x="58103" y="43815"/>
                    </a:cubicBezTo>
                    <a:cubicBezTo>
                      <a:pt x="60007" y="41910"/>
                      <a:pt x="61913" y="39053"/>
                      <a:pt x="61913" y="36195"/>
                    </a:cubicBezTo>
                    <a:cubicBezTo>
                      <a:pt x="61913" y="33338"/>
                      <a:pt x="59055" y="27623"/>
                      <a:pt x="54293" y="209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92B7F3A3-D648-EDFA-EFB0-223CAF6251F7}"/>
                  </a:ext>
                </a:extLst>
              </p:cNvPr>
              <p:cNvSpPr/>
              <p:nvPr/>
            </p:nvSpPr>
            <p:spPr>
              <a:xfrm>
                <a:off x="7401877" y="3092767"/>
                <a:ext cx="108584" cy="69565"/>
              </a:xfrm>
              <a:custGeom>
                <a:avLst/>
                <a:gdLst>
                  <a:gd name="connsiteX0" fmla="*/ 49530 w 108584"/>
                  <a:gd name="connsiteY0" fmla="*/ 46673 h 69565"/>
                  <a:gd name="connsiteX1" fmla="*/ 36195 w 108584"/>
                  <a:gd name="connsiteY1" fmla="*/ 25717 h 69565"/>
                  <a:gd name="connsiteX2" fmla="*/ 44767 w 108584"/>
                  <a:gd name="connsiteY2" fmla="*/ 7620 h 69565"/>
                  <a:gd name="connsiteX3" fmla="*/ 69532 w 108584"/>
                  <a:gd name="connsiteY3" fmla="*/ 0 h 69565"/>
                  <a:gd name="connsiteX4" fmla="*/ 99060 w 108584"/>
                  <a:gd name="connsiteY4" fmla="*/ 12383 h 69565"/>
                  <a:gd name="connsiteX5" fmla="*/ 108585 w 108584"/>
                  <a:gd name="connsiteY5" fmla="*/ 35242 h 69565"/>
                  <a:gd name="connsiteX6" fmla="*/ 106680 w 108584"/>
                  <a:gd name="connsiteY6" fmla="*/ 47625 h 69565"/>
                  <a:gd name="connsiteX7" fmla="*/ 100013 w 108584"/>
                  <a:gd name="connsiteY7" fmla="*/ 60008 h 69565"/>
                  <a:gd name="connsiteX8" fmla="*/ 29528 w 108584"/>
                  <a:gd name="connsiteY8" fmla="*/ 60008 h 69565"/>
                  <a:gd name="connsiteX9" fmla="*/ 15240 w 108584"/>
                  <a:gd name="connsiteY9" fmla="*/ 60008 h 69565"/>
                  <a:gd name="connsiteX10" fmla="*/ 11430 w 108584"/>
                  <a:gd name="connsiteY10" fmla="*/ 61913 h 69565"/>
                  <a:gd name="connsiteX11" fmla="*/ 10478 w 108584"/>
                  <a:gd name="connsiteY11" fmla="*/ 64770 h 69565"/>
                  <a:gd name="connsiteX12" fmla="*/ 11430 w 108584"/>
                  <a:gd name="connsiteY12" fmla="*/ 69533 h 69565"/>
                  <a:gd name="connsiteX13" fmla="*/ 8572 w 108584"/>
                  <a:gd name="connsiteY13" fmla="*/ 69533 h 69565"/>
                  <a:gd name="connsiteX14" fmla="*/ 0 w 108584"/>
                  <a:gd name="connsiteY14" fmla="*/ 50483 h 69565"/>
                  <a:gd name="connsiteX15" fmla="*/ 0 w 108584"/>
                  <a:gd name="connsiteY15" fmla="*/ 46673 h 69565"/>
                  <a:gd name="connsiteX16" fmla="*/ 49530 w 108584"/>
                  <a:gd name="connsiteY16" fmla="*/ 46673 h 69565"/>
                  <a:gd name="connsiteX17" fmla="*/ 54292 w 108584"/>
                  <a:gd name="connsiteY17" fmla="*/ 46673 h 69565"/>
                  <a:gd name="connsiteX18" fmla="*/ 95250 w 108584"/>
                  <a:gd name="connsiteY18" fmla="*/ 46673 h 69565"/>
                  <a:gd name="connsiteX19" fmla="*/ 100965 w 108584"/>
                  <a:gd name="connsiteY19" fmla="*/ 39053 h 69565"/>
                  <a:gd name="connsiteX20" fmla="*/ 102870 w 108584"/>
                  <a:gd name="connsiteY20" fmla="*/ 30480 h 69565"/>
                  <a:gd name="connsiteX21" fmla="*/ 95250 w 108584"/>
                  <a:gd name="connsiteY21" fmla="*/ 18098 h 69565"/>
                  <a:gd name="connsiteX22" fmla="*/ 73342 w 108584"/>
                  <a:gd name="connsiteY22" fmla="*/ 12383 h 69565"/>
                  <a:gd name="connsiteX23" fmla="*/ 53340 w 108584"/>
                  <a:gd name="connsiteY23" fmla="*/ 18098 h 69565"/>
                  <a:gd name="connsiteX24" fmla="*/ 46672 w 108584"/>
                  <a:gd name="connsiteY24" fmla="*/ 31433 h 69565"/>
                  <a:gd name="connsiteX25" fmla="*/ 48578 w 108584"/>
                  <a:gd name="connsiteY25" fmla="*/ 39053 h 69565"/>
                  <a:gd name="connsiteX26" fmla="*/ 54292 w 108584"/>
                  <a:gd name="connsiteY26" fmla="*/ 46673 h 6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8584" h="69565">
                    <a:moveTo>
                      <a:pt x="49530" y="46673"/>
                    </a:moveTo>
                    <a:cubicBezTo>
                      <a:pt x="40005" y="40005"/>
                      <a:pt x="36195" y="33338"/>
                      <a:pt x="36195" y="25717"/>
                    </a:cubicBezTo>
                    <a:cubicBezTo>
                      <a:pt x="36195" y="18098"/>
                      <a:pt x="39053" y="12383"/>
                      <a:pt x="44767" y="7620"/>
                    </a:cubicBezTo>
                    <a:cubicBezTo>
                      <a:pt x="50482" y="2858"/>
                      <a:pt x="59055" y="0"/>
                      <a:pt x="69532" y="0"/>
                    </a:cubicBezTo>
                    <a:cubicBezTo>
                      <a:pt x="80010" y="0"/>
                      <a:pt x="91440" y="3810"/>
                      <a:pt x="99060" y="12383"/>
                    </a:cubicBezTo>
                    <a:cubicBezTo>
                      <a:pt x="105728" y="19050"/>
                      <a:pt x="108585" y="26670"/>
                      <a:pt x="108585" y="35242"/>
                    </a:cubicBezTo>
                    <a:cubicBezTo>
                      <a:pt x="108585" y="43815"/>
                      <a:pt x="108585" y="42863"/>
                      <a:pt x="106680" y="47625"/>
                    </a:cubicBezTo>
                    <a:cubicBezTo>
                      <a:pt x="104775" y="52388"/>
                      <a:pt x="102870" y="56198"/>
                      <a:pt x="100013" y="60008"/>
                    </a:cubicBezTo>
                    <a:lnTo>
                      <a:pt x="29528" y="60008"/>
                    </a:lnTo>
                    <a:cubicBezTo>
                      <a:pt x="21907" y="60008"/>
                      <a:pt x="17145" y="60008"/>
                      <a:pt x="15240" y="60008"/>
                    </a:cubicBezTo>
                    <a:cubicBezTo>
                      <a:pt x="13335" y="60008"/>
                      <a:pt x="12382" y="60960"/>
                      <a:pt x="11430" y="61913"/>
                    </a:cubicBezTo>
                    <a:cubicBezTo>
                      <a:pt x="10478" y="62865"/>
                      <a:pt x="10478" y="63817"/>
                      <a:pt x="10478" y="64770"/>
                    </a:cubicBezTo>
                    <a:cubicBezTo>
                      <a:pt x="10478" y="65723"/>
                      <a:pt x="10478" y="67628"/>
                      <a:pt x="11430" y="69533"/>
                    </a:cubicBezTo>
                    <a:lnTo>
                      <a:pt x="8572" y="69533"/>
                    </a:lnTo>
                    <a:cubicBezTo>
                      <a:pt x="8572" y="70485"/>
                      <a:pt x="0" y="50483"/>
                      <a:pt x="0" y="50483"/>
                    </a:cubicBezTo>
                    <a:lnTo>
                      <a:pt x="0" y="46673"/>
                    </a:lnTo>
                    <a:lnTo>
                      <a:pt x="49530" y="46673"/>
                    </a:lnTo>
                    <a:close/>
                    <a:moveTo>
                      <a:pt x="54292" y="46673"/>
                    </a:moveTo>
                    <a:lnTo>
                      <a:pt x="95250" y="46673"/>
                    </a:lnTo>
                    <a:cubicBezTo>
                      <a:pt x="98107" y="43815"/>
                      <a:pt x="100013" y="41910"/>
                      <a:pt x="100965" y="39053"/>
                    </a:cubicBezTo>
                    <a:cubicBezTo>
                      <a:pt x="101917" y="36195"/>
                      <a:pt x="102870" y="33338"/>
                      <a:pt x="102870" y="30480"/>
                    </a:cubicBezTo>
                    <a:cubicBezTo>
                      <a:pt x="102870" y="25717"/>
                      <a:pt x="100013" y="21908"/>
                      <a:pt x="95250" y="18098"/>
                    </a:cubicBezTo>
                    <a:cubicBezTo>
                      <a:pt x="90488" y="14288"/>
                      <a:pt x="82867" y="12383"/>
                      <a:pt x="73342" y="12383"/>
                    </a:cubicBezTo>
                    <a:cubicBezTo>
                      <a:pt x="63817" y="12383"/>
                      <a:pt x="58103" y="14288"/>
                      <a:pt x="53340" y="18098"/>
                    </a:cubicBezTo>
                    <a:cubicBezTo>
                      <a:pt x="48578" y="21908"/>
                      <a:pt x="46672" y="26670"/>
                      <a:pt x="46672" y="31433"/>
                    </a:cubicBezTo>
                    <a:cubicBezTo>
                      <a:pt x="46672" y="36195"/>
                      <a:pt x="46672" y="37148"/>
                      <a:pt x="48578" y="39053"/>
                    </a:cubicBezTo>
                    <a:cubicBezTo>
                      <a:pt x="49530" y="40958"/>
                      <a:pt x="51435" y="43815"/>
                      <a:pt x="54292" y="4667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E0DFF758-3A5B-572A-F82A-AB90646E1033}"/>
                  </a:ext>
                </a:extLst>
              </p:cNvPr>
              <p:cNvSpPr/>
              <p:nvPr/>
            </p:nvSpPr>
            <p:spPr>
              <a:xfrm>
                <a:off x="7401877" y="3048952"/>
                <a:ext cx="105727" cy="33337"/>
              </a:xfrm>
              <a:custGeom>
                <a:avLst/>
                <a:gdLst>
                  <a:gd name="connsiteX0" fmla="*/ 0 w 105727"/>
                  <a:gd name="connsiteY0" fmla="*/ 15240 h 33337"/>
                  <a:gd name="connsiteX1" fmla="*/ 1905 w 105727"/>
                  <a:gd name="connsiteY1" fmla="*/ 9525 h 33337"/>
                  <a:gd name="connsiteX2" fmla="*/ 7620 w 105727"/>
                  <a:gd name="connsiteY2" fmla="*/ 7620 h 33337"/>
                  <a:gd name="connsiteX3" fmla="*/ 13335 w 105727"/>
                  <a:gd name="connsiteY3" fmla="*/ 9525 h 33337"/>
                  <a:gd name="connsiteX4" fmla="*/ 15240 w 105727"/>
                  <a:gd name="connsiteY4" fmla="*/ 15240 h 33337"/>
                  <a:gd name="connsiteX5" fmla="*/ 13335 w 105727"/>
                  <a:gd name="connsiteY5" fmla="*/ 20955 h 33337"/>
                  <a:gd name="connsiteX6" fmla="*/ 7620 w 105727"/>
                  <a:gd name="connsiteY6" fmla="*/ 22860 h 33337"/>
                  <a:gd name="connsiteX7" fmla="*/ 1905 w 105727"/>
                  <a:gd name="connsiteY7" fmla="*/ 20955 h 33337"/>
                  <a:gd name="connsiteX8" fmla="*/ 0 w 105727"/>
                  <a:gd name="connsiteY8" fmla="*/ 15240 h 33337"/>
                  <a:gd name="connsiteX9" fmla="*/ 36195 w 105727"/>
                  <a:gd name="connsiteY9" fmla="*/ 9525 h 33337"/>
                  <a:gd name="connsiteX10" fmla="*/ 90488 w 105727"/>
                  <a:gd name="connsiteY10" fmla="*/ 9525 h 33337"/>
                  <a:gd name="connsiteX11" fmla="*/ 99060 w 105727"/>
                  <a:gd name="connsiteY11" fmla="*/ 9525 h 33337"/>
                  <a:gd name="connsiteX12" fmla="*/ 101917 w 105727"/>
                  <a:gd name="connsiteY12" fmla="*/ 6667 h 33337"/>
                  <a:gd name="connsiteX13" fmla="*/ 102870 w 105727"/>
                  <a:gd name="connsiteY13" fmla="*/ 0 h 33337"/>
                  <a:gd name="connsiteX14" fmla="*/ 105728 w 105727"/>
                  <a:gd name="connsiteY14" fmla="*/ 0 h 33337"/>
                  <a:gd name="connsiteX15" fmla="*/ 105728 w 105727"/>
                  <a:gd name="connsiteY15" fmla="*/ 33338 h 33337"/>
                  <a:gd name="connsiteX16" fmla="*/ 102870 w 105727"/>
                  <a:gd name="connsiteY16" fmla="*/ 33338 h 33337"/>
                  <a:gd name="connsiteX17" fmla="*/ 101917 w 105727"/>
                  <a:gd name="connsiteY17" fmla="*/ 26670 h 33337"/>
                  <a:gd name="connsiteX18" fmla="*/ 99060 w 105727"/>
                  <a:gd name="connsiteY18" fmla="*/ 23813 h 33337"/>
                  <a:gd name="connsiteX19" fmla="*/ 90488 w 105727"/>
                  <a:gd name="connsiteY19" fmla="*/ 22860 h 33337"/>
                  <a:gd name="connsiteX20" fmla="*/ 63817 w 105727"/>
                  <a:gd name="connsiteY20" fmla="*/ 22860 h 33337"/>
                  <a:gd name="connsiteX21" fmla="*/ 49530 w 105727"/>
                  <a:gd name="connsiteY21" fmla="*/ 22860 h 33337"/>
                  <a:gd name="connsiteX22" fmla="*/ 46672 w 105727"/>
                  <a:gd name="connsiteY22" fmla="*/ 24765 h 33337"/>
                  <a:gd name="connsiteX23" fmla="*/ 46672 w 105727"/>
                  <a:gd name="connsiteY23" fmla="*/ 27622 h 33337"/>
                  <a:gd name="connsiteX24" fmla="*/ 47625 w 105727"/>
                  <a:gd name="connsiteY24" fmla="*/ 32385 h 33337"/>
                  <a:gd name="connsiteX25" fmla="*/ 44767 w 105727"/>
                  <a:gd name="connsiteY25" fmla="*/ 32385 h 33337"/>
                  <a:gd name="connsiteX26" fmla="*/ 36195 w 105727"/>
                  <a:gd name="connsiteY26" fmla="*/ 13335 h 33337"/>
                  <a:gd name="connsiteX27" fmla="*/ 36195 w 105727"/>
                  <a:gd name="connsiteY27" fmla="*/ 10477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5727" h="33337">
                    <a:moveTo>
                      <a:pt x="0" y="15240"/>
                    </a:moveTo>
                    <a:cubicBezTo>
                      <a:pt x="0" y="13335"/>
                      <a:pt x="0" y="11430"/>
                      <a:pt x="1905" y="9525"/>
                    </a:cubicBezTo>
                    <a:cubicBezTo>
                      <a:pt x="3810" y="7620"/>
                      <a:pt x="4763" y="7620"/>
                      <a:pt x="7620" y="7620"/>
                    </a:cubicBezTo>
                    <a:cubicBezTo>
                      <a:pt x="10478" y="7620"/>
                      <a:pt x="11430" y="7620"/>
                      <a:pt x="13335" y="9525"/>
                    </a:cubicBezTo>
                    <a:cubicBezTo>
                      <a:pt x="15240" y="11430"/>
                      <a:pt x="15240" y="12382"/>
                      <a:pt x="15240" y="15240"/>
                    </a:cubicBezTo>
                    <a:cubicBezTo>
                      <a:pt x="15240" y="18097"/>
                      <a:pt x="15240" y="19050"/>
                      <a:pt x="13335" y="20955"/>
                    </a:cubicBezTo>
                    <a:cubicBezTo>
                      <a:pt x="11430" y="22860"/>
                      <a:pt x="10478" y="22860"/>
                      <a:pt x="7620" y="22860"/>
                    </a:cubicBezTo>
                    <a:cubicBezTo>
                      <a:pt x="4763" y="22860"/>
                      <a:pt x="3810" y="22860"/>
                      <a:pt x="1905" y="20955"/>
                    </a:cubicBezTo>
                    <a:cubicBezTo>
                      <a:pt x="0" y="19050"/>
                      <a:pt x="0" y="18097"/>
                      <a:pt x="0" y="15240"/>
                    </a:cubicBezTo>
                    <a:close/>
                    <a:moveTo>
                      <a:pt x="36195" y="9525"/>
                    </a:moveTo>
                    <a:lnTo>
                      <a:pt x="90488" y="9525"/>
                    </a:lnTo>
                    <a:cubicBezTo>
                      <a:pt x="94297" y="9525"/>
                      <a:pt x="97155" y="9525"/>
                      <a:pt x="99060" y="9525"/>
                    </a:cubicBezTo>
                    <a:cubicBezTo>
                      <a:pt x="100965" y="9525"/>
                      <a:pt x="101917" y="7620"/>
                      <a:pt x="101917" y="6667"/>
                    </a:cubicBezTo>
                    <a:cubicBezTo>
                      <a:pt x="101917" y="5715"/>
                      <a:pt x="102870" y="2857"/>
                      <a:pt x="102870" y="0"/>
                    </a:cubicBezTo>
                    <a:lnTo>
                      <a:pt x="105728" y="0"/>
                    </a:lnTo>
                    <a:lnTo>
                      <a:pt x="105728" y="33338"/>
                    </a:lnTo>
                    <a:lnTo>
                      <a:pt x="102870" y="33338"/>
                    </a:lnTo>
                    <a:cubicBezTo>
                      <a:pt x="102870" y="30480"/>
                      <a:pt x="102870" y="27622"/>
                      <a:pt x="101917" y="26670"/>
                    </a:cubicBezTo>
                    <a:cubicBezTo>
                      <a:pt x="100965" y="25717"/>
                      <a:pt x="100013" y="24765"/>
                      <a:pt x="99060" y="23813"/>
                    </a:cubicBezTo>
                    <a:cubicBezTo>
                      <a:pt x="98107" y="22860"/>
                      <a:pt x="94297" y="22860"/>
                      <a:pt x="90488" y="22860"/>
                    </a:cubicBezTo>
                    <a:lnTo>
                      <a:pt x="63817" y="22860"/>
                    </a:lnTo>
                    <a:cubicBezTo>
                      <a:pt x="56197" y="22860"/>
                      <a:pt x="51435" y="22860"/>
                      <a:pt x="49530" y="22860"/>
                    </a:cubicBezTo>
                    <a:cubicBezTo>
                      <a:pt x="47625" y="22860"/>
                      <a:pt x="46672" y="22860"/>
                      <a:pt x="46672" y="24765"/>
                    </a:cubicBezTo>
                    <a:cubicBezTo>
                      <a:pt x="46672" y="26670"/>
                      <a:pt x="46672" y="26670"/>
                      <a:pt x="46672" y="27622"/>
                    </a:cubicBezTo>
                    <a:cubicBezTo>
                      <a:pt x="46672" y="28575"/>
                      <a:pt x="46672" y="30480"/>
                      <a:pt x="47625" y="32385"/>
                    </a:cubicBezTo>
                    <a:lnTo>
                      <a:pt x="44767" y="32385"/>
                    </a:lnTo>
                    <a:cubicBezTo>
                      <a:pt x="44767" y="33338"/>
                      <a:pt x="36195" y="13335"/>
                      <a:pt x="36195" y="13335"/>
                    </a:cubicBezTo>
                    <a:lnTo>
                      <a:pt x="36195" y="1047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A255B064-6144-2873-03D7-53CE5E3081F4}"/>
                  </a:ext>
                </a:extLst>
              </p:cNvPr>
              <p:cNvSpPr/>
              <p:nvPr/>
            </p:nvSpPr>
            <p:spPr>
              <a:xfrm>
                <a:off x="7400925" y="3005137"/>
                <a:ext cx="106680" cy="33337"/>
              </a:xfrm>
              <a:custGeom>
                <a:avLst/>
                <a:gdLst>
                  <a:gd name="connsiteX0" fmla="*/ 953 w 106680"/>
                  <a:gd name="connsiteY0" fmla="*/ 10478 h 33337"/>
                  <a:gd name="connsiteX1" fmla="*/ 91440 w 106680"/>
                  <a:gd name="connsiteY1" fmla="*/ 10478 h 33337"/>
                  <a:gd name="connsiteX2" fmla="*/ 100013 w 106680"/>
                  <a:gd name="connsiteY2" fmla="*/ 10478 h 33337"/>
                  <a:gd name="connsiteX3" fmla="*/ 102870 w 106680"/>
                  <a:gd name="connsiteY3" fmla="*/ 7620 h 33337"/>
                  <a:gd name="connsiteX4" fmla="*/ 103822 w 106680"/>
                  <a:gd name="connsiteY4" fmla="*/ 0 h 33337"/>
                  <a:gd name="connsiteX5" fmla="*/ 106680 w 106680"/>
                  <a:gd name="connsiteY5" fmla="*/ 0 h 33337"/>
                  <a:gd name="connsiteX6" fmla="*/ 106680 w 106680"/>
                  <a:gd name="connsiteY6" fmla="*/ 33338 h 33337"/>
                  <a:gd name="connsiteX7" fmla="*/ 103822 w 106680"/>
                  <a:gd name="connsiteY7" fmla="*/ 33338 h 33337"/>
                  <a:gd name="connsiteX8" fmla="*/ 102870 w 106680"/>
                  <a:gd name="connsiteY8" fmla="*/ 26670 h 33337"/>
                  <a:gd name="connsiteX9" fmla="*/ 100013 w 106680"/>
                  <a:gd name="connsiteY9" fmla="*/ 23813 h 33337"/>
                  <a:gd name="connsiteX10" fmla="*/ 91440 w 106680"/>
                  <a:gd name="connsiteY10" fmla="*/ 22860 h 33337"/>
                  <a:gd name="connsiteX11" fmla="*/ 29528 w 106680"/>
                  <a:gd name="connsiteY11" fmla="*/ 22860 h 33337"/>
                  <a:gd name="connsiteX12" fmla="*/ 15240 w 106680"/>
                  <a:gd name="connsiteY12" fmla="*/ 22860 h 33337"/>
                  <a:gd name="connsiteX13" fmla="*/ 11430 w 106680"/>
                  <a:gd name="connsiteY13" fmla="*/ 24765 h 33337"/>
                  <a:gd name="connsiteX14" fmla="*/ 10478 w 106680"/>
                  <a:gd name="connsiteY14" fmla="*/ 27622 h 33337"/>
                  <a:gd name="connsiteX15" fmla="*/ 11430 w 106680"/>
                  <a:gd name="connsiteY15" fmla="*/ 32385 h 33337"/>
                  <a:gd name="connsiteX16" fmla="*/ 8572 w 106680"/>
                  <a:gd name="connsiteY16" fmla="*/ 32385 h 33337"/>
                  <a:gd name="connsiteX17" fmla="*/ 0 w 106680"/>
                  <a:gd name="connsiteY17" fmla="*/ 13335 h 33337"/>
                  <a:gd name="connsiteX18" fmla="*/ 0 w 106680"/>
                  <a:gd name="connsiteY18" fmla="*/ 9525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6680" h="33337">
                    <a:moveTo>
                      <a:pt x="953" y="10478"/>
                    </a:moveTo>
                    <a:lnTo>
                      <a:pt x="91440" y="10478"/>
                    </a:lnTo>
                    <a:cubicBezTo>
                      <a:pt x="95250" y="10478"/>
                      <a:pt x="98107" y="10478"/>
                      <a:pt x="100013" y="10478"/>
                    </a:cubicBezTo>
                    <a:cubicBezTo>
                      <a:pt x="101918" y="10478"/>
                      <a:pt x="102870" y="8572"/>
                      <a:pt x="102870" y="7620"/>
                    </a:cubicBezTo>
                    <a:cubicBezTo>
                      <a:pt x="102870" y="6667"/>
                      <a:pt x="103822" y="3810"/>
                      <a:pt x="103822" y="0"/>
                    </a:cubicBezTo>
                    <a:lnTo>
                      <a:pt x="106680" y="0"/>
                    </a:lnTo>
                    <a:lnTo>
                      <a:pt x="106680" y="33338"/>
                    </a:lnTo>
                    <a:lnTo>
                      <a:pt x="103822" y="33338"/>
                    </a:lnTo>
                    <a:cubicBezTo>
                      <a:pt x="103822" y="30480"/>
                      <a:pt x="103822" y="27622"/>
                      <a:pt x="102870" y="26670"/>
                    </a:cubicBezTo>
                    <a:cubicBezTo>
                      <a:pt x="101918" y="25717"/>
                      <a:pt x="100965" y="24765"/>
                      <a:pt x="100013" y="23813"/>
                    </a:cubicBezTo>
                    <a:cubicBezTo>
                      <a:pt x="99060" y="22860"/>
                      <a:pt x="95250" y="22860"/>
                      <a:pt x="91440" y="22860"/>
                    </a:cubicBezTo>
                    <a:lnTo>
                      <a:pt x="29528" y="22860"/>
                    </a:lnTo>
                    <a:cubicBezTo>
                      <a:pt x="21907" y="22860"/>
                      <a:pt x="17145" y="22860"/>
                      <a:pt x="15240" y="22860"/>
                    </a:cubicBezTo>
                    <a:cubicBezTo>
                      <a:pt x="13335" y="22860"/>
                      <a:pt x="12382" y="22860"/>
                      <a:pt x="11430" y="24765"/>
                    </a:cubicBezTo>
                    <a:cubicBezTo>
                      <a:pt x="10478" y="26670"/>
                      <a:pt x="10478" y="26670"/>
                      <a:pt x="10478" y="27622"/>
                    </a:cubicBezTo>
                    <a:cubicBezTo>
                      <a:pt x="10478" y="28575"/>
                      <a:pt x="10478" y="30480"/>
                      <a:pt x="11430" y="32385"/>
                    </a:cubicBezTo>
                    <a:lnTo>
                      <a:pt x="8572" y="32385"/>
                    </a:lnTo>
                    <a:cubicBezTo>
                      <a:pt x="8572" y="33338"/>
                      <a:pt x="0" y="13335"/>
                      <a:pt x="0" y="13335"/>
                    </a:cubicBezTo>
                    <a:lnTo>
                      <a:pt x="0" y="952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62441B3B-3998-3B4B-1C7E-6DADC2A5DADC}"/>
                  </a:ext>
                </a:extLst>
              </p:cNvPr>
              <p:cNvSpPr/>
              <p:nvPr/>
            </p:nvSpPr>
            <p:spPr>
              <a:xfrm>
                <a:off x="7401877" y="2964179"/>
                <a:ext cx="105727" cy="33337"/>
              </a:xfrm>
              <a:custGeom>
                <a:avLst/>
                <a:gdLst>
                  <a:gd name="connsiteX0" fmla="*/ 0 w 105727"/>
                  <a:gd name="connsiteY0" fmla="*/ 15240 h 33337"/>
                  <a:gd name="connsiteX1" fmla="*/ 1905 w 105727"/>
                  <a:gd name="connsiteY1" fmla="*/ 9525 h 33337"/>
                  <a:gd name="connsiteX2" fmla="*/ 7620 w 105727"/>
                  <a:gd name="connsiteY2" fmla="*/ 7620 h 33337"/>
                  <a:gd name="connsiteX3" fmla="*/ 13335 w 105727"/>
                  <a:gd name="connsiteY3" fmla="*/ 9525 h 33337"/>
                  <a:gd name="connsiteX4" fmla="*/ 15240 w 105727"/>
                  <a:gd name="connsiteY4" fmla="*/ 15240 h 33337"/>
                  <a:gd name="connsiteX5" fmla="*/ 13335 w 105727"/>
                  <a:gd name="connsiteY5" fmla="*/ 20955 h 33337"/>
                  <a:gd name="connsiteX6" fmla="*/ 7620 w 105727"/>
                  <a:gd name="connsiteY6" fmla="*/ 22860 h 33337"/>
                  <a:gd name="connsiteX7" fmla="*/ 1905 w 105727"/>
                  <a:gd name="connsiteY7" fmla="*/ 20955 h 33337"/>
                  <a:gd name="connsiteX8" fmla="*/ 0 w 105727"/>
                  <a:gd name="connsiteY8" fmla="*/ 15240 h 33337"/>
                  <a:gd name="connsiteX9" fmla="*/ 36195 w 105727"/>
                  <a:gd name="connsiteY9" fmla="*/ 9525 h 33337"/>
                  <a:gd name="connsiteX10" fmla="*/ 90488 w 105727"/>
                  <a:gd name="connsiteY10" fmla="*/ 9525 h 33337"/>
                  <a:gd name="connsiteX11" fmla="*/ 99060 w 105727"/>
                  <a:gd name="connsiteY11" fmla="*/ 9525 h 33337"/>
                  <a:gd name="connsiteX12" fmla="*/ 101917 w 105727"/>
                  <a:gd name="connsiteY12" fmla="*/ 6667 h 33337"/>
                  <a:gd name="connsiteX13" fmla="*/ 102870 w 105727"/>
                  <a:gd name="connsiteY13" fmla="*/ 0 h 33337"/>
                  <a:gd name="connsiteX14" fmla="*/ 105728 w 105727"/>
                  <a:gd name="connsiteY14" fmla="*/ 0 h 33337"/>
                  <a:gd name="connsiteX15" fmla="*/ 105728 w 105727"/>
                  <a:gd name="connsiteY15" fmla="*/ 33338 h 33337"/>
                  <a:gd name="connsiteX16" fmla="*/ 102870 w 105727"/>
                  <a:gd name="connsiteY16" fmla="*/ 33338 h 33337"/>
                  <a:gd name="connsiteX17" fmla="*/ 101917 w 105727"/>
                  <a:gd name="connsiteY17" fmla="*/ 26670 h 33337"/>
                  <a:gd name="connsiteX18" fmla="*/ 99060 w 105727"/>
                  <a:gd name="connsiteY18" fmla="*/ 23813 h 33337"/>
                  <a:gd name="connsiteX19" fmla="*/ 90488 w 105727"/>
                  <a:gd name="connsiteY19" fmla="*/ 22860 h 33337"/>
                  <a:gd name="connsiteX20" fmla="*/ 63817 w 105727"/>
                  <a:gd name="connsiteY20" fmla="*/ 22860 h 33337"/>
                  <a:gd name="connsiteX21" fmla="*/ 49530 w 105727"/>
                  <a:gd name="connsiteY21" fmla="*/ 22860 h 33337"/>
                  <a:gd name="connsiteX22" fmla="*/ 46672 w 105727"/>
                  <a:gd name="connsiteY22" fmla="*/ 24765 h 33337"/>
                  <a:gd name="connsiteX23" fmla="*/ 46672 w 105727"/>
                  <a:gd name="connsiteY23" fmla="*/ 27623 h 33337"/>
                  <a:gd name="connsiteX24" fmla="*/ 47625 w 105727"/>
                  <a:gd name="connsiteY24" fmla="*/ 32385 h 33337"/>
                  <a:gd name="connsiteX25" fmla="*/ 44767 w 105727"/>
                  <a:gd name="connsiteY25" fmla="*/ 32385 h 33337"/>
                  <a:gd name="connsiteX26" fmla="*/ 36195 w 105727"/>
                  <a:gd name="connsiteY26" fmla="*/ 13335 h 33337"/>
                  <a:gd name="connsiteX27" fmla="*/ 36195 w 105727"/>
                  <a:gd name="connsiteY27" fmla="*/ 10478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5727" h="33337">
                    <a:moveTo>
                      <a:pt x="0" y="15240"/>
                    </a:moveTo>
                    <a:cubicBezTo>
                      <a:pt x="0" y="13335"/>
                      <a:pt x="0" y="11430"/>
                      <a:pt x="1905" y="9525"/>
                    </a:cubicBezTo>
                    <a:cubicBezTo>
                      <a:pt x="3810" y="7620"/>
                      <a:pt x="4763" y="7620"/>
                      <a:pt x="7620" y="7620"/>
                    </a:cubicBezTo>
                    <a:cubicBezTo>
                      <a:pt x="10478" y="7620"/>
                      <a:pt x="11430" y="7620"/>
                      <a:pt x="13335" y="9525"/>
                    </a:cubicBezTo>
                    <a:cubicBezTo>
                      <a:pt x="15240" y="11430"/>
                      <a:pt x="15240" y="12383"/>
                      <a:pt x="15240" y="15240"/>
                    </a:cubicBezTo>
                    <a:cubicBezTo>
                      <a:pt x="15240" y="18098"/>
                      <a:pt x="15240" y="19050"/>
                      <a:pt x="13335" y="20955"/>
                    </a:cubicBezTo>
                    <a:cubicBezTo>
                      <a:pt x="11430" y="22860"/>
                      <a:pt x="10478" y="22860"/>
                      <a:pt x="7620" y="22860"/>
                    </a:cubicBezTo>
                    <a:cubicBezTo>
                      <a:pt x="4763" y="22860"/>
                      <a:pt x="3810" y="22860"/>
                      <a:pt x="1905" y="20955"/>
                    </a:cubicBezTo>
                    <a:cubicBezTo>
                      <a:pt x="0" y="19050"/>
                      <a:pt x="0" y="18098"/>
                      <a:pt x="0" y="15240"/>
                    </a:cubicBezTo>
                    <a:close/>
                    <a:moveTo>
                      <a:pt x="36195" y="9525"/>
                    </a:moveTo>
                    <a:lnTo>
                      <a:pt x="90488" y="9525"/>
                    </a:lnTo>
                    <a:cubicBezTo>
                      <a:pt x="94297" y="9525"/>
                      <a:pt x="97155" y="9525"/>
                      <a:pt x="99060" y="9525"/>
                    </a:cubicBezTo>
                    <a:cubicBezTo>
                      <a:pt x="100965" y="9525"/>
                      <a:pt x="101917" y="7620"/>
                      <a:pt x="101917" y="6667"/>
                    </a:cubicBezTo>
                    <a:cubicBezTo>
                      <a:pt x="101917" y="5715"/>
                      <a:pt x="102870" y="2858"/>
                      <a:pt x="102870" y="0"/>
                    </a:cubicBezTo>
                    <a:lnTo>
                      <a:pt x="105728" y="0"/>
                    </a:lnTo>
                    <a:lnTo>
                      <a:pt x="105728" y="33338"/>
                    </a:lnTo>
                    <a:lnTo>
                      <a:pt x="102870" y="33338"/>
                    </a:lnTo>
                    <a:cubicBezTo>
                      <a:pt x="102870" y="30480"/>
                      <a:pt x="102870" y="27623"/>
                      <a:pt x="101917" y="26670"/>
                    </a:cubicBezTo>
                    <a:cubicBezTo>
                      <a:pt x="100965" y="25717"/>
                      <a:pt x="100013" y="24765"/>
                      <a:pt x="99060" y="23813"/>
                    </a:cubicBezTo>
                    <a:cubicBezTo>
                      <a:pt x="98107" y="22860"/>
                      <a:pt x="94297" y="22860"/>
                      <a:pt x="90488" y="22860"/>
                    </a:cubicBezTo>
                    <a:lnTo>
                      <a:pt x="63817" y="22860"/>
                    </a:lnTo>
                    <a:cubicBezTo>
                      <a:pt x="56197" y="22860"/>
                      <a:pt x="51435" y="22860"/>
                      <a:pt x="49530" y="22860"/>
                    </a:cubicBezTo>
                    <a:cubicBezTo>
                      <a:pt x="47625" y="22860"/>
                      <a:pt x="46672" y="22860"/>
                      <a:pt x="46672" y="24765"/>
                    </a:cubicBezTo>
                    <a:cubicBezTo>
                      <a:pt x="46672" y="26670"/>
                      <a:pt x="46672" y="26670"/>
                      <a:pt x="46672" y="27623"/>
                    </a:cubicBezTo>
                    <a:cubicBezTo>
                      <a:pt x="46672" y="28575"/>
                      <a:pt x="46672" y="30480"/>
                      <a:pt x="47625" y="32385"/>
                    </a:cubicBezTo>
                    <a:lnTo>
                      <a:pt x="44767" y="32385"/>
                    </a:lnTo>
                    <a:cubicBezTo>
                      <a:pt x="44767" y="33338"/>
                      <a:pt x="36195" y="13335"/>
                      <a:pt x="36195" y="13335"/>
                    </a:cubicBezTo>
                    <a:lnTo>
                      <a:pt x="36195" y="1047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F2878A5B-52C6-A323-652C-81D6BCBD6B79}"/>
                  </a:ext>
                </a:extLst>
              </p:cNvPr>
              <p:cNvSpPr/>
              <p:nvPr/>
            </p:nvSpPr>
            <p:spPr>
              <a:xfrm>
                <a:off x="7415212" y="2916554"/>
                <a:ext cx="92392" cy="40957"/>
              </a:xfrm>
              <a:custGeom>
                <a:avLst/>
                <a:gdLst>
                  <a:gd name="connsiteX0" fmla="*/ 1905 w 92392"/>
                  <a:gd name="connsiteY0" fmla="*/ 18098 h 40957"/>
                  <a:gd name="connsiteX1" fmla="*/ 24765 w 92392"/>
                  <a:gd name="connsiteY1" fmla="*/ 18098 h 40957"/>
                  <a:gd name="connsiteX2" fmla="*/ 24765 w 92392"/>
                  <a:gd name="connsiteY2" fmla="*/ 1905 h 40957"/>
                  <a:gd name="connsiteX3" fmla="*/ 29528 w 92392"/>
                  <a:gd name="connsiteY3" fmla="*/ 1905 h 40957"/>
                  <a:gd name="connsiteX4" fmla="*/ 29528 w 92392"/>
                  <a:gd name="connsiteY4" fmla="*/ 18098 h 40957"/>
                  <a:gd name="connsiteX5" fmla="*/ 73343 w 92392"/>
                  <a:gd name="connsiteY5" fmla="*/ 18098 h 40957"/>
                  <a:gd name="connsiteX6" fmla="*/ 81915 w 92392"/>
                  <a:gd name="connsiteY6" fmla="*/ 16192 h 40957"/>
                  <a:gd name="connsiteX7" fmla="*/ 83820 w 92392"/>
                  <a:gd name="connsiteY7" fmla="*/ 11430 h 40957"/>
                  <a:gd name="connsiteX8" fmla="*/ 81915 w 92392"/>
                  <a:gd name="connsiteY8" fmla="*/ 6667 h 40957"/>
                  <a:gd name="connsiteX9" fmla="*/ 77153 w 92392"/>
                  <a:gd name="connsiteY9" fmla="*/ 2858 h 40957"/>
                  <a:gd name="connsiteX10" fmla="*/ 77153 w 92392"/>
                  <a:gd name="connsiteY10" fmla="*/ 0 h 40957"/>
                  <a:gd name="connsiteX11" fmla="*/ 88582 w 92392"/>
                  <a:gd name="connsiteY11" fmla="*/ 7620 h 40957"/>
                  <a:gd name="connsiteX12" fmla="*/ 92393 w 92392"/>
                  <a:gd name="connsiteY12" fmla="*/ 17145 h 40957"/>
                  <a:gd name="connsiteX13" fmla="*/ 90488 w 92392"/>
                  <a:gd name="connsiteY13" fmla="*/ 23813 h 40957"/>
                  <a:gd name="connsiteX14" fmla="*/ 84772 w 92392"/>
                  <a:gd name="connsiteY14" fmla="*/ 28575 h 40957"/>
                  <a:gd name="connsiteX15" fmla="*/ 74295 w 92392"/>
                  <a:gd name="connsiteY15" fmla="*/ 30480 h 40957"/>
                  <a:gd name="connsiteX16" fmla="*/ 28575 w 92392"/>
                  <a:gd name="connsiteY16" fmla="*/ 30480 h 40957"/>
                  <a:gd name="connsiteX17" fmla="*/ 28575 w 92392"/>
                  <a:gd name="connsiteY17" fmla="*/ 40958 h 40957"/>
                  <a:gd name="connsiteX18" fmla="*/ 25718 w 92392"/>
                  <a:gd name="connsiteY18" fmla="*/ 40958 h 40957"/>
                  <a:gd name="connsiteX19" fmla="*/ 20003 w 92392"/>
                  <a:gd name="connsiteY19" fmla="*/ 32385 h 40957"/>
                  <a:gd name="connsiteX20" fmla="*/ 10478 w 92392"/>
                  <a:gd name="connsiteY20" fmla="*/ 24765 h 40957"/>
                  <a:gd name="connsiteX21" fmla="*/ 0 w 92392"/>
                  <a:gd name="connsiteY21" fmla="*/ 20003 h 40957"/>
                  <a:gd name="connsiteX22" fmla="*/ 0 w 92392"/>
                  <a:gd name="connsiteY22" fmla="*/ 18098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2392" h="40957">
                    <a:moveTo>
                      <a:pt x="1905" y="18098"/>
                    </a:moveTo>
                    <a:lnTo>
                      <a:pt x="24765" y="18098"/>
                    </a:lnTo>
                    <a:lnTo>
                      <a:pt x="24765" y="1905"/>
                    </a:lnTo>
                    <a:lnTo>
                      <a:pt x="29528" y="1905"/>
                    </a:lnTo>
                    <a:lnTo>
                      <a:pt x="29528" y="18098"/>
                    </a:lnTo>
                    <a:lnTo>
                      <a:pt x="73343" y="18098"/>
                    </a:lnTo>
                    <a:cubicBezTo>
                      <a:pt x="78105" y="18098"/>
                      <a:pt x="80963" y="18098"/>
                      <a:pt x="81915" y="16192"/>
                    </a:cubicBezTo>
                    <a:cubicBezTo>
                      <a:pt x="82868" y="14288"/>
                      <a:pt x="83820" y="13335"/>
                      <a:pt x="83820" y="11430"/>
                    </a:cubicBezTo>
                    <a:cubicBezTo>
                      <a:pt x="83820" y="9525"/>
                      <a:pt x="83820" y="8573"/>
                      <a:pt x="81915" y="6667"/>
                    </a:cubicBezTo>
                    <a:cubicBezTo>
                      <a:pt x="80010" y="4763"/>
                      <a:pt x="79057" y="3810"/>
                      <a:pt x="77153" y="2858"/>
                    </a:cubicBezTo>
                    <a:lnTo>
                      <a:pt x="77153" y="0"/>
                    </a:lnTo>
                    <a:cubicBezTo>
                      <a:pt x="81915" y="1905"/>
                      <a:pt x="85725" y="3810"/>
                      <a:pt x="88582" y="7620"/>
                    </a:cubicBezTo>
                    <a:cubicBezTo>
                      <a:pt x="91440" y="11430"/>
                      <a:pt x="92393" y="14288"/>
                      <a:pt x="92393" y="17145"/>
                    </a:cubicBezTo>
                    <a:cubicBezTo>
                      <a:pt x="92393" y="20003"/>
                      <a:pt x="92393" y="21908"/>
                      <a:pt x="90488" y="23813"/>
                    </a:cubicBezTo>
                    <a:cubicBezTo>
                      <a:pt x="88582" y="25717"/>
                      <a:pt x="87630" y="27623"/>
                      <a:pt x="84772" y="28575"/>
                    </a:cubicBezTo>
                    <a:cubicBezTo>
                      <a:pt x="81915" y="29528"/>
                      <a:pt x="79057" y="30480"/>
                      <a:pt x="74295" y="30480"/>
                    </a:cubicBezTo>
                    <a:lnTo>
                      <a:pt x="28575" y="30480"/>
                    </a:lnTo>
                    <a:lnTo>
                      <a:pt x="28575" y="40958"/>
                    </a:lnTo>
                    <a:lnTo>
                      <a:pt x="25718" y="40958"/>
                    </a:lnTo>
                    <a:cubicBezTo>
                      <a:pt x="24765" y="38100"/>
                      <a:pt x="22860" y="35242"/>
                      <a:pt x="20003" y="32385"/>
                    </a:cubicBezTo>
                    <a:cubicBezTo>
                      <a:pt x="17145" y="29528"/>
                      <a:pt x="14288" y="26670"/>
                      <a:pt x="10478" y="24765"/>
                    </a:cubicBezTo>
                    <a:cubicBezTo>
                      <a:pt x="8572" y="23813"/>
                      <a:pt x="4763" y="21908"/>
                      <a:pt x="0" y="20003"/>
                    </a:cubicBezTo>
                    <a:lnTo>
                      <a:pt x="0" y="1809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B67D2F36-5243-695E-1DF6-D6761CBD6BBB}"/>
                  </a:ext>
                </a:extLst>
              </p:cNvPr>
              <p:cNvSpPr/>
              <p:nvPr/>
            </p:nvSpPr>
            <p:spPr>
              <a:xfrm>
                <a:off x="7439977" y="2843212"/>
                <a:ext cx="101917" cy="74295"/>
              </a:xfrm>
              <a:custGeom>
                <a:avLst/>
                <a:gdLst>
                  <a:gd name="connsiteX0" fmla="*/ 0 w 101917"/>
                  <a:gd name="connsiteY0" fmla="*/ 73342 h 74295"/>
                  <a:gd name="connsiteX1" fmla="*/ 0 w 101917"/>
                  <a:gd name="connsiteY1" fmla="*/ 41910 h 74295"/>
                  <a:gd name="connsiteX2" fmla="*/ 2857 w 101917"/>
                  <a:gd name="connsiteY2" fmla="*/ 41910 h 74295"/>
                  <a:gd name="connsiteX3" fmla="*/ 2857 w 101917"/>
                  <a:gd name="connsiteY3" fmla="*/ 43815 h 74295"/>
                  <a:gd name="connsiteX4" fmla="*/ 4763 w 101917"/>
                  <a:gd name="connsiteY4" fmla="*/ 48578 h 74295"/>
                  <a:gd name="connsiteX5" fmla="*/ 8572 w 101917"/>
                  <a:gd name="connsiteY5" fmla="*/ 50483 h 74295"/>
                  <a:gd name="connsiteX6" fmla="*/ 16192 w 101917"/>
                  <a:gd name="connsiteY6" fmla="*/ 47625 h 74295"/>
                  <a:gd name="connsiteX7" fmla="*/ 50482 w 101917"/>
                  <a:gd name="connsiteY7" fmla="*/ 31433 h 74295"/>
                  <a:gd name="connsiteX8" fmla="*/ 12382 w 101917"/>
                  <a:gd name="connsiteY8" fmla="*/ 16192 h 74295"/>
                  <a:gd name="connsiteX9" fmla="*/ 6667 w 101917"/>
                  <a:gd name="connsiteY9" fmla="*/ 15240 h 74295"/>
                  <a:gd name="connsiteX10" fmla="*/ 4763 w 101917"/>
                  <a:gd name="connsiteY10" fmla="*/ 15240 h 74295"/>
                  <a:gd name="connsiteX11" fmla="*/ 3810 w 101917"/>
                  <a:gd name="connsiteY11" fmla="*/ 17145 h 74295"/>
                  <a:gd name="connsiteX12" fmla="*/ 3810 w 101917"/>
                  <a:gd name="connsiteY12" fmla="*/ 21908 h 74295"/>
                  <a:gd name="connsiteX13" fmla="*/ 953 w 101917"/>
                  <a:gd name="connsiteY13" fmla="*/ 21908 h 74295"/>
                  <a:gd name="connsiteX14" fmla="*/ 953 w 101917"/>
                  <a:gd name="connsiteY14" fmla="*/ 0 h 74295"/>
                  <a:gd name="connsiteX15" fmla="*/ 3810 w 101917"/>
                  <a:gd name="connsiteY15" fmla="*/ 0 h 74295"/>
                  <a:gd name="connsiteX16" fmla="*/ 4763 w 101917"/>
                  <a:gd name="connsiteY16" fmla="*/ 3810 h 74295"/>
                  <a:gd name="connsiteX17" fmla="*/ 8572 w 101917"/>
                  <a:gd name="connsiteY17" fmla="*/ 6667 h 74295"/>
                  <a:gd name="connsiteX18" fmla="*/ 14288 w 101917"/>
                  <a:gd name="connsiteY18" fmla="*/ 9525 h 74295"/>
                  <a:gd name="connsiteX19" fmla="*/ 81915 w 101917"/>
                  <a:gd name="connsiteY19" fmla="*/ 37147 h 74295"/>
                  <a:gd name="connsiteX20" fmla="*/ 97155 w 101917"/>
                  <a:gd name="connsiteY20" fmla="*/ 47625 h 74295"/>
                  <a:gd name="connsiteX21" fmla="*/ 101917 w 101917"/>
                  <a:gd name="connsiteY21" fmla="*/ 60008 h 74295"/>
                  <a:gd name="connsiteX22" fmla="*/ 99060 w 101917"/>
                  <a:gd name="connsiteY22" fmla="*/ 67628 h 74295"/>
                  <a:gd name="connsiteX23" fmla="*/ 93345 w 101917"/>
                  <a:gd name="connsiteY23" fmla="*/ 70485 h 74295"/>
                  <a:gd name="connsiteX24" fmla="*/ 88582 w 101917"/>
                  <a:gd name="connsiteY24" fmla="*/ 68580 h 74295"/>
                  <a:gd name="connsiteX25" fmla="*/ 86678 w 101917"/>
                  <a:gd name="connsiteY25" fmla="*/ 62865 h 74295"/>
                  <a:gd name="connsiteX26" fmla="*/ 88582 w 101917"/>
                  <a:gd name="connsiteY26" fmla="*/ 56197 h 74295"/>
                  <a:gd name="connsiteX27" fmla="*/ 89535 w 101917"/>
                  <a:gd name="connsiteY27" fmla="*/ 52388 h 74295"/>
                  <a:gd name="connsiteX28" fmla="*/ 87630 w 101917"/>
                  <a:gd name="connsiteY28" fmla="*/ 47625 h 74295"/>
                  <a:gd name="connsiteX29" fmla="*/ 79057 w 101917"/>
                  <a:gd name="connsiteY29" fmla="*/ 41910 h 74295"/>
                  <a:gd name="connsiteX30" fmla="*/ 67628 w 101917"/>
                  <a:gd name="connsiteY30" fmla="*/ 37147 h 74295"/>
                  <a:gd name="connsiteX31" fmla="*/ 16192 w 101917"/>
                  <a:gd name="connsiteY31" fmla="*/ 61913 h 74295"/>
                  <a:gd name="connsiteX32" fmla="*/ 10478 w 101917"/>
                  <a:gd name="connsiteY32" fmla="*/ 65722 h 74295"/>
                  <a:gd name="connsiteX33" fmla="*/ 6667 w 101917"/>
                  <a:gd name="connsiteY33" fmla="*/ 68580 h 74295"/>
                  <a:gd name="connsiteX34" fmla="*/ 4763 w 101917"/>
                  <a:gd name="connsiteY34" fmla="*/ 74295 h 74295"/>
                  <a:gd name="connsiteX35" fmla="*/ 1905 w 101917"/>
                  <a:gd name="connsiteY35" fmla="*/ 74295 h 74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01917" h="74295">
                    <a:moveTo>
                      <a:pt x="0" y="73342"/>
                    </a:moveTo>
                    <a:lnTo>
                      <a:pt x="0" y="41910"/>
                    </a:lnTo>
                    <a:lnTo>
                      <a:pt x="2857" y="41910"/>
                    </a:lnTo>
                    <a:lnTo>
                      <a:pt x="2857" y="43815"/>
                    </a:lnTo>
                    <a:cubicBezTo>
                      <a:pt x="2857" y="45720"/>
                      <a:pt x="2857" y="47625"/>
                      <a:pt x="4763" y="48578"/>
                    </a:cubicBezTo>
                    <a:cubicBezTo>
                      <a:pt x="6667" y="49530"/>
                      <a:pt x="6667" y="50483"/>
                      <a:pt x="8572" y="50483"/>
                    </a:cubicBezTo>
                    <a:cubicBezTo>
                      <a:pt x="10478" y="50483"/>
                      <a:pt x="13335" y="50483"/>
                      <a:pt x="16192" y="47625"/>
                    </a:cubicBezTo>
                    <a:lnTo>
                      <a:pt x="50482" y="31433"/>
                    </a:lnTo>
                    <a:lnTo>
                      <a:pt x="12382" y="16192"/>
                    </a:lnTo>
                    <a:cubicBezTo>
                      <a:pt x="10478" y="16192"/>
                      <a:pt x="8572" y="15240"/>
                      <a:pt x="6667" y="15240"/>
                    </a:cubicBezTo>
                    <a:cubicBezTo>
                      <a:pt x="4763" y="15240"/>
                      <a:pt x="4763" y="15240"/>
                      <a:pt x="4763" y="15240"/>
                    </a:cubicBezTo>
                    <a:cubicBezTo>
                      <a:pt x="4763" y="15240"/>
                      <a:pt x="3810" y="16192"/>
                      <a:pt x="3810" y="17145"/>
                    </a:cubicBezTo>
                    <a:cubicBezTo>
                      <a:pt x="3810" y="18097"/>
                      <a:pt x="3810" y="19050"/>
                      <a:pt x="3810" y="21908"/>
                    </a:cubicBezTo>
                    <a:lnTo>
                      <a:pt x="953" y="21908"/>
                    </a:lnTo>
                    <a:lnTo>
                      <a:pt x="953" y="0"/>
                    </a:lnTo>
                    <a:lnTo>
                      <a:pt x="3810" y="0"/>
                    </a:lnTo>
                    <a:cubicBezTo>
                      <a:pt x="3810" y="1905"/>
                      <a:pt x="3810" y="2858"/>
                      <a:pt x="4763" y="3810"/>
                    </a:cubicBezTo>
                    <a:cubicBezTo>
                      <a:pt x="5715" y="4763"/>
                      <a:pt x="6667" y="5715"/>
                      <a:pt x="8572" y="6667"/>
                    </a:cubicBezTo>
                    <a:cubicBezTo>
                      <a:pt x="8572" y="6667"/>
                      <a:pt x="11430" y="7620"/>
                      <a:pt x="14288" y="9525"/>
                    </a:cubicBezTo>
                    <a:lnTo>
                      <a:pt x="81915" y="37147"/>
                    </a:lnTo>
                    <a:cubicBezTo>
                      <a:pt x="88582" y="40005"/>
                      <a:pt x="93345" y="42863"/>
                      <a:pt x="97155" y="47625"/>
                    </a:cubicBezTo>
                    <a:cubicBezTo>
                      <a:pt x="100965" y="52388"/>
                      <a:pt x="101917" y="56197"/>
                      <a:pt x="101917" y="60008"/>
                    </a:cubicBezTo>
                    <a:cubicBezTo>
                      <a:pt x="101917" y="63817"/>
                      <a:pt x="101917" y="65722"/>
                      <a:pt x="99060" y="67628"/>
                    </a:cubicBezTo>
                    <a:cubicBezTo>
                      <a:pt x="96203" y="69533"/>
                      <a:pt x="95250" y="70485"/>
                      <a:pt x="93345" y="70485"/>
                    </a:cubicBezTo>
                    <a:cubicBezTo>
                      <a:pt x="91440" y="70485"/>
                      <a:pt x="89535" y="70485"/>
                      <a:pt x="88582" y="68580"/>
                    </a:cubicBezTo>
                    <a:cubicBezTo>
                      <a:pt x="87630" y="66675"/>
                      <a:pt x="86678" y="65722"/>
                      <a:pt x="86678" y="62865"/>
                    </a:cubicBezTo>
                    <a:cubicBezTo>
                      <a:pt x="86678" y="60008"/>
                      <a:pt x="86678" y="59055"/>
                      <a:pt x="88582" y="56197"/>
                    </a:cubicBezTo>
                    <a:cubicBezTo>
                      <a:pt x="88582" y="54292"/>
                      <a:pt x="89535" y="53340"/>
                      <a:pt x="89535" y="52388"/>
                    </a:cubicBezTo>
                    <a:cubicBezTo>
                      <a:pt x="89535" y="50483"/>
                      <a:pt x="89535" y="49530"/>
                      <a:pt x="87630" y="47625"/>
                    </a:cubicBezTo>
                    <a:cubicBezTo>
                      <a:pt x="85725" y="45720"/>
                      <a:pt x="82867" y="43815"/>
                      <a:pt x="79057" y="41910"/>
                    </a:cubicBezTo>
                    <a:lnTo>
                      <a:pt x="67628" y="37147"/>
                    </a:lnTo>
                    <a:lnTo>
                      <a:pt x="16192" y="61913"/>
                    </a:lnTo>
                    <a:cubicBezTo>
                      <a:pt x="14288" y="61913"/>
                      <a:pt x="12382" y="63817"/>
                      <a:pt x="10478" y="65722"/>
                    </a:cubicBezTo>
                    <a:cubicBezTo>
                      <a:pt x="8572" y="66675"/>
                      <a:pt x="7620" y="67628"/>
                      <a:pt x="6667" y="68580"/>
                    </a:cubicBezTo>
                    <a:cubicBezTo>
                      <a:pt x="6667" y="69533"/>
                      <a:pt x="4763" y="71438"/>
                      <a:pt x="4763" y="74295"/>
                    </a:cubicBezTo>
                    <a:lnTo>
                      <a:pt x="1905" y="7429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C61DE1C9-D2CE-286A-B783-F99ADBF88A22}"/>
                  </a:ext>
                </a:extLst>
              </p:cNvPr>
              <p:cNvSpPr/>
              <p:nvPr/>
            </p:nvSpPr>
            <p:spPr>
              <a:xfrm>
                <a:off x="7406640" y="2669857"/>
                <a:ext cx="100965" cy="130492"/>
              </a:xfrm>
              <a:custGeom>
                <a:avLst/>
                <a:gdLst>
                  <a:gd name="connsiteX0" fmla="*/ 100965 w 100965"/>
                  <a:gd name="connsiteY0" fmla="*/ 70485 h 130492"/>
                  <a:gd name="connsiteX1" fmla="*/ 16192 w 100965"/>
                  <a:gd name="connsiteY1" fmla="*/ 109538 h 130492"/>
                  <a:gd name="connsiteX2" fmla="*/ 83820 w 100965"/>
                  <a:gd name="connsiteY2" fmla="*/ 109538 h 130492"/>
                  <a:gd name="connsiteX3" fmla="*/ 95250 w 100965"/>
                  <a:gd name="connsiteY3" fmla="*/ 107633 h 130492"/>
                  <a:gd name="connsiteX4" fmla="*/ 98107 w 100965"/>
                  <a:gd name="connsiteY4" fmla="*/ 99060 h 130492"/>
                  <a:gd name="connsiteX5" fmla="*/ 98107 w 100965"/>
                  <a:gd name="connsiteY5" fmla="*/ 95250 h 130492"/>
                  <a:gd name="connsiteX6" fmla="*/ 100965 w 100965"/>
                  <a:gd name="connsiteY6" fmla="*/ 95250 h 130492"/>
                  <a:gd name="connsiteX7" fmla="*/ 100965 w 100965"/>
                  <a:gd name="connsiteY7" fmla="*/ 130492 h 130492"/>
                  <a:gd name="connsiteX8" fmla="*/ 98107 w 100965"/>
                  <a:gd name="connsiteY8" fmla="*/ 130492 h 130492"/>
                  <a:gd name="connsiteX9" fmla="*/ 98107 w 100965"/>
                  <a:gd name="connsiteY9" fmla="*/ 126683 h 130492"/>
                  <a:gd name="connsiteX10" fmla="*/ 94297 w 100965"/>
                  <a:gd name="connsiteY10" fmla="*/ 117158 h 130492"/>
                  <a:gd name="connsiteX11" fmla="*/ 83820 w 100965"/>
                  <a:gd name="connsiteY11" fmla="*/ 115252 h 130492"/>
                  <a:gd name="connsiteX12" fmla="*/ 18097 w 100965"/>
                  <a:gd name="connsiteY12" fmla="*/ 115252 h 130492"/>
                  <a:gd name="connsiteX13" fmla="*/ 8572 w 100965"/>
                  <a:gd name="connsiteY13" fmla="*/ 117158 h 130492"/>
                  <a:gd name="connsiteX14" fmla="*/ 4763 w 100965"/>
                  <a:gd name="connsiteY14" fmla="*/ 120967 h 130492"/>
                  <a:gd name="connsiteX15" fmla="*/ 2857 w 100965"/>
                  <a:gd name="connsiteY15" fmla="*/ 129540 h 130492"/>
                  <a:gd name="connsiteX16" fmla="*/ 0 w 100965"/>
                  <a:gd name="connsiteY16" fmla="*/ 129540 h 130492"/>
                  <a:gd name="connsiteX17" fmla="*/ 0 w 100965"/>
                  <a:gd name="connsiteY17" fmla="*/ 100965 h 130492"/>
                  <a:gd name="connsiteX18" fmla="*/ 79057 w 100965"/>
                  <a:gd name="connsiteY18" fmla="*/ 64770 h 130492"/>
                  <a:gd name="connsiteX19" fmla="*/ 0 w 100965"/>
                  <a:gd name="connsiteY19" fmla="*/ 28575 h 130492"/>
                  <a:gd name="connsiteX20" fmla="*/ 0 w 100965"/>
                  <a:gd name="connsiteY20" fmla="*/ 0 h 130492"/>
                  <a:gd name="connsiteX21" fmla="*/ 2857 w 100965"/>
                  <a:gd name="connsiteY21" fmla="*/ 0 h 130492"/>
                  <a:gd name="connsiteX22" fmla="*/ 2857 w 100965"/>
                  <a:gd name="connsiteY22" fmla="*/ 3810 h 130492"/>
                  <a:gd name="connsiteX23" fmla="*/ 6667 w 100965"/>
                  <a:gd name="connsiteY23" fmla="*/ 13335 h 130492"/>
                  <a:gd name="connsiteX24" fmla="*/ 17145 w 100965"/>
                  <a:gd name="connsiteY24" fmla="*/ 15240 h 130492"/>
                  <a:gd name="connsiteX25" fmla="*/ 82867 w 100965"/>
                  <a:gd name="connsiteY25" fmla="*/ 15240 h 130492"/>
                  <a:gd name="connsiteX26" fmla="*/ 94297 w 100965"/>
                  <a:gd name="connsiteY26" fmla="*/ 13335 h 130492"/>
                  <a:gd name="connsiteX27" fmla="*/ 97155 w 100965"/>
                  <a:gd name="connsiteY27" fmla="*/ 4763 h 130492"/>
                  <a:gd name="connsiteX28" fmla="*/ 97155 w 100965"/>
                  <a:gd name="connsiteY28" fmla="*/ 952 h 130492"/>
                  <a:gd name="connsiteX29" fmla="*/ 100013 w 100965"/>
                  <a:gd name="connsiteY29" fmla="*/ 952 h 130492"/>
                  <a:gd name="connsiteX30" fmla="*/ 100013 w 100965"/>
                  <a:gd name="connsiteY30" fmla="*/ 43815 h 130492"/>
                  <a:gd name="connsiteX31" fmla="*/ 97155 w 100965"/>
                  <a:gd name="connsiteY31" fmla="*/ 43815 h 130492"/>
                  <a:gd name="connsiteX32" fmla="*/ 97155 w 100965"/>
                  <a:gd name="connsiteY32" fmla="*/ 40005 h 130492"/>
                  <a:gd name="connsiteX33" fmla="*/ 93345 w 100965"/>
                  <a:gd name="connsiteY33" fmla="*/ 30480 h 130492"/>
                  <a:gd name="connsiteX34" fmla="*/ 82867 w 100965"/>
                  <a:gd name="connsiteY34" fmla="*/ 28575 h 130492"/>
                  <a:gd name="connsiteX35" fmla="*/ 15240 w 100965"/>
                  <a:gd name="connsiteY35" fmla="*/ 28575 h 130492"/>
                  <a:gd name="connsiteX36" fmla="*/ 100013 w 100965"/>
                  <a:gd name="connsiteY36" fmla="*/ 67627 h 130492"/>
                  <a:gd name="connsiteX37" fmla="*/ 100013 w 100965"/>
                  <a:gd name="connsiteY37" fmla="*/ 70485 h 130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00965" h="130492">
                    <a:moveTo>
                      <a:pt x="100965" y="70485"/>
                    </a:moveTo>
                    <a:lnTo>
                      <a:pt x="16192" y="109538"/>
                    </a:lnTo>
                    <a:lnTo>
                      <a:pt x="83820" y="109538"/>
                    </a:lnTo>
                    <a:cubicBezTo>
                      <a:pt x="90488" y="109538"/>
                      <a:pt x="94297" y="109538"/>
                      <a:pt x="95250" y="107633"/>
                    </a:cubicBezTo>
                    <a:cubicBezTo>
                      <a:pt x="97155" y="105727"/>
                      <a:pt x="98107" y="102870"/>
                      <a:pt x="98107" y="99060"/>
                    </a:cubicBezTo>
                    <a:lnTo>
                      <a:pt x="98107" y="95250"/>
                    </a:lnTo>
                    <a:lnTo>
                      <a:pt x="100965" y="95250"/>
                    </a:lnTo>
                    <a:lnTo>
                      <a:pt x="100965" y="130492"/>
                    </a:lnTo>
                    <a:lnTo>
                      <a:pt x="98107" y="130492"/>
                    </a:lnTo>
                    <a:lnTo>
                      <a:pt x="98107" y="126683"/>
                    </a:lnTo>
                    <a:cubicBezTo>
                      <a:pt x="98107" y="122872"/>
                      <a:pt x="97155" y="119063"/>
                      <a:pt x="94297" y="117158"/>
                    </a:cubicBezTo>
                    <a:cubicBezTo>
                      <a:pt x="92392" y="116205"/>
                      <a:pt x="89535" y="115252"/>
                      <a:pt x="83820" y="115252"/>
                    </a:cubicBezTo>
                    <a:lnTo>
                      <a:pt x="18097" y="115252"/>
                    </a:lnTo>
                    <a:cubicBezTo>
                      <a:pt x="13335" y="115252"/>
                      <a:pt x="10478" y="115252"/>
                      <a:pt x="8572" y="117158"/>
                    </a:cubicBezTo>
                    <a:cubicBezTo>
                      <a:pt x="6667" y="117158"/>
                      <a:pt x="5715" y="119063"/>
                      <a:pt x="4763" y="120967"/>
                    </a:cubicBezTo>
                    <a:cubicBezTo>
                      <a:pt x="3810" y="122872"/>
                      <a:pt x="2857" y="125730"/>
                      <a:pt x="2857" y="129540"/>
                    </a:cubicBezTo>
                    <a:lnTo>
                      <a:pt x="0" y="129540"/>
                    </a:lnTo>
                    <a:lnTo>
                      <a:pt x="0" y="100965"/>
                    </a:lnTo>
                    <a:lnTo>
                      <a:pt x="79057" y="64770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857" y="0"/>
                    </a:lnTo>
                    <a:lnTo>
                      <a:pt x="2857" y="3810"/>
                    </a:lnTo>
                    <a:cubicBezTo>
                      <a:pt x="2857" y="8572"/>
                      <a:pt x="3810" y="11430"/>
                      <a:pt x="6667" y="13335"/>
                    </a:cubicBezTo>
                    <a:cubicBezTo>
                      <a:pt x="8572" y="14288"/>
                      <a:pt x="11430" y="15240"/>
                      <a:pt x="17145" y="15240"/>
                    </a:cubicBezTo>
                    <a:lnTo>
                      <a:pt x="82867" y="15240"/>
                    </a:lnTo>
                    <a:cubicBezTo>
                      <a:pt x="89535" y="15240"/>
                      <a:pt x="93345" y="15240"/>
                      <a:pt x="94297" y="13335"/>
                    </a:cubicBezTo>
                    <a:cubicBezTo>
                      <a:pt x="96203" y="11430"/>
                      <a:pt x="97155" y="8572"/>
                      <a:pt x="97155" y="4763"/>
                    </a:cubicBezTo>
                    <a:lnTo>
                      <a:pt x="97155" y="952"/>
                    </a:lnTo>
                    <a:lnTo>
                      <a:pt x="100013" y="952"/>
                    </a:lnTo>
                    <a:lnTo>
                      <a:pt x="100013" y="43815"/>
                    </a:lnTo>
                    <a:lnTo>
                      <a:pt x="97155" y="43815"/>
                    </a:lnTo>
                    <a:lnTo>
                      <a:pt x="97155" y="40005"/>
                    </a:lnTo>
                    <a:cubicBezTo>
                      <a:pt x="97155" y="35242"/>
                      <a:pt x="96203" y="32385"/>
                      <a:pt x="93345" y="30480"/>
                    </a:cubicBezTo>
                    <a:cubicBezTo>
                      <a:pt x="91440" y="29527"/>
                      <a:pt x="88582" y="28575"/>
                      <a:pt x="82867" y="28575"/>
                    </a:cubicBezTo>
                    <a:lnTo>
                      <a:pt x="15240" y="28575"/>
                    </a:lnTo>
                    <a:lnTo>
                      <a:pt x="100013" y="67627"/>
                    </a:lnTo>
                    <a:lnTo>
                      <a:pt x="100013" y="7048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FB823C6C-23E9-D102-AB88-65D3ECECAEC3}"/>
                  </a:ext>
                </a:extLst>
              </p:cNvPr>
              <p:cNvSpPr/>
              <p:nvPr/>
            </p:nvSpPr>
            <p:spPr>
              <a:xfrm>
                <a:off x="7438072" y="2604134"/>
                <a:ext cx="72390" cy="58102"/>
              </a:xfrm>
              <a:custGeom>
                <a:avLst/>
                <a:gdLst>
                  <a:gd name="connsiteX0" fmla="*/ 27622 w 72390"/>
                  <a:gd name="connsiteY0" fmla="*/ 46673 h 58102"/>
                  <a:gd name="connsiteX1" fmla="*/ 51435 w 72390"/>
                  <a:gd name="connsiteY1" fmla="*/ 39053 h 58102"/>
                  <a:gd name="connsiteX2" fmla="*/ 60008 w 72390"/>
                  <a:gd name="connsiteY2" fmla="*/ 21908 h 58102"/>
                  <a:gd name="connsiteX3" fmla="*/ 56197 w 72390"/>
                  <a:gd name="connsiteY3" fmla="*/ 10478 h 58102"/>
                  <a:gd name="connsiteX4" fmla="*/ 43815 w 72390"/>
                  <a:gd name="connsiteY4" fmla="*/ 1905 h 58102"/>
                  <a:gd name="connsiteX5" fmla="*/ 45720 w 72390"/>
                  <a:gd name="connsiteY5" fmla="*/ 0 h 58102"/>
                  <a:gd name="connsiteX6" fmla="*/ 63818 w 72390"/>
                  <a:gd name="connsiteY6" fmla="*/ 9525 h 58102"/>
                  <a:gd name="connsiteX7" fmla="*/ 72390 w 72390"/>
                  <a:gd name="connsiteY7" fmla="*/ 28575 h 58102"/>
                  <a:gd name="connsiteX8" fmla="*/ 62865 w 72390"/>
                  <a:gd name="connsiteY8" fmla="*/ 49530 h 58102"/>
                  <a:gd name="connsiteX9" fmla="*/ 37147 w 72390"/>
                  <a:gd name="connsiteY9" fmla="*/ 58103 h 58102"/>
                  <a:gd name="connsiteX10" fmla="*/ 9525 w 72390"/>
                  <a:gd name="connsiteY10" fmla="*/ 49530 h 58102"/>
                  <a:gd name="connsiteX11" fmla="*/ 0 w 72390"/>
                  <a:gd name="connsiteY11" fmla="*/ 26670 h 58102"/>
                  <a:gd name="connsiteX12" fmla="*/ 7620 w 72390"/>
                  <a:gd name="connsiteY12" fmla="*/ 7620 h 58102"/>
                  <a:gd name="connsiteX13" fmla="*/ 27622 w 72390"/>
                  <a:gd name="connsiteY13" fmla="*/ 0 h 58102"/>
                  <a:gd name="connsiteX14" fmla="*/ 27622 w 72390"/>
                  <a:gd name="connsiteY14" fmla="*/ 46673 h 58102"/>
                  <a:gd name="connsiteX15" fmla="*/ 22860 w 72390"/>
                  <a:gd name="connsiteY15" fmla="*/ 46673 h 58102"/>
                  <a:gd name="connsiteX16" fmla="*/ 22860 w 72390"/>
                  <a:gd name="connsiteY16" fmla="*/ 15240 h 58102"/>
                  <a:gd name="connsiteX17" fmla="*/ 13335 w 72390"/>
                  <a:gd name="connsiteY17" fmla="*/ 17145 h 58102"/>
                  <a:gd name="connsiteX18" fmla="*/ 6668 w 72390"/>
                  <a:gd name="connsiteY18" fmla="*/ 22860 h 58102"/>
                  <a:gd name="connsiteX19" fmla="*/ 4763 w 72390"/>
                  <a:gd name="connsiteY19" fmla="*/ 30480 h 58102"/>
                  <a:gd name="connsiteX20" fmla="*/ 9525 w 72390"/>
                  <a:gd name="connsiteY20" fmla="*/ 41910 h 58102"/>
                  <a:gd name="connsiteX21" fmla="*/ 22860 w 72390"/>
                  <a:gd name="connsiteY21" fmla="*/ 47625 h 5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2390" h="58102">
                    <a:moveTo>
                      <a:pt x="27622" y="46673"/>
                    </a:moveTo>
                    <a:cubicBezTo>
                      <a:pt x="38100" y="46673"/>
                      <a:pt x="45720" y="43815"/>
                      <a:pt x="51435" y="39053"/>
                    </a:cubicBezTo>
                    <a:cubicBezTo>
                      <a:pt x="57150" y="34290"/>
                      <a:pt x="60008" y="28575"/>
                      <a:pt x="60008" y="21908"/>
                    </a:cubicBezTo>
                    <a:cubicBezTo>
                      <a:pt x="60008" y="15240"/>
                      <a:pt x="59055" y="13335"/>
                      <a:pt x="56197" y="10478"/>
                    </a:cubicBezTo>
                    <a:cubicBezTo>
                      <a:pt x="53340" y="7620"/>
                      <a:pt x="49530" y="4763"/>
                      <a:pt x="43815" y="1905"/>
                    </a:cubicBezTo>
                    <a:lnTo>
                      <a:pt x="45720" y="0"/>
                    </a:lnTo>
                    <a:cubicBezTo>
                      <a:pt x="52388" y="953"/>
                      <a:pt x="59055" y="3810"/>
                      <a:pt x="63818" y="9525"/>
                    </a:cubicBezTo>
                    <a:cubicBezTo>
                      <a:pt x="68580" y="15240"/>
                      <a:pt x="72390" y="20955"/>
                      <a:pt x="72390" y="28575"/>
                    </a:cubicBezTo>
                    <a:cubicBezTo>
                      <a:pt x="72390" y="36195"/>
                      <a:pt x="69533" y="43815"/>
                      <a:pt x="62865" y="49530"/>
                    </a:cubicBezTo>
                    <a:cubicBezTo>
                      <a:pt x="56197" y="55245"/>
                      <a:pt x="47625" y="58103"/>
                      <a:pt x="37147" y="58103"/>
                    </a:cubicBezTo>
                    <a:cubicBezTo>
                      <a:pt x="26670" y="58103"/>
                      <a:pt x="16193" y="55245"/>
                      <a:pt x="9525" y="49530"/>
                    </a:cubicBezTo>
                    <a:cubicBezTo>
                      <a:pt x="2858" y="43815"/>
                      <a:pt x="0" y="36195"/>
                      <a:pt x="0" y="26670"/>
                    </a:cubicBezTo>
                    <a:cubicBezTo>
                      <a:pt x="0" y="17145"/>
                      <a:pt x="2858" y="12383"/>
                      <a:pt x="7620" y="7620"/>
                    </a:cubicBezTo>
                    <a:cubicBezTo>
                      <a:pt x="12383" y="2858"/>
                      <a:pt x="19050" y="0"/>
                      <a:pt x="27622" y="0"/>
                    </a:cubicBezTo>
                    <a:lnTo>
                      <a:pt x="27622" y="46673"/>
                    </a:lnTo>
                    <a:close/>
                    <a:moveTo>
                      <a:pt x="22860" y="46673"/>
                    </a:moveTo>
                    <a:lnTo>
                      <a:pt x="22860" y="15240"/>
                    </a:lnTo>
                    <a:cubicBezTo>
                      <a:pt x="18097" y="15240"/>
                      <a:pt x="15240" y="15240"/>
                      <a:pt x="13335" y="17145"/>
                    </a:cubicBezTo>
                    <a:cubicBezTo>
                      <a:pt x="10478" y="18098"/>
                      <a:pt x="8572" y="20003"/>
                      <a:pt x="6668" y="22860"/>
                    </a:cubicBezTo>
                    <a:cubicBezTo>
                      <a:pt x="4763" y="25718"/>
                      <a:pt x="4763" y="27623"/>
                      <a:pt x="4763" y="30480"/>
                    </a:cubicBezTo>
                    <a:cubicBezTo>
                      <a:pt x="4763" y="34290"/>
                      <a:pt x="6668" y="38100"/>
                      <a:pt x="9525" y="41910"/>
                    </a:cubicBezTo>
                    <a:cubicBezTo>
                      <a:pt x="12383" y="45720"/>
                      <a:pt x="17145" y="46673"/>
                      <a:pt x="22860" y="476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51AF0EC7-DAC5-7960-842E-68EBA8016FF7}"/>
                  </a:ext>
                </a:extLst>
              </p:cNvPr>
              <p:cNvSpPr/>
              <p:nvPr/>
            </p:nvSpPr>
            <p:spPr>
              <a:xfrm>
                <a:off x="7439025" y="2535554"/>
                <a:ext cx="71437" cy="59054"/>
              </a:xfrm>
              <a:custGeom>
                <a:avLst/>
                <a:gdLst>
                  <a:gd name="connsiteX0" fmla="*/ 59055 w 71437"/>
                  <a:gd name="connsiteY0" fmla="*/ 20955 h 59054"/>
                  <a:gd name="connsiteX1" fmla="*/ 68580 w 71437"/>
                  <a:gd name="connsiteY1" fmla="*/ 34290 h 59054"/>
                  <a:gd name="connsiteX2" fmla="*/ 70485 w 71437"/>
                  <a:gd name="connsiteY2" fmla="*/ 42863 h 59054"/>
                  <a:gd name="connsiteX3" fmla="*/ 65722 w 71437"/>
                  <a:gd name="connsiteY3" fmla="*/ 54292 h 59054"/>
                  <a:gd name="connsiteX4" fmla="*/ 53340 w 71437"/>
                  <a:gd name="connsiteY4" fmla="*/ 59055 h 59054"/>
                  <a:gd name="connsiteX5" fmla="*/ 44768 w 71437"/>
                  <a:gd name="connsiteY5" fmla="*/ 57150 h 59054"/>
                  <a:gd name="connsiteX6" fmla="*/ 35243 w 71437"/>
                  <a:gd name="connsiteY6" fmla="*/ 46673 h 59054"/>
                  <a:gd name="connsiteX7" fmla="*/ 24765 w 71437"/>
                  <a:gd name="connsiteY7" fmla="*/ 21908 h 59054"/>
                  <a:gd name="connsiteX8" fmla="*/ 21907 w 71437"/>
                  <a:gd name="connsiteY8" fmla="*/ 21908 h 59054"/>
                  <a:gd name="connsiteX9" fmla="*/ 7620 w 71437"/>
                  <a:gd name="connsiteY9" fmla="*/ 24765 h 59054"/>
                  <a:gd name="connsiteX10" fmla="*/ 3810 w 71437"/>
                  <a:gd name="connsiteY10" fmla="*/ 34290 h 59054"/>
                  <a:gd name="connsiteX11" fmla="*/ 6668 w 71437"/>
                  <a:gd name="connsiteY11" fmla="*/ 41910 h 59054"/>
                  <a:gd name="connsiteX12" fmla="*/ 12382 w 71437"/>
                  <a:gd name="connsiteY12" fmla="*/ 44767 h 59054"/>
                  <a:gd name="connsiteX13" fmla="*/ 17145 w 71437"/>
                  <a:gd name="connsiteY13" fmla="*/ 44767 h 59054"/>
                  <a:gd name="connsiteX14" fmla="*/ 22860 w 71437"/>
                  <a:gd name="connsiteY14" fmla="*/ 46673 h 59054"/>
                  <a:gd name="connsiteX15" fmla="*/ 24765 w 71437"/>
                  <a:gd name="connsiteY15" fmla="*/ 51435 h 59054"/>
                  <a:gd name="connsiteX16" fmla="*/ 22860 w 71437"/>
                  <a:gd name="connsiteY16" fmla="*/ 56198 h 59054"/>
                  <a:gd name="connsiteX17" fmla="*/ 17145 w 71437"/>
                  <a:gd name="connsiteY17" fmla="*/ 58103 h 59054"/>
                  <a:gd name="connsiteX18" fmla="*/ 5715 w 71437"/>
                  <a:gd name="connsiteY18" fmla="*/ 51435 h 59054"/>
                  <a:gd name="connsiteX19" fmla="*/ 0 w 71437"/>
                  <a:gd name="connsiteY19" fmla="*/ 33338 h 59054"/>
                  <a:gd name="connsiteX20" fmla="*/ 2857 w 71437"/>
                  <a:gd name="connsiteY20" fmla="*/ 18098 h 59054"/>
                  <a:gd name="connsiteX21" fmla="*/ 10478 w 71437"/>
                  <a:gd name="connsiteY21" fmla="*/ 11430 h 59054"/>
                  <a:gd name="connsiteX22" fmla="*/ 23813 w 71437"/>
                  <a:gd name="connsiteY22" fmla="*/ 10478 h 59054"/>
                  <a:gd name="connsiteX23" fmla="*/ 46672 w 71437"/>
                  <a:gd name="connsiteY23" fmla="*/ 10478 h 59054"/>
                  <a:gd name="connsiteX24" fmla="*/ 59055 w 71437"/>
                  <a:gd name="connsiteY24" fmla="*/ 10478 h 59054"/>
                  <a:gd name="connsiteX25" fmla="*/ 61913 w 71437"/>
                  <a:gd name="connsiteY25" fmla="*/ 9525 h 59054"/>
                  <a:gd name="connsiteX26" fmla="*/ 61913 w 71437"/>
                  <a:gd name="connsiteY26" fmla="*/ 7620 h 59054"/>
                  <a:gd name="connsiteX27" fmla="*/ 61913 w 71437"/>
                  <a:gd name="connsiteY27" fmla="*/ 5715 h 59054"/>
                  <a:gd name="connsiteX28" fmla="*/ 56197 w 71437"/>
                  <a:gd name="connsiteY28" fmla="*/ 0 h 59054"/>
                  <a:gd name="connsiteX29" fmla="*/ 60007 w 71437"/>
                  <a:gd name="connsiteY29" fmla="*/ 0 h 59054"/>
                  <a:gd name="connsiteX30" fmla="*/ 71438 w 71437"/>
                  <a:gd name="connsiteY30" fmla="*/ 16192 h 59054"/>
                  <a:gd name="connsiteX31" fmla="*/ 68580 w 71437"/>
                  <a:gd name="connsiteY31" fmla="*/ 21908 h 59054"/>
                  <a:gd name="connsiteX32" fmla="*/ 60007 w 71437"/>
                  <a:gd name="connsiteY32" fmla="*/ 23813 h 59054"/>
                  <a:gd name="connsiteX33" fmla="*/ 54293 w 71437"/>
                  <a:gd name="connsiteY33" fmla="*/ 20955 h 59054"/>
                  <a:gd name="connsiteX34" fmla="*/ 28575 w 71437"/>
                  <a:gd name="connsiteY34" fmla="*/ 20955 h 59054"/>
                  <a:gd name="connsiteX35" fmla="*/ 35243 w 71437"/>
                  <a:gd name="connsiteY35" fmla="*/ 35242 h 59054"/>
                  <a:gd name="connsiteX36" fmla="*/ 41910 w 71437"/>
                  <a:gd name="connsiteY36" fmla="*/ 43815 h 59054"/>
                  <a:gd name="connsiteX37" fmla="*/ 49530 w 71437"/>
                  <a:gd name="connsiteY37" fmla="*/ 46673 h 59054"/>
                  <a:gd name="connsiteX38" fmla="*/ 58103 w 71437"/>
                  <a:gd name="connsiteY38" fmla="*/ 43815 h 59054"/>
                  <a:gd name="connsiteX39" fmla="*/ 61913 w 71437"/>
                  <a:gd name="connsiteY39" fmla="*/ 36195 h 59054"/>
                  <a:gd name="connsiteX40" fmla="*/ 54293 w 71437"/>
                  <a:gd name="connsiteY40" fmla="*/ 20955 h 59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1437" h="59054">
                    <a:moveTo>
                      <a:pt x="59055" y="20955"/>
                    </a:moveTo>
                    <a:cubicBezTo>
                      <a:pt x="64770" y="27623"/>
                      <a:pt x="67628" y="32385"/>
                      <a:pt x="68580" y="34290"/>
                    </a:cubicBezTo>
                    <a:cubicBezTo>
                      <a:pt x="69532" y="37148"/>
                      <a:pt x="70485" y="40005"/>
                      <a:pt x="70485" y="42863"/>
                    </a:cubicBezTo>
                    <a:cubicBezTo>
                      <a:pt x="70485" y="47625"/>
                      <a:pt x="68580" y="51435"/>
                      <a:pt x="65722" y="54292"/>
                    </a:cubicBezTo>
                    <a:cubicBezTo>
                      <a:pt x="62865" y="57150"/>
                      <a:pt x="58103" y="59055"/>
                      <a:pt x="53340" y="59055"/>
                    </a:cubicBezTo>
                    <a:cubicBezTo>
                      <a:pt x="48578" y="59055"/>
                      <a:pt x="46672" y="59055"/>
                      <a:pt x="44768" y="57150"/>
                    </a:cubicBezTo>
                    <a:cubicBezTo>
                      <a:pt x="40957" y="55245"/>
                      <a:pt x="38100" y="51435"/>
                      <a:pt x="35243" y="46673"/>
                    </a:cubicBezTo>
                    <a:cubicBezTo>
                      <a:pt x="32385" y="41910"/>
                      <a:pt x="28575" y="33338"/>
                      <a:pt x="24765" y="21908"/>
                    </a:cubicBezTo>
                    <a:lnTo>
                      <a:pt x="21907" y="21908"/>
                    </a:lnTo>
                    <a:cubicBezTo>
                      <a:pt x="15240" y="21908"/>
                      <a:pt x="10478" y="22860"/>
                      <a:pt x="7620" y="24765"/>
                    </a:cubicBezTo>
                    <a:cubicBezTo>
                      <a:pt x="4763" y="26670"/>
                      <a:pt x="3810" y="30480"/>
                      <a:pt x="3810" y="34290"/>
                    </a:cubicBezTo>
                    <a:cubicBezTo>
                      <a:pt x="3810" y="38100"/>
                      <a:pt x="3810" y="40005"/>
                      <a:pt x="6668" y="41910"/>
                    </a:cubicBezTo>
                    <a:cubicBezTo>
                      <a:pt x="8572" y="43815"/>
                      <a:pt x="10478" y="44767"/>
                      <a:pt x="12382" y="44767"/>
                    </a:cubicBezTo>
                    <a:lnTo>
                      <a:pt x="17145" y="44767"/>
                    </a:lnTo>
                    <a:cubicBezTo>
                      <a:pt x="19050" y="44767"/>
                      <a:pt x="20955" y="44767"/>
                      <a:pt x="22860" y="46673"/>
                    </a:cubicBezTo>
                    <a:cubicBezTo>
                      <a:pt x="24765" y="48578"/>
                      <a:pt x="24765" y="49530"/>
                      <a:pt x="24765" y="51435"/>
                    </a:cubicBezTo>
                    <a:cubicBezTo>
                      <a:pt x="24765" y="53340"/>
                      <a:pt x="24765" y="55245"/>
                      <a:pt x="22860" y="56198"/>
                    </a:cubicBezTo>
                    <a:cubicBezTo>
                      <a:pt x="20955" y="57150"/>
                      <a:pt x="20003" y="58103"/>
                      <a:pt x="17145" y="58103"/>
                    </a:cubicBezTo>
                    <a:cubicBezTo>
                      <a:pt x="13335" y="58103"/>
                      <a:pt x="8572" y="56198"/>
                      <a:pt x="5715" y="51435"/>
                    </a:cubicBezTo>
                    <a:cubicBezTo>
                      <a:pt x="2857" y="46673"/>
                      <a:pt x="0" y="40958"/>
                      <a:pt x="0" y="33338"/>
                    </a:cubicBezTo>
                    <a:cubicBezTo>
                      <a:pt x="0" y="25717"/>
                      <a:pt x="953" y="21908"/>
                      <a:pt x="2857" y="18098"/>
                    </a:cubicBezTo>
                    <a:cubicBezTo>
                      <a:pt x="4763" y="15240"/>
                      <a:pt x="6668" y="13335"/>
                      <a:pt x="10478" y="11430"/>
                    </a:cubicBezTo>
                    <a:cubicBezTo>
                      <a:pt x="12382" y="11430"/>
                      <a:pt x="17145" y="10478"/>
                      <a:pt x="23813" y="10478"/>
                    </a:cubicBezTo>
                    <a:lnTo>
                      <a:pt x="46672" y="10478"/>
                    </a:lnTo>
                    <a:cubicBezTo>
                      <a:pt x="53340" y="10478"/>
                      <a:pt x="57150" y="10478"/>
                      <a:pt x="59055" y="10478"/>
                    </a:cubicBezTo>
                    <a:cubicBezTo>
                      <a:pt x="60960" y="10478"/>
                      <a:pt x="61913" y="10478"/>
                      <a:pt x="61913" y="9525"/>
                    </a:cubicBezTo>
                    <a:cubicBezTo>
                      <a:pt x="61913" y="8573"/>
                      <a:pt x="61913" y="8573"/>
                      <a:pt x="61913" y="7620"/>
                    </a:cubicBezTo>
                    <a:cubicBezTo>
                      <a:pt x="61913" y="6667"/>
                      <a:pt x="61913" y="5715"/>
                      <a:pt x="61913" y="5715"/>
                    </a:cubicBezTo>
                    <a:cubicBezTo>
                      <a:pt x="61913" y="4763"/>
                      <a:pt x="59055" y="2858"/>
                      <a:pt x="56197" y="0"/>
                    </a:cubicBezTo>
                    <a:lnTo>
                      <a:pt x="60007" y="0"/>
                    </a:lnTo>
                    <a:cubicBezTo>
                      <a:pt x="67628" y="5715"/>
                      <a:pt x="71438" y="10478"/>
                      <a:pt x="71438" y="16192"/>
                    </a:cubicBezTo>
                    <a:cubicBezTo>
                      <a:pt x="71438" y="21908"/>
                      <a:pt x="71438" y="20955"/>
                      <a:pt x="68580" y="21908"/>
                    </a:cubicBezTo>
                    <a:cubicBezTo>
                      <a:pt x="65722" y="22860"/>
                      <a:pt x="63818" y="23813"/>
                      <a:pt x="60007" y="23813"/>
                    </a:cubicBezTo>
                    <a:close/>
                    <a:moveTo>
                      <a:pt x="54293" y="20955"/>
                    </a:moveTo>
                    <a:lnTo>
                      <a:pt x="28575" y="20955"/>
                    </a:lnTo>
                    <a:cubicBezTo>
                      <a:pt x="31432" y="28575"/>
                      <a:pt x="33338" y="33338"/>
                      <a:pt x="35243" y="35242"/>
                    </a:cubicBezTo>
                    <a:cubicBezTo>
                      <a:pt x="37147" y="39053"/>
                      <a:pt x="40005" y="41910"/>
                      <a:pt x="41910" y="43815"/>
                    </a:cubicBezTo>
                    <a:cubicBezTo>
                      <a:pt x="43815" y="45720"/>
                      <a:pt x="46672" y="46673"/>
                      <a:pt x="49530" y="46673"/>
                    </a:cubicBezTo>
                    <a:cubicBezTo>
                      <a:pt x="52388" y="46673"/>
                      <a:pt x="56197" y="45720"/>
                      <a:pt x="58103" y="43815"/>
                    </a:cubicBezTo>
                    <a:cubicBezTo>
                      <a:pt x="60007" y="41910"/>
                      <a:pt x="61913" y="39053"/>
                      <a:pt x="61913" y="36195"/>
                    </a:cubicBezTo>
                    <a:cubicBezTo>
                      <a:pt x="61913" y="33338"/>
                      <a:pt x="59055" y="27623"/>
                      <a:pt x="54293" y="209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B4EE1175-E7DA-A68C-22BC-FF669E5E6E31}"/>
                  </a:ext>
                </a:extLst>
              </p:cNvPr>
              <p:cNvSpPr/>
              <p:nvPr/>
            </p:nvSpPr>
            <p:spPr>
              <a:xfrm>
                <a:off x="7438072" y="2479357"/>
                <a:ext cx="71437" cy="47625"/>
              </a:xfrm>
              <a:custGeom>
                <a:avLst/>
                <a:gdLst>
                  <a:gd name="connsiteX0" fmla="*/ 0 w 71437"/>
                  <a:gd name="connsiteY0" fmla="*/ 3810 h 47625"/>
                  <a:gd name="connsiteX1" fmla="*/ 22860 w 71437"/>
                  <a:gd name="connsiteY1" fmla="*/ 3810 h 47625"/>
                  <a:gd name="connsiteX2" fmla="*/ 22860 w 71437"/>
                  <a:gd name="connsiteY2" fmla="*/ 6667 h 47625"/>
                  <a:gd name="connsiteX3" fmla="*/ 7620 w 71437"/>
                  <a:gd name="connsiteY3" fmla="*/ 14288 h 47625"/>
                  <a:gd name="connsiteX4" fmla="*/ 3810 w 71437"/>
                  <a:gd name="connsiteY4" fmla="*/ 25717 h 47625"/>
                  <a:gd name="connsiteX5" fmla="*/ 6668 w 71437"/>
                  <a:gd name="connsiteY5" fmla="*/ 34290 h 47625"/>
                  <a:gd name="connsiteX6" fmla="*/ 12383 w 71437"/>
                  <a:gd name="connsiteY6" fmla="*/ 37147 h 47625"/>
                  <a:gd name="connsiteX7" fmla="*/ 19050 w 71437"/>
                  <a:gd name="connsiteY7" fmla="*/ 35242 h 47625"/>
                  <a:gd name="connsiteX8" fmla="*/ 25718 w 71437"/>
                  <a:gd name="connsiteY8" fmla="*/ 25717 h 47625"/>
                  <a:gd name="connsiteX9" fmla="*/ 31433 w 71437"/>
                  <a:gd name="connsiteY9" fmla="*/ 15240 h 47625"/>
                  <a:gd name="connsiteX10" fmla="*/ 50483 w 71437"/>
                  <a:gd name="connsiteY10" fmla="*/ 0 h 47625"/>
                  <a:gd name="connsiteX11" fmla="*/ 65722 w 71437"/>
                  <a:gd name="connsiteY11" fmla="*/ 6667 h 47625"/>
                  <a:gd name="connsiteX12" fmla="*/ 71438 w 71437"/>
                  <a:gd name="connsiteY12" fmla="*/ 22860 h 47625"/>
                  <a:gd name="connsiteX13" fmla="*/ 69533 w 71437"/>
                  <a:gd name="connsiteY13" fmla="*/ 37147 h 47625"/>
                  <a:gd name="connsiteX14" fmla="*/ 69533 w 71437"/>
                  <a:gd name="connsiteY14" fmla="*/ 40958 h 47625"/>
                  <a:gd name="connsiteX15" fmla="*/ 71438 w 71437"/>
                  <a:gd name="connsiteY15" fmla="*/ 43815 h 47625"/>
                  <a:gd name="connsiteX16" fmla="*/ 71438 w 71437"/>
                  <a:gd name="connsiteY16" fmla="*/ 46672 h 47625"/>
                  <a:gd name="connsiteX17" fmla="*/ 46672 w 71437"/>
                  <a:gd name="connsiteY17" fmla="*/ 46672 h 47625"/>
                  <a:gd name="connsiteX18" fmla="*/ 46672 w 71437"/>
                  <a:gd name="connsiteY18" fmla="*/ 43815 h 47625"/>
                  <a:gd name="connsiteX19" fmla="*/ 61913 w 71437"/>
                  <a:gd name="connsiteY19" fmla="*/ 36195 h 47625"/>
                  <a:gd name="connsiteX20" fmla="*/ 67628 w 71437"/>
                  <a:gd name="connsiteY20" fmla="*/ 22860 h 47625"/>
                  <a:gd name="connsiteX21" fmla="*/ 64770 w 71437"/>
                  <a:gd name="connsiteY21" fmla="*/ 14288 h 47625"/>
                  <a:gd name="connsiteX22" fmla="*/ 57150 w 71437"/>
                  <a:gd name="connsiteY22" fmla="*/ 11430 h 47625"/>
                  <a:gd name="connsiteX23" fmla="*/ 48578 w 71437"/>
                  <a:gd name="connsiteY23" fmla="*/ 15240 h 47625"/>
                  <a:gd name="connsiteX24" fmla="*/ 40005 w 71437"/>
                  <a:gd name="connsiteY24" fmla="*/ 29527 h 47625"/>
                  <a:gd name="connsiteX25" fmla="*/ 30480 w 71437"/>
                  <a:gd name="connsiteY25" fmla="*/ 43815 h 47625"/>
                  <a:gd name="connsiteX26" fmla="*/ 20003 w 71437"/>
                  <a:gd name="connsiteY26" fmla="*/ 47625 h 47625"/>
                  <a:gd name="connsiteX27" fmla="*/ 5715 w 71437"/>
                  <a:gd name="connsiteY27" fmla="*/ 41910 h 47625"/>
                  <a:gd name="connsiteX28" fmla="*/ 0 w 71437"/>
                  <a:gd name="connsiteY28" fmla="*/ 26670 h 47625"/>
                  <a:gd name="connsiteX29" fmla="*/ 1905 w 71437"/>
                  <a:gd name="connsiteY29" fmla="*/ 17145 h 47625"/>
                  <a:gd name="connsiteX30" fmla="*/ 2858 w 71437"/>
                  <a:gd name="connsiteY30" fmla="*/ 12383 h 47625"/>
                  <a:gd name="connsiteX31" fmla="*/ 2858 w 71437"/>
                  <a:gd name="connsiteY31" fmla="*/ 10477 h 47625"/>
                  <a:gd name="connsiteX32" fmla="*/ 953 w 71437"/>
                  <a:gd name="connsiteY32" fmla="*/ 8572 h 47625"/>
                  <a:gd name="connsiteX33" fmla="*/ 953 w 71437"/>
                  <a:gd name="connsiteY33" fmla="*/ 571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1437" h="47625">
                    <a:moveTo>
                      <a:pt x="0" y="3810"/>
                    </a:moveTo>
                    <a:lnTo>
                      <a:pt x="22860" y="3810"/>
                    </a:lnTo>
                    <a:lnTo>
                      <a:pt x="22860" y="6667"/>
                    </a:lnTo>
                    <a:cubicBezTo>
                      <a:pt x="15240" y="8572"/>
                      <a:pt x="10478" y="11430"/>
                      <a:pt x="7620" y="14288"/>
                    </a:cubicBezTo>
                    <a:cubicBezTo>
                      <a:pt x="4763" y="17145"/>
                      <a:pt x="3810" y="20955"/>
                      <a:pt x="3810" y="25717"/>
                    </a:cubicBezTo>
                    <a:cubicBezTo>
                      <a:pt x="3810" y="30480"/>
                      <a:pt x="3810" y="32385"/>
                      <a:pt x="6668" y="34290"/>
                    </a:cubicBezTo>
                    <a:cubicBezTo>
                      <a:pt x="9525" y="36195"/>
                      <a:pt x="10478" y="37147"/>
                      <a:pt x="12383" y="37147"/>
                    </a:cubicBezTo>
                    <a:cubicBezTo>
                      <a:pt x="14288" y="37147"/>
                      <a:pt x="17145" y="37147"/>
                      <a:pt x="19050" y="35242"/>
                    </a:cubicBezTo>
                    <a:cubicBezTo>
                      <a:pt x="20955" y="33338"/>
                      <a:pt x="22860" y="30480"/>
                      <a:pt x="25718" y="25717"/>
                    </a:cubicBezTo>
                    <a:lnTo>
                      <a:pt x="31433" y="15240"/>
                    </a:lnTo>
                    <a:cubicBezTo>
                      <a:pt x="36195" y="4763"/>
                      <a:pt x="42863" y="0"/>
                      <a:pt x="50483" y="0"/>
                    </a:cubicBezTo>
                    <a:cubicBezTo>
                      <a:pt x="58103" y="0"/>
                      <a:pt x="61913" y="1905"/>
                      <a:pt x="65722" y="6667"/>
                    </a:cubicBezTo>
                    <a:cubicBezTo>
                      <a:pt x="69533" y="11430"/>
                      <a:pt x="71438" y="16192"/>
                      <a:pt x="71438" y="22860"/>
                    </a:cubicBezTo>
                    <a:cubicBezTo>
                      <a:pt x="71438" y="29527"/>
                      <a:pt x="71438" y="31433"/>
                      <a:pt x="69533" y="37147"/>
                    </a:cubicBezTo>
                    <a:cubicBezTo>
                      <a:pt x="69533" y="39052"/>
                      <a:pt x="69533" y="40005"/>
                      <a:pt x="69533" y="40958"/>
                    </a:cubicBezTo>
                    <a:cubicBezTo>
                      <a:pt x="69533" y="41910"/>
                      <a:pt x="69533" y="42863"/>
                      <a:pt x="71438" y="43815"/>
                    </a:cubicBezTo>
                    <a:lnTo>
                      <a:pt x="71438" y="46672"/>
                    </a:lnTo>
                    <a:lnTo>
                      <a:pt x="46672" y="46672"/>
                    </a:lnTo>
                    <a:lnTo>
                      <a:pt x="46672" y="43815"/>
                    </a:lnTo>
                    <a:cubicBezTo>
                      <a:pt x="53340" y="42863"/>
                      <a:pt x="59055" y="40005"/>
                      <a:pt x="61913" y="36195"/>
                    </a:cubicBezTo>
                    <a:cubicBezTo>
                      <a:pt x="64770" y="32385"/>
                      <a:pt x="67628" y="27622"/>
                      <a:pt x="67628" y="22860"/>
                    </a:cubicBezTo>
                    <a:cubicBezTo>
                      <a:pt x="67628" y="18097"/>
                      <a:pt x="66675" y="16192"/>
                      <a:pt x="64770" y="14288"/>
                    </a:cubicBezTo>
                    <a:cubicBezTo>
                      <a:pt x="62865" y="12383"/>
                      <a:pt x="60008" y="11430"/>
                      <a:pt x="57150" y="11430"/>
                    </a:cubicBezTo>
                    <a:cubicBezTo>
                      <a:pt x="54293" y="11430"/>
                      <a:pt x="50483" y="12383"/>
                      <a:pt x="48578" y="15240"/>
                    </a:cubicBezTo>
                    <a:cubicBezTo>
                      <a:pt x="46672" y="18097"/>
                      <a:pt x="42863" y="22860"/>
                      <a:pt x="40005" y="29527"/>
                    </a:cubicBezTo>
                    <a:cubicBezTo>
                      <a:pt x="37147" y="36195"/>
                      <a:pt x="33338" y="40958"/>
                      <a:pt x="30480" y="43815"/>
                    </a:cubicBezTo>
                    <a:cubicBezTo>
                      <a:pt x="27622" y="45720"/>
                      <a:pt x="23813" y="47625"/>
                      <a:pt x="20003" y="47625"/>
                    </a:cubicBezTo>
                    <a:cubicBezTo>
                      <a:pt x="16193" y="47625"/>
                      <a:pt x="9525" y="45720"/>
                      <a:pt x="5715" y="41910"/>
                    </a:cubicBezTo>
                    <a:cubicBezTo>
                      <a:pt x="1905" y="38100"/>
                      <a:pt x="0" y="33338"/>
                      <a:pt x="0" y="26670"/>
                    </a:cubicBezTo>
                    <a:cubicBezTo>
                      <a:pt x="0" y="20002"/>
                      <a:pt x="0" y="20955"/>
                      <a:pt x="1905" y="17145"/>
                    </a:cubicBezTo>
                    <a:cubicBezTo>
                      <a:pt x="1905" y="14288"/>
                      <a:pt x="2858" y="13335"/>
                      <a:pt x="2858" y="12383"/>
                    </a:cubicBezTo>
                    <a:cubicBezTo>
                      <a:pt x="2858" y="11430"/>
                      <a:pt x="2858" y="11430"/>
                      <a:pt x="2858" y="10477"/>
                    </a:cubicBezTo>
                    <a:cubicBezTo>
                      <a:pt x="2858" y="9525"/>
                      <a:pt x="1905" y="9525"/>
                      <a:pt x="953" y="8572"/>
                    </a:cubicBezTo>
                    <a:lnTo>
                      <a:pt x="953" y="571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EE4DCA47-1FC4-EC00-3A7C-5D2322A983B8}"/>
                  </a:ext>
                </a:extLst>
              </p:cNvPr>
              <p:cNvSpPr/>
              <p:nvPr/>
            </p:nvSpPr>
            <p:spPr>
              <a:xfrm>
                <a:off x="7439977" y="2398362"/>
                <a:ext cx="71437" cy="74328"/>
              </a:xfrm>
              <a:custGeom>
                <a:avLst/>
                <a:gdLst>
                  <a:gd name="connsiteX0" fmla="*/ 0 w 71437"/>
                  <a:gd name="connsiteY0" fmla="*/ 9558 h 74328"/>
                  <a:gd name="connsiteX1" fmla="*/ 40957 w 71437"/>
                  <a:gd name="connsiteY1" fmla="*/ 9558 h 74328"/>
                  <a:gd name="connsiteX2" fmla="*/ 55245 w 71437"/>
                  <a:gd name="connsiteY2" fmla="*/ 9558 h 74328"/>
                  <a:gd name="connsiteX3" fmla="*/ 59055 w 71437"/>
                  <a:gd name="connsiteY3" fmla="*/ 7653 h 74328"/>
                  <a:gd name="connsiteX4" fmla="*/ 60007 w 71437"/>
                  <a:gd name="connsiteY4" fmla="*/ 4795 h 74328"/>
                  <a:gd name="connsiteX5" fmla="*/ 59055 w 71437"/>
                  <a:gd name="connsiteY5" fmla="*/ 33 h 74328"/>
                  <a:gd name="connsiteX6" fmla="*/ 61913 w 71437"/>
                  <a:gd name="connsiteY6" fmla="*/ 33 h 74328"/>
                  <a:gd name="connsiteX7" fmla="*/ 70485 w 71437"/>
                  <a:gd name="connsiteY7" fmla="*/ 19083 h 74328"/>
                  <a:gd name="connsiteX8" fmla="*/ 70485 w 71437"/>
                  <a:gd name="connsiteY8" fmla="*/ 22893 h 74328"/>
                  <a:gd name="connsiteX9" fmla="*/ 56197 w 71437"/>
                  <a:gd name="connsiteY9" fmla="*/ 22893 h 74328"/>
                  <a:gd name="connsiteX10" fmla="*/ 68580 w 71437"/>
                  <a:gd name="connsiteY10" fmla="*/ 36228 h 74328"/>
                  <a:gd name="connsiteX11" fmla="*/ 71438 w 71437"/>
                  <a:gd name="connsiteY11" fmla="*/ 45753 h 74328"/>
                  <a:gd name="connsiteX12" fmla="*/ 68580 w 71437"/>
                  <a:gd name="connsiteY12" fmla="*/ 55278 h 74328"/>
                  <a:gd name="connsiteX13" fmla="*/ 60007 w 71437"/>
                  <a:gd name="connsiteY13" fmla="*/ 60993 h 74328"/>
                  <a:gd name="connsiteX14" fmla="*/ 45720 w 71437"/>
                  <a:gd name="connsiteY14" fmla="*/ 62898 h 74328"/>
                  <a:gd name="connsiteX15" fmla="*/ 15240 w 71437"/>
                  <a:gd name="connsiteY15" fmla="*/ 62898 h 74328"/>
                  <a:gd name="connsiteX16" fmla="*/ 8572 w 71437"/>
                  <a:gd name="connsiteY16" fmla="*/ 63850 h 74328"/>
                  <a:gd name="connsiteX17" fmla="*/ 5715 w 71437"/>
                  <a:gd name="connsiteY17" fmla="*/ 66708 h 74328"/>
                  <a:gd name="connsiteX18" fmla="*/ 5715 w 71437"/>
                  <a:gd name="connsiteY18" fmla="*/ 74328 h 74328"/>
                  <a:gd name="connsiteX19" fmla="*/ 2857 w 71437"/>
                  <a:gd name="connsiteY19" fmla="*/ 74328 h 74328"/>
                  <a:gd name="connsiteX20" fmla="*/ 2857 w 71437"/>
                  <a:gd name="connsiteY20" fmla="*/ 50516 h 74328"/>
                  <a:gd name="connsiteX21" fmla="*/ 48578 w 71437"/>
                  <a:gd name="connsiteY21" fmla="*/ 50516 h 74328"/>
                  <a:gd name="connsiteX22" fmla="*/ 60960 w 71437"/>
                  <a:gd name="connsiteY22" fmla="*/ 47658 h 74328"/>
                  <a:gd name="connsiteX23" fmla="*/ 63817 w 71437"/>
                  <a:gd name="connsiteY23" fmla="*/ 40038 h 74328"/>
                  <a:gd name="connsiteX24" fmla="*/ 61913 w 71437"/>
                  <a:gd name="connsiteY24" fmla="*/ 32418 h 74328"/>
                  <a:gd name="connsiteX25" fmla="*/ 54292 w 71437"/>
                  <a:gd name="connsiteY25" fmla="*/ 22893 h 74328"/>
                  <a:gd name="connsiteX26" fmla="*/ 15240 w 71437"/>
                  <a:gd name="connsiteY26" fmla="*/ 22893 h 74328"/>
                  <a:gd name="connsiteX27" fmla="*/ 7620 w 71437"/>
                  <a:gd name="connsiteY27" fmla="*/ 24798 h 74328"/>
                  <a:gd name="connsiteX28" fmla="*/ 5715 w 71437"/>
                  <a:gd name="connsiteY28" fmla="*/ 33370 h 74328"/>
                  <a:gd name="connsiteX29" fmla="*/ 2857 w 71437"/>
                  <a:gd name="connsiteY29" fmla="*/ 33370 h 74328"/>
                  <a:gd name="connsiteX30" fmla="*/ 2857 w 71437"/>
                  <a:gd name="connsiteY30" fmla="*/ 10510 h 74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71437" h="74328">
                    <a:moveTo>
                      <a:pt x="0" y="9558"/>
                    </a:moveTo>
                    <a:lnTo>
                      <a:pt x="40957" y="9558"/>
                    </a:lnTo>
                    <a:cubicBezTo>
                      <a:pt x="48578" y="9558"/>
                      <a:pt x="53340" y="9558"/>
                      <a:pt x="55245" y="9558"/>
                    </a:cubicBezTo>
                    <a:cubicBezTo>
                      <a:pt x="57150" y="9558"/>
                      <a:pt x="58103" y="8605"/>
                      <a:pt x="59055" y="7653"/>
                    </a:cubicBezTo>
                    <a:cubicBezTo>
                      <a:pt x="60007" y="6700"/>
                      <a:pt x="60007" y="5748"/>
                      <a:pt x="60007" y="4795"/>
                    </a:cubicBezTo>
                    <a:cubicBezTo>
                      <a:pt x="60007" y="3843"/>
                      <a:pt x="60007" y="1938"/>
                      <a:pt x="59055" y="33"/>
                    </a:cubicBezTo>
                    <a:lnTo>
                      <a:pt x="61913" y="33"/>
                    </a:lnTo>
                    <a:cubicBezTo>
                      <a:pt x="61913" y="-920"/>
                      <a:pt x="70485" y="19083"/>
                      <a:pt x="70485" y="19083"/>
                    </a:cubicBezTo>
                    <a:lnTo>
                      <a:pt x="70485" y="22893"/>
                    </a:lnTo>
                    <a:lnTo>
                      <a:pt x="56197" y="22893"/>
                    </a:lnTo>
                    <a:cubicBezTo>
                      <a:pt x="62865" y="28608"/>
                      <a:pt x="66675" y="33370"/>
                      <a:pt x="68580" y="36228"/>
                    </a:cubicBezTo>
                    <a:cubicBezTo>
                      <a:pt x="70485" y="39085"/>
                      <a:pt x="71438" y="42895"/>
                      <a:pt x="71438" y="45753"/>
                    </a:cubicBezTo>
                    <a:cubicBezTo>
                      <a:pt x="71438" y="48610"/>
                      <a:pt x="70485" y="52420"/>
                      <a:pt x="68580" y="55278"/>
                    </a:cubicBezTo>
                    <a:cubicBezTo>
                      <a:pt x="66675" y="58135"/>
                      <a:pt x="63817" y="60041"/>
                      <a:pt x="60007" y="60993"/>
                    </a:cubicBezTo>
                    <a:cubicBezTo>
                      <a:pt x="56197" y="61945"/>
                      <a:pt x="51435" y="62898"/>
                      <a:pt x="45720" y="62898"/>
                    </a:cubicBezTo>
                    <a:lnTo>
                      <a:pt x="15240" y="62898"/>
                    </a:lnTo>
                    <a:cubicBezTo>
                      <a:pt x="12382" y="62898"/>
                      <a:pt x="9525" y="62898"/>
                      <a:pt x="8572" y="63850"/>
                    </a:cubicBezTo>
                    <a:cubicBezTo>
                      <a:pt x="7620" y="64803"/>
                      <a:pt x="6667" y="65755"/>
                      <a:pt x="5715" y="66708"/>
                    </a:cubicBezTo>
                    <a:cubicBezTo>
                      <a:pt x="4763" y="67660"/>
                      <a:pt x="4763" y="70518"/>
                      <a:pt x="5715" y="74328"/>
                    </a:cubicBezTo>
                    <a:lnTo>
                      <a:pt x="2857" y="74328"/>
                    </a:lnTo>
                    <a:lnTo>
                      <a:pt x="2857" y="50516"/>
                    </a:lnTo>
                    <a:lnTo>
                      <a:pt x="48578" y="50516"/>
                    </a:lnTo>
                    <a:cubicBezTo>
                      <a:pt x="55245" y="50516"/>
                      <a:pt x="59055" y="49563"/>
                      <a:pt x="60960" y="47658"/>
                    </a:cubicBezTo>
                    <a:cubicBezTo>
                      <a:pt x="62865" y="45753"/>
                      <a:pt x="63817" y="42895"/>
                      <a:pt x="63817" y="40038"/>
                    </a:cubicBezTo>
                    <a:cubicBezTo>
                      <a:pt x="63817" y="37180"/>
                      <a:pt x="63817" y="35275"/>
                      <a:pt x="61913" y="32418"/>
                    </a:cubicBezTo>
                    <a:cubicBezTo>
                      <a:pt x="60007" y="29560"/>
                      <a:pt x="58103" y="26703"/>
                      <a:pt x="54292" y="22893"/>
                    </a:cubicBezTo>
                    <a:lnTo>
                      <a:pt x="15240" y="22893"/>
                    </a:lnTo>
                    <a:cubicBezTo>
                      <a:pt x="11430" y="22893"/>
                      <a:pt x="8572" y="22893"/>
                      <a:pt x="7620" y="24798"/>
                    </a:cubicBezTo>
                    <a:cubicBezTo>
                      <a:pt x="6667" y="26703"/>
                      <a:pt x="5715" y="29560"/>
                      <a:pt x="5715" y="33370"/>
                    </a:cubicBezTo>
                    <a:lnTo>
                      <a:pt x="2857" y="33370"/>
                    </a:lnTo>
                    <a:lnTo>
                      <a:pt x="2857" y="1051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249F6A32-BADB-E9E0-A5B5-72E327EC568C}"/>
                  </a:ext>
                </a:extLst>
              </p:cNvPr>
              <p:cNvSpPr/>
              <p:nvPr/>
            </p:nvSpPr>
            <p:spPr>
              <a:xfrm>
                <a:off x="7437119" y="2345054"/>
                <a:ext cx="71437" cy="50482"/>
              </a:xfrm>
              <a:custGeom>
                <a:avLst/>
                <a:gdLst>
                  <a:gd name="connsiteX0" fmla="*/ 953 w 71437"/>
                  <a:gd name="connsiteY0" fmla="*/ 26670 h 50482"/>
                  <a:gd name="connsiteX1" fmla="*/ 16193 w 71437"/>
                  <a:gd name="connsiteY1" fmla="*/ 26670 h 50482"/>
                  <a:gd name="connsiteX2" fmla="*/ 953 w 71437"/>
                  <a:gd name="connsiteY2" fmla="*/ 9525 h 50482"/>
                  <a:gd name="connsiteX3" fmla="*/ 3810 w 71437"/>
                  <a:gd name="connsiteY3" fmla="*/ 2858 h 50482"/>
                  <a:gd name="connsiteX4" fmla="*/ 9525 w 71437"/>
                  <a:gd name="connsiteY4" fmla="*/ 0 h 50482"/>
                  <a:gd name="connsiteX5" fmla="*/ 14288 w 71437"/>
                  <a:gd name="connsiteY5" fmla="*/ 1905 h 50482"/>
                  <a:gd name="connsiteX6" fmla="*/ 16193 w 71437"/>
                  <a:gd name="connsiteY6" fmla="*/ 6667 h 50482"/>
                  <a:gd name="connsiteX7" fmla="*/ 13335 w 71437"/>
                  <a:gd name="connsiteY7" fmla="*/ 12383 h 50482"/>
                  <a:gd name="connsiteX8" fmla="*/ 10478 w 71437"/>
                  <a:gd name="connsiteY8" fmla="*/ 17145 h 50482"/>
                  <a:gd name="connsiteX9" fmla="*/ 12383 w 71437"/>
                  <a:gd name="connsiteY9" fmla="*/ 20003 h 50482"/>
                  <a:gd name="connsiteX10" fmla="*/ 22860 w 71437"/>
                  <a:gd name="connsiteY10" fmla="*/ 26670 h 50482"/>
                  <a:gd name="connsiteX11" fmla="*/ 55245 w 71437"/>
                  <a:gd name="connsiteY11" fmla="*/ 26670 h 50482"/>
                  <a:gd name="connsiteX12" fmla="*/ 63818 w 71437"/>
                  <a:gd name="connsiteY12" fmla="*/ 25717 h 50482"/>
                  <a:gd name="connsiteX13" fmla="*/ 67628 w 71437"/>
                  <a:gd name="connsiteY13" fmla="*/ 21908 h 50482"/>
                  <a:gd name="connsiteX14" fmla="*/ 68580 w 71437"/>
                  <a:gd name="connsiteY14" fmla="*/ 15240 h 50482"/>
                  <a:gd name="connsiteX15" fmla="*/ 71438 w 71437"/>
                  <a:gd name="connsiteY15" fmla="*/ 15240 h 50482"/>
                  <a:gd name="connsiteX16" fmla="*/ 71438 w 71437"/>
                  <a:gd name="connsiteY16" fmla="*/ 50483 h 50482"/>
                  <a:gd name="connsiteX17" fmla="*/ 68580 w 71437"/>
                  <a:gd name="connsiteY17" fmla="*/ 50483 h 50482"/>
                  <a:gd name="connsiteX18" fmla="*/ 66675 w 71437"/>
                  <a:gd name="connsiteY18" fmla="*/ 42863 h 50482"/>
                  <a:gd name="connsiteX19" fmla="*/ 62865 w 71437"/>
                  <a:gd name="connsiteY19" fmla="*/ 40005 h 50482"/>
                  <a:gd name="connsiteX20" fmla="*/ 55245 w 71437"/>
                  <a:gd name="connsiteY20" fmla="*/ 40005 h 50482"/>
                  <a:gd name="connsiteX21" fmla="*/ 28575 w 71437"/>
                  <a:gd name="connsiteY21" fmla="*/ 40005 h 50482"/>
                  <a:gd name="connsiteX22" fmla="*/ 14288 w 71437"/>
                  <a:gd name="connsiteY22" fmla="*/ 40005 h 50482"/>
                  <a:gd name="connsiteX23" fmla="*/ 11430 w 71437"/>
                  <a:gd name="connsiteY23" fmla="*/ 41910 h 50482"/>
                  <a:gd name="connsiteX24" fmla="*/ 10478 w 71437"/>
                  <a:gd name="connsiteY24" fmla="*/ 44767 h 50482"/>
                  <a:gd name="connsiteX25" fmla="*/ 11430 w 71437"/>
                  <a:gd name="connsiteY25" fmla="*/ 49530 h 50482"/>
                  <a:gd name="connsiteX26" fmla="*/ 8573 w 71437"/>
                  <a:gd name="connsiteY26" fmla="*/ 49530 h 50482"/>
                  <a:gd name="connsiteX27" fmla="*/ 0 w 71437"/>
                  <a:gd name="connsiteY27" fmla="*/ 29528 h 50482"/>
                  <a:gd name="connsiteX28" fmla="*/ 0 w 71437"/>
                  <a:gd name="connsiteY28" fmla="*/ 26670 h 5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1437" h="50482">
                    <a:moveTo>
                      <a:pt x="953" y="26670"/>
                    </a:moveTo>
                    <a:lnTo>
                      <a:pt x="16193" y="26670"/>
                    </a:lnTo>
                    <a:cubicBezTo>
                      <a:pt x="5715" y="20955"/>
                      <a:pt x="953" y="15240"/>
                      <a:pt x="953" y="9525"/>
                    </a:cubicBezTo>
                    <a:cubicBezTo>
                      <a:pt x="953" y="3810"/>
                      <a:pt x="953" y="4763"/>
                      <a:pt x="3810" y="2858"/>
                    </a:cubicBezTo>
                    <a:cubicBezTo>
                      <a:pt x="6668" y="953"/>
                      <a:pt x="7620" y="0"/>
                      <a:pt x="9525" y="0"/>
                    </a:cubicBezTo>
                    <a:cubicBezTo>
                      <a:pt x="11430" y="0"/>
                      <a:pt x="13335" y="0"/>
                      <a:pt x="14288" y="1905"/>
                    </a:cubicBezTo>
                    <a:cubicBezTo>
                      <a:pt x="15240" y="3810"/>
                      <a:pt x="16193" y="4763"/>
                      <a:pt x="16193" y="6667"/>
                    </a:cubicBezTo>
                    <a:cubicBezTo>
                      <a:pt x="16193" y="8573"/>
                      <a:pt x="16193" y="10478"/>
                      <a:pt x="13335" y="12383"/>
                    </a:cubicBezTo>
                    <a:cubicBezTo>
                      <a:pt x="10478" y="14288"/>
                      <a:pt x="10478" y="16192"/>
                      <a:pt x="10478" y="17145"/>
                    </a:cubicBezTo>
                    <a:cubicBezTo>
                      <a:pt x="10478" y="18098"/>
                      <a:pt x="10478" y="19050"/>
                      <a:pt x="12383" y="20003"/>
                    </a:cubicBezTo>
                    <a:cubicBezTo>
                      <a:pt x="14288" y="21908"/>
                      <a:pt x="18098" y="24765"/>
                      <a:pt x="22860" y="26670"/>
                    </a:cubicBezTo>
                    <a:lnTo>
                      <a:pt x="55245" y="26670"/>
                    </a:lnTo>
                    <a:cubicBezTo>
                      <a:pt x="59055" y="26670"/>
                      <a:pt x="61913" y="26670"/>
                      <a:pt x="63818" y="25717"/>
                    </a:cubicBezTo>
                    <a:cubicBezTo>
                      <a:pt x="64770" y="25717"/>
                      <a:pt x="66675" y="23813"/>
                      <a:pt x="67628" y="21908"/>
                    </a:cubicBezTo>
                    <a:cubicBezTo>
                      <a:pt x="68580" y="20003"/>
                      <a:pt x="68580" y="18098"/>
                      <a:pt x="68580" y="15240"/>
                    </a:cubicBezTo>
                    <a:lnTo>
                      <a:pt x="71438" y="15240"/>
                    </a:lnTo>
                    <a:lnTo>
                      <a:pt x="71438" y="50483"/>
                    </a:lnTo>
                    <a:lnTo>
                      <a:pt x="68580" y="50483"/>
                    </a:lnTo>
                    <a:cubicBezTo>
                      <a:pt x="68580" y="46673"/>
                      <a:pt x="68580" y="44767"/>
                      <a:pt x="66675" y="42863"/>
                    </a:cubicBezTo>
                    <a:cubicBezTo>
                      <a:pt x="66675" y="41910"/>
                      <a:pt x="64770" y="40958"/>
                      <a:pt x="62865" y="40005"/>
                    </a:cubicBezTo>
                    <a:cubicBezTo>
                      <a:pt x="62865" y="40005"/>
                      <a:pt x="60008" y="40005"/>
                      <a:pt x="55245" y="40005"/>
                    </a:cubicBezTo>
                    <a:lnTo>
                      <a:pt x="28575" y="40005"/>
                    </a:lnTo>
                    <a:cubicBezTo>
                      <a:pt x="20955" y="40005"/>
                      <a:pt x="16193" y="40005"/>
                      <a:pt x="14288" y="40005"/>
                    </a:cubicBezTo>
                    <a:cubicBezTo>
                      <a:pt x="12383" y="40005"/>
                      <a:pt x="11430" y="40005"/>
                      <a:pt x="11430" y="41910"/>
                    </a:cubicBezTo>
                    <a:cubicBezTo>
                      <a:pt x="11430" y="43815"/>
                      <a:pt x="10478" y="43815"/>
                      <a:pt x="10478" y="44767"/>
                    </a:cubicBezTo>
                    <a:cubicBezTo>
                      <a:pt x="10478" y="45720"/>
                      <a:pt x="10478" y="47625"/>
                      <a:pt x="11430" y="49530"/>
                    </a:cubicBezTo>
                    <a:lnTo>
                      <a:pt x="8573" y="49530"/>
                    </a:lnTo>
                    <a:cubicBezTo>
                      <a:pt x="8573" y="49530"/>
                      <a:pt x="0" y="29528"/>
                      <a:pt x="0" y="29528"/>
                    </a:cubicBezTo>
                    <a:lnTo>
                      <a:pt x="0" y="2667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AAB07F91-17B8-7DA7-B154-3060CC904057}"/>
                  </a:ext>
                </a:extLst>
              </p:cNvPr>
              <p:cNvSpPr/>
              <p:nvPr/>
            </p:nvSpPr>
            <p:spPr>
              <a:xfrm>
                <a:off x="7438072" y="2283142"/>
                <a:ext cx="72390" cy="58102"/>
              </a:xfrm>
              <a:custGeom>
                <a:avLst/>
                <a:gdLst>
                  <a:gd name="connsiteX0" fmla="*/ 27622 w 72390"/>
                  <a:gd name="connsiteY0" fmla="*/ 46673 h 58102"/>
                  <a:gd name="connsiteX1" fmla="*/ 51435 w 72390"/>
                  <a:gd name="connsiteY1" fmla="*/ 39053 h 58102"/>
                  <a:gd name="connsiteX2" fmla="*/ 60008 w 72390"/>
                  <a:gd name="connsiteY2" fmla="*/ 21908 h 58102"/>
                  <a:gd name="connsiteX3" fmla="*/ 56197 w 72390"/>
                  <a:gd name="connsiteY3" fmla="*/ 10478 h 58102"/>
                  <a:gd name="connsiteX4" fmla="*/ 43815 w 72390"/>
                  <a:gd name="connsiteY4" fmla="*/ 1905 h 58102"/>
                  <a:gd name="connsiteX5" fmla="*/ 45720 w 72390"/>
                  <a:gd name="connsiteY5" fmla="*/ 0 h 58102"/>
                  <a:gd name="connsiteX6" fmla="*/ 63818 w 72390"/>
                  <a:gd name="connsiteY6" fmla="*/ 9525 h 58102"/>
                  <a:gd name="connsiteX7" fmla="*/ 72390 w 72390"/>
                  <a:gd name="connsiteY7" fmla="*/ 28575 h 58102"/>
                  <a:gd name="connsiteX8" fmla="*/ 62865 w 72390"/>
                  <a:gd name="connsiteY8" fmla="*/ 49530 h 58102"/>
                  <a:gd name="connsiteX9" fmla="*/ 37147 w 72390"/>
                  <a:gd name="connsiteY9" fmla="*/ 58103 h 58102"/>
                  <a:gd name="connsiteX10" fmla="*/ 9525 w 72390"/>
                  <a:gd name="connsiteY10" fmla="*/ 49530 h 58102"/>
                  <a:gd name="connsiteX11" fmla="*/ 0 w 72390"/>
                  <a:gd name="connsiteY11" fmla="*/ 26670 h 58102"/>
                  <a:gd name="connsiteX12" fmla="*/ 7620 w 72390"/>
                  <a:gd name="connsiteY12" fmla="*/ 7620 h 58102"/>
                  <a:gd name="connsiteX13" fmla="*/ 27622 w 72390"/>
                  <a:gd name="connsiteY13" fmla="*/ 0 h 58102"/>
                  <a:gd name="connsiteX14" fmla="*/ 27622 w 72390"/>
                  <a:gd name="connsiteY14" fmla="*/ 46673 h 58102"/>
                  <a:gd name="connsiteX15" fmla="*/ 22860 w 72390"/>
                  <a:gd name="connsiteY15" fmla="*/ 46673 h 58102"/>
                  <a:gd name="connsiteX16" fmla="*/ 22860 w 72390"/>
                  <a:gd name="connsiteY16" fmla="*/ 15240 h 58102"/>
                  <a:gd name="connsiteX17" fmla="*/ 13335 w 72390"/>
                  <a:gd name="connsiteY17" fmla="*/ 17145 h 58102"/>
                  <a:gd name="connsiteX18" fmla="*/ 6668 w 72390"/>
                  <a:gd name="connsiteY18" fmla="*/ 22860 h 58102"/>
                  <a:gd name="connsiteX19" fmla="*/ 4763 w 72390"/>
                  <a:gd name="connsiteY19" fmla="*/ 30480 h 58102"/>
                  <a:gd name="connsiteX20" fmla="*/ 9525 w 72390"/>
                  <a:gd name="connsiteY20" fmla="*/ 41910 h 58102"/>
                  <a:gd name="connsiteX21" fmla="*/ 22860 w 72390"/>
                  <a:gd name="connsiteY21" fmla="*/ 47625 h 5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2390" h="58102">
                    <a:moveTo>
                      <a:pt x="27622" y="46673"/>
                    </a:moveTo>
                    <a:cubicBezTo>
                      <a:pt x="38100" y="46673"/>
                      <a:pt x="45720" y="43815"/>
                      <a:pt x="51435" y="39053"/>
                    </a:cubicBezTo>
                    <a:cubicBezTo>
                      <a:pt x="57150" y="34290"/>
                      <a:pt x="60008" y="28575"/>
                      <a:pt x="60008" y="21908"/>
                    </a:cubicBezTo>
                    <a:cubicBezTo>
                      <a:pt x="60008" y="15240"/>
                      <a:pt x="59055" y="13335"/>
                      <a:pt x="56197" y="10478"/>
                    </a:cubicBezTo>
                    <a:cubicBezTo>
                      <a:pt x="53340" y="7620"/>
                      <a:pt x="49530" y="4763"/>
                      <a:pt x="43815" y="1905"/>
                    </a:cubicBezTo>
                    <a:lnTo>
                      <a:pt x="45720" y="0"/>
                    </a:lnTo>
                    <a:cubicBezTo>
                      <a:pt x="52388" y="953"/>
                      <a:pt x="59055" y="3810"/>
                      <a:pt x="63818" y="9525"/>
                    </a:cubicBezTo>
                    <a:cubicBezTo>
                      <a:pt x="68580" y="15240"/>
                      <a:pt x="72390" y="20955"/>
                      <a:pt x="72390" y="28575"/>
                    </a:cubicBezTo>
                    <a:cubicBezTo>
                      <a:pt x="72390" y="36195"/>
                      <a:pt x="69533" y="43815"/>
                      <a:pt x="62865" y="49530"/>
                    </a:cubicBezTo>
                    <a:cubicBezTo>
                      <a:pt x="56197" y="55245"/>
                      <a:pt x="47625" y="58103"/>
                      <a:pt x="37147" y="58103"/>
                    </a:cubicBezTo>
                    <a:cubicBezTo>
                      <a:pt x="26670" y="58103"/>
                      <a:pt x="16193" y="55245"/>
                      <a:pt x="9525" y="49530"/>
                    </a:cubicBezTo>
                    <a:cubicBezTo>
                      <a:pt x="2858" y="43815"/>
                      <a:pt x="0" y="36195"/>
                      <a:pt x="0" y="26670"/>
                    </a:cubicBezTo>
                    <a:cubicBezTo>
                      <a:pt x="0" y="17145"/>
                      <a:pt x="2858" y="12383"/>
                      <a:pt x="7620" y="7620"/>
                    </a:cubicBezTo>
                    <a:cubicBezTo>
                      <a:pt x="12383" y="2858"/>
                      <a:pt x="19050" y="0"/>
                      <a:pt x="27622" y="0"/>
                    </a:cubicBezTo>
                    <a:lnTo>
                      <a:pt x="27622" y="46673"/>
                    </a:lnTo>
                    <a:close/>
                    <a:moveTo>
                      <a:pt x="22860" y="46673"/>
                    </a:moveTo>
                    <a:lnTo>
                      <a:pt x="22860" y="15240"/>
                    </a:lnTo>
                    <a:cubicBezTo>
                      <a:pt x="18097" y="15240"/>
                      <a:pt x="15240" y="15240"/>
                      <a:pt x="13335" y="17145"/>
                    </a:cubicBezTo>
                    <a:cubicBezTo>
                      <a:pt x="10478" y="18098"/>
                      <a:pt x="8572" y="20003"/>
                      <a:pt x="6668" y="22860"/>
                    </a:cubicBezTo>
                    <a:cubicBezTo>
                      <a:pt x="4763" y="25717"/>
                      <a:pt x="4763" y="27623"/>
                      <a:pt x="4763" y="30480"/>
                    </a:cubicBezTo>
                    <a:cubicBezTo>
                      <a:pt x="4763" y="34290"/>
                      <a:pt x="6668" y="38100"/>
                      <a:pt x="9525" y="41910"/>
                    </a:cubicBezTo>
                    <a:cubicBezTo>
                      <a:pt x="12383" y="45720"/>
                      <a:pt x="17145" y="46673"/>
                      <a:pt x="22860" y="476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C86E64BD-3896-6C50-6E22-9830C09ED459}"/>
                  </a:ext>
                </a:extLst>
              </p:cNvPr>
              <p:cNvSpPr/>
              <p:nvPr/>
            </p:nvSpPr>
            <p:spPr>
              <a:xfrm>
                <a:off x="7438072" y="2225992"/>
                <a:ext cx="71437" cy="47625"/>
              </a:xfrm>
              <a:custGeom>
                <a:avLst/>
                <a:gdLst>
                  <a:gd name="connsiteX0" fmla="*/ 0 w 71437"/>
                  <a:gd name="connsiteY0" fmla="*/ 3810 h 47625"/>
                  <a:gd name="connsiteX1" fmla="*/ 22860 w 71437"/>
                  <a:gd name="connsiteY1" fmla="*/ 3810 h 47625"/>
                  <a:gd name="connsiteX2" fmla="*/ 22860 w 71437"/>
                  <a:gd name="connsiteY2" fmla="*/ 6668 h 47625"/>
                  <a:gd name="connsiteX3" fmla="*/ 7620 w 71437"/>
                  <a:gd name="connsiteY3" fmla="*/ 14288 h 47625"/>
                  <a:gd name="connsiteX4" fmla="*/ 3810 w 71437"/>
                  <a:gd name="connsiteY4" fmla="*/ 25718 h 47625"/>
                  <a:gd name="connsiteX5" fmla="*/ 6668 w 71437"/>
                  <a:gd name="connsiteY5" fmla="*/ 34290 h 47625"/>
                  <a:gd name="connsiteX6" fmla="*/ 12383 w 71437"/>
                  <a:gd name="connsiteY6" fmla="*/ 37148 h 47625"/>
                  <a:gd name="connsiteX7" fmla="*/ 19050 w 71437"/>
                  <a:gd name="connsiteY7" fmla="*/ 35243 h 47625"/>
                  <a:gd name="connsiteX8" fmla="*/ 25718 w 71437"/>
                  <a:gd name="connsiteY8" fmla="*/ 25718 h 47625"/>
                  <a:gd name="connsiteX9" fmla="*/ 31433 w 71437"/>
                  <a:gd name="connsiteY9" fmla="*/ 15240 h 47625"/>
                  <a:gd name="connsiteX10" fmla="*/ 50483 w 71437"/>
                  <a:gd name="connsiteY10" fmla="*/ 0 h 47625"/>
                  <a:gd name="connsiteX11" fmla="*/ 65722 w 71437"/>
                  <a:gd name="connsiteY11" fmla="*/ 6668 h 47625"/>
                  <a:gd name="connsiteX12" fmla="*/ 71438 w 71437"/>
                  <a:gd name="connsiteY12" fmla="*/ 22860 h 47625"/>
                  <a:gd name="connsiteX13" fmla="*/ 69533 w 71437"/>
                  <a:gd name="connsiteY13" fmla="*/ 37148 h 47625"/>
                  <a:gd name="connsiteX14" fmla="*/ 69533 w 71437"/>
                  <a:gd name="connsiteY14" fmla="*/ 40958 h 47625"/>
                  <a:gd name="connsiteX15" fmla="*/ 71438 w 71437"/>
                  <a:gd name="connsiteY15" fmla="*/ 43815 h 47625"/>
                  <a:gd name="connsiteX16" fmla="*/ 71438 w 71437"/>
                  <a:gd name="connsiteY16" fmla="*/ 46673 h 47625"/>
                  <a:gd name="connsiteX17" fmla="*/ 46672 w 71437"/>
                  <a:gd name="connsiteY17" fmla="*/ 46673 h 47625"/>
                  <a:gd name="connsiteX18" fmla="*/ 46672 w 71437"/>
                  <a:gd name="connsiteY18" fmla="*/ 43815 h 47625"/>
                  <a:gd name="connsiteX19" fmla="*/ 61913 w 71437"/>
                  <a:gd name="connsiteY19" fmla="*/ 36195 h 47625"/>
                  <a:gd name="connsiteX20" fmla="*/ 67628 w 71437"/>
                  <a:gd name="connsiteY20" fmla="*/ 22860 h 47625"/>
                  <a:gd name="connsiteX21" fmla="*/ 64770 w 71437"/>
                  <a:gd name="connsiteY21" fmla="*/ 14288 h 47625"/>
                  <a:gd name="connsiteX22" fmla="*/ 57150 w 71437"/>
                  <a:gd name="connsiteY22" fmla="*/ 11430 h 47625"/>
                  <a:gd name="connsiteX23" fmla="*/ 48578 w 71437"/>
                  <a:gd name="connsiteY23" fmla="*/ 15240 h 47625"/>
                  <a:gd name="connsiteX24" fmla="*/ 40005 w 71437"/>
                  <a:gd name="connsiteY24" fmla="*/ 29528 h 47625"/>
                  <a:gd name="connsiteX25" fmla="*/ 30480 w 71437"/>
                  <a:gd name="connsiteY25" fmla="*/ 43815 h 47625"/>
                  <a:gd name="connsiteX26" fmla="*/ 20003 w 71437"/>
                  <a:gd name="connsiteY26" fmla="*/ 47625 h 47625"/>
                  <a:gd name="connsiteX27" fmla="*/ 5715 w 71437"/>
                  <a:gd name="connsiteY27" fmla="*/ 41910 h 47625"/>
                  <a:gd name="connsiteX28" fmla="*/ 0 w 71437"/>
                  <a:gd name="connsiteY28" fmla="*/ 26670 h 47625"/>
                  <a:gd name="connsiteX29" fmla="*/ 1905 w 71437"/>
                  <a:gd name="connsiteY29" fmla="*/ 17145 h 47625"/>
                  <a:gd name="connsiteX30" fmla="*/ 2858 w 71437"/>
                  <a:gd name="connsiteY30" fmla="*/ 12383 h 47625"/>
                  <a:gd name="connsiteX31" fmla="*/ 2858 w 71437"/>
                  <a:gd name="connsiteY31" fmla="*/ 10478 h 47625"/>
                  <a:gd name="connsiteX32" fmla="*/ 953 w 71437"/>
                  <a:gd name="connsiteY32" fmla="*/ 8573 h 47625"/>
                  <a:gd name="connsiteX33" fmla="*/ 953 w 71437"/>
                  <a:gd name="connsiteY33" fmla="*/ 571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1437" h="47625">
                    <a:moveTo>
                      <a:pt x="0" y="3810"/>
                    </a:moveTo>
                    <a:lnTo>
                      <a:pt x="22860" y="3810"/>
                    </a:lnTo>
                    <a:lnTo>
                      <a:pt x="22860" y="6668"/>
                    </a:lnTo>
                    <a:cubicBezTo>
                      <a:pt x="15240" y="8573"/>
                      <a:pt x="10478" y="11430"/>
                      <a:pt x="7620" y="14288"/>
                    </a:cubicBezTo>
                    <a:cubicBezTo>
                      <a:pt x="4763" y="17145"/>
                      <a:pt x="3810" y="20955"/>
                      <a:pt x="3810" y="25718"/>
                    </a:cubicBezTo>
                    <a:cubicBezTo>
                      <a:pt x="3810" y="30480"/>
                      <a:pt x="3810" y="32385"/>
                      <a:pt x="6668" y="34290"/>
                    </a:cubicBezTo>
                    <a:cubicBezTo>
                      <a:pt x="9525" y="36195"/>
                      <a:pt x="10478" y="37148"/>
                      <a:pt x="12383" y="37148"/>
                    </a:cubicBezTo>
                    <a:cubicBezTo>
                      <a:pt x="14288" y="37148"/>
                      <a:pt x="17145" y="37148"/>
                      <a:pt x="19050" y="35243"/>
                    </a:cubicBezTo>
                    <a:cubicBezTo>
                      <a:pt x="20955" y="33338"/>
                      <a:pt x="22860" y="30480"/>
                      <a:pt x="25718" y="25718"/>
                    </a:cubicBezTo>
                    <a:lnTo>
                      <a:pt x="31433" y="15240"/>
                    </a:lnTo>
                    <a:cubicBezTo>
                      <a:pt x="36195" y="4763"/>
                      <a:pt x="42863" y="0"/>
                      <a:pt x="50483" y="0"/>
                    </a:cubicBezTo>
                    <a:cubicBezTo>
                      <a:pt x="58103" y="0"/>
                      <a:pt x="61913" y="1905"/>
                      <a:pt x="65722" y="6668"/>
                    </a:cubicBezTo>
                    <a:cubicBezTo>
                      <a:pt x="69533" y="11430"/>
                      <a:pt x="71438" y="16193"/>
                      <a:pt x="71438" y="22860"/>
                    </a:cubicBezTo>
                    <a:cubicBezTo>
                      <a:pt x="71438" y="29528"/>
                      <a:pt x="71438" y="31433"/>
                      <a:pt x="69533" y="37148"/>
                    </a:cubicBezTo>
                    <a:cubicBezTo>
                      <a:pt x="69533" y="39053"/>
                      <a:pt x="69533" y="40005"/>
                      <a:pt x="69533" y="40958"/>
                    </a:cubicBezTo>
                    <a:cubicBezTo>
                      <a:pt x="69533" y="41910"/>
                      <a:pt x="69533" y="42863"/>
                      <a:pt x="71438" y="43815"/>
                    </a:cubicBezTo>
                    <a:lnTo>
                      <a:pt x="71438" y="46673"/>
                    </a:lnTo>
                    <a:lnTo>
                      <a:pt x="46672" y="46673"/>
                    </a:lnTo>
                    <a:lnTo>
                      <a:pt x="46672" y="43815"/>
                    </a:lnTo>
                    <a:cubicBezTo>
                      <a:pt x="53340" y="42863"/>
                      <a:pt x="59055" y="40005"/>
                      <a:pt x="61913" y="36195"/>
                    </a:cubicBezTo>
                    <a:cubicBezTo>
                      <a:pt x="64770" y="32385"/>
                      <a:pt x="67628" y="27623"/>
                      <a:pt x="67628" y="22860"/>
                    </a:cubicBezTo>
                    <a:cubicBezTo>
                      <a:pt x="67628" y="18098"/>
                      <a:pt x="66675" y="16193"/>
                      <a:pt x="64770" y="14288"/>
                    </a:cubicBezTo>
                    <a:cubicBezTo>
                      <a:pt x="62865" y="12383"/>
                      <a:pt x="60008" y="11430"/>
                      <a:pt x="57150" y="11430"/>
                    </a:cubicBezTo>
                    <a:cubicBezTo>
                      <a:pt x="54293" y="11430"/>
                      <a:pt x="50483" y="12383"/>
                      <a:pt x="48578" y="15240"/>
                    </a:cubicBezTo>
                    <a:cubicBezTo>
                      <a:pt x="46672" y="18098"/>
                      <a:pt x="42863" y="22860"/>
                      <a:pt x="40005" y="29528"/>
                    </a:cubicBezTo>
                    <a:cubicBezTo>
                      <a:pt x="37147" y="36195"/>
                      <a:pt x="33338" y="40958"/>
                      <a:pt x="30480" y="43815"/>
                    </a:cubicBezTo>
                    <a:cubicBezTo>
                      <a:pt x="27622" y="45720"/>
                      <a:pt x="23813" y="47625"/>
                      <a:pt x="20003" y="47625"/>
                    </a:cubicBezTo>
                    <a:cubicBezTo>
                      <a:pt x="16193" y="47625"/>
                      <a:pt x="9525" y="45720"/>
                      <a:pt x="5715" y="41910"/>
                    </a:cubicBezTo>
                    <a:cubicBezTo>
                      <a:pt x="1905" y="38100"/>
                      <a:pt x="0" y="33338"/>
                      <a:pt x="0" y="26670"/>
                    </a:cubicBezTo>
                    <a:cubicBezTo>
                      <a:pt x="0" y="20003"/>
                      <a:pt x="0" y="20955"/>
                      <a:pt x="1905" y="17145"/>
                    </a:cubicBezTo>
                    <a:cubicBezTo>
                      <a:pt x="1905" y="14288"/>
                      <a:pt x="2858" y="13335"/>
                      <a:pt x="2858" y="12383"/>
                    </a:cubicBezTo>
                    <a:cubicBezTo>
                      <a:pt x="2858" y="11430"/>
                      <a:pt x="2858" y="11430"/>
                      <a:pt x="2858" y="10478"/>
                    </a:cubicBezTo>
                    <a:cubicBezTo>
                      <a:pt x="2858" y="9525"/>
                      <a:pt x="1905" y="9525"/>
                      <a:pt x="953" y="8573"/>
                    </a:cubicBezTo>
                    <a:lnTo>
                      <a:pt x="953" y="571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0" name="Graphic 4">
              <a:extLst>
                <a:ext uri="{FF2B5EF4-FFF2-40B4-BE49-F238E27FC236}">
                  <a16:creationId xmlns:a16="http://schemas.microsoft.com/office/drawing/2014/main" id="{BCDC9D20-CF3D-BA12-13D2-9492050B2507}"/>
                </a:ext>
              </a:extLst>
            </p:cNvPr>
            <p:cNvGrpSpPr/>
            <p:nvPr/>
          </p:nvGrpSpPr>
          <p:grpSpPr>
            <a:xfrm>
              <a:off x="8362950" y="2566987"/>
              <a:ext cx="107632" cy="1303019"/>
              <a:chOff x="8362950" y="2566987"/>
              <a:chExt cx="107632" cy="1303019"/>
            </a:xfrm>
            <a:solidFill>
              <a:srgbClr val="000000"/>
            </a:solidFill>
          </p:grpSpPr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31B06408-3EAB-522B-6584-D24896D9F2DC}"/>
                  </a:ext>
                </a:extLst>
              </p:cNvPr>
              <p:cNvSpPr/>
              <p:nvPr/>
            </p:nvSpPr>
            <p:spPr>
              <a:xfrm>
                <a:off x="8369617" y="3771900"/>
                <a:ext cx="99059" cy="98107"/>
              </a:xfrm>
              <a:custGeom>
                <a:avLst/>
                <a:gdLst>
                  <a:gd name="connsiteX0" fmla="*/ 98107 w 99059"/>
                  <a:gd name="connsiteY0" fmla="*/ 953 h 98107"/>
                  <a:gd name="connsiteX1" fmla="*/ 98107 w 99059"/>
                  <a:gd name="connsiteY1" fmla="*/ 27622 h 98107"/>
                  <a:gd name="connsiteX2" fmla="*/ 52388 w 99059"/>
                  <a:gd name="connsiteY2" fmla="*/ 60960 h 98107"/>
                  <a:gd name="connsiteX3" fmla="*/ 52388 w 99059"/>
                  <a:gd name="connsiteY3" fmla="*/ 66675 h 98107"/>
                  <a:gd name="connsiteX4" fmla="*/ 52388 w 99059"/>
                  <a:gd name="connsiteY4" fmla="*/ 68580 h 98107"/>
                  <a:gd name="connsiteX5" fmla="*/ 52388 w 99059"/>
                  <a:gd name="connsiteY5" fmla="*/ 70485 h 98107"/>
                  <a:gd name="connsiteX6" fmla="*/ 80963 w 99059"/>
                  <a:gd name="connsiteY6" fmla="*/ 70485 h 98107"/>
                  <a:gd name="connsiteX7" fmla="*/ 92393 w 99059"/>
                  <a:gd name="connsiteY7" fmla="*/ 68580 h 98107"/>
                  <a:gd name="connsiteX8" fmla="*/ 95250 w 99059"/>
                  <a:gd name="connsiteY8" fmla="*/ 60007 h 98107"/>
                  <a:gd name="connsiteX9" fmla="*/ 95250 w 99059"/>
                  <a:gd name="connsiteY9" fmla="*/ 56197 h 98107"/>
                  <a:gd name="connsiteX10" fmla="*/ 98107 w 99059"/>
                  <a:gd name="connsiteY10" fmla="*/ 56197 h 98107"/>
                  <a:gd name="connsiteX11" fmla="*/ 98107 w 99059"/>
                  <a:gd name="connsiteY11" fmla="*/ 98107 h 98107"/>
                  <a:gd name="connsiteX12" fmla="*/ 95250 w 99059"/>
                  <a:gd name="connsiteY12" fmla="*/ 98107 h 98107"/>
                  <a:gd name="connsiteX13" fmla="*/ 95250 w 99059"/>
                  <a:gd name="connsiteY13" fmla="*/ 94297 h 98107"/>
                  <a:gd name="connsiteX14" fmla="*/ 91440 w 99059"/>
                  <a:gd name="connsiteY14" fmla="*/ 85725 h 98107"/>
                  <a:gd name="connsiteX15" fmla="*/ 80963 w 99059"/>
                  <a:gd name="connsiteY15" fmla="*/ 83820 h 98107"/>
                  <a:gd name="connsiteX16" fmla="*/ 17145 w 99059"/>
                  <a:gd name="connsiteY16" fmla="*/ 83820 h 98107"/>
                  <a:gd name="connsiteX17" fmla="*/ 5715 w 99059"/>
                  <a:gd name="connsiteY17" fmla="*/ 85725 h 98107"/>
                  <a:gd name="connsiteX18" fmla="*/ 2857 w 99059"/>
                  <a:gd name="connsiteY18" fmla="*/ 94297 h 98107"/>
                  <a:gd name="connsiteX19" fmla="*/ 2857 w 99059"/>
                  <a:gd name="connsiteY19" fmla="*/ 98107 h 98107"/>
                  <a:gd name="connsiteX20" fmla="*/ 0 w 99059"/>
                  <a:gd name="connsiteY20" fmla="*/ 98107 h 98107"/>
                  <a:gd name="connsiteX21" fmla="*/ 0 w 99059"/>
                  <a:gd name="connsiteY21" fmla="*/ 61913 h 98107"/>
                  <a:gd name="connsiteX22" fmla="*/ 1905 w 99059"/>
                  <a:gd name="connsiteY22" fmla="*/ 39053 h 98107"/>
                  <a:gd name="connsiteX23" fmla="*/ 10477 w 99059"/>
                  <a:gd name="connsiteY23" fmla="*/ 26670 h 98107"/>
                  <a:gd name="connsiteX24" fmla="*/ 24765 w 99059"/>
                  <a:gd name="connsiteY24" fmla="*/ 21907 h 98107"/>
                  <a:gd name="connsiteX25" fmla="*/ 40957 w 99059"/>
                  <a:gd name="connsiteY25" fmla="*/ 27622 h 98107"/>
                  <a:gd name="connsiteX26" fmla="*/ 50482 w 99059"/>
                  <a:gd name="connsiteY26" fmla="*/ 45720 h 98107"/>
                  <a:gd name="connsiteX27" fmla="*/ 79057 w 99059"/>
                  <a:gd name="connsiteY27" fmla="*/ 25718 h 98107"/>
                  <a:gd name="connsiteX28" fmla="*/ 92393 w 99059"/>
                  <a:gd name="connsiteY28" fmla="*/ 13335 h 98107"/>
                  <a:gd name="connsiteX29" fmla="*/ 96202 w 99059"/>
                  <a:gd name="connsiteY29" fmla="*/ 0 h 98107"/>
                  <a:gd name="connsiteX30" fmla="*/ 99060 w 99059"/>
                  <a:gd name="connsiteY30" fmla="*/ 0 h 98107"/>
                  <a:gd name="connsiteX31" fmla="*/ 47625 w 99059"/>
                  <a:gd name="connsiteY31" fmla="*/ 71438 h 98107"/>
                  <a:gd name="connsiteX32" fmla="*/ 47625 w 99059"/>
                  <a:gd name="connsiteY32" fmla="*/ 68580 h 98107"/>
                  <a:gd name="connsiteX33" fmla="*/ 47625 w 99059"/>
                  <a:gd name="connsiteY33" fmla="*/ 66675 h 98107"/>
                  <a:gd name="connsiteX34" fmla="*/ 41910 w 99059"/>
                  <a:gd name="connsiteY34" fmla="*/ 45720 h 98107"/>
                  <a:gd name="connsiteX35" fmla="*/ 26670 w 99059"/>
                  <a:gd name="connsiteY35" fmla="*/ 38100 h 98107"/>
                  <a:gd name="connsiteX36" fmla="*/ 11430 w 99059"/>
                  <a:gd name="connsiteY36" fmla="*/ 43815 h 98107"/>
                  <a:gd name="connsiteX37" fmla="*/ 5715 w 99059"/>
                  <a:gd name="connsiteY37" fmla="*/ 59055 h 98107"/>
                  <a:gd name="connsiteX38" fmla="*/ 6668 w 99059"/>
                  <a:gd name="connsiteY38" fmla="*/ 70485 h 98107"/>
                  <a:gd name="connsiteX39" fmla="*/ 47625 w 99059"/>
                  <a:gd name="connsiteY39" fmla="*/ 70485 h 9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99059" h="98107">
                    <a:moveTo>
                      <a:pt x="98107" y="953"/>
                    </a:moveTo>
                    <a:lnTo>
                      <a:pt x="98107" y="27622"/>
                    </a:lnTo>
                    <a:lnTo>
                      <a:pt x="52388" y="60960"/>
                    </a:lnTo>
                    <a:cubicBezTo>
                      <a:pt x="52388" y="63818"/>
                      <a:pt x="52388" y="65722"/>
                      <a:pt x="52388" y="66675"/>
                    </a:cubicBezTo>
                    <a:cubicBezTo>
                      <a:pt x="52388" y="67628"/>
                      <a:pt x="52388" y="67628"/>
                      <a:pt x="52388" y="68580"/>
                    </a:cubicBezTo>
                    <a:cubicBezTo>
                      <a:pt x="52388" y="69532"/>
                      <a:pt x="52388" y="70485"/>
                      <a:pt x="52388" y="70485"/>
                    </a:cubicBezTo>
                    <a:lnTo>
                      <a:pt x="80963" y="70485"/>
                    </a:lnTo>
                    <a:cubicBezTo>
                      <a:pt x="87630" y="70485"/>
                      <a:pt x="91440" y="70485"/>
                      <a:pt x="92393" y="68580"/>
                    </a:cubicBezTo>
                    <a:cubicBezTo>
                      <a:pt x="94297" y="66675"/>
                      <a:pt x="95250" y="63818"/>
                      <a:pt x="95250" y="60007"/>
                    </a:cubicBezTo>
                    <a:lnTo>
                      <a:pt x="95250" y="56197"/>
                    </a:lnTo>
                    <a:lnTo>
                      <a:pt x="98107" y="56197"/>
                    </a:lnTo>
                    <a:lnTo>
                      <a:pt x="98107" y="98107"/>
                    </a:lnTo>
                    <a:lnTo>
                      <a:pt x="95250" y="98107"/>
                    </a:lnTo>
                    <a:lnTo>
                      <a:pt x="95250" y="94297"/>
                    </a:lnTo>
                    <a:cubicBezTo>
                      <a:pt x="95250" y="90488"/>
                      <a:pt x="94297" y="86678"/>
                      <a:pt x="91440" y="85725"/>
                    </a:cubicBezTo>
                    <a:cubicBezTo>
                      <a:pt x="89535" y="84772"/>
                      <a:pt x="86677" y="83820"/>
                      <a:pt x="80963" y="83820"/>
                    </a:cubicBezTo>
                    <a:lnTo>
                      <a:pt x="17145" y="83820"/>
                    </a:lnTo>
                    <a:cubicBezTo>
                      <a:pt x="10477" y="83820"/>
                      <a:pt x="6668" y="83820"/>
                      <a:pt x="5715" y="85725"/>
                    </a:cubicBezTo>
                    <a:cubicBezTo>
                      <a:pt x="3810" y="87630"/>
                      <a:pt x="2857" y="90488"/>
                      <a:pt x="2857" y="94297"/>
                    </a:cubicBezTo>
                    <a:lnTo>
                      <a:pt x="2857" y="98107"/>
                    </a:lnTo>
                    <a:lnTo>
                      <a:pt x="0" y="98107"/>
                    </a:lnTo>
                    <a:lnTo>
                      <a:pt x="0" y="61913"/>
                    </a:lnTo>
                    <a:cubicBezTo>
                      <a:pt x="0" y="51435"/>
                      <a:pt x="0" y="43815"/>
                      <a:pt x="1905" y="39053"/>
                    </a:cubicBezTo>
                    <a:cubicBezTo>
                      <a:pt x="3810" y="34290"/>
                      <a:pt x="6668" y="29528"/>
                      <a:pt x="10477" y="26670"/>
                    </a:cubicBezTo>
                    <a:cubicBezTo>
                      <a:pt x="14288" y="23813"/>
                      <a:pt x="19050" y="21907"/>
                      <a:pt x="24765" y="21907"/>
                    </a:cubicBezTo>
                    <a:cubicBezTo>
                      <a:pt x="30480" y="21907"/>
                      <a:pt x="36195" y="23813"/>
                      <a:pt x="40957" y="27622"/>
                    </a:cubicBezTo>
                    <a:cubicBezTo>
                      <a:pt x="45720" y="31432"/>
                      <a:pt x="48577" y="38100"/>
                      <a:pt x="50482" y="45720"/>
                    </a:cubicBezTo>
                    <a:lnTo>
                      <a:pt x="79057" y="25718"/>
                    </a:lnTo>
                    <a:cubicBezTo>
                      <a:pt x="85725" y="20955"/>
                      <a:pt x="89535" y="17145"/>
                      <a:pt x="92393" y="13335"/>
                    </a:cubicBezTo>
                    <a:cubicBezTo>
                      <a:pt x="95250" y="9525"/>
                      <a:pt x="96202" y="5715"/>
                      <a:pt x="96202" y="0"/>
                    </a:cubicBezTo>
                    <a:lnTo>
                      <a:pt x="99060" y="0"/>
                    </a:lnTo>
                    <a:close/>
                    <a:moveTo>
                      <a:pt x="47625" y="71438"/>
                    </a:moveTo>
                    <a:cubicBezTo>
                      <a:pt x="47625" y="71438"/>
                      <a:pt x="47625" y="69532"/>
                      <a:pt x="47625" y="68580"/>
                    </a:cubicBezTo>
                    <a:cubicBezTo>
                      <a:pt x="47625" y="67628"/>
                      <a:pt x="47625" y="67628"/>
                      <a:pt x="47625" y="66675"/>
                    </a:cubicBezTo>
                    <a:cubicBezTo>
                      <a:pt x="47625" y="57150"/>
                      <a:pt x="45720" y="50482"/>
                      <a:pt x="41910" y="45720"/>
                    </a:cubicBezTo>
                    <a:cubicBezTo>
                      <a:pt x="38100" y="40957"/>
                      <a:pt x="32385" y="38100"/>
                      <a:pt x="26670" y="38100"/>
                    </a:cubicBezTo>
                    <a:cubicBezTo>
                      <a:pt x="20955" y="38100"/>
                      <a:pt x="15240" y="40005"/>
                      <a:pt x="11430" y="43815"/>
                    </a:cubicBezTo>
                    <a:cubicBezTo>
                      <a:pt x="7620" y="47625"/>
                      <a:pt x="5715" y="52388"/>
                      <a:pt x="5715" y="59055"/>
                    </a:cubicBezTo>
                    <a:cubicBezTo>
                      <a:pt x="5715" y="65722"/>
                      <a:pt x="5715" y="65722"/>
                      <a:pt x="6668" y="70485"/>
                    </a:cubicBezTo>
                    <a:lnTo>
                      <a:pt x="47625" y="7048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F922E018-5243-75DB-009C-2A14FB055A9F}"/>
                  </a:ext>
                </a:extLst>
              </p:cNvPr>
              <p:cNvSpPr/>
              <p:nvPr/>
            </p:nvSpPr>
            <p:spPr>
              <a:xfrm>
                <a:off x="8399144" y="3711892"/>
                <a:ext cx="70485" cy="58102"/>
              </a:xfrm>
              <a:custGeom>
                <a:avLst/>
                <a:gdLst>
                  <a:gd name="connsiteX0" fmla="*/ 59055 w 70485"/>
                  <a:gd name="connsiteY0" fmla="*/ 20002 h 58102"/>
                  <a:gd name="connsiteX1" fmla="*/ 68580 w 70485"/>
                  <a:gd name="connsiteY1" fmla="*/ 33338 h 58102"/>
                  <a:gd name="connsiteX2" fmla="*/ 70485 w 70485"/>
                  <a:gd name="connsiteY2" fmla="*/ 41910 h 58102"/>
                  <a:gd name="connsiteX3" fmla="*/ 65723 w 70485"/>
                  <a:gd name="connsiteY3" fmla="*/ 53340 h 58102"/>
                  <a:gd name="connsiteX4" fmla="*/ 53340 w 70485"/>
                  <a:gd name="connsiteY4" fmla="*/ 58102 h 58102"/>
                  <a:gd name="connsiteX5" fmla="*/ 44768 w 70485"/>
                  <a:gd name="connsiteY5" fmla="*/ 56197 h 58102"/>
                  <a:gd name="connsiteX6" fmla="*/ 35243 w 70485"/>
                  <a:gd name="connsiteY6" fmla="*/ 45720 h 58102"/>
                  <a:gd name="connsiteX7" fmla="*/ 24765 w 70485"/>
                  <a:gd name="connsiteY7" fmla="*/ 20955 h 58102"/>
                  <a:gd name="connsiteX8" fmla="*/ 21907 w 70485"/>
                  <a:gd name="connsiteY8" fmla="*/ 20955 h 58102"/>
                  <a:gd name="connsiteX9" fmla="*/ 8573 w 70485"/>
                  <a:gd name="connsiteY9" fmla="*/ 23813 h 58102"/>
                  <a:gd name="connsiteX10" fmla="*/ 4763 w 70485"/>
                  <a:gd name="connsiteY10" fmla="*/ 33338 h 58102"/>
                  <a:gd name="connsiteX11" fmla="*/ 7620 w 70485"/>
                  <a:gd name="connsiteY11" fmla="*/ 40957 h 58102"/>
                  <a:gd name="connsiteX12" fmla="*/ 13335 w 70485"/>
                  <a:gd name="connsiteY12" fmla="*/ 43815 h 58102"/>
                  <a:gd name="connsiteX13" fmla="*/ 17145 w 70485"/>
                  <a:gd name="connsiteY13" fmla="*/ 43815 h 58102"/>
                  <a:gd name="connsiteX14" fmla="*/ 21907 w 70485"/>
                  <a:gd name="connsiteY14" fmla="*/ 45720 h 58102"/>
                  <a:gd name="connsiteX15" fmla="*/ 23813 w 70485"/>
                  <a:gd name="connsiteY15" fmla="*/ 50482 h 58102"/>
                  <a:gd name="connsiteX16" fmla="*/ 21907 w 70485"/>
                  <a:gd name="connsiteY16" fmla="*/ 55245 h 58102"/>
                  <a:gd name="connsiteX17" fmla="*/ 17145 w 70485"/>
                  <a:gd name="connsiteY17" fmla="*/ 57150 h 58102"/>
                  <a:gd name="connsiteX18" fmla="*/ 5715 w 70485"/>
                  <a:gd name="connsiteY18" fmla="*/ 50482 h 58102"/>
                  <a:gd name="connsiteX19" fmla="*/ 0 w 70485"/>
                  <a:gd name="connsiteY19" fmla="*/ 32385 h 58102"/>
                  <a:gd name="connsiteX20" fmla="*/ 2857 w 70485"/>
                  <a:gd name="connsiteY20" fmla="*/ 18097 h 58102"/>
                  <a:gd name="connsiteX21" fmla="*/ 9525 w 70485"/>
                  <a:gd name="connsiteY21" fmla="*/ 11430 h 58102"/>
                  <a:gd name="connsiteX22" fmla="*/ 21907 w 70485"/>
                  <a:gd name="connsiteY22" fmla="*/ 10477 h 58102"/>
                  <a:gd name="connsiteX23" fmla="*/ 44768 w 70485"/>
                  <a:gd name="connsiteY23" fmla="*/ 10477 h 58102"/>
                  <a:gd name="connsiteX24" fmla="*/ 56198 w 70485"/>
                  <a:gd name="connsiteY24" fmla="*/ 10477 h 58102"/>
                  <a:gd name="connsiteX25" fmla="*/ 59055 w 70485"/>
                  <a:gd name="connsiteY25" fmla="*/ 9525 h 58102"/>
                  <a:gd name="connsiteX26" fmla="*/ 59055 w 70485"/>
                  <a:gd name="connsiteY26" fmla="*/ 7620 h 58102"/>
                  <a:gd name="connsiteX27" fmla="*/ 59055 w 70485"/>
                  <a:gd name="connsiteY27" fmla="*/ 5715 h 58102"/>
                  <a:gd name="connsiteX28" fmla="*/ 53340 w 70485"/>
                  <a:gd name="connsiteY28" fmla="*/ 0 h 58102"/>
                  <a:gd name="connsiteX29" fmla="*/ 57150 w 70485"/>
                  <a:gd name="connsiteY29" fmla="*/ 0 h 58102"/>
                  <a:gd name="connsiteX30" fmla="*/ 67628 w 70485"/>
                  <a:gd name="connsiteY30" fmla="*/ 15240 h 58102"/>
                  <a:gd name="connsiteX31" fmla="*/ 64770 w 70485"/>
                  <a:gd name="connsiteY31" fmla="*/ 20955 h 58102"/>
                  <a:gd name="connsiteX32" fmla="*/ 56198 w 70485"/>
                  <a:gd name="connsiteY32" fmla="*/ 22860 h 58102"/>
                  <a:gd name="connsiteX33" fmla="*/ 54293 w 70485"/>
                  <a:gd name="connsiteY33" fmla="*/ 20002 h 58102"/>
                  <a:gd name="connsiteX34" fmla="*/ 28575 w 70485"/>
                  <a:gd name="connsiteY34" fmla="*/ 20002 h 58102"/>
                  <a:gd name="connsiteX35" fmla="*/ 34290 w 70485"/>
                  <a:gd name="connsiteY35" fmla="*/ 34290 h 58102"/>
                  <a:gd name="connsiteX36" fmla="*/ 40957 w 70485"/>
                  <a:gd name="connsiteY36" fmla="*/ 42863 h 58102"/>
                  <a:gd name="connsiteX37" fmla="*/ 48578 w 70485"/>
                  <a:gd name="connsiteY37" fmla="*/ 45720 h 58102"/>
                  <a:gd name="connsiteX38" fmla="*/ 57150 w 70485"/>
                  <a:gd name="connsiteY38" fmla="*/ 42863 h 58102"/>
                  <a:gd name="connsiteX39" fmla="*/ 60960 w 70485"/>
                  <a:gd name="connsiteY39" fmla="*/ 35242 h 58102"/>
                  <a:gd name="connsiteX40" fmla="*/ 53340 w 70485"/>
                  <a:gd name="connsiteY40" fmla="*/ 20955 h 5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0485" h="58102">
                    <a:moveTo>
                      <a:pt x="59055" y="20002"/>
                    </a:moveTo>
                    <a:cubicBezTo>
                      <a:pt x="64770" y="26670"/>
                      <a:pt x="67628" y="31432"/>
                      <a:pt x="68580" y="33338"/>
                    </a:cubicBezTo>
                    <a:cubicBezTo>
                      <a:pt x="69532" y="36195"/>
                      <a:pt x="70485" y="39052"/>
                      <a:pt x="70485" y="41910"/>
                    </a:cubicBezTo>
                    <a:cubicBezTo>
                      <a:pt x="70485" y="46672"/>
                      <a:pt x="68580" y="50482"/>
                      <a:pt x="65723" y="53340"/>
                    </a:cubicBezTo>
                    <a:cubicBezTo>
                      <a:pt x="62865" y="56197"/>
                      <a:pt x="58103" y="58102"/>
                      <a:pt x="53340" y="58102"/>
                    </a:cubicBezTo>
                    <a:cubicBezTo>
                      <a:pt x="48578" y="58102"/>
                      <a:pt x="47625" y="58102"/>
                      <a:pt x="44768" y="56197"/>
                    </a:cubicBezTo>
                    <a:cubicBezTo>
                      <a:pt x="41910" y="54292"/>
                      <a:pt x="38100" y="50482"/>
                      <a:pt x="35243" y="45720"/>
                    </a:cubicBezTo>
                    <a:cubicBezTo>
                      <a:pt x="32385" y="40957"/>
                      <a:pt x="28575" y="32385"/>
                      <a:pt x="24765" y="20955"/>
                    </a:cubicBezTo>
                    <a:lnTo>
                      <a:pt x="21907" y="20955"/>
                    </a:lnTo>
                    <a:cubicBezTo>
                      <a:pt x="15240" y="20955"/>
                      <a:pt x="10478" y="21907"/>
                      <a:pt x="8573" y="23813"/>
                    </a:cubicBezTo>
                    <a:cubicBezTo>
                      <a:pt x="6668" y="25717"/>
                      <a:pt x="4763" y="28575"/>
                      <a:pt x="4763" y="33338"/>
                    </a:cubicBezTo>
                    <a:cubicBezTo>
                      <a:pt x="4763" y="38100"/>
                      <a:pt x="4763" y="39052"/>
                      <a:pt x="7620" y="40957"/>
                    </a:cubicBezTo>
                    <a:cubicBezTo>
                      <a:pt x="9525" y="42863"/>
                      <a:pt x="11430" y="43815"/>
                      <a:pt x="13335" y="43815"/>
                    </a:cubicBezTo>
                    <a:lnTo>
                      <a:pt x="17145" y="43815"/>
                    </a:lnTo>
                    <a:cubicBezTo>
                      <a:pt x="19050" y="43815"/>
                      <a:pt x="20955" y="43815"/>
                      <a:pt x="21907" y="45720"/>
                    </a:cubicBezTo>
                    <a:cubicBezTo>
                      <a:pt x="22860" y="47625"/>
                      <a:pt x="23813" y="48577"/>
                      <a:pt x="23813" y="50482"/>
                    </a:cubicBezTo>
                    <a:cubicBezTo>
                      <a:pt x="23813" y="52388"/>
                      <a:pt x="23813" y="53340"/>
                      <a:pt x="21907" y="55245"/>
                    </a:cubicBezTo>
                    <a:cubicBezTo>
                      <a:pt x="20003" y="57150"/>
                      <a:pt x="19050" y="57150"/>
                      <a:pt x="17145" y="57150"/>
                    </a:cubicBezTo>
                    <a:cubicBezTo>
                      <a:pt x="13335" y="57150"/>
                      <a:pt x="9525" y="55245"/>
                      <a:pt x="5715" y="50482"/>
                    </a:cubicBezTo>
                    <a:cubicBezTo>
                      <a:pt x="1905" y="45720"/>
                      <a:pt x="0" y="40005"/>
                      <a:pt x="0" y="32385"/>
                    </a:cubicBezTo>
                    <a:cubicBezTo>
                      <a:pt x="0" y="24765"/>
                      <a:pt x="953" y="21907"/>
                      <a:pt x="2857" y="18097"/>
                    </a:cubicBezTo>
                    <a:cubicBezTo>
                      <a:pt x="4763" y="15240"/>
                      <a:pt x="6668" y="13335"/>
                      <a:pt x="9525" y="11430"/>
                    </a:cubicBezTo>
                    <a:cubicBezTo>
                      <a:pt x="11430" y="11430"/>
                      <a:pt x="16193" y="10477"/>
                      <a:pt x="21907" y="10477"/>
                    </a:cubicBezTo>
                    <a:lnTo>
                      <a:pt x="44768" y="10477"/>
                    </a:lnTo>
                    <a:cubicBezTo>
                      <a:pt x="51435" y="10477"/>
                      <a:pt x="55245" y="10477"/>
                      <a:pt x="56198" y="10477"/>
                    </a:cubicBezTo>
                    <a:cubicBezTo>
                      <a:pt x="57150" y="10477"/>
                      <a:pt x="59055" y="10477"/>
                      <a:pt x="59055" y="9525"/>
                    </a:cubicBezTo>
                    <a:cubicBezTo>
                      <a:pt x="59055" y="8572"/>
                      <a:pt x="59055" y="8572"/>
                      <a:pt x="59055" y="7620"/>
                    </a:cubicBezTo>
                    <a:cubicBezTo>
                      <a:pt x="59055" y="6667"/>
                      <a:pt x="59055" y="5715"/>
                      <a:pt x="59055" y="5715"/>
                    </a:cubicBezTo>
                    <a:cubicBezTo>
                      <a:pt x="59055" y="4763"/>
                      <a:pt x="56198" y="2857"/>
                      <a:pt x="53340" y="0"/>
                    </a:cubicBezTo>
                    <a:lnTo>
                      <a:pt x="57150" y="0"/>
                    </a:lnTo>
                    <a:cubicBezTo>
                      <a:pt x="64770" y="5715"/>
                      <a:pt x="67628" y="10477"/>
                      <a:pt x="67628" y="15240"/>
                    </a:cubicBezTo>
                    <a:cubicBezTo>
                      <a:pt x="67628" y="20002"/>
                      <a:pt x="67628" y="19050"/>
                      <a:pt x="64770" y="20955"/>
                    </a:cubicBezTo>
                    <a:cubicBezTo>
                      <a:pt x="61913" y="22860"/>
                      <a:pt x="60007" y="22860"/>
                      <a:pt x="56198" y="22860"/>
                    </a:cubicBezTo>
                    <a:close/>
                    <a:moveTo>
                      <a:pt x="54293" y="20002"/>
                    </a:moveTo>
                    <a:lnTo>
                      <a:pt x="28575" y="20002"/>
                    </a:lnTo>
                    <a:cubicBezTo>
                      <a:pt x="31432" y="27622"/>
                      <a:pt x="33338" y="32385"/>
                      <a:pt x="34290" y="34290"/>
                    </a:cubicBezTo>
                    <a:cubicBezTo>
                      <a:pt x="36195" y="38100"/>
                      <a:pt x="39053" y="40957"/>
                      <a:pt x="40957" y="42863"/>
                    </a:cubicBezTo>
                    <a:cubicBezTo>
                      <a:pt x="42863" y="44767"/>
                      <a:pt x="45720" y="45720"/>
                      <a:pt x="48578" y="45720"/>
                    </a:cubicBezTo>
                    <a:cubicBezTo>
                      <a:pt x="51435" y="45720"/>
                      <a:pt x="55245" y="44767"/>
                      <a:pt x="57150" y="42863"/>
                    </a:cubicBezTo>
                    <a:cubicBezTo>
                      <a:pt x="59055" y="40957"/>
                      <a:pt x="60960" y="38100"/>
                      <a:pt x="60960" y="35242"/>
                    </a:cubicBezTo>
                    <a:cubicBezTo>
                      <a:pt x="60960" y="32385"/>
                      <a:pt x="58103" y="26670"/>
                      <a:pt x="53340" y="209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8DE7745F-4F8A-ECD1-E9A4-3435444F708B}"/>
                  </a:ext>
                </a:extLst>
              </p:cNvPr>
              <p:cNvSpPr/>
              <p:nvPr/>
            </p:nvSpPr>
            <p:spPr>
              <a:xfrm>
                <a:off x="8399144" y="3633787"/>
                <a:ext cx="69532" cy="72390"/>
              </a:xfrm>
              <a:custGeom>
                <a:avLst/>
                <a:gdLst>
                  <a:gd name="connsiteX0" fmla="*/ 14288 w 69532"/>
                  <a:gd name="connsiteY0" fmla="*/ 50482 h 72390"/>
                  <a:gd name="connsiteX1" fmla="*/ 0 w 69532"/>
                  <a:gd name="connsiteY1" fmla="*/ 28575 h 72390"/>
                  <a:gd name="connsiteX2" fmla="*/ 2857 w 69532"/>
                  <a:gd name="connsiteY2" fmla="*/ 19050 h 72390"/>
                  <a:gd name="connsiteX3" fmla="*/ 11430 w 69532"/>
                  <a:gd name="connsiteY3" fmla="*/ 12382 h 72390"/>
                  <a:gd name="connsiteX4" fmla="*/ 24765 w 69532"/>
                  <a:gd name="connsiteY4" fmla="*/ 10478 h 72390"/>
                  <a:gd name="connsiteX5" fmla="*/ 53340 w 69532"/>
                  <a:gd name="connsiteY5" fmla="*/ 10478 h 72390"/>
                  <a:gd name="connsiteX6" fmla="*/ 61913 w 69532"/>
                  <a:gd name="connsiteY6" fmla="*/ 9525 h 72390"/>
                  <a:gd name="connsiteX7" fmla="*/ 64770 w 69532"/>
                  <a:gd name="connsiteY7" fmla="*/ 6668 h 72390"/>
                  <a:gd name="connsiteX8" fmla="*/ 65723 w 69532"/>
                  <a:gd name="connsiteY8" fmla="*/ 0 h 72390"/>
                  <a:gd name="connsiteX9" fmla="*/ 68580 w 69532"/>
                  <a:gd name="connsiteY9" fmla="*/ 0 h 72390"/>
                  <a:gd name="connsiteX10" fmla="*/ 68580 w 69532"/>
                  <a:gd name="connsiteY10" fmla="*/ 33338 h 72390"/>
                  <a:gd name="connsiteX11" fmla="*/ 65723 w 69532"/>
                  <a:gd name="connsiteY11" fmla="*/ 33338 h 72390"/>
                  <a:gd name="connsiteX12" fmla="*/ 64770 w 69532"/>
                  <a:gd name="connsiteY12" fmla="*/ 25718 h 72390"/>
                  <a:gd name="connsiteX13" fmla="*/ 60960 w 69532"/>
                  <a:gd name="connsiteY13" fmla="*/ 22860 h 72390"/>
                  <a:gd name="connsiteX14" fmla="*/ 54293 w 69532"/>
                  <a:gd name="connsiteY14" fmla="*/ 22860 h 72390"/>
                  <a:gd name="connsiteX15" fmla="*/ 26670 w 69532"/>
                  <a:gd name="connsiteY15" fmla="*/ 22860 h 72390"/>
                  <a:gd name="connsiteX16" fmla="*/ 13335 w 69532"/>
                  <a:gd name="connsiteY16" fmla="*/ 24765 h 72390"/>
                  <a:gd name="connsiteX17" fmla="*/ 9525 w 69532"/>
                  <a:gd name="connsiteY17" fmla="*/ 32385 h 72390"/>
                  <a:gd name="connsiteX18" fmla="*/ 19050 w 69532"/>
                  <a:gd name="connsiteY18" fmla="*/ 49530 h 72390"/>
                  <a:gd name="connsiteX19" fmla="*/ 54293 w 69532"/>
                  <a:gd name="connsiteY19" fmla="*/ 49530 h 72390"/>
                  <a:gd name="connsiteX20" fmla="*/ 62865 w 69532"/>
                  <a:gd name="connsiteY20" fmla="*/ 49530 h 72390"/>
                  <a:gd name="connsiteX21" fmla="*/ 65723 w 69532"/>
                  <a:gd name="connsiteY21" fmla="*/ 46672 h 72390"/>
                  <a:gd name="connsiteX22" fmla="*/ 66675 w 69532"/>
                  <a:gd name="connsiteY22" fmla="*/ 39053 h 72390"/>
                  <a:gd name="connsiteX23" fmla="*/ 69532 w 69532"/>
                  <a:gd name="connsiteY23" fmla="*/ 39053 h 72390"/>
                  <a:gd name="connsiteX24" fmla="*/ 69532 w 69532"/>
                  <a:gd name="connsiteY24" fmla="*/ 72390 h 72390"/>
                  <a:gd name="connsiteX25" fmla="*/ 66675 w 69532"/>
                  <a:gd name="connsiteY25" fmla="*/ 72390 h 72390"/>
                  <a:gd name="connsiteX26" fmla="*/ 66675 w 69532"/>
                  <a:gd name="connsiteY26" fmla="*/ 70485 h 72390"/>
                  <a:gd name="connsiteX27" fmla="*/ 63818 w 69532"/>
                  <a:gd name="connsiteY27" fmla="*/ 63818 h 72390"/>
                  <a:gd name="connsiteX28" fmla="*/ 54293 w 69532"/>
                  <a:gd name="connsiteY28" fmla="*/ 61913 h 72390"/>
                  <a:gd name="connsiteX29" fmla="*/ 29528 w 69532"/>
                  <a:gd name="connsiteY29" fmla="*/ 61913 h 72390"/>
                  <a:gd name="connsiteX30" fmla="*/ 15240 w 69532"/>
                  <a:gd name="connsiteY30" fmla="*/ 61913 h 72390"/>
                  <a:gd name="connsiteX31" fmla="*/ 11430 w 69532"/>
                  <a:gd name="connsiteY31" fmla="*/ 63818 h 72390"/>
                  <a:gd name="connsiteX32" fmla="*/ 11430 w 69532"/>
                  <a:gd name="connsiteY32" fmla="*/ 66675 h 72390"/>
                  <a:gd name="connsiteX33" fmla="*/ 12382 w 69532"/>
                  <a:gd name="connsiteY33" fmla="*/ 71438 h 72390"/>
                  <a:gd name="connsiteX34" fmla="*/ 9525 w 69532"/>
                  <a:gd name="connsiteY34" fmla="*/ 71438 h 72390"/>
                  <a:gd name="connsiteX35" fmla="*/ 953 w 69532"/>
                  <a:gd name="connsiteY35" fmla="*/ 52388 h 72390"/>
                  <a:gd name="connsiteX36" fmla="*/ 953 w 69532"/>
                  <a:gd name="connsiteY36" fmla="*/ 49530 h 72390"/>
                  <a:gd name="connsiteX37" fmla="*/ 15240 w 69532"/>
                  <a:gd name="connsiteY37" fmla="*/ 49530 h 72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69532" h="72390">
                    <a:moveTo>
                      <a:pt x="14288" y="50482"/>
                    </a:moveTo>
                    <a:cubicBezTo>
                      <a:pt x="4763" y="42863"/>
                      <a:pt x="0" y="35243"/>
                      <a:pt x="0" y="28575"/>
                    </a:cubicBezTo>
                    <a:cubicBezTo>
                      <a:pt x="0" y="21907"/>
                      <a:pt x="0" y="21907"/>
                      <a:pt x="2857" y="19050"/>
                    </a:cubicBezTo>
                    <a:cubicBezTo>
                      <a:pt x="5715" y="16193"/>
                      <a:pt x="7620" y="14288"/>
                      <a:pt x="11430" y="12382"/>
                    </a:cubicBezTo>
                    <a:cubicBezTo>
                      <a:pt x="14288" y="11430"/>
                      <a:pt x="19050" y="10478"/>
                      <a:pt x="24765" y="10478"/>
                    </a:cubicBezTo>
                    <a:lnTo>
                      <a:pt x="53340" y="10478"/>
                    </a:lnTo>
                    <a:cubicBezTo>
                      <a:pt x="57150" y="10478"/>
                      <a:pt x="60007" y="10478"/>
                      <a:pt x="61913" y="9525"/>
                    </a:cubicBezTo>
                    <a:cubicBezTo>
                      <a:pt x="62865" y="9525"/>
                      <a:pt x="63818" y="8572"/>
                      <a:pt x="64770" y="6668"/>
                    </a:cubicBezTo>
                    <a:cubicBezTo>
                      <a:pt x="65723" y="4763"/>
                      <a:pt x="65723" y="2857"/>
                      <a:pt x="65723" y="0"/>
                    </a:cubicBezTo>
                    <a:lnTo>
                      <a:pt x="68580" y="0"/>
                    </a:lnTo>
                    <a:lnTo>
                      <a:pt x="68580" y="33338"/>
                    </a:lnTo>
                    <a:lnTo>
                      <a:pt x="65723" y="33338"/>
                    </a:lnTo>
                    <a:cubicBezTo>
                      <a:pt x="65723" y="28575"/>
                      <a:pt x="65723" y="26670"/>
                      <a:pt x="64770" y="25718"/>
                    </a:cubicBezTo>
                    <a:cubicBezTo>
                      <a:pt x="63818" y="24765"/>
                      <a:pt x="62865" y="23813"/>
                      <a:pt x="60960" y="22860"/>
                    </a:cubicBezTo>
                    <a:cubicBezTo>
                      <a:pt x="60960" y="22860"/>
                      <a:pt x="58103" y="22860"/>
                      <a:pt x="54293" y="22860"/>
                    </a:cubicBezTo>
                    <a:lnTo>
                      <a:pt x="26670" y="22860"/>
                    </a:lnTo>
                    <a:cubicBezTo>
                      <a:pt x="20955" y="22860"/>
                      <a:pt x="16193" y="22860"/>
                      <a:pt x="13335" y="24765"/>
                    </a:cubicBezTo>
                    <a:cubicBezTo>
                      <a:pt x="10478" y="26670"/>
                      <a:pt x="9525" y="28575"/>
                      <a:pt x="9525" y="32385"/>
                    </a:cubicBezTo>
                    <a:cubicBezTo>
                      <a:pt x="9525" y="38100"/>
                      <a:pt x="12382" y="43815"/>
                      <a:pt x="19050" y="49530"/>
                    </a:cubicBezTo>
                    <a:lnTo>
                      <a:pt x="54293" y="49530"/>
                    </a:lnTo>
                    <a:cubicBezTo>
                      <a:pt x="59055" y="49530"/>
                      <a:pt x="61913" y="49530"/>
                      <a:pt x="62865" y="49530"/>
                    </a:cubicBezTo>
                    <a:cubicBezTo>
                      <a:pt x="63818" y="49530"/>
                      <a:pt x="65723" y="47625"/>
                      <a:pt x="65723" y="46672"/>
                    </a:cubicBezTo>
                    <a:cubicBezTo>
                      <a:pt x="65723" y="45720"/>
                      <a:pt x="66675" y="42863"/>
                      <a:pt x="66675" y="39053"/>
                    </a:cubicBezTo>
                    <a:lnTo>
                      <a:pt x="69532" y="39053"/>
                    </a:lnTo>
                    <a:lnTo>
                      <a:pt x="69532" y="72390"/>
                    </a:lnTo>
                    <a:lnTo>
                      <a:pt x="66675" y="72390"/>
                    </a:lnTo>
                    <a:lnTo>
                      <a:pt x="66675" y="70485"/>
                    </a:lnTo>
                    <a:cubicBezTo>
                      <a:pt x="66675" y="66675"/>
                      <a:pt x="66675" y="64770"/>
                      <a:pt x="63818" y="63818"/>
                    </a:cubicBezTo>
                    <a:cubicBezTo>
                      <a:pt x="60960" y="62865"/>
                      <a:pt x="59055" y="61913"/>
                      <a:pt x="54293" y="61913"/>
                    </a:cubicBezTo>
                    <a:lnTo>
                      <a:pt x="29528" y="61913"/>
                    </a:lnTo>
                    <a:cubicBezTo>
                      <a:pt x="21907" y="61913"/>
                      <a:pt x="16193" y="61913"/>
                      <a:pt x="15240" y="61913"/>
                    </a:cubicBezTo>
                    <a:cubicBezTo>
                      <a:pt x="14288" y="61913"/>
                      <a:pt x="12382" y="61913"/>
                      <a:pt x="11430" y="63818"/>
                    </a:cubicBezTo>
                    <a:cubicBezTo>
                      <a:pt x="10478" y="65722"/>
                      <a:pt x="11430" y="65722"/>
                      <a:pt x="11430" y="66675"/>
                    </a:cubicBezTo>
                    <a:cubicBezTo>
                      <a:pt x="11430" y="67628"/>
                      <a:pt x="11430" y="69532"/>
                      <a:pt x="12382" y="71438"/>
                    </a:cubicBezTo>
                    <a:lnTo>
                      <a:pt x="9525" y="71438"/>
                    </a:lnTo>
                    <a:cubicBezTo>
                      <a:pt x="9525" y="72390"/>
                      <a:pt x="953" y="52388"/>
                      <a:pt x="953" y="52388"/>
                    </a:cubicBezTo>
                    <a:lnTo>
                      <a:pt x="953" y="49530"/>
                    </a:lnTo>
                    <a:lnTo>
                      <a:pt x="15240" y="4953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CCB5735A-F7B7-A5F7-BA9C-4F7C192F39E8}"/>
                  </a:ext>
                </a:extLst>
              </p:cNvPr>
              <p:cNvSpPr/>
              <p:nvPr/>
            </p:nvSpPr>
            <p:spPr>
              <a:xfrm>
                <a:off x="8362950" y="3557587"/>
                <a:ext cx="105727" cy="74294"/>
              </a:xfrm>
              <a:custGeom>
                <a:avLst/>
                <a:gdLst>
                  <a:gd name="connsiteX0" fmla="*/ 1905 w 105727"/>
                  <a:gd name="connsiteY0" fmla="*/ 51435 h 74294"/>
                  <a:gd name="connsiteX1" fmla="*/ 68580 w 105727"/>
                  <a:gd name="connsiteY1" fmla="*/ 51435 h 74294"/>
                  <a:gd name="connsiteX2" fmla="*/ 53340 w 105727"/>
                  <a:gd name="connsiteY2" fmla="*/ 34290 h 74294"/>
                  <a:gd name="connsiteX3" fmla="*/ 46673 w 105727"/>
                  <a:gd name="connsiteY3" fmla="*/ 27622 h 74294"/>
                  <a:gd name="connsiteX4" fmla="*/ 44768 w 105727"/>
                  <a:gd name="connsiteY4" fmla="*/ 27622 h 74294"/>
                  <a:gd name="connsiteX5" fmla="*/ 41910 w 105727"/>
                  <a:gd name="connsiteY5" fmla="*/ 28575 h 74294"/>
                  <a:gd name="connsiteX6" fmla="*/ 40957 w 105727"/>
                  <a:gd name="connsiteY6" fmla="*/ 32385 h 74294"/>
                  <a:gd name="connsiteX7" fmla="*/ 39052 w 105727"/>
                  <a:gd name="connsiteY7" fmla="*/ 32385 h 74294"/>
                  <a:gd name="connsiteX8" fmla="*/ 39052 w 105727"/>
                  <a:gd name="connsiteY8" fmla="*/ 3810 h 74294"/>
                  <a:gd name="connsiteX9" fmla="*/ 40957 w 105727"/>
                  <a:gd name="connsiteY9" fmla="*/ 3810 h 74294"/>
                  <a:gd name="connsiteX10" fmla="*/ 42863 w 105727"/>
                  <a:gd name="connsiteY10" fmla="*/ 13335 h 74294"/>
                  <a:gd name="connsiteX11" fmla="*/ 48577 w 105727"/>
                  <a:gd name="connsiteY11" fmla="*/ 21907 h 74294"/>
                  <a:gd name="connsiteX12" fmla="*/ 64770 w 105727"/>
                  <a:gd name="connsiteY12" fmla="*/ 39053 h 74294"/>
                  <a:gd name="connsiteX13" fmla="*/ 86677 w 105727"/>
                  <a:gd name="connsiteY13" fmla="*/ 21907 h 74294"/>
                  <a:gd name="connsiteX14" fmla="*/ 98107 w 105727"/>
                  <a:gd name="connsiteY14" fmla="*/ 12382 h 74294"/>
                  <a:gd name="connsiteX15" fmla="*/ 102870 w 105727"/>
                  <a:gd name="connsiteY15" fmla="*/ 6668 h 74294"/>
                  <a:gd name="connsiteX16" fmla="*/ 102870 w 105727"/>
                  <a:gd name="connsiteY16" fmla="*/ 0 h 74294"/>
                  <a:gd name="connsiteX17" fmla="*/ 105727 w 105727"/>
                  <a:gd name="connsiteY17" fmla="*/ 0 h 74294"/>
                  <a:gd name="connsiteX18" fmla="*/ 105727 w 105727"/>
                  <a:gd name="connsiteY18" fmla="*/ 32385 h 74294"/>
                  <a:gd name="connsiteX19" fmla="*/ 102870 w 105727"/>
                  <a:gd name="connsiteY19" fmla="*/ 32385 h 74294"/>
                  <a:gd name="connsiteX20" fmla="*/ 102870 w 105727"/>
                  <a:gd name="connsiteY20" fmla="*/ 28575 h 74294"/>
                  <a:gd name="connsiteX21" fmla="*/ 100965 w 105727"/>
                  <a:gd name="connsiteY21" fmla="*/ 27622 h 74294"/>
                  <a:gd name="connsiteX22" fmla="*/ 95250 w 105727"/>
                  <a:gd name="connsiteY22" fmla="*/ 30480 h 74294"/>
                  <a:gd name="connsiteX23" fmla="*/ 69532 w 105727"/>
                  <a:gd name="connsiteY23" fmla="*/ 50482 h 74294"/>
                  <a:gd name="connsiteX24" fmla="*/ 91440 w 105727"/>
                  <a:gd name="connsiteY24" fmla="*/ 50482 h 74294"/>
                  <a:gd name="connsiteX25" fmla="*/ 100013 w 105727"/>
                  <a:gd name="connsiteY25" fmla="*/ 50482 h 74294"/>
                  <a:gd name="connsiteX26" fmla="*/ 102870 w 105727"/>
                  <a:gd name="connsiteY26" fmla="*/ 47625 h 74294"/>
                  <a:gd name="connsiteX27" fmla="*/ 102870 w 105727"/>
                  <a:gd name="connsiteY27" fmla="*/ 40005 h 74294"/>
                  <a:gd name="connsiteX28" fmla="*/ 105727 w 105727"/>
                  <a:gd name="connsiteY28" fmla="*/ 40005 h 74294"/>
                  <a:gd name="connsiteX29" fmla="*/ 105727 w 105727"/>
                  <a:gd name="connsiteY29" fmla="*/ 74295 h 74294"/>
                  <a:gd name="connsiteX30" fmla="*/ 102870 w 105727"/>
                  <a:gd name="connsiteY30" fmla="*/ 74295 h 74294"/>
                  <a:gd name="connsiteX31" fmla="*/ 101918 w 105727"/>
                  <a:gd name="connsiteY31" fmla="*/ 66675 h 74294"/>
                  <a:gd name="connsiteX32" fmla="*/ 99060 w 105727"/>
                  <a:gd name="connsiteY32" fmla="*/ 64770 h 74294"/>
                  <a:gd name="connsiteX33" fmla="*/ 90488 w 105727"/>
                  <a:gd name="connsiteY33" fmla="*/ 63818 h 74294"/>
                  <a:gd name="connsiteX34" fmla="*/ 29527 w 105727"/>
                  <a:gd name="connsiteY34" fmla="*/ 63818 h 74294"/>
                  <a:gd name="connsiteX35" fmla="*/ 15240 w 105727"/>
                  <a:gd name="connsiteY35" fmla="*/ 63818 h 74294"/>
                  <a:gd name="connsiteX36" fmla="*/ 11430 w 105727"/>
                  <a:gd name="connsiteY36" fmla="*/ 65722 h 74294"/>
                  <a:gd name="connsiteX37" fmla="*/ 10477 w 105727"/>
                  <a:gd name="connsiteY37" fmla="*/ 68580 h 74294"/>
                  <a:gd name="connsiteX38" fmla="*/ 11430 w 105727"/>
                  <a:gd name="connsiteY38" fmla="*/ 73343 h 74294"/>
                  <a:gd name="connsiteX39" fmla="*/ 8573 w 105727"/>
                  <a:gd name="connsiteY39" fmla="*/ 73343 h 74294"/>
                  <a:gd name="connsiteX40" fmla="*/ 0 w 105727"/>
                  <a:gd name="connsiteY40" fmla="*/ 55245 h 74294"/>
                  <a:gd name="connsiteX41" fmla="*/ 0 w 105727"/>
                  <a:gd name="connsiteY41" fmla="*/ 51435 h 74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05727" h="74294">
                    <a:moveTo>
                      <a:pt x="1905" y="51435"/>
                    </a:moveTo>
                    <a:lnTo>
                      <a:pt x="68580" y="51435"/>
                    </a:lnTo>
                    <a:lnTo>
                      <a:pt x="53340" y="34290"/>
                    </a:lnTo>
                    <a:cubicBezTo>
                      <a:pt x="50482" y="30480"/>
                      <a:pt x="47625" y="28575"/>
                      <a:pt x="46673" y="27622"/>
                    </a:cubicBezTo>
                    <a:cubicBezTo>
                      <a:pt x="45720" y="26670"/>
                      <a:pt x="45720" y="27622"/>
                      <a:pt x="44768" y="27622"/>
                    </a:cubicBezTo>
                    <a:cubicBezTo>
                      <a:pt x="43815" y="27622"/>
                      <a:pt x="42863" y="27622"/>
                      <a:pt x="41910" y="28575"/>
                    </a:cubicBezTo>
                    <a:cubicBezTo>
                      <a:pt x="40957" y="29528"/>
                      <a:pt x="40957" y="30480"/>
                      <a:pt x="40957" y="32385"/>
                    </a:cubicBezTo>
                    <a:lnTo>
                      <a:pt x="39052" y="32385"/>
                    </a:lnTo>
                    <a:lnTo>
                      <a:pt x="39052" y="3810"/>
                    </a:lnTo>
                    <a:lnTo>
                      <a:pt x="40957" y="3810"/>
                    </a:lnTo>
                    <a:cubicBezTo>
                      <a:pt x="40957" y="7620"/>
                      <a:pt x="40957" y="11430"/>
                      <a:pt x="42863" y="13335"/>
                    </a:cubicBezTo>
                    <a:cubicBezTo>
                      <a:pt x="44768" y="15240"/>
                      <a:pt x="45720" y="19050"/>
                      <a:pt x="48577" y="21907"/>
                    </a:cubicBezTo>
                    <a:lnTo>
                      <a:pt x="64770" y="39053"/>
                    </a:lnTo>
                    <a:lnTo>
                      <a:pt x="86677" y="21907"/>
                    </a:lnTo>
                    <a:cubicBezTo>
                      <a:pt x="92393" y="17145"/>
                      <a:pt x="96202" y="14288"/>
                      <a:pt x="98107" y="12382"/>
                    </a:cubicBezTo>
                    <a:cubicBezTo>
                      <a:pt x="100013" y="10478"/>
                      <a:pt x="101918" y="7620"/>
                      <a:pt x="102870" y="6668"/>
                    </a:cubicBezTo>
                    <a:cubicBezTo>
                      <a:pt x="102870" y="5715"/>
                      <a:pt x="102870" y="3810"/>
                      <a:pt x="102870" y="0"/>
                    </a:cubicBezTo>
                    <a:lnTo>
                      <a:pt x="105727" y="0"/>
                    </a:lnTo>
                    <a:lnTo>
                      <a:pt x="105727" y="32385"/>
                    </a:lnTo>
                    <a:lnTo>
                      <a:pt x="102870" y="32385"/>
                    </a:lnTo>
                    <a:cubicBezTo>
                      <a:pt x="102870" y="30480"/>
                      <a:pt x="102870" y="29528"/>
                      <a:pt x="102870" y="28575"/>
                    </a:cubicBezTo>
                    <a:cubicBezTo>
                      <a:pt x="102870" y="27622"/>
                      <a:pt x="101918" y="27622"/>
                      <a:pt x="100965" y="27622"/>
                    </a:cubicBezTo>
                    <a:cubicBezTo>
                      <a:pt x="100013" y="27622"/>
                      <a:pt x="98107" y="28575"/>
                      <a:pt x="95250" y="30480"/>
                    </a:cubicBezTo>
                    <a:lnTo>
                      <a:pt x="69532" y="50482"/>
                    </a:lnTo>
                    <a:lnTo>
                      <a:pt x="91440" y="50482"/>
                    </a:lnTo>
                    <a:cubicBezTo>
                      <a:pt x="96202" y="50482"/>
                      <a:pt x="99060" y="50482"/>
                      <a:pt x="100013" y="50482"/>
                    </a:cubicBezTo>
                    <a:cubicBezTo>
                      <a:pt x="100965" y="50482"/>
                      <a:pt x="101918" y="48578"/>
                      <a:pt x="102870" y="47625"/>
                    </a:cubicBezTo>
                    <a:cubicBezTo>
                      <a:pt x="103823" y="46672"/>
                      <a:pt x="102870" y="43815"/>
                      <a:pt x="102870" y="40005"/>
                    </a:cubicBezTo>
                    <a:lnTo>
                      <a:pt x="105727" y="40005"/>
                    </a:lnTo>
                    <a:lnTo>
                      <a:pt x="105727" y="74295"/>
                    </a:lnTo>
                    <a:lnTo>
                      <a:pt x="102870" y="74295"/>
                    </a:lnTo>
                    <a:cubicBezTo>
                      <a:pt x="102870" y="70485"/>
                      <a:pt x="102870" y="68580"/>
                      <a:pt x="101918" y="66675"/>
                    </a:cubicBezTo>
                    <a:cubicBezTo>
                      <a:pt x="101918" y="65722"/>
                      <a:pt x="100965" y="64770"/>
                      <a:pt x="99060" y="64770"/>
                    </a:cubicBezTo>
                    <a:cubicBezTo>
                      <a:pt x="97155" y="64770"/>
                      <a:pt x="94298" y="63818"/>
                      <a:pt x="90488" y="63818"/>
                    </a:cubicBezTo>
                    <a:lnTo>
                      <a:pt x="29527" y="63818"/>
                    </a:lnTo>
                    <a:cubicBezTo>
                      <a:pt x="21907" y="63818"/>
                      <a:pt x="17145" y="63818"/>
                      <a:pt x="15240" y="63818"/>
                    </a:cubicBezTo>
                    <a:cubicBezTo>
                      <a:pt x="13335" y="63818"/>
                      <a:pt x="12382" y="63818"/>
                      <a:pt x="11430" y="65722"/>
                    </a:cubicBezTo>
                    <a:cubicBezTo>
                      <a:pt x="10477" y="67628"/>
                      <a:pt x="10477" y="67628"/>
                      <a:pt x="10477" y="68580"/>
                    </a:cubicBezTo>
                    <a:cubicBezTo>
                      <a:pt x="10477" y="69532"/>
                      <a:pt x="10477" y="71438"/>
                      <a:pt x="11430" y="73343"/>
                    </a:cubicBezTo>
                    <a:lnTo>
                      <a:pt x="8573" y="73343"/>
                    </a:lnTo>
                    <a:cubicBezTo>
                      <a:pt x="8573" y="74295"/>
                      <a:pt x="0" y="55245"/>
                      <a:pt x="0" y="55245"/>
                    </a:cubicBezTo>
                    <a:lnTo>
                      <a:pt x="0" y="5143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41EB832D-4E6A-9AB2-988D-4480D4C8E7D4}"/>
                  </a:ext>
                </a:extLst>
              </p:cNvPr>
              <p:cNvSpPr/>
              <p:nvPr/>
            </p:nvSpPr>
            <p:spPr>
              <a:xfrm>
                <a:off x="8428672" y="3514725"/>
                <a:ext cx="11429" cy="38100"/>
              </a:xfrm>
              <a:custGeom>
                <a:avLst/>
                <a:gdLst>
                  <a:gd name="connsiteX0" fmla="*/ 0 w 11429"/>
                  <a:gd name="connsiteY0" fmla="*/ 38100 h 38100"/>
                  <a:gd name="connsiteX1" fmla="*/ 0 w 11429"/>
                  <a:gd name="connsiteY1" fmla="*/ 0 h 38100"/>
                  <a:gd name="connsiteX2" fmla="*/ 11430 w 11429"/>
                  <a:gd name="connsiteY2" fmla="*/ 0 h 38100"/>
                  <a:gd name="connsiteX3" fmla="*/ 11430 w 11429"/>
                  <a:gd name="connsiteY3" fmla="*/ 38100 h 38100"/>
                  <a:gd name="connsiteX4" fmla="*/ 0 w 11429"/>
                  <a:gd name="connsiteY4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29" h="38100">
                    <a:moveTo>
                      <a:pt x="0" y="38100"/>
                    </a:moveTo>
                    <a:lnTo>
                      <a:pt x="0" y="0"/>
                    </a:lnTo>
                    <a:lnTo>
                      <a:pt x="11430" y="0"/>
                    </a:lnTo>
                    <a:lnTo>
                      <a:pt x="1143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D85DD431-525C-7C25-9FFE-89139DC07ACC}"/>
                  </a:ext>
                </a:extLst>
              </p:cNvPr>
              <p:cNvSpPr/>
              <p:nvPr/>
            </p:nvSpPr>
            <p:spPr>
              <a:xfrm>
                <a:off x="8362950" y="3439477"/>
                <a:ext cx="106680" cy="67660"/>
              </a:xfrm>
              <a:custGeom>
                <a:avLst/>
                <a:gdLst>
                  <a:gd name="connsiteX0" fmla="*/ 49530 w 106680"/>
                  <a:gd name="connsiteY0" fmla="*/ 46672 h 67660"/>
                  <a:gd name="connsiteX1" fmla="*/ 36195 w 106680"/>
                  <a:gd name="connsiteY1" fmla="*/ 25717 h 67660"/>
                  <a:gd name="connsiteX2" fmla="*/ 44768 w 106680"/>
                  <a:gd name="connsiteY2" fmla="*/ 7620 h 67660"/>
                  <a:gd name="connsiteX3" fmla="*/ 68580 w 106680"/>
                  <a:gd name="connsiteY3" fmla="*/ 0 h 67660"/>
                  <a:gd name="connsiteX4" fmla="*/ 97155 w 106680"/>
                  <a:gd name="connsiteY4" fmla="*/ 11430 h 67660"/>
                  <a:gd name="connsiteX5" fmla="*/ 106680 w 106680"/>
                  <a:gd name="connsiteY5" fmla="*/ 34290 h 67660"/>
                  <a:gd name="connsiteX6" fmla="*/ 104775 w 106680"/>
                  <a:gd name="connsiteY6" fmla="*/ 45720 h 67660"/>
                  <a:gd name="connsiteX7" fmla="*/ 98107 w 106680"/>
                  <a:gd name="connsiteY7" fmla="*/ 58103 h 67660"/>
                  <a:gd name="connsiteX8" fmla="*/ 28575 w 106680"/>
                  <a:gd name="connsiteY8" fmla="*/ 58103 h 67660"/>
                  <a:gd name="connsiteX9" fmla="*/ 14288 w 106680"/>
                  <a:gd name="connsiteY9" fmla="*/ 58103 h 67660"/>
                  <a:gd name="connsiteX10" fmla="*/ 10477 w 106680"/>
                  <a:gd name="connsiteY10" fmla="*/ 60007 h 67660"/>
                  <a:gd name="connsiteX11" fmla="*/ 10477 w 106680"/>
                  <a:gd name="connsiteY11" fmla="*/ 62865 h 67660"/>
                  <a:gd name="connsiteX12" fmla="*/ 11430 w 106680"/>
                  <a:gd name="connsiteY12" fmla="*/ 67628 h 67660"/>
                  <a:gd name="connsiteX13" fmla="*/ 8573 w 106680"/>
                  <a:gd name="connsiteY13" fmla="*/ 67628 h 67660"/>
                  <a:gd name="connsiteX14" fmla="*/ 0 w 106680"/>
                  <a:gd name="connsiteY14" fmla="*/ 48578 h 67660"/>
                  <a:gd name="connsiteX15" fmla="*/ 0 w 106680"/>
                  <a:gd name="connsiteY15" fmla="*/ 45720 h 67660"/>
                  <a:gd name="connsiteX16" fmla="*/ 48577 w 106680"/>
                  <a:gd name="connsiteY16" fmla="*/ 45720 h 67660"/>
                  <a:gd name="connsiteX17" fmla="*/ 54293 w 106680"/>
                  <a:gd name="connsiteY17" fmla="*/ 46672 h 67660"/>
                  <a:gd name="connsiteX18" fmla="*/ 94298 w 106680"/>
                  <a:gd name="connsiteY18" fmla="*/ 46672 h 67660"/>
                  <a:gd name="connsiteX19" fmla="*/ 100013 w 106680"/>
                  <a:gd name="connsiteY19" fmla="*/ 39052 h 67660"/>
                  <a:gd name="connsiteX20" fmla="*/ 101918 w 106680"/>
                  <a:gd name="connsiteY20" fmla="*/ 30480 h 67660"/>
                  <a:gd name="connsiteX21" fmla="*/ 94298 w 106680"/>
                  <a:gd name="connsiteY21" fmla="*/ 18097 h 67660"/>
                  <a:gd name="connsiteX22" fmla="*/ 73343 w 106680"/>
                  <a:gd name="connsiteY22" fmla="*/ 12382 h 67660"/>
                  <a:gd name="connsiteX23" fmla="*/ 53340 w 106680"/>
                  <a:gd name="connsiteY23" fmla="*/ 18097 h 67660"/>
                  <a:gd name="connsiteX24" fmla="*/ 46673 w 106680"/>
                  <a:gd name="connsiteY24" fmla="*/ 31432 h 67660"/>
                  <a:gd name="connsiteX25" fmla="*/ 48577 w 106680"/>
                  <a:gd name="connsiteY25" fmla="*/ 39052 h 67660"/>
                  <a:gd name="connsiteX26" fmla="*/ 54293 w 106680"/>
                  <a:gd name="connsiteY26" fmla="*/ 46672 h 67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680" h="67660">
                    <a:moveTo>
                      <a:pt x="49530" y="46672"/>
                    </a:moveTo>
                    <a:cubicBezTo>
                      <a:pt x="40957" y="40005"/>
                      <a:pt x="36195" y="33338"/>
                      <a:pt x="36195" y="25717"/>
                    </a:cubicBezTo>
                    <a:cubicBezTo>
                      <a:pt x="36195" y="18097"/>
                      <a:pt x="39052" y="13335"/>
                      <a:pt x="44768" y="7620"/>
                    </a:cubicBezTo>
                    <a:cubicBezTo>
                      <a:pt x="50482" y="1905"/>
                      <a:pt x="59055" y="0"/>
                      <a:pt x="68580" y="0"/>
                    </a:cubicBezTo>
                    <a:cubicBezTo>
                      <a:pt x="78105" y="0"/>
                      <a:pt x="89535" y="3810"/>
                      <a:pt x="97155" y="11430"/>
                    </a:cubicBezTo>
                    <a:cubicBezTo>
                      <a:pt x="103823" y="18097"/>
                      <a:pt x="106680" y="25717"/>
                      <a:pt x="106680" y="34290"/>
                    </a:cubicBezTo>
                    <a:cubicBezTo>
                      <a:pt x="106680" y="42863"/>
                      <a:pt x="106680" y="41910"/>
                      <a:pt x="104775" y="45720"/>
                    </a:cubicBezTo>
                    <a:cubicBezTo>
                      <a:pt x="102870" y="49530"/>
                      <a:pt x="100965" y="53340"/>
                      <a:pt x="98107" y="58103"/>
                    </a:cubicBezTo>
                    <a:lnTo>
                      <a:pt x="28575" y="58103"/>
                    </a:lnTo>
                    <a:cubicBezTo>
                      <a:pt x="20955" y="58103"/>
                      <a:pt x="16193" y="58103"/>
                      <a:pt x="14288" y="58103"/>
                    </a:cubicBezTo>
                    <a:cubicBezTo>
                      <a:pt x="12382" y="58103"/>
                      <a:pt x="11430" y="58103"/>
                      <a:pt x="10477" y="60007"/>
                    </a:cubicBezTo>
                    <a:cubicBezTo>
                      <a:pt x="9525" y="61913"/>
                      <a:pt x="10477" y="61913"/>
                      <a:pt x="10477" y="62865"/>
                    </a:cubicBezTo>
                    <a:cubicBezTo>
                      <a:pt x="10477" y="63817"/>
                      <a:pt x="10477" y="65722"/>
                      <a:pt x="11430" y="67628"/>
                    </a:cubicBezTo>
                    <a:lnTo>
                      <a:pt x="8573" y="67628"/>
                    </a:lnTo>
                    <a:cubicBezTo>
                      <a:pt x="8573" y="68580"/>
                      <a:pt x="0" y="48578"/>
                      <a:pt x="0" y="48578"/>
                    </a:cubicBezTo>
                    <a:lnTo>
                      <a:pt x="0" y="45720"/>
                    </a:lnTo>
                    <a:lnTo>
                      <a:pt x="48577" y="45720"/>
                    </a:lnTo>
                    <a:close/>
                    <a:moveTo>
                      <a:pt x="54293" y="46672"/>
                    </a:moveTo>
                    <a:lnTo>
                      <a:pt x="94298" y="46672"/>
                    </a:lnTo>
                    <a:cubicBezTo>
                      <a:pt x="97155" y="43815"/>
                      <a:pt x="98107" y="41910"/>
                      <a:pt x="100013" y="39052"/>
                    </a:cubicBezTo>
                    <a:cubicBezTo>
                      <a:pt x="101918" y="36195"/>
                      <a:pt x="101918" y="33338"/>
                      <a:pt x="101918" y="30480"/>
                    </a:cubicBezTo>
                    <a:cubicBezTo>
                      <a:pt x="101918" y="25717"/>
                      <a:pt x="99060" y="21907"/>
                      <a:pt x="94298" y="18097"/>
                    </a:cubicBezTo>
                    <a:cubicBezTo>
                      <a:pt x="89535" y="14288"/>
                      <a:pt x="81915" y="12382"/>
                      <a:pt x="73343" y="12382"/>
                    </a:cubicBezTo>
                    <a:cubicBezTo>
                      <a:pt x="64770" y="12382"/>
                      <a:pt x="58102" y="14288"/>
                      <a:pt x="53340" y="18097"/>
                    </a:cubicBezTo>
                    <a:cubicBezTo>
                      <a:pt x="48577" y="21907"/>
                      <a:pt x="46673" y="26670"/>
                      <a:pt x="46673" y="31432"/>
                    </a:cubicBezTo>
                    <a:cubicBezTo>
                      <a:pt x="46673" y="36195"/>
                      <a:pt x="46673" y="36195"/>
                      <a:pt x="48577" y="39052"/>
                    </a:cubicBezTo>
                    <a:cubicBezTo>
                      <a:pt x="49530" y="40957"/>
                      <a:pt x="51435" y="43815"/>
                      <a:pt x="54293" y="466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13BE8FFE-3A92-EA26-6207-29FE8947BE10}"/>
                  </a:ext>
                </a:extLst>
              </p:cNvPr>
              <p:cNvSpPr/>
              <p:nvPr/>
            </p:nvSpPr>
            <p:spPr>
              <a:xfrm>
                <a:off x="8399144" y="3371850"/>
                <a:ext cx="70485" cy="58102"/>
              </a:xfrm>
              <a:custGeom>
                <a:avLst/>
                <a:gdLst>
                  <a:gd name="connsiteX0" fmla="*/ 59055 w 70485"/>
                  <a:gd name="connsiteY0" fmla="*/ 20003 h 58102"/>
                  <a:gd name="connsiteX1" fmla="*/ 68580 w 70485"/>
                  <a:gd name="connsiteY1" fmla="*/ 33338 h 58102"/>
                  <a:gd name="connsiteX2" fmla="*/ 70485 w 70485"/>
                  <a:gd name="connsiteY2" fmla="*/ 41910 h 58102"/>
                  <a:gd name="connsiteX3" fmla="*/ 65723 w 70485"/>
                  <a:gd name="connsiteY3" fmla="*/ 53340 h 58102"/>
                  <a:gd name="connsiteX4" fmla="*/ 53340 w 70485"/>
                  <a:gd name="connsiteY4" fmla="*/ 58103 h 58102"/>
                  <a:gd name="connsiteX5" fmla="*/ 44768 w 70485"/>
                  <a:gd name="connsiteY5" fmla="*/ 56197 h 58102"/>
                  <a:gd name="connsiteX6" fmla="*/ 35243 w 70485"/>
                  <a:gd name="connsiteY6" fmla="*/ 45720 h 58102"/>
                  <a:gd name="connsiteX7" fmla="*/ 24765 w 70485"/>
                  <a:gd name="connsiteY7" fmla="*/ 20955 h 58102"/>
                  <a:gd name="connsiteX8" fmla="*/ 21907 w 70485"/>
                  <a:gd name="connsiteY8" fmla="*/ 20955 h 58102"/>
                  <a:gd name="connsiteX9" fmla="*/ 8573 w 70485"/>
                  <a:gd name="connsiteY9" fmla="*/ 23813 h 58102"/>
                  <a:gd name="connsiteX10" fmla="*/ 4763 w 70485"/>
                  <a:gd name="connsiteY10" fmla="*/ 33338 h 58102"/>
                  <a:gd name="connsiteX11" fmla="*/ 7620 w 70485"/>
                  <a:gd name="connsiteY11" fmla="*/ 40958 h 58102"/>
                  <a:gd name="connsiteX12" fmla="*/ 13335 w 70485"/>
                  <a:gd name="connsiteY12" fmla="*/ 43815 h 58102"/>
                  <a:gd name="connsiteX13" fmla="*/ 17145 w 70485"/>
                  <a:gd name="connsiteY13" fmla="*/ 43815 h 58102"/>
                  <a:gd name="connsiteX14" fmla="*/ 21907 w 70485"/>
                  <a:gd name="connsiteY14" fmla="*/ 45720 h 58102"/>
                  <a:gd name="connsiteX15" fmla="*/ 23813 w 70485"/>
                  <a:gd name="connsiteY15" fmla="*/ 50483 h 58102"/>
                  <a:gd name="connsiteX16" fmla="*/ 21907 w 70485"/>
                  <a:gd name="connsiteY16" fmla="*/ 55245 h 58102"/>
                  <a:gd name="connsiteX17" fmla="*/ 17145 w 70485"/>
                  <a:gd name="connsiteY17" fmla="*/ 57150 h 58102"/>
                  <a:gd name="connsiteX18" fmla="*/ 5715 w 70485"/>
                  <a:gd name="connsiteY18" fmla="*/ 50483 h 58102"/>
                  <a:gd name="connsiteX19" fmla="*/ 0 w 70485"/>
                  <a:gd name="connsiteY19" fmla="*/ 32385 h 58102"/>
                  <a:gd name="connsiteX20" fmla="*/ 2857 w 70485"/>
                  <a:gd name="connsiteY20" fmla="*/ 18097 h 58102"/>
                  <a:gd name="connsiteX21" fmla="*/ 9525 w 70485"/>
                  <a:gd name="connsiteY21" fmla="*/ 11430 h 58102"/>
                  <a:gd name="connsiteX22" fmla="*/ 21907 w 70485"/>
                  <a:gd name="connsiteY22" fmla="*/ 10478 h 58102"/>
                  <a:gd name="connsiteX23" fmla="*/ 44768 w 70485"/>
                  <a:gd name="connsiteY23" fmla="*/ 10478 h 58102"/>
                  <a:gd name="connsiteX24" fmla="*/ 56198 w 70485"/>
                  <a:gd name="connsiteY24" fmla="*/ 10478 h 58102"/>
                  <a:gd name="connsiteX25" fmla="*/ 59055 w 70485"/>
                  <a:gd name="connsiteY25" fmla="*/ 9525 h 58102"/>
                  <a:gd name="connsiteX26" fmla="*/ 59055 w 70485"/>
                  <a:gd name="connsiteY26" fmla="*/ 7620 h 58102"/>
                  <a:gd name="connsiteX27" fmla="*/ 59055 w 70485"/>
                  <a:gd name="connsiteY27" fmla="*/ 5715 h 58102"/>
                  <a:gd name="connsiteX28" fmla="*/ 53340 w 70485"/>
                  <a:gd name="connsiteY28" fmla="*/ 0 h 58102"/>
                  <a:gd name="connsiteX29" fmla="*/ 57150 w 70485"/>
                  <a:gd name="connsiteY29" fmla="*/ 0 h 58102"/>
                  <a:gd name="connsiteX30" fmla="*/ 67628 w 70485"/>
                  <a:gd name="connsiteY30" fmla="*/ 15240 h 58102"/>
                  <a:gd name="connsiteX31" fmla="*/ 64770 w 70485"/>
                  <a:gd name="connsiteY31" fmla="*/ 20955 h 58102"/>
                  <a:gd name="connsiteX32" fmla="*/ 56198 w 70485"/>
                  <a:gd name="connsiteY32" fmla="*/ 22860 h 58102"/>
                  <a:gd name="connsiteX33" fmla="*/ 54293 w 70485"/>
                  <a:gd name="connsiteY33" fmla="*/ 20003 h 58102"/>
                  <a:gd name="connsiteX34" fmla="*/ 28575 w 70485"/>
                  <a:gd name="connsiteY34" fmla="*/ 20003 h 58102"/>
                  <a:gd name="connsiteX35" fmla="*/ 34290 w 70485"/>
                  <a:gd name="connsiteY35" fmla="*/ 34290 h 58102"/>
                  <a:gd name="connsiteX36" fmla="*/ 40957 w 70485"/>
                  <a:gd name="connsiteY36" fmla="*/ 42863 h 58102"/>
                  <a:gd name="connsiteX37" fmla="*/ 48578 w 70485"/>
                  <a:gd name="connsiteY37" fmla="*/ 45720 h 58102"/>
                  <a:gd name="connsiteX38" fmla="*/ 57150 w 70485"/>
                  <a:gd name="connsiteY38" fmla="*/ 42863 h 58102"/>
                  <a:gd name="connsiteX39" fmla="*/ 60960 w 70485"/>
                  <a:gd name="connsiteY39" fmla="*/ 35242 h 58102"/>
                  <a:gd name="connsiteX40" fmla="*/ 53340 w 70485"/>
                  <a:gd name="connsiteY40" fmla="*/ 20955 h 5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0485" h="58102">
                    <a:moveTo>
                      <a:pt x="59055" y="20003"/>
                    </a:moveTo>
                    <a:cubicBezTo>
                      <a:pt x="64770" y="26670"/>
                      <a:pt x="67628" y="31433"/>
                      <a:pt x="68580" y="33338"/>
                    </a:cubicBezTo>
                    <a:cubicBezTo>
                      <a:pt x="69532" y="36195"/>
                      <a:pt x="70485" y="39053"/>
                      <a:pt x="70485" y="41910"/>
                    </a:cubicBezTo>
                    <a:cubicBezTo>
                      <a:pt x="70485" y="46672"/>
                      <a:pt x="68580" y="50483"/>
                      <a:pt x="65723" y="53340"/>
                    </a:cubicBezTo>
                    <a:cubicBezTo>
                      <a:pt x="62865" y="56197"/>
                      <a:pt x="58103" y="58103"/>
                      <a:pt x="53340" y="58103"/>
                    </a:cubicBezTo>
                    <a:cubicBezTo>
                      <a:pt x="48578" y="58103"/>
                      <a:pt x="47625" y="58103"/>
                      <a:pt x="44768" y="56197"/>
                    </a:cubicBezTo>
                    <a:cubicBezTo>
                      <a:pt x="41910" y="54292"/>
                      <a:pt x="38100" y="50483"/>
                      <a:pt x="35243" y="45720"/>
                    </a:cubicBezTo>
                    <a:cubicBezTo>
                      <a:pt x="32385" y="40958"/>
                      <a:pt x="28575" y="32385"/>
                      <a:pt x="24765" y="20955"/>
                    </a:cubicBezTo>
                    <a:lnTo>
                      <a:pt x="21907" y="20955"/>
                    </a:lnTo>
                    <a:cubicBezTo>
                      <a:pt x="15240" y="20955"/>
                      <a:pt x="10478" y="21908"/>
                      <a:pt x="8573" y="23813"/>
                    </a:cubicBezTo>
                    <a:cubicBezTo>
                      <a:pt x="6668" y="25717"/>
                      <a:pt x="4763" y="28575"/>
                      <a:pt x="4763" y="33338"/>
                    </a:cubicBezTo>
                    <a:cubicBezTo>
                      <a:pt x="4763" y="38100"/>
                      <a:pt x="4763" y="39053"/>
                      <a:pt x="7620" y="40958"/>
                    </a:cubicBezTo>
                    <a:cubicBezTo>
                      <a:pt x="9525" y="42863"/>
                      <a:pt x="11430" y="43815"/>
                      <a:pt x="13335" y="43815"/>
                    </a:cubicBezTo>
                    <a:lnTo>
                      <a:pt x="17145" y="43815"/>
                    </a:lnTo>
                    <a:cubicBezTo>
                      <a:pt x="19050" y="43815"/>
                      <a:pt x="20955" y="43815"/>
                      <a:pt x="21907" y="45720"/>
                    </a:cubicBezTo>
                    <a:cubicBezTo>
                      <a:pt x="22860" y="47625"/>
                      <a:pt x="23813" y="48578"/>
                      <a:pt x="23813" y="50483"/>
                    </a:cubicBezTo>
                    <a:cubicBezTo>
                      <a:pt x="23813" y="52388"/>
                      <a:pt x="23813" y="53340"/>
                      <a:pt x="21907" y="55245"/>
                    </a:cubicBezTo>
                    <a:cubicBezTo>
                      <a:pt x="20003" y="57150"/>
                      <a:pt x="19050" y="57150"/>
                      <a:pt x="17145" y="57150"/>
                    </a:cubicBezTo>
                    <a:cubicBezTo>
                      <a:pt x="13335" y="57150"/>
                      <a:pt x="9525" y="55245"/>
                      <a:pt x="5715" y="50483"/>
                    </a:cubicBezTo>
                    <a:cubicBezTo>
                      <a:pt x="1905" y="45720"/>
                      <a:pt x="0" y="40005"/>
                      <a:pt x="0" y="32385"/>
                    </a:cubicBezTo>
                    <a:cubicBezTo>
                      <a:pt x="0" y="24765"/>
                      <a:pt x="953" y="21908"/>
                      <a:pt x="2857" y="18097"/>
                    </a:cubicBezTo>
                    <a:cubicBezTo>
                      <a:pt x="4763" y="15240"/>
                      <a:pt x="6668" y="13335"/>
                      <a:pt x="9525" y="11430"/>
                    </a:cubicBezTo>
                    <a:cubicBezTo>
                      <a:pt x="11430" y="11430"/>
                      <a:pt x="16193" y="10478"/>
                      <a:pt x="21907" y="10478"/>
                    </a:cubicBezTo>
                    <a:lnTo>
                      <a:pt x="44768" y="10478"/>
                    </a:lnTo>
                    <a:cubicBezTo>
                      <a:pt x="51435" y="10478"/>
                      <a:pt x="55245" y="10478"/>
                      <a:pt x="56198" y="10478"/>
                    </a:cubicBezTo>
                    <a:cubicBezTo>
                      <a:pt x="57150" y="10478"/>
                      <a:pt x="59055" y="10478"/>
                      <a:pt x="59055" y="9525"/>
                    </a:cubicBezTo>
                    <a:cubicBezTo>
                      <a:pt x="59055" y="8572"/>
                      <a:pt x="59055" y="8572"/>
                      <a:pt x="59055" y="7620"/>
                    </a:cubicBezTo>
                    <a:cubicBezTo>
                      <a:pt x="59055" y="6667"/>
                      <a:pt x="59055" y="5715"/>
                      <a:pt x="59055" y="5715"/>
                    </a:cubicBezTo>
                    <a:cubicBezTo>
                      <a:pt x="59055" y="4763"/>
                      <a:pt x="56198" y="2858"/>
                      <a:pt x="53340" y="0"/>
                    </a:cubicBezTo>
                    <a:lnTo>
                      <a:pt x="57150" y="0"/>
                    </a:lnTo>
                    <a:cubicBezTo>
                      <a:pt x="64770" y="5715"/>
                      <a:pt x="67628" y="10478"/>
                      <a:pt x="67628" y="15240"/>
                    </a:cubicBezTo>
                    <a:cubicBezTo>
                      <a:pt x="67628" y="20003"/>
                      <a:pt x="67628" y="19050"/>
                      <a:pt x="64770" y="20955"/>
                    </a:cubicBezTo>
                    <a:cubicBezTo>
                      <a:pt x="61913" y="22860"/>
                      <a:pt x="60007" y="22860"/>
                      <a:pt x="56198" y="22860"/>
                    </a:cubicBezTo>
                    <a:close/>
                    <a:moveTo>
                      <a:pt x="54293" y="20003"/>
                    </a:moveTo>
                    <a:lnTo>
                      <a:pt x="28575" y="20003"/>
                    </a:lnTo>
                    <a:cubicBezTo>
                      <a:pt x="31432" y="27622"/>
                      <a:pt x="33338" y="32385"/>
                      <a:pt x="34290" y="34290"/>
                    </a:cubicBezTo>
                    <a:cubicBezTo>
                      <a:pt x="36195" y="38100"/>
                      <a:pt x="39053" y="40958"/>
                      <a:pt x="40957" y="42863"/>
                    </a:cubicBezTo>
                    <a:cubicBezTo>
                      <a:pt x="42863" y="44767"/>
                      <a:pt x="45720" y="45720"/>
                      <a:pt x="48578" y="45720"/>
                    </a:cubicBezTo>
                    <a:cubicBezTo>
                      <a:pt x="51435" y="45720"/>
                      <a:pt x="55245" y="44767"/>
                      <a:pt x="57150" y="42863"/>
                    </a:cubicBezTo>
                    <a:cubicBezTo>
                      <a:pt x="59055" y="40958"/>
                      <a:pt x="60960" y="38100"/>
                      <a:pt x="60960" y="35242"/>
                    </a:cubicBezTo>
                    <a:cubicBezTo>
                      <a:pt x="60960" y="32385"/>
                      <a:pt x="58103" y="26670"/>
                      <a:pt x="53340" y="209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B76787D2-50A4-E21A-18E6-E9D494CD70FE}"/>
                  </a:ext>
                </a:extLst>
              </p:cNvPr>
              <p:cNvSpPr/>
              <p:nvPr/>
            </p:nvSpPr>
            <p:spPr>
              <a:xfrm>
                <a:off x="8399144" y="3315652"/>
                <a:ext cx="70485" cy="45719"/>
              </a:xfrm>
              <a:custGeom>
                <a:avLst/>
                <a:gdLst>
                  <a:gd name="connsiteX0" fmla="*/ 0 w 70485"/>
                  <a:gd name="connsiteY0" fmla="*/ 4763 h 45719"/>
                  <a:gd name="connsiteX1" fmla="*/ 22860 w 70485"/>
                  <a:gd name="connsiteY1" fmla="*/ 4763 h 45719"/>
                  <a:gd name="connsiteX2" fmla="*/ 22860 w 70485"/>
                  <a:gd name="connsiteY2" fmla="*/ 7620 h 45719"/>
                  <a:gd name="connsiteX3" fmla="*/ 8573 w 70485"/>
                  <a:gd name="connsiteY3" fmla="*/ 14288 h 45719"/>
                  <a:gd name="connsiteX4" fmla="*/ 4763 w 70485"/>
                  <a:gd name="connsiteY4" fmla="*/ 25717 h 45719"/>
                  <a:gd name="connsiteX5" fmla="*/ 7620 w 70485"/>
                  <a:gd name="connsiteY5" fmla="*/ 34290 h 45719"/>
                  <a:gd name="connsiteX6" fmla="*/ 13335 w 70485"/>
                  <a:gd name="connsiteY6" fmla="*/ 37147 h 45719"/>
                  <a:gd name="connsiteX7" fmla="*/ 20003 w 70485"/>
                  <a:gd name="connsiteY7" fmla="*/ 35242 h 45719"/>
                  <a:gd name="connsiteX8" fmla="*/ 26670 w 70485"/>
                  <a:gd name="connsiteY8" fmla="*/ 25717 h 45719"/>
                  <a:gd name="connsiteX9" fmla="*/ 31432 w 70485"/>
                  <a:gd name="connsiteY9" fmla="*/ 15240 h 45719"/>
                  <a:gd name="connsiteX10" fmla="*/ 50482 w 70485"/>
                  <a:gd name="connsiteY10" fmla="*/ 0 h 45719"/>
                  <a:gd name="connsiteX11" fmla="*/ 64770 w 70485"/>
                  <a:gd name="connsiteY11" fmla="*/ 6667 h 45719"/>
                  <a:gd name="connsiteX12" fmla="*/ 70485 w 70485"/>
                  <a:gd name="connsiteY12" fmla="*/ 21907 h 45719"/>
                  <a:gd name="connsiteX13" fmla="*/ 68580 w 70485"/>
                  <a:gd name="connsiteY13" fmla="*/ 36195 h 45719"/>
                  <a:gd name="connsiteX14" fmla="*/ 68580 w 70485"/>
                  <a:gd name="connsiteY14" fmla="*/ 40005 h 45719"/>
                  <a:gd name="connsiteX15" fmla="*/ 70485 w 70485"/>
                  <a:gd name="connsiteY15" fmla="*/ 42863 h 45719"/>
                  <a:gd name="connsiteX16" fmla="*/ 70485 w 70485"/>
                  <a:gd name="connsiteY16" fmla="*/ 45720 h 45719"/>
                  <a:gd name="connsiteX17" fmla="*/ 46673 w 70485"/>
                  <a:gd name="connsiteY17" fmla="*/ 45720 h 45719"/>
                  <a:gd name="connsiteX18" fmla="*/ 46673 w 70485"/>
                  <a:gd name="connsiteY18" fmla="*/ 42863 h 45719"/>
                  <a:gd name="connsiteX19" fmla="*/ 61913 w 70485"/>
                  <a:gd name="connsiteY19" fmla="*/ 35242 h 45719"/>
                  <a:gd name="connsiteX20" fmla="*/ 66675 w 70485"/>
                  <a:gd name="connsiteY20" fmla="*/ 21907 h 45719"/>
                  <a:gd name="connsiteX21" fmla="*/ 63818 w 70485"/>
                  <a:gd name="connsiteY21" fmla="*/ 13335 h 45719"/>
                  <a:gd name="connsiteX22" fmla="*/ 57150 w 70485"/>
                  <a:gd name="connsiteY22" fmla="*/ 10477 h 45719"/>
                  <a:gd name="connsiteX23" fmla="*/ 48578 w 70485"/>
                  <a:gd name="connsiteY23" fmla="*/ 14288 h 45719"/>
                  <a:gd name="connsiteX24" fmla="*/ 40005 w 70485"/>
                  <a:gd name="connsiteY24" fmla="*/ 28575 h 45719"/>
                  <a:gd name="connsiteX25" fmla="*/ 30480 w 70485"/>
                  <a:gd name="connsiteY25" fmla="*/ 42863 h 45719"/>
                  <a:gd name="connsiteX26" fmla="*/ 20003 w 70485"/>
                  <a:gd name="connsiteY26" fmla="*/ 45720 h 45719"/>
                  <a:gd name="connsiteX27" fmla="*/ 6668 w 70485"/>
                  <a:gd name="connsiteY27" fmla="*/ 40005 h 45719"/>
                  <a:gd name="connsiteX28" fmla="*/ 953 w 70485"/>
                  <a:gd name="connsiteY28" fmla="*/ 25717 h 45719"/>
                  <a:gd name="connsiteX29" fmla="*/ 2857 w 70485"/>
                  <a:gd name="connsiteY29" fmla="*/ 16192 h 45719"/>
                  <a:gd name="connsiteX30" fmla="*/ 3810 w 70485"/>
                  <a:gd name="connsiteY30" fmla="*/ 11430 h 45719"/>
                  <a:gd name="connsiteX31" fmla="*/ 3810 w 70485"/>
                  <a:gd name="connsiteY31" fmla="*/ 9525 h 45719"/>
                  <a:gd name="connsiteX32" fmla="*/ 1905 w 70485"/>
                  <a:gd name="connsiteY32" fmla="*/ 7620 h 45719"/>
                  <a:gd name="connsiteX33" fmla="*/ 1905 w 70485"/>
                  <a:gd name="connsiteY33" fmla="*/ 4763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0485" h="45719">
                    <a:moveTo>
                      <a:pt x="0" y="4763"/>
                    </a:moveTo>
                    <a:lnTo>
                      <a:pt x="22860" y="4763"/>
                    </a:lnTo>
                    <a:lnTo>
                      <a:pt x="22860" y="7620"/>
                    </a:lnTo>
                    <a:cubicBezTo>
                      <a:pt x="16193" y="9525"/>
                      <a:pt x="10478" y="11430"/>
                      <a:pt x="8573" y="14288"/>
                    </a:cubicBezTo>
                    <a:cubicBezTo>
                      <a:pt x="6668" y="17145"/>
                      <a:pt x="4763" y="20955"/>
                      <a:pt x="4763" y="25717"/>
                    </a:cubicBezTo>
                    <a:cubicBezTo>
                      <a:pt x="4763" y="30480"/>
                      <a:pt x="4763" y="31432"/>
                      <a:pt x="7620" y="34290"/>
                    </a:cubicBezTo>
                    <a:cubicBezTo>
                      <a:pt x="10478" y="37147"/>
                      <a:pt x="11430" y="37147"/>
                      <a:pt x="13335" y="37147"/>
                    </a:cubicBezTo>
                    <a:cubicBezTo>
                      <a:pt x="15240" y="37147"/>
                      <a:pt x="18098" y="37147"/>
                      <a:pt x="20003" y="35242"/>
                    </a:cubicBezTo>
                    <a:cubicBezTo>
                      <a:pt x="21907" y="33338"/>
                      <a:pt x="23813" y="30480"/>
                      <a:pt x="26670" y="25717"/>
                    </a:cubicBezTo>
                    <a:lnTo>
                      <a:pt x="31432" y="15240"/>
                    </a:lnTo>
                    <a:cubicBezTo>
                      <a:pt x="36195" y="5715"/>
                      <a:pt x="42863" y="0"/>
                      <a:pt x="50482" y="0"/>
                    </a:cubicBezTo>
                    <a:cubicBezTo>
                      <a:pt x="58103" y="0"/>
                      <a:pt x="61913" y="1905"/>
                      <a:pt x="64770" y="6667"/>
                    </a:cubicBezTo>
                    <a:cubicBezTo>
                      <a:pt x="67628" y="11430"/>
                      <a:pt x="70485" y="16192"/>
                      <a:pt x="70485" y="21907"/>
                    </a:cubicBezTo>
                    <a:cubicBezTo>
                      <a:pt x="70485" y="27622"/>
                      <a:pt x="70485" y="30480"/>
                      <a:pt x="68580" y="36195"/>
                    </a:cubicBezTo>
                    <a:cubicBezTo>
                      <a:pt x="68580" y="38100"/>
                      <a:pt x="68580" y="39052"/>
                      <a:pt x="68580" y="40005"/>
                    </a:cubicBezTo>
                    <a:cubicBezTo>
                      <a:pt x="68580" y="40957"/>
                      <a:pt x="68580" y="41910"/>
                      <a:pt x="70485" y="42863"/>
                    </a:cubicBezTo>
                    <a:lnTo>
                      <a:pt x="70485" y="45720"/>
                    </a:lnTo>
                    <a:lnTo>
                      <a:pt x="46673" y="45720"/>
                    </a:lnTo>
                    <a:lnTo>
                      <a:pt x="46673" y="42863"/>
                    </a:lnTo>
                    <a:cubicBezTo>
                      <a:pt x="53340" y="41910"/>
                      <a:pt x="59055" y="39052"/>
                      <a:pt x="61913" y="35242"/>
                    </a:cubicBezTo>
                    <a:cubicBezTo>
                      <a:pt x="64770" y="31432"/>
                      <a:pt x="66675" y="26670"/>
                      <a:pt x="66675" y="21907"/>
                    </a:cubicBezTo>
                    <a:cubicBezTo>
                      <a:pt x="66675" y="17145"/>
                      <a:pt x="65723" y="16192"/>
                      <a:pt x="63818" y="13335"/>
                    </a:cubicBezTo>
                    <a:cubicBezTo>
                      <a:pt x="61913" y="10477"/>
                      <a:pt x="59055" y="10477"/>
                      <a:pt x="57150" y="10477"/>
                    </a:cubicBezTo>
                    <a:cubicBezTo>
                      <a:pt x="55245" y="10477"/>
                      <a:pt x="51435" y="11430"/>
                      <a:pt x="48578" y="14288"/>
                    </a:cubicBezTo>
                    <a:cubicBezTo>
                      <a:pt x="45720" y="17145"/>
                      <a:pt x="43815" y="20955"/>
                      <a:pt x="40005" y="28575"/>
                    </a:cubicBezTo>
                    <a:cubicBezTo>
                      <a:pt x="36195" y="36195"/>
                      <a:pt x="33338" y="40005"/>
                      <a:pt x="30480" y="42863"/>
                    </a:cubicBezTo>
                    <a:cubicBezTo>
                      <a:pt x="27623" y="44767"/>
                      <a:pt x="23813" y="45720"/>
                      <a:pt x="20003" y="45720"/>
                    </a:cubicBezTo>
                    <a:cubicBezTo>
                      <a:pt x="16193" y="45720"/>
                      <a:pt x="9525" y="43815"/>
                      <a:pt x="6668" y="40005"/>
                    </a:cubicBezTo>
                    <a:cubicBezTo>
                      <a:pt x="3810" y="36195"/>
                      <a:pt x="953" y="31432"/>
                      <a:pt x="953" y="25717"/>
                    </a:cubicBezTo>
                    <a:cubicBezTo>
                      <a:pt x="953" y="20002"/>
                      <a:pt x="953" y="20002"/>
                      <a:pt x="2857" y="16192"/>
                    </a:cubicBezTo>
                    <a:cubicBezTo>
                      <a:pt x="2857" y="13335"/>
                      <a:pt x="3810" y="12382"/>
                      <a:pt x="3810" y="11430"/>
                    </a:cubicBezTo>
                    <a:cubicBezTo>
                      <a:pt x="3810" y="10477"/>
                      <a:pt x="3810" y="10477"/>
                      <a:pt x="3810" y="9525"/>
                    </a:cubicBezTo>
                    <a:cubicBezTo>
                      <a:pt x="3810" y="8572"/>
                      <a:pt x="2857" y="9525"/>
                      <a:pt x="1905" y="7620"/>
                    </a:cubicBezTo>
                    <a:lnTo>
                      <a:pt x="1905" y="4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85492783-2369-9761-B615-9ED96758CD6F}"/>
                  </a:ext>
                </a:extLst>
              </p:cNvPr>
              <p:cNvSpPr/>
              <p:nvPr/>
            </p:nvSpPr>
            <p:spPr>
              <a:xfrm>
                <a:off x="8400097" y="3248025"/>
                <a:ext cx="70484" cy="56197"/>
              </a:xfrm>
              <a:custGeom>
                <a:avLst/>
                <a:gdLst>
                  <a:gd name="connsiteX0" fmla="*/ 26670 w 70484"/>
                  <a:gd name="connsiteY0" fmla="*/ 46672 h 56197"/>
                  <a:gd name="connsiteX1" fmla="*/ 49530 w 70484"/>
                  <a:gd name="connsiteY1" fmla="*/ 39053 h 56197"/>
                  <a:gd name="connsiteX2" fmla="*/ 58102 w 70484"/>
                  <a:gd name="connsiteY2" fmla="*/ 21908 h 56197"/>
                  <a:gd name="connsiteX3" fmla="*/ 54292 w 70484"/>
                  <a:gd name="connsiteY3" fmla="*/ 10478 h 56197"/>
                  <a:gd name="connsiteX4" fmla="*/ 41910 w 70484"/>
                  <a:gd name="connsiteY4" fmla="*/ 1905 h 56197"/>
                  <a:gd name="connsiteX5" fmla="*/ 43815 w 70484"/>
                  <a:gd name="connsiteY5" fmla="*/ 0 h 56197"/>
                  <a:gd name="connsiteX6" fmla="*/ 61913 w 70484"/>
                  <a:gd name="connsiteY6" fmla="*/ 8572 h 56197"/>
                  <a:gd name="connsiteX7" fmla="*/ 70485 w 70484"/>
                  <a:gd name="connsiteY7" fmla="*/ 26670 h 56197"/>
                  <a:gd name="connsiteX8" fmla="*/ 60960 w 70484"/>
                  <a:gd name="connsiteY8" fmla="*/ 47625 h 56197"/>
                  <a:gd name="connsiteX9" fmla="*/ 36195 w 70484"/>
                  <a:gd name="connsiteY9" fmla="*/ 56197 h 56197"/>
                  <a:gd name="connsiteX10" fmla="*/ 9525 w 70484"/>
                  <a:gd name="connsiteY10" fmla="*/ 47625 h 56197"/>
                  <a:gd name="connsiteX11" fmla="*/ 0 w 70484"/>
                  <a:gd name="connsiteY11" fmla="*/ 25717 h 56197"/>
                  <a:gd name="connsiteX12" fmla="*/ 7620 w 70484"/>
                  <a:gd name="connsiteY12" fmla="*/ 7620 h 56197"/>
                  <a:gd name="connsiteX13" fmla="*/ 27622 w 70484"/>
                  <a:gd name="connsiteY13" fmla="*/ 0 h 56197"/>
                  <a:gd name="connsiteX14" fmla="*/ 27622 w 70484"/>
                  <a:gd name="connsiteY14" fmla="*/ 45720 h 56197"/>
                  <a:gd name="connsiteX15" fmla="*/ 21907 w 70484"/>
                  <a:gd name="connsiteY15" fmla="*/ 46672 h 56197"/>
                  <a:gd name="connsiteX16" fmla="*/ 21907 w 70484"/>
                  <a:gd name="connsiteY16" fmla="*/ 16192 h 56197"/>
                  <a:gd name="connsiteX17" fmla="*/ 13335 w 70484"/>
                  <a:gd name="connsiteY17" fmla="*/ 18097 h 56197"/>
                  <a:gd name="connsiteX18" fmla="*/ 6667 w 70484"/>
                  <a:gd name="connsiteY18" fmla="*/ 23813 h 56197"/>
                  <a:gd name="connsiteX19" fmla="*/ 4763 w 70484"/>
                  <a:gd name="connsiteY19" fmla="*/ 31433 h 56197"/>
                  <a:gd name="connsiteX20" fmla="*/ 9525 w 70484"/>
                  <a:gd name="connsiteY20" fmla="*/ 41910 h 56197"/>
                  <a:gd name="connsiteX21" fmla="*/ 22860 w 70484"/>
                  <a:gd name="connsiteY21" fmla="*/ 47625 h 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0484" h="56197">
                    <a:moveTo>
                      <a:pt x="26670" y="46672"/>
                    </a:moveTo>
                    <a:cubicBezTo>
                      <a:pt x="36195" y="46672"/>
                      <a:pt x="44767" y="44767"/>
                      <a:pt x="49530" y="39053"/>
                    </a:cubicBezTo>
                    <a:cubicBezTo>
                      <a:pt x="54292" y="33338"/>
                      <a:pt x="58102" y="28575"/>
                      <a:pt x="58102" y="21908"/>
                    </a:cubicBezTo>
                    <a:cubicBezTo>
                      <a:pt x="58102" y="15240"/>
                      <a:pt x="57150" y="13335"/>
                      <a:pt x="54292" y="10478"/>
                    </a:cubicBezTo>
                    <a:cubicBezTo>
                      <a:pt x="51435" y="7620"/>
                      <a:pt x="47625" y="4763"/>
                      <a:pt x="41910" y="1905"/>
                    </a:cubicBezTo>
                    <a:lnTo>
                      <a:pt x="43815" y="0"/>
                    </a:lnTo>
                    <a:cubicBezTo>
                      <a:pt x="50482" y="953"/>
                      <a:pt x="56197" y="3810"/>
                      <a:pt x="61913" y="8572"/>
                    </a:cubicBezTo>
                    <a:cubicBezTo>
                      <a:pt x="67627" y="13335"/>
                      <a:pt x="70485" y="20003"/>
                      <a:pt x="70485" y="26670"/>
                    </a:cubicBezTo>
                    <a:cubicBezTo>
                      <a:pt x="70485" y="33338"/>
                      <a:pt x="67627" y="41910"/>
                      <a:pt x="60960" y="47625"/>
                    </a:cubicBezTo>
                    <a:cubicBezTo>
                      <a:pt x="54292" y="53340"/>
                      <a:pt x="46672" y="56197"/>
                      <a:pt x="36195" y="56197"/>
                    </a:cubicBezTo>
                    <a:cubicBezTo>
                      <a:pt x="25717" y="56197"/>
                      <a:pt x="16192" y="53340"/>
                      <a:pt x="9525" y="47625"/>
                    </a:cubicBezTo>
                    <a:cubicBezTo>
                      <a:pt x="2857" y="41910"/>
                      <a:pt x="0" y="34290"/>
                      <a:pt x="0" y="25717"/>
                    </a:cubicBezTo>
                    <a:cubicBezTo>
                      <a:pt x="0" y="17145"/>
                      <a:pt x="2857" y="12383"/>
                      <a:pt x="7620" y="7620"/>
                    </a:cubicBezTo>
                    <a:cubicBezTo>
                      <a:pt x="12382" y="2858"/>
                      <a:pt x="19050" y="0"/>
                      <a:pt x="27622" y="0"/>
                    </a:cubicBezTo>
                    <a:lnTo>
                      <a:pt x="27622" y="45720"/>
                    </a:lnTo>
                    <a:close/>
                    <a:moveTo>
                      <a:pt x="21907" y="46672"/>
                    </a:moveTo>
                    <a:lnTo>
                      <a:pt x="21907" y="16192"/>
                    </a:lnTo>
                    <a:cubicBezTo>
                      <a:pt x="18097" y="16192"/>
                      <a:pt x="14288" y="16192"/>
                      <a:pt x="13335" y="18097"/>
                    </a:cubicBezTo>
                    <a:cubicBezTo>
                      <a:pt x="10477" y="19050"/>
                      <a:pt x="8572" y="20955"/>
                      <a:pt x="6667" y="23813"/>
                    </a:cubicBezTo>
                    <a:cubicBezTo>
                      <a:pt x="4763" y="26670"/>
                      <a:pt x="4763" y="28575"/>
                      <a:pt x="4763" y="31433"/>
                    </a:cubicBezTo>
                    <a:cubicBezTo>
                      <a:pt x="4763" y="35242"/>
                      <a:pt x="6667" y="39053"/>
                      <a:pt x="9525" y="41910"/>
                    </a:cubicBezTo>
                    <a:cubicBezTo>
                      <a:pt x="12382" y="44767"/>
                      <a:pt x="17145" y="46672"/>
                      <a:pt x="22860" y="476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F2D3268F-F195-F4BC-3CBC-F9C5A1EFA91A}"/>
                  </a:ext>
                </a:extLst>
              </p:cNvPr>
              <p:cNvSpPr/>
              <p:nvPr/>
            </p:nvSpPr>
            <p:spPr>
              <a:xfrm>
                <a:off x="8362950" y="3171825"/>
                <a:ext cx="106680" cy="68579"/>
              </a:xfrm>
              <a:custGeom>
                <a:avLst/>
                <a:gdLst>
                  <a:gd name="connsiteX0" fmla="*/ 97155 w 106680"/>
                  <a:gd name="connsiteY0" fmla="*/ 20955 h 68579"/>
                  <a:gd name="connsiteX1" fmla="*/ 104775 w 106680"/>
                  <a:gd name="connsiteY1" fmla="*/ 30480 h 68579"/>
                  <a:gd name="connsiteX2" fmla="*/ 106680 w 106680"/>
                  <a:gd name="connsiteY2" fmla="*/ 40958 h 68579"/>
                  <a:gd name="connsiteX3" fmla="*/ 97155 w 106680"/>
                  <a:gd name="connsiteY3" fmla="*/ 60008 h 68579"/>
                  <a:gd name="connsiteX4" fmla="*/ 73343 w 106680"/>
                  <a:gd name="connsiteY4" fmla="*/ 68580 h 68579"/>
                  <a:gd name="connsiteX5" fmla="*/ 46673 w 106680"/>
                  <a:gd name="connsiteY5" fmla="*/ 60008 h 68579"/>
                  <a:gd name="connsiteX6" fmla="*/ 35243 w 106680"/>
                  <a:gd name="connsiteY6" fmla="*/ 37147 h 68579"/>
                  <a:gd name="connsiteX7" fmla="*/ 40957 w 106680"/>
                  <a:gd name="connsiteY7" fmla="*/ 22860 h 68579"/>
                  <a:gd name="connsiteX8" fmla="*/ 28575 w 106680"/>
                  <a:gd name="connsiteY8" fmla="*/ 22860 h 68579"/>
                  <a:gd name="connsiteX9" fmla="*/ 14288 w 106680"/>
                  <a:gd name="connsiteY9" fmla="*/ 22860 h 68579"/>
                  <a:gd name="connsiteX10" fmla="*/ 10477 w 106680"/>
                  <a:gd name="connsiteY10" fmla="*/ 24765 h 68579"/>
                  <a:gd name="connsiteX11" fmla="*/ 10477 w 106680"/>
                  <a:gd name="connsiteY11" fmla="*/ 27622 h 68579"/>
                  <a:gd name="connsiteX12" fmla="*/ 11430 w 106680"/>
                  <a:gd name="connsiteY12" fmla="*/ 32385 h 68579"/>
                  <a:gd name="connsiteX13" fmla="*/ 8573 w 106680"/>
                  <a:gd name="connsiteY13" fmla="*/ 32385 h 68579"/>
                  <a:gd name="connsiteX14" fmla="*/ 0 w 106680"/>
                  <a:gd name="connsiteY14" fmla="*/ 13335 h 68579"/>
                  <a:gd name="connsiteX15" fmla="*/ 0 w 106680"/>
                  <a:gd name="connsiteY15" fmla="*/ 10478 h 68579"/>
                  <a:gd name="connsiteX16" fmla="*/ 77152 w 106680"/>
                  <a:gd name="connsiteY16" fmla="*/ 10478 h 68579"/>
                  <a:gd name="connsiteX17" fmla="*/ 91440 w 106680"/>
                  <a:gd name="connsiteY17" fmla="*/ 10478 h 68579"/>
                  <a:gd name="connsiteX18" fmla="*/ 95250 w 106680"/>
                  <a:gd name="connsiteY18" fmla="*/ 8572 h 68579"/>
                  <a:gd name="connsiteX19" fmla="*/ 96202 w 106680"/>
                  <a:gd name="connsiteY19" fmla="*/ 5715 h 68579"/>
                  <a:gd name="connsiteX20" fmla="*/ 95250 w 106680"/>
                  <a:gd name="connsiteY20" fmla="*/ 0 h 68579"/>
                  <a:gd name="connsiteX21" fmla="*/ 98107 w 106680"/>
                  <a:gd name="connsiteY21" fmla="*/ 0 h 68579"/>
                  <a:gd name="connsiteX22" fmla="*/ 106680 w 106680"/>
                  <a:gd name="connsiteY22" fmla="*/ 19050 h 68579"/>
                  <a:gd name="connsiteX23" fmla="*/ 106680 w 106680"/>
                  <a:gd name="connsiteY23" fmla="*/ 22860 h 68579"/>
                  <a:gd name="connsiteX24" fmla="*/ 97155 w 106680"/>
                  <a:gd name="connsiteY24" fmla="*/ 22860 h 68579"/>
                  <a:gd name="connsiteX25" fmla="*/ 92393 w 106680"/>
                  <a:gd name="connsiteY25" fmla="*/ 20955 h 68579"/>
                  <a:gd name="connsiteX26" fmla="*/ 58102 w 106680"/>
                  <a:gd name="connsiteY26" fmla="*/ 20955 h 68579"/>
                  <a:gd name="connsiteX27" fmla="*/ 49530 w 106680"/>
                  <a:gd name="connsiteY27" fmla="*/ 23813 h 68579"/>
                  <a:gd name="connsiteX28" fmla="*/ 43815 w 106680"/>
                  <a:gd name="connsiteY28" fmla="*/ 29528 h 68579"/>
                  <a:gd name="connsiteX29" fmla="*/ 41910 w 106680"/>
                  <a:gd name="connsiteY29" fmla="*/ 36195 h 68579"/>
                  <a:gd name="connsiteX30" fmla="*/ 47625 w 106680"/>
                  <a:gd name="connsiteY30" fmla="*/ 47625 h 68579"/>
                  <a:gd name="connsiteX31" fmla="*/ 69532 w 106680"/>
                  <a:gd name="connsiteY31" fmla="*/ 54292 h 68579"/>
                  <a:gd name="connsiteX32" fmla="*/ 92393 w 106680"/>
                  <a:gd name="connsiteY32" fmla="*/ 47625 h 68579"/>
                  <a:gd name="connsiteX33" fmla="*/ 100013 w 106680"/>
                  <a:gd name="connsiteY33" fmla="*/ 33338 h 68579"/>
                  <a:gd name="connsiteX34" fmla="*/ 93345 w 106680"/>
                  <a:gd name="connsiteY34" fmla="*/ 20955 h 6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06680" h="68579">
                    <a:moveTo>
                      <a:pt x="97155" y="20955"/>
                    </a:moveTo>
                    <a:cubicBezTo>
                      <a:pt x="100965" y="23813"/>
                      <a:pt x="102870" y="27622"/>
                      <a:pt x="104775" y="30480"/>
                    </a:cubicBezTo>
                    <a:cubicBezTo>
                      <a:pt x="106680" y="33338"/>
                      <a:pt x="106680" y="37147"/>
                      <a:pt x="106680" y="40958"/>
                    </a:cubicBezTo>
                    <a:cubicBezTo>
                      <a:pt x="106680" y="48578"/>
                      <a:pt x="103823" y="54292"/>
                      <a:pt x="97155" y="60008"/>
                    </a:cubicBezTo>
                    <a:cubicBezTo>
                      <a:pt x="90488" y="65722"/>
                      <a:pt x="82868" y="68580"/>
                      <a:pt x="73343" y="68580"/>
                    </a:cubicBezTo>
                    <a:cubicBezTo>
                      <a:pt x="63818" y="68580"/>
                      <a:pt x="55245" y="65722"/>
                      <a:pt x="46673" y="60008"/>
                    </a:cubicBezTo>
                    <a:cubicBezTo>
                      <a:pt x="38100" y="54292"/>
                      <a:pt x="35243" y="46672"/>
                      <a:pt x="35243" y="37147"/>
                    </a:cubicBezTo>
                    <a:cubicBezTo>
                      <a:pt x="35243" y="27622"/>
                      <a:pt x="37148" y="26670"/>
                      <a:pt x="40957" y="22860"/>
                    </a:cubicBezTo>
                    <a:lnTo>
                      <a:pt x="28575" y="22860"/>
                    </a:lnTo>
                    <a:cubicBezTo>
                      <a:pt x="20955" y="22860"/>
                      <a:pt x="16193" y="22860"/>
                      <a:pt x="14288" y="22860"/>
                    </a:cubicBezTo>
                    <a:cubicBezTo>
                      <a:pt x="12382" y="22860"/>
                      <a:pt x="11430" y="22860"/>
                      <a:pt x="10477" y="24765"/>
                    </a:cubicBezTo>
                    <a:cubicBezTo>
                      <a:pt x="9525" y="26670"/>
                      <a:pt x="10477" y="26670"/>
                      <a:pt x="10477" y="27622"/>
                    </a:cubicBezTo>
                    <a:cubicBezTo>
                      <a:pt x="10477" y="28575"/>
                      <a:pt x="10477" y="30480"/>
                      <a:pt x="11430" y="32385"/>
                    </a:cubicBezTo>
                    <a:lnTo>
                      <a:pt x="8573" y="32385"/>
                    </a:lnTo>
                    <a:cubicBezTo>
                      <a:pt x="8573" y="32385"/>
                      <a:pt x="0" y="13335"/>
                      <a:pt x="0" y="13335"/>
                    </a:cubicBezTo>
                    <a:lnTo>
                      <a:pt x="0" y="10478"/>
                    </a:lnTo>
                    <a:lnTo>
                      <a:pt x="77152" y="10478"/>
                    </a:lnTo>
                    <a:cubicBezTo>
                      <a:pt x="84773" y="10478"/>
                      <a:pt x="89535" y="10478"/>
                      <a:pt x="91440" y="10478"/>
                    </a:cubicBezTo>
                    <a:cubicBezTo>
                      <a:pt x="93345" y="10478"/>
                      <a:pt x="94298" y="10478"/>
                      <a:pt x="95250" y="8572"/>
                    </a:cubicBezTo>
                    <a:cubicBezTo>
                      <a:pt x="96202" y="6667"/>
                      <a:pt x="96202" y="6667"/>
                      <a:pt x="96202" y="5715"/>
                    </a:cubicBezTo>
                    <a:cubicBezTo>
                      <a:pt x="96202" y="4763"/>
                      <a:pt x="96202" y="2858"/>
                      <a:pt x="95250" y="0"/>
                    </a:cubicBezTo>
                    <a:lnTo>
                      <a:pt x="98107" y="0"/>
                    </a:lnTo>
                    <a:cubicBezTo>
                      <a:pt x="98107" y="0"/>
                      <a:pt x="106680" y="19050"/>
                      <a:pt x="106680" y="19050"/>
                    </a:cubicBezTo>
                    <a:lnTo>
                      <a:pt x="106680" y="22860"/>
                    </a:lnTo>
                    <a:lnTo>
                      <a:pt x="97155" y="22860"/>
                    </a:lnTo>
                    <a:close/>
                    <a:moveTo>
                      <a:pt x="92393" y="20955"/>
                    </a:moveTo>
                    <a:lnTo>
                      <a:pt x="58102" y="20955"/>
                    </a:lnTo>
                    <a:cubicBezTo>
                      <a:pt x="55245" y="20955"/>
                      <a:pt x="51435" y="21908"/>
                      <a:pt x="49530" y="23813"/>
                    </a:cubicBezTo>
                    <a:cubicBezTo>
                      <a:pt x="47625" y="25717"/>
                      <a:pt x="44768" y="27622"/>
                      <a:pt x="43815" y="29528"/>
                    </a:cubicBezTo>
                    <a:cubicBezTo>
                      <a:pt x="42863" y="31433"/>
                      <a:pt x="41910" y="34290"/>
                      <a:pt x="41910" y="36195"/>
                    </a:cubicBezTo>
                    <a:cubicBezTo>
                      <a:pt x="41910" y="40005"/>
                      <a:pt x="43815" y="43815"/>
                      <a:pt x="47625" y="47625"/>
                    </a:cubicBezTo>
                    <a:cubicBezTo>
                      <a:pt x="52388" y="52388"/>
                      <a:pt x="60007" y="54292"/>
                      <a:pt x="69532" y="54292"/>
                    </a:cubicBezTo>
                    <a:cubicBezTo>
                      <a:pt x="79057" y="54292"/>
                      <a:pt x="86677" y="52388"/>
                      <a:pt x="92393" y="47625"/>
                    </a:cubicBezTo>
                    <a:cubicBezTo>
                      <a:pt x="98107" y="42863"/>
                      <a:pt x="100013" y="39053"/>
                      <a:pt x="100013" y="33338"/>
                    </a:cubicBezTo>
                    <a:cubicBezTo>
                      <a:pt x="100013" y="27622"/>
                      <a:pt x="98107" y="24765"/>
                      <a:pt x="93345" y="209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73F8DD86-DFCE-8BD8-A882-B2E23FE7BF95}"/>
                  </a:ext>
                </a:extLst>
              </p:cNvPr>
              <p:cNvSpPr/>
              <p:nvPr/>
            </p:nvSpPr>
            <p:spPr>
              <a:xfrm>
                <a:off x="8368664" y="3003232"/>
                <a:ext cx="99060" cy="126682"/>
              </a:xfrm>
              <a:custGeom>
                <a:avLst/>
                <a:gdLst>
                  <a:gd name="connsiteX0" fmla="*/ 99060 w 99060"/>
                  <a:gd name="connsiteY0" fmla="*/ 68580 h 126682"/>
                  <a:gd name="connsiteX1" fmla="*/ 16193 w 99060"/>
                  <a:gd name="connsiteY1" fmla="*/ 106680 h 126682"/>
                  <a:gd name="connsiteX2" fmla="*/ 81915 w 99060"/>
                  <a:gd name="connsiteY2" fmla="*/ 106680 h 126682"/>
                  <a:gd name="connsiteX3" fmla="*/ 93345 w 99060"/>
                  <a:gd name="connsiteY3" fmla="*/ 104775 h 126682"/>
                  <a:gd name="connsiteX4" fmla="*/ 96203 w 99060"/>
                  <a:gd name="connsiteY4" fmla="*/ 96202 h 126682"/>
                  <a:gd name="connsiteX5" fmla="*/ 96203 w 99060"/>
                  <a:gd name="connsiteY5" fmla="*/ 92392 h 126682"/>
                  <a:gd name="connsiteX6" fmla="*/ 99060 w 99060"/>
                  <a:gd name="connsiteY6" fmla="*/ 92392 h 126682"/>
                  <a:gd name="connsiteX7" fmla="*/ 99060 w 99060"/>
                  <a:gd name="connsiteY7" fmla="*/ 126683 h 126682"/>
                  <a:gd name="connsiteX8" fmla="*/ 96203 w 99060"/>
                  <a:gd name="connsiteY8" fmla="*/ 126683 h 126682"/>
                  <a:gd name="connsiteX9" fmla="*/ 96203 w 99060"/>
                  <a:gd name="connsiteY9" fmla="*/ 122872 h 126682"/>
                  <a:gd name="connsiteX10" fmla="*/ 92393 w 99060"/>
                  <a:gd name="connsiteY10" fmla="*/ 114300 h 126682"/>
                  <a:gd name="connsiteX11" fmla="*/ 81915 w 99060"/>
                  <a:gd name="connsiteY11" fmla="*/ 112395 h 126682"/>
                  <a:gd name="connsiteX12" fmla="*/ 17145 w 99060"/>
                  <a:gd name="connsiteY12" fmla="*/ 112395 h 126682"/>
                  <a:gd name="connsiteX13" fmla="*/ 7620 w 99060"/>
                  <a:gd name="connsiteY13" fmla="*/ 114300 h 126682"/>
                  <a:gd name="connsiteX14" fmla="*/ 3810 w 99060"/>
                  <a:gd name="connsiteY14" fmla="*/ 118110 h 126682"/>
                  <a:gd name="connsiteX15" fmla="*/ 2858 w 99060"/>
                  <a:gd name="connsiteY15" fmla="*/ 126683 h 126682"/>
                  <a:gd name="connsiteX16" fmla="*/ 0 w 99060"/>
                  <a:gd name="connsiteY16" fmla="*/ 126683 h 126682"/>
                  <a:gd name="connsiteX17" fmla="*/ 0 w 99060"/>
                  <a:gd name="connsiteY17" fmla="*/ 99060 h 126682"/>
                  <a:gd name="connsiteX18" fmla="*/ 77153 w 99060"/>
                  <a:gd name="connsiteY18" fmla="*/ 62865 h 126682"/>
                  <a:gd name="connsiteX19" fmla="*/ 0 w 99060"/>
                  <a:gd name="connsiteY19" fmla="*/ 27622 h 126682"/>
                  <a:gd name="connsiteX20" fmla="*/ 0 w 99060"/>
                  <a:gd name="connsiteY20" fmla="*/ 0 h 126682"/>
                  <a:gd name="connsiteX21" fmla="*/ 2858 w 99060"/>
                  <a:gd name="connsiteY21" fmla="*/ 0 h 126682"/>
                  <a:gd name="connsiteX22" fmla="*/ 2858 w 99060"/>
                  <a:gd name="connsiteY22" fmla="*/ 3810 h 126682"/>
                  <a:gd name="connsiteX23" fmla="*/ 6668 w 99060"/>
                  <a:gd name="connsiteY23" fmla="*/ 12383 h 126682"/>
                  <a:gd name="connsiteX24" fmla="*/ 17145 w 99060"/>
                  <a:gd name="connsiteY24" fmla="*/ 14288 h 126682"/>
                  <a:gd name="connsiteX25" fmla="*/ 81915 w 99060"/>
                  <a:gd name="connsiteY25" fmla="*/ 14288 h 126682"/>
                  <a:gd name="connsiteX26" fmla="*/ 93345 w 99060"/>
                  <a:gd name="connsiteY26" fmla="*/ 12383 h 126682"/>
                  <a:gd name="connsiteX27" fmla="*/ 96203 w 99060"/>
                  <a:gd name="connsiteY27" fmla="*/ 3810 h 126682"/>
                  <a:gd name="connsiteX28" fmla="*/ 96203 w 99060"/>
                  <a:gd name="connsiteY28" fmla="*/ 0 h 126682"/>
                  <a:gd name="connsiteX29" fmla="*/ 99060 w 99060"/>
                  <a:gd name="connsiteY29" fmla="*/ 0 h 126682"/>
                  <a:gd name="connsiteX30" fmla="*/ 99060 w 99060"/>
                  <a:gd name="connsiteY30" fmla="*/ 41910 h 126682"/>
                  <a:gd name="connsiteX31" fmla="*/ 96203 w 99060"/>
                  <a:gd name="connsiteY31" fmla="*/ 41910 h 126682"/>
                  <a:gd name="connsiteX32" fmla="*/ 96203 w 99060"/>
                  <a:gd name="connsiteY32" fmla="*/ 38100 h 126682"/>
                  <a:gd name="connsiteX33" fmla="*/ 92393 w 99060"/>
                  <a:gd name="connsiteY33" fmla="*/ 29527 h 126682"/>
                  <a:gd name="connsiteX34" fmla="*/ 81915 w 99060"/>
                  <a:gd name="connsiteY34" fmla="*/ 27622 h 126682"/>
                  <a:gd name="connsiteX35" fmla="*/ 16193 w 99060"/>
                  <a:gd name="connsiteY35" fmla="*/ 27622 h 126682"/>
                  <a:gd name="connsiteX36" fmla="*/ 99060 w 99060"/>
                  <a:gd name="connsiteY36" fmla="*/ 65722 h 126682"/>
                  <a:gd name="connsiteX37" fmla="*/ 99060 w 99060"/>
                  <a:gd name="connsiteY37" fmla="*/ 68580 h 126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99060" h="126682">
                    <a:moveTo>
                      <a:pt x="99060" y="68580"/>
                    </a:moveTo>
                    <a:lnTo>
                      <a:pt x="16193" y="106680"/>
                    </a:lnTo>
                    <a:lnTo>
                      <a:pt x="81915" y="106680"/>
                    </a:lnTo>
                    <a:cubicBezTo>
                      <a:pt x="87630" y="106680"/>
                      <a:pt x="91440" y="106680"/>
                      <a:pt x="93345" y="104775"/>
                    </a:cubicBezTo>
                    <a:cubicBezTo>
                      <a:pt x="95250" y="102870"/>
                      <a:pt x="96203" y="100013"/>
                      <a:pt x="96203" y="96202"/>
                    </a:cubicBezTo>
                    <a:lnTo>
                      <a:pt x="96203" y="92392"/>
                    </a:lnTo>
                    <a:lnTo>
                      <a:pt x="99060" y="92392"/>
                    </a:lnTo>
                    <a:lnTo>
                      <a:pt x="99060" y="126683"/>
                    </a:lnTo>
                    <a:lnTo>
                      <a:pt x="96203" y="126683"/>
                    </a:lnTo>
                    <a:lnTo>
                      <a:pt x="96203" y="122872"/>
                    </a:lnTo>
                    <a:cubicBezTo>
                      <a:pt x="96203" y="119063"/>
                      <a:pt x="95250" y="116205"/>
                      <a:pt x="92393" y="114300"/>
                    </a:cubicBezTo>
                    <a:cubicBezTo>
                      <a:pt x="90488" y="113347"/>
                      <a:pt x="87630" y="112395"/>
                      <a:pt x="81915" y="112395"/>
                    </a:cubicBezTo>
                    <a:lnTo>
                      <a:pt x="17145" y="112395"/>
                    </a:lnTo>
                    <a:cubicBezTo>
                      <a:pt x="12383" y="112395"/>
                      <a:pt x="9525" y="112395"/>
                      <a:pt x="7620" y="114300"/>
                    </a:cubicBezTo>
                    <a:cubicBezTo>
                      <a:pt x="6668" y="114300"/>
                      <a:pt x="4763" y="116205"/>
                      <a:pt x="3810" y="118110"/>
                    </a:cubicBezTo>
                    <a:cubicBezTo>
                      <a:pt x="2858" y="120015"/>
                      <a:pt x="2858" y="122872"/>
                      <a:pt x="2858" y="126683"/>
                    </a:cubicBezTo>
                    <a:lnTo>
                      <a:pt x="0" y="126683"/>
                    </a:lnTo>
                    <a:lnTo>
                      <a:pt x="0" y="99060"/>
                    </a:lnTo>
                    <a:lnTo>
                      <a:pt x="77153" y="62865"/>
                    </a:lnTo>
                    <a:lnTo>
                      <a:pt x="0" y="27622"/>
                    </a:lnTo>
                    <a:lnTo>
                      <a:pt x="0" y="0"/>
                    </a:lnTo>
                    <a:lnTo>
                      <a:pt x="2858" y="0"/>
                    </a:lnTo>
                    <a:lnTo>
                      <a:pt x="2858" y="3810"/>
                    </a:lnTo>
                    <a:cubicBezTo>
                      <a:pt x="2858" y="7620"/>
                      <a:pt x="3810" y="11430"/>
                      <a:pt x="6668" y="12383"/>
                    </a:cubicBezTo>
                    <a:cubicBezTo>
                      <a:pt x="8573" y="13335"/>
                      <a:pt x="11430" y="14288"/>
                      <a:pt x="17145" y="14288"/>
                    </a:cubicBezTo>
                    <a:lnTo>
                      <a:pt x="81915" y="14288"/>
                    </a:lnTo>
                    <a:cubicBezTo>
                      <a:pt x="87630" y="14288"/>
                      <a:pt x="91440" y="14288"/>
                      <a:pt x="93345" y="12383"/>
                    </a:cubicBezTo>
                    <a:cubicBezTo>
                      <a:pt x="95250" y="10477"/>
                      <a:pt x="96203" y="7620"/>
                      <a:pt x="96203" y="3810"/>
                    </a:cubicBezTo>
                    <a:lnTo>
                      <a:pt x="96203" y="0"/>
                    </a:lnTo>
                    <a:lnTo>
                      <a:pt x="99060" y="0"/>
                    </a:lnTo>
                    <a:lnTo>
                      <a:pt x="99060" y="41910"/>
                    </a:lnTo>
                    <a:lnTo>
                      <a:pt x="96203" y="41910"/>
                    </a:lnTo>
                    <a:lnTo>
                      <a:pt x="96203" y="38100"/>
                    </a:lnTo>
                    <a:cubicBezTo>
                      <a:pt x="96203" y="34290"/>
                      <a:pt x="95250" y="30480"/>
                      <a:pt x="92393" y="29527"/>
                    </a:cubicBezTo>
                    <a:cubicBezTo>
                      <a:pt x="90488" y="28575"/>
                      <a:pt x="87630" y="27622"/>
                      <a:pt x="81915" y="27622"/>
                    </a:cubicBezTo>
                    <a:lnTo>
                      <a:pt x="16193" y="27622"/>
                    </a:lnTo>
                    <a:lnTo>
                      <a:pt x="99060" y="65722"/>
                    </a:lnTo>
                    <a:lnTo>
                      <a:pt x="99060" y="6858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A6FFD038-46B2-E43C-62FF-9F00AFC17852}"/>
                  </a:ext>
                </a:extLst>
              </p:cNvPr>
              <p:cNvSpPr/>
              <p:nvPr/>
            </p:nvSpPr>
            <p:spPr>
              <a:xfrm>
                <a:off x="8400097" y="2937509"/>
                <a:ext cx="70484" cy="56197"/>
              </a:xfrm>
              <a:custGeom>
                <a:avLst/>
                <a:gdLst>
                  <a:gd name="connsiteX0" fmla="*/ 26670 w 70484"/>
                  <a:gd name="connsiteY0" fmla="*/ 46673 h 56197"/>
                  <a:gd name="connsiteX1" fmla="*/ 49530 w 70484"/>
                  <a:gd name="connsiteY1" fmla="*/ 39053 h 56197"/>
                  <a:gd name="connsiteX2" fmla="*/ 58102 w 70484"/>
                  <a:gd name="connsiteY2" fmla="*/ 21908 h 56197"/>
                  <a:gd name="connsiteX3" fmla="*/ 54292 w 70484"/>
                  <a:gd name="connsiteY3" fmla="*/ 10478 h 56197"/>
                  <a:gd name="connsiteX4" fmla="*/ 41910 w 70484"/>
                  <a:gd name="connsiteY4" fmla="*/ 1905 h 56197"/>
                  <a:gd name="connsiteX5" fmla="*/ 43815 w 70484"/>
                  <a:gd name="connsiteY5" fmla="*/ 0 h 56197"/>
                  <a:gd name="connsiteX6" fmla="*/ 61913 w 70484"/>
                  <a:gd name="connsiteY6" fmla="*/ 8573 h 56197"/>
                  <a:gd name="connsiteX7" fmla="*/ 70485 w 70484"/>
                  <a:gd name="connsiteY7" fmla="*/ 26670 h 56197"/>
                  <a:gd name="connsiteX8" fmla="*/ 60960 w 70484"/>
                  <a:gd name="connsiteY8" fmla="*/ 47625 h 56197"/>
                  <a:gd name="connsiteX9" fmla="*/ 36195 w 70484"/>
                  <a:gd name="connsiteY9" fmla="*/ 56198 h 56197"/>
                  <a:gd name="connsiteX10" fmla="*/ 9525 w 70484"/>
                  <a:gd name="connsiteY10" fmla="*/ 47625 h 56197"/>
                  <a:gd name="connsiteX11" fmla="*/ 0 w 70484"/>
                  <a:gd name="connsiteY11" fmla="*/ 25718 h 56197"/>
                  <a:gd name="connsiteX12" fmla="*/ 7620 w 70484"/>
                  <a:gd name="connsiteY12" fmla="*/ 7620 h 56197"/>
                  <a:gd name="connsiteX13" fmla="*/ 27622 w 70484"/>
                  <a:gd name="connsiteY13" fmla="*/ 0 h 56197"/>
                  <a:gd name="connsiteX14" fmla="*/ 27622 w 70484"/>
                  <a:gd name="connsiteY14" fmla="*/ 45720 h 56197"/>
                  <a:gd name="connsiteX15" fmla="*/ 21907 w 70484"/>
                  <a:gd name="connsiteY15" fmla="*/ 46673 h 56197"/>
                  <a:gd name="connsiteX16" fmla="*/ 21907 w 70484"/>
                  <a:gd name="connsiteY16" fmla="*/ 16193 h 56197"/>
                  <a:gd name="connsiteX17" fmla="*/ 13335 w 70484"/>
                  <a:gd name="connsiteY17" fmla="*/ 18098 h 56197"/>
                  <a:gd name="connsiteX18" fmla="*/ 6667 w 70484"/>
                  <a:gd name="connsiteY18" fmla="*/ 23813 h 56197"/>
                  <a:gd name="connsiteX19" fmla="*/ 4763 w 70484"/>
                  <a:gd name="connsiteY19" fmla="*/ 31433 h 56197"/>
                  <a:gd name="connsiteX20" fmla="*/ 9525 w 70484"/>
                  <a:gd name="connsiteY20" fmla="*/ 41910 h 56197"/>
                  <a:gd name="connsiteX21" fmla="*/ 22860 w 70484"/>
                  <a:gd name="connsiteY21" fmla="*/ 47625 h 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0484" h="56197">
                    <a:moveTo>
                      <a:pt x="26670" y="46673"/>
                    </a:moveTo>
                    <a:cubicBezTo>
                      <a:pt x="36195" y="46673"/>
                      <a:pt x="44767" y="44768"/>
                      <a:pt x="49530" y="39053"/>
                    </a:cubicBezTo>
                    <a:cubicBezTo>
                      <a:pt x="54292" y="33338"/>
                      <a:pt x="58102" y="28575"/>
                      <a:pt x="58102" y="21908"/>
                    </a:cubicBezTo>
                    <a:cubicBezTo>
                      <a:pt x="58102" y="15240"/>
                      <a:pt x="57150" y="13335"/>
                      <a:pt x="54292" y="10478"/>
                    </a:cubicBezTo>
                    <a:cubicBezTo>
                      <a:pt x="51435" y="7620"/>
                      <a:pt x="47625" y="4763"/>
                      <a:pt x="41910" y="1905"/>
                    </a:cubicBezTo>
                    <a:lnTo>
                      <a:pt x="43815" y="0"/>
                    </a:lnTo>
                    <a:cubicBezTo>
                      <a:pt x="50482" y="953"/>
                      <a:pt x="56197" y="3810"/>
                      <a:pt x="61913" y="8573"/>
                    </a:cubicBezTo>
                    <a:cubicBezTo>
                      <a:pt x="67627" y="13335"/>
                      <a:pt x="70485" y="20003"/>
                      <a:pt x="70485" y="26670"/>
                    </a:cubicBezTo>
                    <a:cubicBezTo>
                      <a:pt x="70485" y="33338"/>
                      <a:pt x="67627" y="41910"/>
                      <a:pt x="60960" y="47625"/>
                    </a:cubicBezTo>
                    <a:cubicBezTo>
                      <a:pt x="54292" y="53340"/>
                      <a:pt x="46672" y="56198"/>
                      <a:pt x="36195" y="56198"/>
                    </a:cubicBezTo>
                    <a:cubicBezTo>
                      <a:pt x="25717" y="56198"/>
                      <a:pt x="16192" y="53340"/>
                      <a:pt x="9525" y="47625"/>
                    </a:cubicBezTo>
                    <a:cubicBezTo>
                      <a:pt x="2857" y="41910"/>
                      <a:pt x="0" y="34290"/>
                      <a:pt x="0" y="25718"/>
                    </a:cubicBezTo>
                    <a:cubicBezTo>
                      <a:pt x="0" y="17145"/>
                      <a:pt x="2857" y="12383"/>
                      <a:pt x="7620" y="7620"/>
                    </a:cubicBezTo>
                    <a:cubicBezTo>
                      <a:pt x="12382" y="2858"/>
                      <a:pt x="19050" y="0"/>
                      <a:pt x="27622" y="0"/>
                    </a:cubicBezTo>
                    <a:lnTo>
                      <a:pt x="27622" y="45720"/>
                    </a:lnTo>
                    <a:close/>
                    <a:moveTo>
                      <a:pt x="21907" y="46673"/>
                    </a:moveTo>
                    <a:lnTo>
                      <a:pt x="21907" y="16193"/>
                    </a:lnTo>
                    <a:cubicBezTo>
                      <a:pt x="18097" y="16193"/>
                      <a:pt x="14288" y="16193"/>
                      <a:pt x="13335" y="18098"/>
                    </a:cubicBezTo>
                    <a:cubicBezTo>
                      <a:pt x="10477" y="19050"/>
                      <a:pt x="8572" y="20955"/>
                      <a:pt x="6667" y="23813"/>
                    </a:cubicBezTo>
                    <a:cubicBezTo>
                      <a:pt x="4763" y="26670"/>
                      <a:pt x="4763" y="28575"/>
                      <a:pt x="4763" y="31433"/>
                    </a:cubicBezTo>
                    <a:cubicBezTo>
                      <a:pt x="4763" y="35243"/>
                      <a:pt x="6667" y="39053"/>
                      <a:pt x="9525" y="41910"/>
                    </a:cubicBezTo>
                    <a:cubicBezTo>
                      <a:pt x="12382" y="44768"/>
                      <a:pt x="17145" y="46673"/>
                      <a:pt x="22860" y="476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A25BDB3-FBD2-7797-33A4-70E94E683DAD}"/>
                  </a:ext>
                </a:extLst>
              </p:cNvPr>
              <p:cNvSpPr/>
              <p:nvPr/>
            </p:nvSpPr>
            <p:spPr>
              <a:xfrm>
                <a:off x="8399144" y="2871787"/>
                <a:ext cx="70485" cy="58102"/>
              </a:xfrm>
              <a:custGeom>
                <a:avLst/>
                <a:gdLst>
                  <a:gd name="connsiteX0" fmla="*/ 59055 w 70485"/>
                  <a:gd name="connsiteY0" fmla="*/ 20003 h 58102"/>
                  <a:gd name="connsiteX1" fmla="*/ 68580 w 70485"/>
                  <a:gd name="connsiteY1" fmla="*/ 33338 h 58102"/>
                  <a:gd name="connsiteX2" fmla="*/ 70485 w 70485"/>
                  <a:gd name="connsiteY2" fmla="*/ 41910 h 58102"/>
                  <a:gd name="connsiteX3" fmla="*/ 65723 w 70485"/>
                  <a:gd name="connsiteY3" fmla="*/ 53340 h 58102"/>
                  <a:gd name="connsiteX4" fmla="*/ 53340 w 70485"/>
                  <a:gd name="connsiteY4" fmla="*/ 58103 h 58102"/>
                  <a:gd name="connsiteX5" fmla="*/ 44768 w 70485"/>
                  <a:gd name="connsiteY5" fmla="*/ 56197 h 58102"/>
                  <a:gd name="connsiteX6" fmla="*/ 35243 w 70485"/>
                  <a:gd name="connsiteY6" fmla="*/ 45720 h 58102"/>
                  <a:gd name="connsiteX7" fmla="*/ 24765 w 70485"/>
                  <a:gd name="connsiteY7" fmla="*/ 20955 h 58102"/>
                  <a:gd name="connsiteX8" fmla="*/ 21907 w 70485"/>
                  <a:gd name="connsiteY8" fmla="*/ 20955 h 58102"/>
                  <a:gd name="connsiteX9" fmla="*/ 8573 w 70485"/>
                  <a:gd name="connsiteY9" fmla="*/ 23813 h 58102"/>
                  <a:gd name="connsiteX10" fmla="*/ 4763 w 70485"/>
                  <a:gd name="connsiteY10" fmla="*/ 33338 h 58102"/>
                  <a:gd name="connsiteX11" fmla="*/ 7620 w 70485"/>
                  <a:gd name="connsiteY11" fmla="*/ 40958 h 58102"/>
                  <a:gd name="connsiteX12" fmla="*/ 13335 w 70485"/>
                  <a:gd name="connsiteY12" fmla="*/ 43815 h 58102"/>
                  <a:gd name="connsiteX13" fmla="*/ 17145 w 70485"/>
                  <a:gd name="connsiteY13" fmla="*/ 43815 h 58102"/>
                  <a:gd name="connsiteX14" fmla="*/ 21907 w 70485"/>
                  <a:gd name="connsiteY14" fmla="*/ 45720 h 58102"/>
                  <a:gd name="connsiteX15" fmla="*/ 23813 w 70485"/>
                  <a:gd name="connsiteY15" fmla="*/ 50483 h 58102"/>
                  <a:gd name="connsiteX16" fmla="*/ 21907 w 70485"/>
                  <a:gd name="connsiteY16" fmla="*/ 55245 h 58102"/>
                  <a:gd name="connsiteX17" fmla="*/ 17145 w 70485"/>
                  <a:gd name="connsiteY17" fmla="*/ 57150 h 58102"/>
                  <a:gd name="connsiteX18" fmla="*/ 5715 w 70485"/>
                  <a:gd name="connsiteY18" fmla="*/ 50483 h 58102"/>
                  <a:gd name="connsiteX19" fmla="*/ 0 w 70485"/>
                  <a:gd name="connsiteY19" fmla="*/ 32385 h 58102"/>
                  <a:gd name="connsiteX20" fmla="*/ 2857 w 70485"/>
                  <a:gd name="connsiteY20" fmla="*/ 18097 h 58102"/>
                  <a:gd name="connsiteX21" fmla="*/ 9525 w 70485"/>
                  <a:gd name="connsiteY21" fmla="*/ 11430 h 58102"/>
                  <a:gd name="connsiteX22" fmla="*/ 21907 w 70485"/>
                  <a:gd name="connsiteY22" fmla="*/ 10478 h 58102"/>
                  <a:gd name="connsiteX23" fmla="*/ 44768 w 70485"/>
                  <a:gd name="connsiteY23" fmla="*/ 10478 h 58102"/>
                  <a:gd name="connsiteX24" fmla="*/ 56198 w 70485"/>
                  <a:gd name="connsiteY24" fmla="*/ 10478 h 58102"/>
                  <a:gd name="connsiteX25" fmla="*/ 59055 w 70485"/>
                  <a:gd name="connsiteY25" fmla="*/ 9525 h 58102"/>
                  <a:gd name="connsiteX26" fmla="*/ 59055 w 70485"/>
                  <a:gd name="connsiteY26" fmla="*/ 7620 h 58102"/>
                  <a:gd name="connsiteX27" fmla="*/ 59055 w 70485"/>
                  <a:gd name="connsiteY27" fmla="*/ 5715 h 58102"/>
                  <a:gd name="connsiteX28" fmla="*/ 53340 w 70485"/>
                  <a:gd name="connsiteY28" fmla="*/ 0 h 58102"/>
                  <a:gd name="connsiteX29" fmla="*/ 57150 w 70485"/>
                  <a:gd name="connsiteY29" fmla="*/ 0 h 58102"/>
                  <a:gd name="connsiteX30" fmla="*/ 67628 w 70485"/>
                  <a:gd name="connsiteY30" fmla="*/ 15240 h 58102"/>
                  <a:gd name="connsiteX31" fmla="*/ 64770 w 70485"/>
                  <a:gd name="connsiteY31" fmla="*/ 20955 h 58102"/>
                  <a:gd name="connsiteX32" fmla="*/ 56198 w 70485"/>
                  <a:gd name="connsiteY32" fmla="*/ 22860 h 58102"/>
                  <a:gd name="connsiteX33" fmla="*/ 54293 w 70485"/>
                  <a:gd name="connsiteY33" fmla="*/ 20003 h 58102"/>
                  <a:gd name="connsiteX34" fmla="*/ 28575 w 70485"/>
                  <a:gd name="connsiteY34" fmla="*/ 20003 h 58102"/>
                  <a:gd name="connsiteX35" fmla="*/ 34290 w 70485"/>
                  <a:gd name="connsiteY35" fmla="*/ 34290 h 58102"/>
                  <a:gd name="connsiteX36" fmla="*/ 40957 w 70485"/>
                  <a:gd name="connsiteY36" fmla="*/ 42863 h 58102"/>
                  <a:gd name="connsiteX37" fmla="*/ 48578 w 70485"/>
                  <a:gd name="connsiteY37" fmla="*/ 45720 h 58102"/>
                  <a:gd name="connsiteX38" fmla="*/ 57150 w 70485"/>
                  <a:gd name="connsiteY38" fmla="*/ 42863 h 58102"/>
                  <a:gd name="connsiteX39" fmla="*/ 60960 w 70485"/>
                  <a:gd name="connsiteY39" fmla="*/ 35242 h 58102"/>
                  <a:gd name="connsiteX40" fmla="*/ 53340 w 70485"/>
                  <a:gd name="connsiteY40" fmla="*/ 20955 h 5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0485" h="58102">
                    <a:moveTo>
                      <a:pt x="59055" y="20003"/>
                    </a:moveTo>
                    <a:cubicBezTo>
                      <a:pt x="64770" y="26670"/>
                      <a:pt x="67628" y="31433"/>
                      <a:pt x="68580" y="33338"/>
                    </a:cubicBezTo>
                    <a:cubicBezTo>
                      <a:pt x="69532" y="36195"/>
                      <a:pt x="70485" y="39053"/>
                      <a:pt x="70485" y="41910"/>
                    </a:cubicBezTo>
                    <a:cubicBezTo>
                      <a:pt x="70485" y="46672"/>
                      <a:pt x="68580" y="50483"/>
                      <a:pt x="65723" y="53340"/>
                    </a:cubicBezTo>
                    <a:cubicBezTo>
                      <a:pt x="62865" y="56197"/>
                      <a:pt x="58103" y="58103"/>
                      <a:pt x="53340" y="58103"/>
                    </a:cubicBezTo>
                    <a:cubicBezTo>
                      <a:pt x="48578" y="58103"/>
                      <a:pt x="47625" y="58103"/>
                      <a:pt x="44768" y="56197"/>
                    </a:cubicBezTo>
                    <a:cubicBezTo>
                      <a:pt x="41910" y="54292"/>
                      <a:pt x="38100" y="50483"/>
                      <a:pt x="35243" y="45720"/>
                    </a:cubicBezTo>
                    <a:cubicBezTo>
                      <a:pt x="32385" y="40958"/>
                      <a:pt x="28575" y="32385"/>
                      <a:pt x="24765" y="20955"/>
                    </a:cubicBezTo>
                    <a:lnTo>
                      <a:pt x="21907" y="20955"/>
                    </a:lnTo>
                    <a:cubicBezTo>
                      <a:pt x="15240" y="20955"/>
                      <a:pt x="10478" y="21908"/>
                      <a:pt x="8573" y="23813"/>
                    </a:cubicBezTo>
                    <a:cubicBezTo>
                      <a:pt x="6668" y="25717"/>
                      <a:pt x="4763" y="28575"/>
                      <a:pt x="4763" y="33338"/>
                    </a:cubicBezTo>
                    <a:cubicBezTo>
                      <a:pt x="4763" y="38100"/>
                      <a:pt x="4763" y="39053"/>
                      <a:pt x="7620" y="40958"/>
                    </a:cubicBezTo>
                    <a:cubicBezTo>
                      <a:pt x="9525" y="42863"/>
                      <a:pt x="11430" y="43815"/>
                      <a:pt x="13335" y="43815"/>
                    </a:cubicBezTo>
                    <a:lnTo>
                      <a:pt x="17145" y="43815"/>
                    </a:lnTo>
                    <a:cubicBezTo>
                      <a:pt x="19050" y="43815"/>
                      <a:pt x="20955" y="43815"/>
                      <a:pt x="21907" y="45720"/>
                    </a:cubicBezTo>
                    <a:cubicBezTo>
                      <a:pt x="22860" y="47625"/>
                      <a:pt x="23813" y="48578"/>
                      <a:pt x="23813" y="50483"/>
                    </a:cubicBezTo>
                    <a:cubicBezTo>
                      <a:pt x="23813" y="52388"/>
                      <a:pt x="23813" y="53340"/>
                      <a:pt x="21907" y="55245"/>
                    </a:cubicBezTo>
                    <a:cubicBezTo>
                      <a:pt x="20003" y="57150"/>
                      <a:pt x="19050" y="57150"/>
                      <a:pt x="17145" y="57150"/>
                    </a:cubicBezTo>
                    <a:cubicBezTo>
                      <a:pt x="13335" y="57150"/>
                      <a:pt x="9525" y="55245"/>
                      <a:pt x="5715" y="50483"/>
                    </a:cubicBezTo>
                    <a:cubicBezTo>
                      <a:pt x="1905" y="45720"/>
                      <a:pt x="0" y="40005"/>
                      <a:pt x="0" y="32385"/>
                    </a:cubicBezTo>
                    <a:cubicBezTo>
                      <a:pt x="0" y="24765"/>
                      <a:pt x="953" y="21908"/>
                      <a:pt x="2857" y="18097"/>
                    </a:cubicBezTo>
                    <a:cubicBezTo>
                      <a:pt x="4763" y="15240"/>
                      <a:pt x="6668" y="13335"/>
                      <a:pt x="9525" y="11430"/>
                    </a:cubicBezTo>
                    <a:cubicBezTo>
                      <a:pt x="11430" y="11430"/>
                      <a:pt x="16193" y="10478"/>
                      <a:pt x="21907" y="10478"/>
                    </a:cubicBezTo>
                    <a:lnTo>
                      <a:pt x="44768" y="10478"/>
                    </a:lnTo>
                    <a:cubicBezTo>
                      <a:pt x="51435" y="10478"/>
                      <a:pt x="55245" y="10478"/>
                      <a:pt x="56198" y="10478"/>
                    </a:cubicBezTo>
                    <a:cubicBezTo>
                      <a:pt x="57150" y="10478"/>
                      <a:pt x="59055" y="10478"/>
                      <a:pt x="59055" y="9525"/>
                    </a:cubicBezTo>
                    <a:cubicBezTo>
                      <a:pt x="59055" y="8572"/>
                      <a:pt x="59055" y="8572"/>
                      <a:pt x="59055" y="7620"/>
                    </a:cubicBezTo>
                    <a:cubicBezTo>
                      <a:pt x="59055" y="6667"/>
                      <a:pt x="59055" y="5715"/>
                      <a:pt x="59055" y="5715"/>
                    </a:cubicBezTo>
                    <a:cubicBezTo>
                      <a:pt x="59055" y="4763"/>
                      <a:pt x="56198" y="2858"/>
                      <a:pt x="53340" y="0"/>
                    </a:cubicBezTo>
                    <a:lnTo>
                      <a:pt x="57150" y="0"/>
                    </a:lnTo>
                    <a:cubicBezTo>
                      <a:pt x="64770" y="5715"/>
                      <a:pt x="67628" y="10478"/>
                      <a:pt x="67628" y="15240"/>
                    </a:cubicBezTo>
                    <a:cubicBezTo>
                      <a:pt x="67628" y="20003"/>
                      <a:pt x="67628" y="19050"/>
                      <a:pt x="64770" y="20955"/>
                    </a:cubicBezTo>
                    <a:cubicBezTo>
                      <a:pt x="61913" y="22860"/>
                      <a:pt x="60007" y="22860"/>
                      <a:pt x="56198" y="22860"/>
                    </a:cubicBezTo>
                    <a:close/>
                    <a:moveTo>
                      <a:pt x="54293" y="20003"/>
                    </a:moveTo>
                    <a:lnTo>
                      <a:pt x="28575" y="20003"/>
                    </a:lnTo>
                    <a:cubicBezTo>
                      <a:pt x="31432" y="27622"/>
                      <a:pt x="33338" y="32385"/>
                      <a:pt x="34290" y="34290"/>
                    </a:cubicBezTo>
                    <a:cubicBezTo>
                      <a:pt x="36195" y="38100"/>
                      <a:pt x="39053" y="40958"/>
                      <a:pt x="40957" y="42863"/>
                    </a:cubicBezTo>
                    <a:cubicBezTo>
                      <a:pt x="42863" y="44767"/>
                      <a:pt x="45720" y="45720"/>
                      <a:pt x="48578" y="45720"/>
                    </a:cubicBezTo>
                    <a:cubicBezTo>
                      <a:pt x="51435" y="45720"/>
                      <a:pt x="55245" y="44767"/>
                      <a:pt x="57150" y="42863"/>
                    </a:cubicBezTo>
                    <a:cubicBezTo>
                      <a:pt x="59055" y="40958"/>
                      <a:pt x="60960" y="38100"/>
                      <a:pt x="60960" y="35242"/>
                    </a:cubicBezTo>
                    <a:cubicBezTo>
                      <a:pt x="60960" y="32385"/>
                      <a:pt x="58103" y="26670"/>
                      <a:pt x="53340" y="209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6B6ED840-C236-7294-924C-A7C74995590F}"/>
                  </a:ext>
                </a:extLst>
              </p:cNvPr>
              <p:cNvSpPr/>
              <p:nvPr/>
            </p:nvSpPr>
            <p:spPr>
              <a:xfrm>
                <a:off x="8399144" y="2814637"/>
                <a:ext cx="70485" cy="45720"/>
              </a:xfrm>
              <a:custGeom>
                <a:avLst/>
                <a:gdLst>
                  <a:gd name="connsiteX0" fmla="*/ 0 w 70485"/>
                  <a:gd name="connsiteY0" fmla="*/ 4763 h 45720"/>
                  <a:gd name="connsiteX1" fmla="*/ 22860 w 70485"/>
                  <a:gd name="connsiteY1" fmla="*/ 4763 h 45720"/>
                  <a:gd name="connsiteX2" fmla="*/ 22860 w 70485"/>
                  <a:gd name="connsiteY2" fmla="*/ 7620 h 45720"/>
                  <a:gd name="connsiteX3" fmla="*/ 8573 w 70485"/>
                  <a:gd name="connsiteY3" fmla="*/ 14288 h 45720"/>
                  <a:gd name="connsiteX4" fmla="*/ 4763 w 70485"/>
                  <a:gd name="connsiteY4" fmla="*/ 25717 h 45720"/>
                  <a:gd name="connsiteX5" fmla="*/ 7620 w 70485"/>
                  <a:gd name="connsiteY5" fmla="*/ 34290 h 45720"/>
                  <a:gd name="connsiteX6" fmla="*/ 13335 w 70485"/>
                  <a:gd name="connsiteY6" fmla="*/ 37147 h 45720"/>
                  <a:gd name="connsiteX7" fmla="*/ 20003 w 70485"/>
                  <a:gd name="connsiteY7" fmla="*/ 35242 h 45720"/>
                  <a:gd name="connsiteX8" fmla="*/ 26670 w 70485"/>
                  <a:gd name="connsiteY8" fmla="*/ 25717 h 45720"/>
                  <a:gd name="connsiteX9" fmla="*/ 31432 w 70485"/>
                  <a:gd name="connsiteY9" fmla="*/ 15240 h 45720"/>
                  <a:gd name="connsiteX10" fmla="*/ 50482 w 70485"/>
                  <a:gd name="connsiteY10" fmla="*/ 0 h 45720"/>
                  <a:gd name="connsiteX11" fmla="*/ 64770 w 70485"/>
                  <a:gd name="connsiteY11" fmla="*/ 6667 h 45720"/>
                  <a:gd name="connsiteX12" fmla="*/ 70485 w 70485"/>
                  <a:gd name="connsiteY12" fmla="*/ 21908 h 45720"/>
                  <a:gd name="connsiteX13" fmla="*/ 68580 w 70485"/>
                  <a:gd name="connsiteY13" fmla="*/ 36195 h 45720"/>
                  <a:gd name="connsiteX14" fmla="*/ 68580 w 70485"/>
                  <a:gd name="connsiteY14" fmla="*/ 40005 h 45720"/>
                  <a:gd name="connsiteX15" fmla="*/ 70485 w 70485"/>
                  <a:gd name="connsiteY15" fmla="*/ 42863 h 45720"/>
                  <a:gd name="connsiteX16" fmla="*/ 70485 w 70485"/>
                  <a:gd name="connsiteY16" fmla="*/ 45720 h 45720"/>
                  <a:gd name="connsiteX17" fmla="*/ 46673 w 70485"/>
                  <a:gd name="connsiteY17" fmla="*/ 45720 h 45720"/>
                  <a:gd name="connsiteX18" fmla="*/ 46673 w 70485"/>
                  <a:gd name="connsiteY18" fmla="*/ 42863 h 45720"/>
                  <a:gd name="connsiteX19" fmla="*/ 61913 w 70485"/>
                  <a:gd name="connsiteY19" fmla="*/ 35242 h 45720"/>
                  <a:gd name="connsiteX20" fmla="*/ 66675 w 70485"/>
                  <a:gd name="connsiteY20" fmla="*/ 21908 h 45720"/>
                  <a:gd name="connsiteX21" fmla="*/ 63818 w 70485"/>
                  <a:gd name="connsiteY21" fmla="*/ 13335 h 45720"/>
                  <a:gd name="connsiteX22" fmla="*/ 57150 w 70485"/>
                  <a:gd name="connsiteY22" fmla="*/ 10478 h 45720"/>
                  <a:gd name="connsiteX23" fmla="*/ 48578 w 70485"/>
                  <a:gd name="connsiteY23" fmla="*/ 14288 h 45720"/>
                  <a:gd name="connsiteX24" fmla="*/ 40005 w 70485"/>
                  <a:gd name="connsiteY24" fmla="*/ 28575 h 45720"/>
                  <a:gd name="connsiteX25" fmla="*/ 30480 w 70485"/>
                  <a:gd name="connsiteY25" fmla="*/ 42863 h 45720"/>
                  <a:gd name="connsiteX26" fmla="*/ 20003 w 70485"/>
                  <a:gd name="connsiteY26" fmla="*/ 45720 h 45720"/>
                  <a:gd name="connsiteX27" fmla="*/ 6668 w 70485"/>
                  <a:gd name="connsiteY27" fmla="*/ 40005 h 45720"/>
                  <a:gd name="connsiteX28" fmla="*/ 953 w 70485"/>
                  <a:gd name="connsiteY28" fmla="*/ 25717 h 45720"/>
                  <a:gd name="connsiteX29" fmla="*/ 2857 w 70485"/>
                  <a:gd name="connsiteY29" fmla="*/ 16192 h 45720"/>
                  <a:gd name="connsiteX30" fmla="*/ 3810 w 70485"/>
                  <a:gd name="connsiteY30" fmla="*/ 11430 h 45720"/>
                  <a:gd name="connsiteX31" fmla="*/ 3810 w 70485"/>
                  <a:gd name="connsiteY31" fmla="*/ 9525 h 45720"/>
                  <a:gd name="connsiteX32" fmla="*/ 1905 w 70485"/>
                  <a:gd name="connsiteY32" fmla="*/ 7620 h 45720"/>
                  <a:gd name="connsiteX33" fmla="*/ 1905 w 70485"/>
                  <a:gd name="connsiteY33" fmla="*/ 4763 h 4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0485" h="45720">
                    <a:moveTo>
                      <a:pt x="0" y="4763"/>
                    </a:moveTo>
                    <a:lnTo>
                      <a:pt x="22860" y="4763"/>
                    </a:lnTo>
                    <a:lnTo>
                      <a:pt x="22860" y="7620"/>
                    </a:lnTo>
                    <a:cubicBezTo>
                      <a:pt x="16193" y="9525"/>
                      <a:pt x="10478" y="11430"/>
                      <a:pt x="8573" y="14288"/>
                    </a:cubicBezTo>
                    <a:cubicBezTo>
                      <a:pt x="6668" y="17145"/>
                      <a:pt x="4763" y="20955"/>
                      <a:pt x="4763" y="25717"/>
                    </a:cubicBezTo>
                    <a:cubicBezTo>
                      <a:pt x="4763" y="30480"/>
                      <a:pt x="4763" y="31433"/>
                      <a:pt x="7620" y="34290"/>
                    </a:cubicBezTo>
                    <a:cubicBezTo>
                      <a:pt x="10478" y="37147"/>
                      <a:pt x="11430" y="37147"/>
                      <a:pt x="13335" y="37147"/>
                    </a:cubicBezTo>
                    <a:cubicBezTo>
                      <a:pt x="15240" y="37147"/>
                      <a:pt x="18098" y="37147"/>
                      <a:pt x="20003" y="35242"/>
                    </a:cubicBezTo>
                    <a:cubicBezTo>
                      <a:pt x="21907" y="33338"/>
                      <a:pt x="23813" y="30480"/>
                      <a:pt x="26670" y="25717"/>
                    </a:cubicBezTo>
                    <a:lnTo>
                      <a:pt x="31432" y="15240"/>
                    </a:lnTo>
                    <a:cubicBezTo>
                      <a:pt x="36195" y="5715"/>
                      <a:pt x="42863" y="0"/>
                      <a:pt x="50482" y="0"/>
                    </a:cubicBezTo>
                    <a:cubicBezTo>
                      <a:pt x="58103" y="0"/>
                      <a:pt x="61913" y="1905"/>
                      <a:pt x="64770" y="6667"/>
                    </a:cubicBezTo>
                    <a:cubicBezTo>
                      <a:pt x="67628" y="11430"/>
                      <a:pt x="70485" y="16192"/>
                      <a:pt x="70485" y="21908"/>
                    </a:cubicBezTo>
                    <a:cubicBezTo>
                      <a:pt x="70485" y="27622"/>
                      <a:pt x="70485" y="30480"/>
                      <a:pt x="68580" y="36195"/>
                    </a:cubicBezTo>
                    <a:cubicBezTo>
                      <a:pt x="68580" y="38100"/>
                      <a:pt x="68580" y="39053"/>
                      <a:pt x="68580" y="40005"/>
                    </a:cubicBezTo>
                    <a:cubicBezTo>
                      <a:pt x="68580" y="40958"/>
                      <a:pt x="68580" y="41910"/>
                      <a:pt x="70485" y="42863"/>
                    </a:cubicBezTo>
                    <a:lnTo>
                      <a:pt x="70485" y="45720"/>
                    </a:lnTo>
                    <a:lnTo>
                      <a:pt x="46673" y="45720"/>
                    </a:lnTo>
                    <a:lnTo>
                      <a:pt x="46673" y="42863"/>
                    </a:lnTo>
                    <a:cubicBezTo>
                      <a:pt x="53340" y="41910"/>
                      <a:pt x="59055" y="39053"/>
                      <a:pt x="61913" y="35242"/>
                    </a:cubicBezTo>
                    <a:cubicBezTo>
                      <a:pt x="64770" y="31433"/>
                      <a:pt x="66675" y="26670"/>
                      <a:pt x="66675" y="21908"/>
                    </a:cubicBezTo>
                    <a:cubicBezTo>
                      <a:pt x="66675" y="17145"/>
                      <a:pt x="65723" y="16192"/>
                      <a:pt x="63818" y="13335"/>
                    </a:cubicBezTo>
                    <a:cubicBezTo>
                      <a:pt x="61913" y="10478"/>
                      <a:pt x="59055" y="10478"/>
                      <a:pt x="57150" y="10478"/>
                    </a:cubicBezTo>
                    <a:cubicBezTo>
                      <a:pt x="55245" y="10478"/>
                      <a:pt x="51435" y="11430"/>
                      <a:pt x="48578" y="14288"/>
                    </a:cubicBezTo>
                    <a:cubicBezTo>
                      <a:pt x="45720" y="17145"/>
                      <a:pt x="43815" y="20955"/>
                      <a:pt x="40005" y="28575"/>
                    </a:cubicBezTo>
                    <a:cubicBezTo>
                      <a:pt x="36195" y="36195"/>
                      <a:pt x="33338" y="40005"/>
                      <a:pt x="30480" y="42863"/>
                    </a:cubicBezTo>
                    <a:cubicBezTo>
                      <a:pt x="27623" y="44767"/>
                      <a:pt x="23813" y="45720"/>
                      <a:pt x="20003" y="45720"/>
                    </a:cubicBezTo>
                    <a:cubicBezTo>
                      <a:pt x="16193" y="45720"/>
                      <a:pt x="9525" y="43815"/>
                      <a:pt x="6668" y="40005"/>
                    </a:cubicBezTo>
                    <a:cubicBezTo>
                      <a:pt x="3810" y="36195"/>
                      <a:pt x="953" y="31433"/>
                      <a:pt x="953" y="25717"/>
                    </a:cubicBezTo>
                    <a:cubicBezTo>
                      <a:pt x="953" y="20003"/>
                      <a:pt x="953" y="20003"/>
                      <a:pt x="2857" y="16192"/>
                    </a:cubicBezTo>
                    <a:cubicBezTo>
                      <a:pt x="2857" y="13335"/>
                      <a:pt x="3810" y="12383"/>
                      <a:pt x="3810" y="11430"/>
                    </a:cubicBezTo>
                    <a:cubicBezTo>
                      <a:pt x="3810" y="10478"/>
                      <a:pt x="3810" y="10478"/>
                      <a:pt x="3810" y="9525"/>
                    </a:cubicBezTo>
                    <a:cubicBezTo>
                      <a:pt x="3810" y="8572"/>
                      <a:pt x="2857" y="9525"/>
                      <a:pt x="1905" y="7620"/>
                    </a:cubicBezTo>
                    <a:lnTo>
                      <a:pt x="1905" y="4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2E117BBE-302A-A2E7-5DF8-A76B9DEFB006}"/>
                  </a:ext>
                </a:extLst>
              </p:cNvPr>
              <p:cNvSpPr/>
              <p:nvPr/>
            </p:nvSpPr>
            <p:spPr>
              <a:xfrm>
                <a:off x="8401050" y="2736499"/>
                <a:ext cx="69532" cy="73375"/>
              </a:xfrm>
              <a:custGeom>
                <a:avLst/>
                <a:gdLst>
                  <a:gd name="connsiteX0" fmla="*/ 0 w 69532"/>
                  <a:gd name="connsiteY0" fmla="*/ 9558 h 73375"/>
                  <a:gd name="connsiteX1" fmla="*/ 40005 w 69532"/>
                  <a:gd name="connsiteY1" fmla="*/ 9558 h 73375"/>
                  <a:gd name="connsiteX2" fmla="*/ 54293 w 69532"/>
                  <a:gd name="connsiteY2" fmla="*/ 9558 h 73375"/>
                  <a:gd name="connsiteX3" fmla="*/ 58102 w 69532"/>
                  <a:gd name="connsiteY3" fmla="*/ 7653 h 73375"/>
                  <a:gd name="connsiteX4" fmla="*/ 59055 w 69532"/>
                  <a:gd name="connsiteY4" fmla="*/ 4795 h 73375"/>
                  <a:gd name="connsiteX5" fmla="*/ 58102 w 69532"/>
                  <a:gd name="connsiteY5" fmla="*/ 33 h 73375"/>
                  <a:gd name="connsiteX6" fmla="*/ 60960 w 69532"/>
                  <a:gd name="connsiteY6" fmla="*/ 33 h 73375"/>
                  <a:gd name="connsiteX7" fmla="*/ 69532 w 69532"/>
                  <a:gd name="connsiteY7" fmla="*/ 19083 h 73375"/>
                  <a:gd name="connsiteX8" fmla="*/ 69532 w 69532"/>
                  <a:gd name="connsiteY8" fmla="*/ 21941 h 73375"/>
                  <a:gd name="connsiteX9" fmla="*/ 55245 w 69532"/>
                  <a:gd name="connsiteY9" fmla="*/ 21941 h 73375"/>
                  <a:gd name="connsiteX10" fmla="*/ 66675 w 69532"/>
                  <a:gd name="connsiteY10" fmla="*/ 35275 h 73375"/>
                  <a:gd name="connsiteX11" fmla="*/ 69532 w 69532"/>
                  <a:gd name="connsiteY11" fmla="*/ 44800 h 73375"/>
                  <a:gd name="connsiteX12" fmla="*/ 66675 w 69532"/>
                  <a:gd name="connsiteY12" fmla="*/ 54325 h 73375"/>
                  <a:gd name="connsiteX13" fmla="*/ 58102 w 69532"/>
                  <a:gd name="connsiteY13" fmla="*/ 60041 h 73375"/>
                  <a:gd name="connsiteX14" fmla="*/ 43815 w 69532"/>
                  <a:gd name="connsiteY14" fmla="*/ 61945 h 73375"/>
                  <a:gd name="connsiteX15" fmla="*/ 14288 w 69532"/>
                  <a:gd name="connsiteY15" fmla="*/ 61945 h 73375"/>
                  <a:gd name="connsiteX16" fmla="*/ 7620 w 69532"/>
                  <a:gd name="connsiteY16" fmla="*/ 62898 h 73375"/>
                  <a:gd name="connsiteX17" fmla="*/ 4763 w 69532"/>
                  <a:gd name="connsiteY17" fmla="*/ 65755 h 73375"/>
                  <a:gd name="connsiteX18" fmla="*/ 4763 w 69532"/>
                  <a:gd name="connsiteY18" fmla="*/ 73375 h 73375"/>
                  <a:gd name="connsiteX19" fmla="*/ 1905 w 69532"/>
                  <a:gd name="connsiteY19" fmla="*/ 73375 h 73375"/>
                  <a:gd name="connsiteX20" fmla="*/ 1905 w 69532"/>
                  <a:gd name="connsiteY20" fmla="*/ 49563 h 73375"/>
                  <a:gd name="connsiteX21" fmla="*/ 46673 w 69532"/>
                  <a:gd name="connsiteY21" fmla="*/ 49563 h 73375"/>
                  <a:gd name="connsiteX22" fmla="*/ 59055 w 69532"/>
                  <a:gd name="connsiteY22" fmla="*/ 46705 h 73375"/>
                  <a:gd name="connsiteX23" fmla="*/ 61913 w 69532"/>
                  <a:gd name="connsiteY23" fmla="*/ 39085 h 73375"/>
                  <a:gd name="connsiteX24" fmla="*/ 60007 w 69532"/>
                  <a:gd name="connsiteY24" fmla="*/ 32418 h 73375"/>
                  <a:gd name="connsiteX25" fmla="*/ 52388 w 69532"/>
                  <a:gd name="connsiteY25" fmla="*/ 22893 h 73375"/>
                  <a:gd name="connsiteX26" fmla="*/ 14288 w 69532"/>
                  <a:gd name="connsiteY26" fmla="*/ 22893 h 73375"/>
                  <a:gd name="connsiteX27" fmla="*/ 6668 w 69532"/>
                  <a:gd name="connsiteY27" fmla="*/ 24798 h 73375"/>
                  <a:gd name="connsiteX28" fmla="*/ 4763 w 69532"/>
                  <a:gd name="connsiteY28" fmla="*/ 33370 h 73375"/>
                  <a:gd name="connsiteX29" fmla="*/ 1905 w 69532"/>
                  <a:gd name="connsiteY29" fmla="*/ 33370 h 73375"/>
                  <a:gd name="connsiteX30" fmla="*/ 1905 w 69532"/>
                  <a:gd name="connsiteY30" fmla="*/ 10510 h 7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9532" h="73375">
                    <a:moveTo>
                      <a:pt x="0" y="9558"/>
                    </a:moveTo>
                    <a:lnTo>
                      <a:pt x="40005" y="9558"/>
                    </a:lnTo>
                    <a:cubicBezTo>
                      <a:pt x="47625" y="9558"/>
                      <a:pt x="52388" y="9558"/>
                      <a:pt x="54293" y="9558"/>
                    </a:cubicBezTo>
                    <a:cubicBezTo>
                      <a:pt x="56198" y="9558"/>
                      <a:pt x="57150" y="9558"/>
                      <a:pt x="58102" y="7653"/>
                    </a:cubicBezTo>
                    <a:cubicBezTo>
                      <a:pt x="59055" y="5748"/>
                      <a:pt x="59055" y="5748"/>
                      <a:pt x="59055" y="4795"/>
                    </a:cubicBezTo>
                    <a:cubicBezTo>
                      <a:pt x="59055" y="3843"/>
                      <a:pt x="59055" y="1938"/>
                      <a:pt x="58102" y="33"/>
                    </a:cubicBezTo>
                    <a:lnTo>
                      <a:pt x="60960" y="33"/>
                    </a:lnTo>
                    <a:cubicBezTo>
                      <a:pt x="60960" y="-920"/>
                      <a:pt x="69532" y="19083"/>
                      <a:pt x="69532" y="19083"/>
                    </a:cubicBezTo>
                    <a:lnTo>
                      <a:pt x="69532" y="21941"/>
                    </a:lnTo>
                    <a:lnTo>
                      <a:pt x="55245" y="21941"/>
                    </a:lnTo>
                    <a:cubicBezTo>
                      <a:pt x="61913" y="27655"/>
                      <a:pt x="65723" y="32418"/>
                      <a:pt x="66675" y="35275"/>
                    </a:cubicBezTo>
                    <a:cubicBezTo>
                      <a:pt x="67627" y="38133"/>
                      <a:pt x="69532" y="40991"/>
                      <a:pt x="69532" y="44800"/>
                    </a:cubicBezTo>
                    <a:cubicBezTo>
                      <a:pt x="69532" y="48610"/>
                      <a:pt x="68580" y="51468"/>
                      <a:pt x="66675" y="54325"/>
                    </a:cubicBezTo>
                    <a:cubicBezTo>
                      <a:pt x="64770" y="57183"/>
                      <a:pt x="61913" y="59088"/>
                      <a:pt x="58102" y="60041"/>
                    </a:cubicBezTo>
                    <a:cubicBezTo>
                      <a:pt x="54293" y="60993"/>
                      <a:pt x="49530" y="61945"/>
                      <a:pt x="43815" y="61945"/>
                    </a:cubicBezTo>
                    <a:lnTo>
                      <a:pt x="14288" y="61945"/>
                    </a:lnTo>
                    <a:cubicBezTo>
                      <a:pt x="11430" y="61945"/>
                      <a:pt x="8573" y="61945"/>
                      <a:pt x="7620" y="62898"/>
                    </a:cubicBezTo>
                    <a:cubicBezTo>
                      <a:pt x="6668" y="63850"/>
                      <a:pt x="5715" y="64803"/>
                      <a:pt x="4763" y="65755"/>
                    </a:cubicBezTo>
                    <a:cubicBezTo>
                      <a:pt x="3810" y="66708"/>
                      <a:pt x="3810" y="69566"/>
                      <a:pt x="4763" y="73375"/>
                    </a:cubicBezTo>
                    <a:lnTo>
                      <a:pt x="1905" y="73375"/>
                    </a:lnTo>
                    <a:lnTo>
                      <a:pt x="1905" y="49563"/>
                    </a:lnTo>
                    <a:lnTo>
                      <a:pt x="46673" y="49563"/>
                    </a:lnTo>
                    <a:cubicBezTo>
                      <a:pt x="53340" y="49563"/>
                      <a:pt x="57150" y="48610"/>
                      <a:pt x="59055" y="46705"/>
                    </a:cubicBezTo>
                    <a:cubicBezTo>
                      <a:pt x="60960" y="44800"/>
                      <a:pt x="61913" y="41943"/>
                      <a:pt x="61913" y="39085"/>
                    </a:cubicBezTo>
                    <a:cubicBezTo>
                      <a:pt x="61913" y="36228"/>
                      <a:pt x="61913" y="34323"/>
                      <a:pt x="60007" y="32418"/>
                    </a:cubicBezTo>
                    <a:cubicBezTo>
                      <a:pt x="58102" y="30513"/>
                      <a:pt x="56198" y="26703"/>
                      <a:pt x="52388" y="22893"/>
                    </a:cubicBezTo>
                    <a:lnTo>
                      <a:pt x="14288" y="22893"/>
                    </a:lnTo>
                    <a:cubicBezTo>
                      <a:pt x="10477" y="22893"/>
                      <a:pt x="7620" y="22893"/>
                      <a:pt x="6668" y="24798"/>
                    </a:cubicBezTo>
                    <a:cubicBezTo>
                      <a:pt x="5715" y="26703"/>
                      <a:pt x="4763" y="28608"/>
                      <a:pt x="4763" y="33370"/>
                    </a:cubicBezTo>
                    <a:lnTo>
                      <a:pt x="1905" y="33370"/>
                    </a:lnTo>
                    <a:lnTo>
                      <a:pt x="1905" y="1051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4C7A68BD-1733-1083-0522-5318594E505B}"/>
                  </a:ext>
                </a:extLst>
              </p:cNvPr>
              <p:cNvSpPr/>
              <p:nvPr/>
            </p:nvSpPr>
            <p:spPr>
              <a:xfrm>
                <a:off x="8398192" y="2684145"/>
                <a:ext cx="69532" cy="49529"/>
              </a:xfrm>
              <a:custGeom>
                <a:avLst/>
                <a:gdLst>
                  <a:gd name="connsiteX0" fmla="*/ 952 w 69532"/>
                  <a:gd name="connsiteY0" fmla="*/ 26670 h 49529"/>
                  <a:gd name="connsiteX1" fmla="*/ 16193 w 69532"/>
                  <a:gd name="connsiteY1" fmla="*/ 26670 h 49529"/>
                  <a:gd name="connsiteX2" fmla="*/ 952 w 69532"/>
                  <a:gd name="connsiteY2" fmla="*/ 9525 h 49529"/>
                  <a:gd name="connsiteX3" fmla="*/ 3810 w 69532"/>
                  <a:gd name="connsiteY3" fmla="*/ 2858 h 49529"/>
                  <a:gd name="connsiteX4" fmla="*/ 9525 w 69532"/>
                  <a:gd name="connsiteY4" fmla="*/ 0 h 49529"/>
                  <a:gd name="connsiteX5" fmla="*/ 14288 w 69532"/>
                  <a:gd name="connsiteY5" fmla="*/ 1905 h 49529"/>
                  <a:gd name="connsiteX6" fmla="*/ 16193 w 69532"/>
                  <a:gd name="connsiteY6" fmla="*/ 6667 h 49529"/>
                  <a:gd name="connsiteX7" fmla="*/ 13335 w 69532"/>
                  <a:gd name="connsiteY7" fmla="*/ 12383 h 49529"/>
                  <a:gd name="connsiteX8" fmla="*/ 10477 w 69532"/>
                  <a:gd name="connsiteY8" fmla="*/ 17145 h 49529"/>
                  <a:gd name="connsiteX9" fmla="*/ 12382 w 69532"/>
                  <a:gd name="connsiteY9" fmla="*/ 20002 h 49529"/>
                  <a:gd name="connsiteX10" fmla="*/ 21907 w 69532"/>
                  <a:gd name="connsiteY10" fmla="*/ 26670 h 49529"/>
                  <a:gd name="connsiteX11" fmla="*/ 54293 w 69532"/>
                  <a:gd name="connsiteY11" fmla="*/ 26670 h 49529"/>
                  <a:gd name="connsiteX12" fmla="*/ 62865 w 69532"/>
                  <a:gd name="connsiteY12" fmla="*/ 25717 h 49529"/>
                  <a:gd name="connsiteX13" fmla="*/ 65722 w 69532"/>
                  <a:gd name="connsiteY13" fmla="*/ 21908 h 49529"/>
                  <a:gd name="connsiteX14" fmla="*/ 66675 w 69532"/>
                  <a:gd name="connsiteY14" fmla="*/ 15240 h 49529"/>
                  <a:gd name="connsiteX15" fmla="*/ 69532 w 69532"/>
                  <a:gd name="connsiteY15" fmla="*/ 15240 h 49529"/>
                  <a:gd name="connsiteX16" fmla="*/ 69532 w 69532"/>
                  <a:gd name="connsiteY16" fmla="*/ 49530 h 49529"/>
                  <a:gd name="connsiteX17" fmla="*/ 66675 w 69532"/>
                  <a:gd name="connsiteY17" fmla="*/ 49530 h 49529"/>
                  <a:gd name="connsiteX18" fmla="*/ 64770 w 69532"/>
                  <a:gd name="connsiteY18" fmla="*/ 41910 h 49529"/>
                  <a:gd name="connsiteX19" fmla="*/ 60960 w 69532"/>
                  <a:gd name="connsiteY19" fmla="*/ 39052 h 49529"/>
                  <a:gd name="connsiteX20" fmla="*/ 54293 w 69532"/>
                  <a:gd name="connsiteY20" fmla="*/ 39052 h 49529"/>
                  <a:gd name="connsiteX21" fmla="*/ 28575 w 69532"/>
                  <a:gd name="connsiteY21" fmla="*/ 39052 h 49529"/>
                  <a:gd name="connsiteX22" fmla="*/ 14288 w 69532"/>
                  <a:gd name="connsiteY22" fmla="*/ 39052 h 49529"/>
                  <a:gd name="connsiteX23" fmla="*/ 11430 w 69532"/>
                  <a:gd name="connsiteY23" fmla="*/ 40958 h 49529"/>
                  <a:gd name="connsiteX24" fmla="*/ 10477 w 69532"/>
                  <a:gd name="connsiteY24" fmla="*/ 43815 h 49529"/>
                  <a:gd name="connsiteX25" fmla="*/ 11430 w 69532"/>
                  <a:gd name="connsiteY25" fmla="*/ 48577 h 49529"/>
                  <a:gd name="connsiteX26" fmla="*/ 8572 w 69532"/>
                  <a:gd name="connsiteY26" fmla="*/ 48577 h 49529"/>
                  <a:gd name="connsiteX27" fmla="*/ 0 w 69532"/>
                  <a:gd name="connsiteY27" fmla="*/ 29527 h 49529"/>
                  <a:gd name="connsiteX28" fmla="*/ 0 w 69532"/>
                  <a:gd name="connsiteY28" fmla="*/ 26670 h 49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9532" h="49529">
                    <a:moveTo>
                      <a:pt x="952" y="26670"/>
                    </a:moveTo>
                    <a:lnTo>
                      <a:pt x="16193" y="26670"/>
                    </a:lnTo>
                    <a:cubicBezTo>
                      <a:pt x="6668" y="20955"/>
                      <a:pt x="952" y="15240"/>
                      <a:pt x="952" y="9525"/>
                    </a:cubicBezTo>
                    <a:cubicBezTo>
                      <a:pt x="952" y="3810"/>
                      <a:pt x="952" y="4763"/>
                      <a:pt x="3810" y="2858"/>
                    </a:cubicBezTo>
                    <a:cubicBezTo>
                      <a:pt x="6668" y="952"/>
                      <a:pt x="7620" y="0"/>
                      <a:pt x="9525" y="0"/>
                    </a:cubicBezTo>
                    <a:cubicBezTo>
                      <a:pt x="11430" y="0"/>
                      <a:pt x="13335" y="0"/>
                      <a:pt x="14288" y="1905"/>
                    </a:cubicBezTo>
                    <a:cubicBezTo>
                      <a:pt x="15240" y="3810"/>
                      <a:pt x="16193" y="4763"/>
                      <a:pt x="16193" y="6667"/>
                    </a:cubicBezTo>
                    <a:cubicBezTo>
                      <a:pt x="16193" y="8572"/>
                      <a:pt x="16193" y="10477"/>
                      <a:pt x="13335" y="12383"/>
                    </a:cubicBezTo>
                    <a:cubicBezTo>
                      <a:pt x="10477" y="14288"/>
                      <a:pt x="10477" y="16192"/>
                      <a:pt x="10477" y="17145"/>
                    </a:cubicBezTo>
                    <a:cubicBezTo>
                      <a:pt x="10477" y="18097"/>
                      <a:pt x="10477" y="19050"/>
                      <a:pt x="12382" y="20002"/>
                    </a:cubicBezTo>
                    <a:cubicBezTo>
                      <a:pt x="14288" y="21908"/>
                      <a:pt x="18097" y="24765"/>
                      <a:pt x="21907" y="26670"/>
                    </a:cubicBezTo>
                    <a:lnTo>
                      <a:pt x="54293" y="26670"/>
                    </a:lnTo>
                    <a:cubicBezTo>
                      <a:pt x="58102" y="26670"/>
                      <a:pt x="60960" y="26670"/>
                      <a:pt x="62865" y="25717"/>
                    </a:cubicBezTo>
                    <a:cubicBezTo>
                      <a:pt x="63818" y="25717"/>
                      <a:pt x="65722" y="23813"/>
                      <a:pt x="65722" y="21908"/>
                    </a:cubicBezTo>
                    <a:cubicBezTo>
                      <a:pt x="65722" y="20002"/>
                      <a:pt x="66675" y="18097"/>
                      <a:pt x="66675" y="15240"/>
                    </a:cubicBezTo>
                    <a:lnTo>
                      <a:pt x="69532" y="15240"/>
                    </a:lnTo>
                    <a:lnTo>
                      <a:pt x="69532" y="49530"/>
                    </a:lnTo>
                    <a:lnTo>
                      <a:pt x="66675" y="49530"/>
                    </a:lnTo>
                    <a:cubicBezTo>
                      <a:pt x="66675" y="45720"/>
                      <a:pt x="66675" y="43815"/>
                      <a:pt x="64770" y="41910"/>
                    </a:cubicBezTo>
                    <a:cubicBezTo>
                      <a:pt x="64770" y="40958"/>
                      <a:pt x="62865" y="40005"/>
                      <a:pt x="60960" y="39052"/>
                    </a:cubicBezTo>
                    <a:cubicBezTo>
                      <a:pt x="60960" y="39052"/>
                      <a:pt x="58102" y="39052"/>
                      <a:pt x="54293" y="39052"/>
                    </a:cubicBezTo>
                    <a:lnTo>
                      <a:pt x="28575" y="39052"/>
                    </a:lnTo>
                    <a:cubicBezTo>
                      <a:pt x="20955" y="39052"/>
                      <a:pt x="16193" y="39052"/>
                      <a:pt x="14288" y="39052"/>
                    </a:cubicBezTo>
                    <a:cubicBezTo>
                      <a:pt x="12382" y="39052"/>
                      <a:pt x="11430" y="39052"/>
                      <a:pt x="11430" y="40958"/>
                    </a:cubicBezTo>
                    <a:cubicBezTo>
                      <a:pt x="11430" y="42863"/>
                      <a:pt x="10477" y="42863"/>
                      <a:pt x="10477" y="43815"/>
                    </a:cubicBezTo>
                    <a:cubicBezTo>
                      <a:pt x="10477" y="44767"/>
                      <a:pt x="10477" y="46672"/>
                      <a:pt x="11430" y="48577"/>
                    </a:cubicBezTo>
                    <a:lnTo>
                      <a:pt x="8572" y="48577"/>
                    </a:lnTo>
                    <a:cubicBezTo>
                      <a:pt x="8572" y="48577"/>
                      <a:pt x="0" y="29527"/>
                      <a:pt x="0" y="29527"/>
                    </a:cubicBezTo>
                    <a:lnTo>
                      <a:pt x="0" y="2667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A4B0CF8B-9B18-5E38-D994-C79FFCC75049}"/>
                  </a:ext>
                </a:extLst>
              </p:cNvPr>
              <p:cNvSpPr/>
              <p:nvPr/>
            </p:nvSpPr>
            <p:spPr>
              <a:xfrm>
                <a:off x="8400097" y="2623184"/>
                <a:ext cx="70484" cy="56197"/>
              </a:xfrm>
              <a:custGeom>
                <a:avLst/>
                <a:gdLst>
                  <a:gd name="connsiteX0" fmla="*/ 26670 w 70484"/>
                  <a:gd name="connsiteY0" fmla="*/ 46673 h 56197"/>
                  <a:gd name="connsiteX1" fmla="*/ 49530 w 70484"/>
                  <a:gd name="connsiteY1" fmla="*/ 39053 h 56197"/>
                  <a:gd name="connsiteX2" fmla="*/ 58102 w 70484"/>
                  <a:gd name="connsiteY2" fmla="*/ 21908 h 56197"/>
                  <a:gd name="connsiteX3" fmla="*/ 54292 w 70484"/>
                  <a:gd name="connsiteY3" fmla="*/ 10478 h 56197"/>
                  <a:gd name="connsiteX4" fmla="*/ 41910 w 70484"/>
                  <a:gd name="connsiteY4" fmla="*/ 1905 h 56197"/>
                  <a:gd name="connsiteX5" fmla="*/ 43815 w 70484"/>
                  <a:gd name="connsiteY5" fmla="*/ 0 h 56197"/>
                  <a:gd name="connsiteX6" fmla="*/ 61913 w 70484"/>
                  <a:gd name="connsiteY6" fmla="*/ 8573 h 56197"/>
                  <a:gd name="connsiteX7" fmla="*/ 70485 w 70484"/>
                  <a:gd name="connsiteY7" fmla="*/ 26670 h 56197"/>
                  <a:gd name="connsiteX8" fmla="*/ 60960 w 70484"/>
                  <a:gd name="connsiteY8" fmla="*/ 47625 h 56197"/>
                  <a:gd name="connsiteX9" fmla="*/ 36195 w 70484"/>
                  <a:gd name="connsiteY9" fmla="*/ 56198 h 56197"/>
                  <a:gd name="connsiteX10" fmla="*/ 9525 w 70484"/>
                  <a:gd name="connsiteY10" fmla="*/ 47625 h 56197"/>
                  <a:gd name="connsiteX11" fmla="*/ 0 w 70484"/>
                  <a:gd name="connsiteY11" fmla="*/ 25718 h 56197"/>
                  <a:gd name="connsiteX12" fmla="*/ 7620 w 70484"/>
                  <a:gd name="connsiteY12" fmla="*/ 7620 h 56197"/>
                  <a:gd name="connsiteX13" fmla="*/ 27622 w 70484"/>
                  <a:gd name="connsiteY13" fmla="*/ 0 h 56197"/>
                  <a:gd name="connsiteX14" fmla="*/ 27622 w 70484"/>
                  <a:gd name="connsiteY14" fmla="*/ 45720 h 56197"/>
                  <a:gd name="connsiteX15" fmla="*/ 21907 w 70484"/>
                  <a:gd name="connsiteY15" fmla="*/ 46673 h 56197"/>
                  <a:gd name="connsiteX16" fmla="*/ 21907 w 70484"/>
                  <a:gd name="connsiteY16" fmla="*/ 16193 h 56197"/>
                  <a:gd name="connsiteX17" fmla="*/ 13335 w 70484"/>
                  <a:gd name="connsiteY17" fmla="*/ 18098 h 56197"/>
                  <a:gd name="connsiteX18" fmla="*/ 6667 w 70484"/>
                  <a:gd name="connsiteY18" fmla="*/ 23813 h 56197"/>
                  <a:gd name="connsiteX19" fmla="*/ 4763 w 70484"/>
                  <a:gd name="connsiteY19" fmla="*/ 31433 h 56197"/>
                  <a:gd name="connsiteX20" fmla="*/ 9525 w 70484"/>
                  <a:gd name="connsiteY20" fmla="*/ 41910 h 56197"/>
                  <a:gd name="connsiteX21" fmla="*/ 22860 w 70484"/>
                  <a:gd name="connsiteY21" fmla="*/ 47625 h 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0484" h="56197">
                    <a:moveTo>
                      <a:pt x="26670" y="46673"/>
                    </a:moveTo>
                    <a:cubicBezTo>
                      <a:pt x="36195" y="46673"/>
                      <a:pt x="44767" y="44768"/>
                      <a:pt x="49530" y="39053"/>
                    </a:cubicBezTo>
                    <a:cubicBezTo>
                      <a:pt x="54292" y="33338"/>
                      <a:pt x="58102" y="28575"/>
                      <a:pt x="58102" y="21908"/>
                    </a:cubicBezTo>
                    <a:cubicBezTo>
                      <a:pt x="58102" y="15240"/>
                      <a:pt x="57150" y="13335"/>
                      <a:pt x="54292" y="10478"/>
                    </a:cubicBezTo>
                    <a:cubicBezTo>
                      <a:pt x="51435" y="7620"/>
                      <a:pt x="47625" y="4763"/>
                      <a:pt x="41910" y="1905"/>
                    </a:cubicBezTo>
                    <a:lnTo>
                      <a:pt x="43815" y="0"/>
                    </a:lnTo>
                    <a:cubicBezTo>
                      <a:pt x="50482" y="953"/>
                      <a:pt x="56197" y="3810"/>
                      <a:pt x="61913" y="8573"/>
                    </a:cubicBezTo>
                    <a:cubicBezTo>
                      <a:pt x="67627" y="13335"/>
                      <a:pt x="70485" y="20003"/>
                      <a:pt x="70485" y="26670"/>
                    </a:cubicBezTo>
                    <a:cubicBezTo>
                      <a:pt x="70485" y="33338"/>
                      <a:pt x="67627" y="41910"/>
                      <a:pt x="60960" y="47625"/>
                    </a:cubicBezTo>
                    <a:cubicBezTo>
                      <a:pt x="54292" y="53340"/>
                      <a:pt x="46672" y="56198"/>
                      <a:pt x="36195" y="56198"/>
                    </a:cubicBezTo>
                    <a:cubicBezTo>
                      <a:pt x="25717" y="56198"/>
                      <a:pt x="16192" y="53340"/>
                      <a:pt x="9525" y="47625"/>
                    </a:cubicBezTo>
                    <a:cubicBezTo>
                      <a:pt x="2857" y="41910"/>
                      <a:pt x="0" y="34290"/>
                      <a:pt x="0" y="25718"/>
                    </a:cubicBezTo>
                    <a:cubicBezTo>
                      <a:pt x="0" y="17145"/>
                      <a:pt x="2857" y="12383"/>
                      <a:pt x="7620" y="7620"/>
                    </a:cubicBezTo>
                    <a:cubicBezTo>
                      <a:pt x="12382" y="2858"/>
                      <a:pt x="19050" y="0"/>
                      <a:pt x="27622" y="0"/>
                    </a:cubicBezTo>
                    <a:lnTo>
                      <a:pt x="27622" y="45720"/>
                    </a:lnTo>
                    <a:close/>
                    <a:moveTo>
                      <a:pt x="21907" y="46673"/>
                    </a:moveTo>
                    <a:lnTo>
                      <a:pt x="21907" y="16193"/>
                    </a:lnTo>
                    <a:cubicBezTo>
                      <a:pt x="18097" y="16193"/>
                      <a:pt x="14288" y="16193"/>
                      <a:pt x="13335" y="18098"/>
                    </a:cubicBezTo>
                    <a:cubicBezTo>
                      <a:pt x="10477" y="19050"/>
                      <a:pt x="8572" y="20955"/>
                      <a:pt x="6667" y="23813"/>
                    </a:cubicBezTo>
                    <a:cubicBezTo>
                      <a:pt x="4763" y="26670"/>
                      <a:pt x="4763" y="28575"/>
                      <a:pt x="4763" y="31433"/>
                    </a:cubicBezTo>
                    <a:cubicBezTo>
                      <a:pt x="4763" y="35243"/>
                      <a:pt x="6667" y="39053"/>
                      <a:pt x="9525" y="41910"/>
                    </a:cubicBezTo>
                    <a:cubicBezTo>
                      <a:pt x="12382" y="44768"/>
                      <a:pt x="17145" y="46673"/>
                      <a:pt x="22860" y="476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1A2EC04D-672A-2EC8-99FD-D47D3F31FC64}"/>
                  </a:ext>
                </a:extLst>
              </p:cNvPr>
              <p:cNvSpPr/>
              <p:nvPr/>
            </p:nvSpPr>
            <p:spPr>
              <a:xfrm>
                <a:off x="8399144" y="2566987"/>
                <a:ext cx="70485" cy="45720"/>
              </a:xfrm>
              <a:custGeom>
                <a:avLst/>
                <a:gdLst>
                  <a:gd name="connsiteX0" fmla="*/ 0 w 70485"/>
                  <a:gd name="connsiteY0" fmla="*/ 4763 h 45720"/>
                  <a:gd name="connsiteX1" fmla="*/ 22860 w 70485"/>
                  <a:gd name="connsiteY1" fmla="*/ 4763 h 45720"/>
                  <a:gd name="connsiteX2" fmla="*/ 22860 w 70485"/>
                  <a:gd name="connsiteY2" fmla="*/ 7620 h 45720"/>
                  <a:gd name="connsiteX3" fmla="*/ 8573 w 70485"/>
                  <a:gd name="connsiteY3" fmla="*/ 14288 h 45720"/>
                  <a:gd name="connsiteX4" fmla="*/ 4763 w 70485"/>
                  <a:gd name="connsiteY4" fmla="*/ 25717 h 45720"/>
                  <a:gd name="connsiteX5" fmla="*/ 7620 w 70485"/>
                  <a:gd name="connsiteY5" fmla="*/ 34290 h 45720"/>
                  <a:gd name="connsiteX6" fmla="*/ 13335 w 70485"/>
                  <a:gd name="connsiteY6" fmla="*/ 37147 h 45720"/>
                  <a:gd name="connsiteX7" fmla="*/ 20003 w 70485"/>
                  <a:gd name="connsiteY7" fmla="*/ 35242 h 45720"/>
                  <a:gd name="connsiteX8" fmla="*/ 26670 w 70485"/>
                  <a:gd name="connsiteY8" fmla="*/ 25717 h 45720"/>
                  <a:gd name="connsiteX9" fmla="*/ 31432 w 70485"/>
                  <a:gd name="connsiteY9" fmla="*/ 15240 h 45720"/>
                  <a:gd name="connsiteX10" fmla="*/ 50482 w 70485"/>
                  <a:gd name="connsiteY10" fmla="*/ 0 h 45720"/>
                  <a:gd name="connsiteX11" fmla="*/ 64770 w 70485"/>
                  <a:gd name="connsiteY11" fmla="*/ 6667 h 45720"/>
                  <a:gd name="connsiteX12" fmla="*/ 70485 w 70485"/>
                  <a:gd name="connsiteY12" fmla="*/ 21908 h 45720"/>
                  <a:gd name="connsiteX13" fmla="*/ 68580 w 70485"/>
                  <a:gd name="connsiteY13" fmla="*/ 36195 h 45720"/>
                  <a:gd name="connsiteX14" fmla="*/ 68580 w 70485"/>
                  <a:gd name="connsiteY14" fmla="*/ 40005 h 45720"/>
                  <a:gd name="connsiteX15" fmla="*/ 70485 w 70485"/>
                  <a:gd name="connsiteY15" fmla="*/ 42863 h 45720"/>
                  <a:gd name="connsiteX16" fmla="*/ 70485 w 70485"/>
                  <a:gd name="connsiteY16" fmla="*/ 45720 h 45720"/>
                  <a:gd name="connsiteX17" fmla="*/ 46673 w 70485"/>
                  <a:gd name="connsiteY17" fmla="*/ 45720 h 45720"/>
                  <a:gd name="connsiteX18" fmla="*/ 46673 w 70485"/>
                  <a:gd name="connsiteY18" fmla="*/ 42863 h 45720"/>
                  <a:gd name="connsiteX19" fmla="*/ 61913 w 70485"/>
                  <a:gd name="connsiteY19" fmla="*/ 35242 h 45720"/>
                  <a:gd name="connsiteX20" fmla="*/ 66675 w 70485"/>
                  <a:gd name="connsiteY20" fmla="*/ 21908 h 45720"/>
                  <a:gd name="connsiteX21" fmla="*/ 63818 w 70485"/>
                  <a:gd name="connsiteY21" fmla="*/ 13335 h 45720"/>
                  <a:gd name="connsiteX22" fmla="*/ 57150 w 70485"/>
                  <a:gd name="connsiteY22" fmla="*/ 10478 h 45720"/>
                  <a:gd name="connsiteX23" fmla="*/ 48578 w 70485"/>
                  <a:gd name="connsiteY23" fmla="*/ 14288 h 45720"/>
                  <a:gd name="connsiteX24" fmla="*/ 40005 w 70485"/>
                  <a:gd name="connsiteY24" fmla="*/ 28575 h 45720"/>
                  <a:gd name="connsiteX25" fmla="*/ 30480 w 70485"/>
                  <a:gd name="connsiteY25" fmla="*/ 42863 h 45720"/>
                  <a:gd name="connsiteX26" fmla="*/ 20003 w 70485"/>
                  <a:gd name="connsiteY26" fmla="*/ 45720 h 45720"/>
                  <a:gd name="connsiteX27" fmla="*/ 6668 w 70485"/>
                  <a:gd name="connsiteY27" fmla="*/ 40005 h 45720"/>
                  <a:gd name="connsiteX28" fmla="*/ 953 w 70485"/>
                  <a:gd name="connsiteY28" fmla="*/ 25717 h 45720"/>
                  <a:gd name="connsiteX29" fmla="*/ 2857 w 70485"/>
                  <a:gd name="connsiteY29" fmla="*/ 16192 h 45720"/>
                  <a:gd name="connsiteX30" fmla="*/ 3810 w 70485"/>
                  <a:gd name="connsiteY30" fmla="*/ 11430 h 45720"/>
                  <a:gd name="connsiteX31" fmla="*/ 3810 w 70485"/>
                  <a:gd name="connsiteY31" fmla="*/ 9525 h 45720"/>
                  <a:gd name="connsiteX32" fmla="*/ 1905 w 70485"/>
                  <a:gd name="connsiteY32" fmla="*/ 7620 h 45720"/>
                  <a:gd name="connsiteX33" fmla="*/ 1905 w 70485"/>
                  <a:gd name="connsiteY33" fmla="*/ 4763 h 4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0485" h="45720">
                    <a:moveTo>
                      <a:pt x="0" y="4763"/>
                    </a:moveTo>
                    <a:lnTo>
                      <a:pt x="22860" y="4763"/>
                    </a:lnTo>
                    <a:lnTo>
                      <a:pt x="22860" y="7620"/>
                    </a:lnTo>
                    <a:cubicBezTo>
                      <a:pt x="16193" y="9525"/>
                      <a:pt x="10478" y="11430"/>
                      <a:pt x="8573" y="14288"/>
                    </a:cubicBezTo>
                    <a:cubicBezTo>
                      <a:pt x="6668" y="17145"/>
                      <a:pt x="4763" y="20955"/>
                      <a:pt x="4763" y="25717"/>
                    </a:cubicBezTo>
                    <a:cubicBezTo>
                      <a:pt x="4763" y="30480"/>
                      <a:pt x="4763" y="31433"/>
                      <a:pt x="7620" y="34290"/>
                    </a:cubicBezTo>
                    <a:cubicBezTo>
                      <a:pt x="10478" y="37147"/>
                      <a:pt x="11430" y="37147"/>
                      <a:pt x="13335" y="37147"/>
                    </a:cubicBezTo>
                    <a:cubicBezTo>
                      <a:pt x="15240" y="37147"/>
                      <a:pt x="18098" y="37147"/>
                      <a:pt x="20003" y="35242"/>
                    </a:cubicBezTo>
                    <a:cubicBezTo>
                      <a:pt x="21907" y="33338"/>
                      <a:pt x="23813" y="30480"/>
                      <a:pt x="26670" y="25717"/>
                    </a:cubicBezTo>
                    <a:lnTo>
                      <a:pt x="31432" y="15240"/>
                    </a:lnTo>
                    <a:cubicBezTo>
                      <a:pt x="36195" y="5715"/>
                      <a:pt x="42863" y="0"/>
                      <a:pt x="50482" y="0"/>
                    </a:cubicBezTo>
                    <a:cubicBezTo>
                      <a:pt x="58103" y="0"/>
                      <a:pt x="61913" y="1905"/>
                      <a:pt x="64770" y="6667"/>
                    </a:cubicBezTo>
                    <a:cubicBezTo>
                      <a:pt x="67628" y="11430"/>
                      <a:pt x="70485" y="16192"/>
                      <a:pt x="70485" y="21908"/>
                    </a:cubicBezTo>
                    <a:cubicBezTo>
                      <a:pt x="70485" y="27622"/>
                      <a:pt x="70485" y="30480"/>
                      <a:pt x="68580" y="36195"/>
                    </a:cubicBezTo>
                    <a:cubicBezTo>
                      <a:pt x="68580" y="38100"/>
                      <a:pt x="68580" y="39053"/>
                      <a:pt x="68580" y="40005"/>
                    </a:cubicBezTo>
                    <a:cubicBezTo>
                      <a:pt x="68580" y="40958"/>
                      <a:pt x="68580" y="41910"/>
                      <a:pt x="70485" y="42863"/>
                    </a:cubicBezTo>
                    <a:lnTo>
                      <a:pt x="70485" y="45720"/>
                    </a:lnTo>
                    <a:lnTo>
                      <a:pt x="46673" y="45720"/>
                    </a:lnTo>
                    <a:lnTo>
                      <a:pt x="46673" y="42863"/>
                    </a:lnTo>
                    <a:cubicBezTo>
                      <a:pt x="53340" y="41910"/>
                      <a:pt x="59055" y="39053"/>
                      <a:pt x="61913" y="35242"/>
                    </a:cubicBezTo>
                    <a:cubicBezTo>
                      <a:pt x="64770" y="31433"/>
                      <a:pt x="66675" y="26670"/>
                      <a:pt x="66675" y="21908"/>
                    </a:cubicBezTo>
                    <a:cubicBezTo>
                      <a:pt x="66675" y="17145"/>
                      <a:pt x="65723" y="16192"/>
                      <a:pt x="63818" y="13335"/>
                    </a:cubicBezTo>
                    <a:cubicBezTo>
                      <a:pt x="61913" y="10478"/>
                      <a:pt x="59055" y="10478"/>
                      <a:pt x="57150" y="10478"/>
                    </a:cubicBezTo>
                    <a:cubicBezTo>
                      <a:pt x="55245" y="10478"/>
                      <a:pt x="51435" y="11430"/>
                      <a:pt x="48578" y="14288"/>
                    </a:cubicBezTo>
                    <a:cubicBezTo>
                      <a:pt x="45720" y="17145"/>
                      <a:pt x="43815" y="20955"/>
                      <a:pt x="40005" y="28575"/>
                    </a:cubicBezTo>
                    <a:cubicBezTo>
                      <a:pt x="36195" y="36195"/>
                      <a:pt x="33338" y="40005"/>
                      <a:pt x="30480" y="42863"/>
                    </a:cubicBezTo>
                    <a:cubicBezTo>
                      <a:pt x="27623" y="44767"/>
                      <a:pt x="23813" y="45720"/>
                      <a:pt x="20003" y="45720"/>
                    </a:cubicBezTo>
                    <a:cubicBezTo>
                      <a:pt x="16193" y="45720"/>
                      <a:pt x="9525" y="43815"/>
                      <a:pt x="6668" y="40005"/>
                    </a:cubicBezTo>
                    <a:cubicBezTo>
                      <a:pt x="3810" y="36195"/>
                      <a:pt x="953" y="31433"/>
                      <a:pt x="953" y="25717"/>
                    </a:cubicBezTo>
                    <a:cubicBezTo>
                      <a:pt x="953" y="20003"/>
                      <a:pt x="953" y="20003"/>
                      <a:pt x="2857" y="16192"/>
                    </a:cubicBezTo>
                    <a:cubicBezTo>
                      <a:pt x="2857" y="13335"/>
                      <a:pt x="3810" y="12383"/>
                      <a:pt x="3810" y="11430"/>
                    </a:cubicBezTo>
                    <a:cubicBezTo>
                      <a:pt x="3810" y="10478"/>
                      <a:pt x="3810" y="10478"/>
                      <a:pt x="3810" y="9525"/>
                    </a:cubicBezTo>
                    <a:cubicBezTo>
                      <a:pt x="3810" y="8572"/>
                      <a:pt x="2857" y="9525"/>
                      <a:pt x="1905" y="7620"/>
                    </a:cubicBezTo>
                    <a:lnTo>
                      <a:pt x="1905" y="4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29" name="Graphic 4">
              <a:extLst>
                <a:ext uri="{FF2B5EF4-FFF2-40B4-BE49-F238E27FC236}">
                  <a16:creationId xmlns:a16="http://schemas.microsoft.com/office/drawing/2014/main" id="{300A8B12-8073-8EB3-DCDE-B31F25C4E602}"/>
                </a:ext>
              </a:extLst>
            </p:cNvPr>
            <p:cNvGrpSpPr/>
            <p:nvPr/>
          </p:nvGrpSpPr>
          <p:grpSpPr>
            <a:xfrm>
              <a:off x="7644764" y="4632007"/>
              <a:ext cx="561022" cy="76200"/>
              <a:chOff x="7644764" y="4632007"/>
              <a:chExt cx="561022" cy="76200"/>
            </a:xfrm>
            <a:solidFill>
              <a:srgbClr val="FFFFFF"/>
            </a:solidFill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4A49181-5697-C460-8428-25D08013B2B5}"/>
                  </a:ext>
                </a:extLst>
              </p:cNvPr>
              <p:cNvSpPr/>
              <p:nvPr/>
            </p:nvSpPr>
            <p:spPr>
              <a:xfrm>
                <a:off x="7644764" y="4633912"/>
                <a:ext cx="60960" cy="56197"/>
              </a:xfrm>
              <a:custGeom>
                <a:avLst/>
                <a:gdLst>
                  <a:gd name="connsiteX0" fmla="*/ 953 w 60960"/>
                  <a:gd name="connsiteY0" fmla="*/ 953 h 56197"/>
                  <a:gd name="connsiteX1" fmla="*/ 16193 w 60960"/>
                  <a:gd name="connsiteY1" fmla="*/ 953 h 56197"/>
                  <a:gd name="connsiteX2" fmla="*/ 49530 w 60960"/>
                  <a:gd name="connsiteY2" fmla="*/ 41910 h 56197"/>
                  <a:gd name="connsiteX3" fmla="*/ 49530 w 60960"/>
                  <a:gd name="connsiteY3" fmla="*/ 10478 h 56197"/>
                  <a:gd name="connsiteX4" fmla="*/ 48578 w 60960"/>
                  <a:gd name="connsiteY4" fmla="*/ 3810 h 56197"/>
                  <a:gd name="connsiteX5" fmla="*/ 43815 w 60960"/>
                  <a:gd name="connsiteY5" fmla="*/ 1905 h 56197"/>
                  <a:gd name="connsiteX6" fmla="*/ 41910 w 60960"/>
                  <a:gd name="connsiteY6" fmla="*/ 1905 h 56197"/>
                  <a:gd name="connsiteX7" fmla="*/ 41910 w 60960"/>
                  <a:gd name="connsiteY7" fmla="*/ 0 h 56197"/>
                  <a:gd name="connsiteX8" fmla="*/ 60960 w 60960"/>
                  <a:gd name="connsiteY8" fmla="*/ 0 h 56197"/>
                  <a:gd name="connsiteX9" fmla="*/ 60960 w 60960"/>
                  <a:gd name="connsiteY9" fmla="*/ 1905 h 56197"/>
                  <a:gd name="connsiteX10" fmla="*/ 59055 w 60960"/>
                  <a:gd name="connsiteY10" fmla="*/ 1905 h 56197"/>
                  <a:gd name="connsiteX11" fmla="*/ 54293 w 60960"/>
                  <a:gd name="connsiteY11" fmla="*/ 3810 h 56197"/>
                  <a:gd name="connsiteX12" fmla="*/ 54293 w 60960"/>
                  <a:gd name="connsiteY12" fmla="*/ 9525 h 56197"/>
                  <a:gd name="connsiteX13" fmla="*/ 54293 w 60960"/>
                  <a:gd name="connsiteY13" fmla="*/ 56197 h 56197"/>
                  <a:gd name="connsiteX14" fmla="*/ 52388 w 60960"/>
                  <a:gd name="connsiteY14" fmla="*/ 56197 h 56197"/>
                  <a:gd name="connsiteX15" fmla="*/ 16193 w 60960"/>
                  <a:gd name="connsiteY15" fmla="*/ 12382 h 56197"/>
                  <a:gd name="connsiteX16" fmla="*/ 16193 w 60960"/>
                  <a:gd name="connsiteY16" fmla="*/ 45720 h 56197"/>
                  <a:gd name="connsiteX17" fmla="*/ 17145 w 60960"/>
                  <a:gd name="connsiteY17" fmla="*/ 52388 h 56197"/>
                  <a:gd name="connsiteX18" fmla="*/ 21908 w 60960"/>
                  <a:gd name="connsiteY18" fmla="*/ 54293 h 56197"/>
                  <a:gd name="connsiteX19" fmla="*/ 23813 w 60960"/>
                  <a:gd name="connsiteY19" fmla="*/ 54293 h 56197"/>
                  <a:gd name="connsiteX20" fmla="*/ 23813 w 60960"/>
                  <a:gd name="connsiteY20" fmla="*/ 56197 h 56197"/>
                  <a:gd name="connsiteX21" fmla="*/ 4763 w 60960"/>
                  <a:gd name="connsiteY21" fmla="*/ 56197 h 56197"/>
                  <a:gd name="connsiteX22" fmla="*/ 4763 w 60960"/>
                  <a:gd name="connsiteY22" fmla="*/ 54293 h 56197"/>
                  <a:gd name="connsiteX23" fmla="*/ 6668 w 60960"/>
                  <a:gd name="connsiteY23" fmla="*/ 54293 h 56197"/>
                  <a:gd name="connsiteX24" fmla="*/ 11430 w 60960"/>
                  <a:gd name="connsiteY24" fmla="*/ 52388 h 56197"/>
                  <a:gd name="connsiteX25" fmla="*/ 11430 w 60960"/>
                  <a:gd name="connsiteY25" fmla="*/ 46672 h 56197"/>
                  <a:gd name="connsiteX26" fmla="*/ 11430 w 60960"/>
                  <a:gd name="connsiteY26" fmla="*/ 8572 h 56197"/>
                  <a:gd name="connsiteX27" fmla="*/ 7620 w 60960"/>
                  <a:gd name="connsiteY27" fmla="*/ 4763 h 56197"/>
                  <a:gd name="connsiteX28" fmla="*/ 3810 w 60960"/>
                  <a:gd name="connsiteY28" fmla="*/ 2857 h 56197"/>
                  <a:gd name="connsiteX29" fmla="*/ 0 w 60960"/>
                  <a:gd name="connsiteY29" fmla="*/ 2857 h 56197"/>
                  <a:gd name="connsiteX30" fmla="*/ 0 w 60960"/>
                  <a:gd name="connsiteY30" fmla="*/ 953 h 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960" h="56197">
                    <a:moveTo>
                      <a:pt x="953" y="953"/>
                    </a:moveTo>
                    <a:lnTo>
                      <a:pt x="16193" y="953"/>
                    </a:lnTo>
                    <a:lnTo>
                      <a:pt x="49530" y="41910"/>
                    </a:lnTo>
                    <a:lnTo>
                      <a:pt x="49530" y="10478"/>
                    </a:lnTo>
                    <a:cubicBezTo>
                      <a:pt x="49530" y="6668"/>
                      <a:pt x="49530" y="4763"/>
                      <a:pt x="48578" y="3810"/>
                    </a:cubicBezTo>
                    <a:cubicBezTo>
                      <a:pt x="47625" y="2857"/>
                      <a:pt x="45720" y="1905"/>
                      <a:pt x="43815" y="1905"/>
                    </a:cubicBezTo>
                    <a:lnTo>
                      <a:pt x="41910" y="1905"/>
                    </a:lnTo>
                    <a:lnTo>
                      <a:pt x="41910" y="0"/>
                    </a:lnTo>
                    <a:lnTo>
                      <a:pt x="60960" y="0"/>
                    </a:lnTo>
                    <a:lnTo>
                      <a:pt x="60960" y="1905"/>
                    </a:lnTo>
                    <a:lnTo>
                      <a:pt x="59055" y="1905"/>
                    </a:lnTo>
                    <a:cubicBezTo>
                      <a:pt x="57150" y="1905"/>
                      <a:pt x="55245" y="1905"/>
                      <a:pt x="54293" y="3810"/>
                    </a:cubicBezTo>
                    <a:cubicBezTo>
                      <a:pt x="54293" y="3810"/>
                      <a:pt x="54293" y="6668"/>
                      <a:pt x="54293" y="9525"/>
                    </a:cubicBezTo>
                    <a:lnTo>
                      <a:pt x="54293" y="56197"/>
                    </a:lnTo>
                    <a:lnTo>
                      <a:pt x="52388" y="56197"/>
                    </a:lnTo>
                    <a:lnTo>
                      <a:pt x="16193" y="12382"/>
                    </a:lnTo>
                    <a:lnTo>
                      <a:pt x="16193" y="45720"/>
                    </a:lnTo>
                    <a:cubicBezTo>
                      <a:pt x="16193" y="49530"/>
                      <a:pt x="16193" y="51435"/>
                      <a:pt x="17145" y="52388"/>
                    </a:cubicBezTo>
                    <a:cubicBezTo>
                      <a:pt x="18098" y="53340"/>
                      <a:pt x="20003" y="54293"/>
                      <a:pt x="21908" y="54293"/>
                    </a:cubicBezTo>
                    <a:lnTo>
                      <a:pt x="23813" y="54293"/>
                    </a:lnTo>
                    <a:lnTo>
                      <a:pt x="23813" y="56197"/>
                    </a:lnTo>
                    <a:lnTo>
                      <a:pt x="4763" y="56197"/>
                    </a:lnTo>
                    <a:lnTo>
                      <a:pt x="4763" y="54293"/>
                    </a:lnTo>
                    <a:lnTo>
                      <a:pt x="6668" y="54293"/>
                    </a:lnTo>
                    <a:cubicBezTo>
                      <a:pt x="8573" y="54293"/>
                      <a:pt x="10478" y="54293"/>
                      <a:pt x="11430" y="52388"/>
                    </a:cubicBezTo>
                    <a:cubicBezTo>
                      <a:pt x="11430" y="52388"/>
                      <a:pt x="11430" y="49530"/>
                      <a:pt x="11430" y="46672"/>
                    </a:cubicBezTo>
                    <a:lnTo>
                      <a:pt x="11430" y="8572"/>
                    </a:lnTo>
                    <a:cubicBezTo>
                      <a:pt x="9525" y="6668"/>
                      <a:pt x="8573" y="5715"/>
                      <a:pt x="7620" y="4763"/>
                    </a:cubicBezTo>
                    <a:cubicBezTo>
                      <a:pt x="6668" y="3810"/>
                      <a:pt x="5715" y="3810"/>
                      <a:pt x="3810" y="2857"/>
                    </a:cubicBezTo>
                    <a:cubicBezTo>
                      <a:pt x="3810" y="2857"/>
                      <a:pt x="1905" y="2857"/>
                      <a:pt x="0" y="2857"/>
                    </a:cubicBezTo>
                    <a:lnTo>
                      <a:pt x="0" y="95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443131A7-6DDD-6F02-C992-33A76EEFBF28}"/>
                  </a:ext>
                </a:extLst>
              </p:cNvPr>
              <p:cNvSpPr/>
              <p:nvPr/>
            </p:nvSpPr>
            <p:spPr>
              <a:xfrm>
                <a:off x="7709535" y="4651057"/>
                <a:ext cx="36194" cy="40005"/>
              </a:xfrm>
              <a:custGeom>
                <a:avLst/>
                <a:gdLst>
                  <a:gd name="connsiteX0" fmla="*/ 18097 w 36194"/>
                  <a:gd name="connsiteY0" fmla="*/ 0 h 40005"/>
                  <a:gd name="connsiteX1" fmla="*/ 31432 w 36194"/>
                  <a:gd name="connsiteY1" fmla="*/ 6668 h 40005"/>
                  <a:gd name="connsiteX2" fmla="*/ 36195 w 36194"/>
                  <a:gd name="connsiteY2" fmla="*/ 19050 h 40005"/>
                  <a:gd name="connsiteX3" fmla="*/ 33338 w 36194"/>
                  <a:gd name="connsiteY3" fmla="*/ 29528 h 40005"/>
                  <a:gd name="connsiteX4" fmla="*/ 26670 w 36194"/>
                  <a:gd name="connsiteY4" fmla="*/ 37148 h 40005"/>
                  <a:gd name="connsiteX5" fmla="*/ 17145 w 36194"/>
                  <a:gd name="connsiteY5" fmla="*/ 40005 h 40005"/>
                  <a:gd name="connsiteX6" fmla="*/ 3810 w 36194"/>
                  <a:gd name="connsiteY6" fmla="*/ 33338 h 40005"/>
                  <a:gd name="connsiteX7" fmla="*/ 0 w 36194"/>
                  <a:gd name="connsiteY7" fmla="*/ 20955 h 40005"/>
                  <a:gd name="connsiteX8" fmla="*/ 2857 w 36194"/>
                  <a:gd name="connsiteY8" fmla="*/ 10478 h 40005"/>
                  <a:gd name="connsiteX9" fmla="*/ 9525 w 36194"/>
                  <a:gd name="connsiteY9" fmla="*/ 2858 h 40005"/>
                  <a:gd name="connsiteX10" fmla="*/ 18097 w 36194"/>
                  <a:gd name="connsiteY10" fmla="*/ 0 h 40005"/>
                  <a:gd name="connsiteX11" fmla="*/ 17145 w 36194"/>
                  <a:gd name="connsiteY11" fmla="*/ 2858 h 40005"/>
                  <a:gd name="connsiteX12" fmla="*/ 12382 w 36194"/>
                  <a:gd name="connsiteY12" fmla="*/ 3810 h 40005"/>
                  <a:gd name="connsiteX13" fmla="*/ 8572 w 36194"/>
                  <a:gd name="connsiteY13" fmla="*/ 8573 h 40005"/>
                  <a:gd name="connsiteX14" fmla="*/ 7620 w 36194"/>
                  <a:gd name="connsiteY14" fmla="*/ 17145 h 40005"/>
                  <a:gd name="connsiteX15" fmla="*/ 10477 w 36194"/>
                  <a:gd name="connsiteY15" fmla="*/ 31433 h 40005"/>
                  <a:gd name="connsiteX16" fmla="*/ 19050 w 36194"/>
                  <a:gd name="connsiteY16" fmla="*/ 37148 h 40005"/>
                  <a:gd name="connsiteX17" fmla="*/ 25717 w 36194"/>
                  <a:gd name="connsiteY17" fmla="*/ 34290 h 40005"/>
                  <a:gd name="connsiteX18" fmla="*/ 28575 w 36194"/>
                  <a:gd name="connsiteY18" fmla="*/ 22860 h 40005"/>
                  <a:gd name="connsiteX19" fmla="*/ 24765 w 36194"/>
                  <a:gd name="connsiteY19" fmla="*/ 7620 h 40005"/>
                  <a:gd name="connsiteX20" fmla="*/ 17145 w 36194"/>
                  <a:gd name="connsiteY20" fmla="*/ 3810 h 4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6194" h="40005">
                    <a:moveTo>
                      <a:pt x="18097" y="0"/>
                    </a:moveTo>
                    <a:cubicBezTo>
                      <a:pt x="23813" y="0"/>
                      <a:pt x="28575" y="1905"/>
                      <a:pt x="31432" y="6668"/>
                    </a:cubicBezTo>
                    <a:cubicBezTo>
                      <a:pt x="34290" y="10478"/>
                      <a:pt x="36195" y="14288"/>
                      <a:pt x="36195" y="19050"/>
                    </a:cubicBezTo>
                    <a:cubicBezTo>
                      <a:pt x="36195" y="23813"/>
                      <a:pt x="36195" y="25718"/>
                      <a:pt x="33338" y="29528"/>
                    </a:cubicBezTo>
                    <a:cubicBezTo>
                      <a:pt x="30480" y="33338"/>
                      <a:pt x="29527" y="35243"/>
                      <a:pt x="26670" y="37148"/>
                    </a:cubicBezTo>
                    <a:cubicBezTo>
                      <a:pt x="23813" y="39053"/>
                      <a:pt x="20955" y="40005"/>
                      <a:pt x="17145" y="40005"/>
                    </a:cubicBezTo>
                    <a:cubicBezTo>
                      <a:pt x="11430" y="40005"/>
                      <a:pt x="6667" y="38100"/>
                      <a:pt x="3810" y="33338"/>
                    </a:cubicBezTo>
                    <a:cubicBezTo>
                      <a:pt x="952" y="29528"/>
                      <a:pt x="0" y="25718"/>
                      <a:pt x="0" y="20955"/>
                    </a:cubicBezTo>
                    <a:cubicBezTo>
                      <a:pt x="0" y="16193"/>
                      <a:pt x="0" y="14288"/>
                      <a:pt x="2857" y="10478"/>
                    </a:cubicBezTo>
                    <a:cubicBezTo>
                      <a:pt x="5715" y="6668"/>
                      <a:pt x="6667" y="4763"/>
                      <a:pt x="9525" y="2858"/>
                    </a:cubicBezTo>
                    <a:cubicBezTo>
                      <a:pt x="12382" y="953"/>
                      <a:pt x="15240" y="0"/>
                      <a:pt x="18097" y="0"/>
                    </a:cubicBezTo>
                    <a:close/>
                    <a:moveTo>
                      <a:pt x="17145" y="2858"/>
                    </a:moveTo>
                    <a:cubicBezTo>
                      <a:pt x="15240" y="2858"/>
                      <a:pt x="14288" y="2858"/>
                      <a:pt x="12382" y="3810"/>
                    </a:cubicBezTo>
                    <a:cubicBezTo>
                      <a:pt x="10477" y="4763"/>
                      <a:pt x="9525" y="5715"/>
                      <a:pt x="8572" y="8573"/>
                    </a:cubicBezTo>
                    <a:cubicBezTo>
                      <a:pt x="7620" y="11430"/>
                      <a:pt x="7620" y="13335"/>
                      <a:pt x="7620" y="17145"/>
                    </a:cubicBezTo>
                    <a:cubicBezTo>
                      <a:pt x="7620" y="22860"/>
                      <a:pt x="8572" y="27623"/>
                      <a:pt x="10477" y="31433"/>
                    </a:cubicBezTo>
                    <a:cubicBezTo>
                      <a:pt x="12382" y="35243"/>
                      <a:pt x="15240" y="37148"/>
                      <a:pt x="19050" y="37148"/>
                    </a:cubicBezTo>
                    <a:cubicBezTo>
                      <a:pt x="22860" y="37148"/>
                      <a:pt x="23813" y="36195"/>
                      <a:pt x="25717" y="34290"/>
                    </a:cubicBezTo>
                    <a:cubicBezTo>
                      <a:pt x="27622" y="32385"/>
                      <a:pt x="28575" y="28575"/>
                      <a:pt x="28575" y="22860"/>
                    </a:cubicBezTo>
                    <a:cubicBezTo>
                      <a:pt x="28575" y="17145"/>
                      <a:pt x="27622" y="11430"/>
                      <a:pt x="24765" y="7620"/>
                    </a:cubicBezTo>
                    <a:cubicBezTo>
                      <a:pt x="22860" y="4763"/>
                      <a:pt x="20002" y="3810"/>
                      <a:pt x="17145" y="38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7AC1D344-DBE5-C970-0E5F-1CD7798B90F2}"/>
                  </a:ext>
                </a:extLst>
              </p:cNvPr>
              <p:cNvSpPr/>
              <p:nvPr/>
            </p:nvSpPr>
            <p:spPr>
              <a:xfrm>
                <a:off x="7748587" y="4651057"/>
                <a:ext cx="40005" cy="40957"/>
              </a:xfrm>
              <a:custGeom>
                <a:avLst/>
                <a:gdLst>
                  <a:gd name="connsiteX0" fmla="*/ 13335 w 40005"/>
                  <a:gd name="connsiteY0" fmla="*/ 7620 h 40957"/>
                  <a:gd name="connsiteX1" fmla="*/ 25718 w 40005"/>
                  <a:gd name="connsiteY1" fmla="*/ 0 h 40957"/>
                  <a:gd name="connsiteX2" fmla="*/ 30480 w 40005"/>
                  <a:gd name="connsiteY2" fmla="*/ 1905 h 40957"/>
                  <a:gd name="connsiteX3" fmla="*/ 34290 w 40005"/>
                  <a:gd name="connsiteY3" fmla="*/ 6668 h 40957"/>
                  <a:gd name="connsiteX4" fmla="*/ 34290 w 40005"/>
                  <a:gd name="connsiteY4" fmla="*/ 14288 h 40957"/>
                  <a:gd name="connsiteX5" fmla="*/ 34290 w 40005"/>
                  <a:gd name="connsiteY5" fmla="*/ 30480 h 40957"/>
                  <a:gd name="connsiteX6" fmla="*/ 34290 w 40005"/>
                  <a:gd name="connsiteY6" fmla="*/ 35243 h 40957"/>
                  <a:gd name="connsiteX7" fmla="*/ 36195 w 40005"/>
                  <a:gd name="connsiteY7" fmla="*/ 37148 h 40957"/>
                  <a:gd name="connsiteX8" fmla="*/ 40005 w 40005"/>
                  <a:gd name="connsiteY8" fmla="*/ 37148 h 40957"/>
                  <a:gd name="connsiteX9" fmla="*/ 40005 w 40005"/>
                  <a:gd name="connsiteY9" fmla="*/ 39053 h 40957"/>
                  <a:gd name="connsiteX10" fmla="*/ 21907 w 40005"/>
                  <a:gd name="connsiteY10" fmla="*/ 39053 h 40957"/>
                  <a:gd name="connsiteX11" fmla="*/ 21907 w 40005"/>
                  <a:gd name="connsiteY11" fmla="*/ 37148 h 40957"/>
                  <a:gd name="connsiteX12" fmla="*/ 21907 w 40005"/>
                  <a:gd name="connsiteY12" fmla="*/ 37148 h 40957"/>
                  <a:gd name="connsiteX13" fmla="*/ 25718 w 40005"/>
                  <a:gd name="connsiteY13" fmla="*/ 37148 h 40957"/>
                  <a:gd name="connsiteX14" fmla="*/ 27623 w 40005"/>
                  <a:gd name="connsiteY14" fmla="*/ 35243 h 40957"/>
                  <a:gd name="connsiteX15" fmla="*/ 27623 w 40005"/>
                  <a:gd name="connsiteY15" fmla="*/ 31433 h 40957"/>
                  <a:gd name="connsiteX16" fmla="*/ 27623 w 40005"/>
                  <a:gd name="connsiteY16" fmla="*/ 16193 h 40957"/>
                  <a:gd name="connsiteX17" fmla="*/ 26670 w 40005"/>
                  <a:gd name="connsiteY17" fmla="*/ 8573 h 40957"/>
                  <a:gd name="connsiteX18" fmla="*/ 21907 w 40005"/>
                  <a:gd name="connsiteY18" fmla="*/ 6668 h 40957"/>
                  <a:gd name="connsiteX19" fmla="*/ 12382 w 40005"/>
                  <a:gd name="connsiteY19" fmla="*/ 12383 h 40957"/>
                  <a:gd name="connsiteX20" fmla="*/ 12382 w 40005"/>
                  <a:gd name="connsiteY20" fmla="*/ 32385 h 40957"/>
                  <a:gd name="connsiteX21" fmla="*/ 12382 w 40005"/>
                  <a:gd name="connsiteY21" fmla="*/ 37148 h 40957"/>
                  <a:gd name="connsiteX22" fmla="*/ 14288 w 40005"/>
                  <a:gd name="connsiteY22" fmla="*/ 39053 h 40957"/>
                  <a:gd name="connsiteX23" fmla="*/ 18098 w 40005"/>
                  <a:gd name="connsiteY23" fmla="*/ 39053 h 40957"/>
                  <a:gd name="connsiteX24" fmla="*/ 18098 w 40005"/>
                  <a:gd name="connsiteY24" fmla="*/ 40958 h 40957"/>
                  <a:gd name="connsiteX25" fmla="*/ 0 w 40005"/>
                  <a:gd name="connsiteY25" fmla="*/ 40958 h 40957"/>
                  <a:gd name="connsiteX26" fmla="*/ 0 w 40005"/>
                  <a:gd name="connsiteY26" fmla="*/ 39053 h 40957"/>
                  <a:gd name="connsiteX27" fmla="*/ 0 w 40005"/>
                  <a:gd name="connsiteY27" fmla="*/ 39053 h 40957"/>
                  <a:gd name="connsiteX28" fmla="*/ 3810 w 40005"/>
                  <a:gd name="connsiteY28" fmla="*/ 37148 h 40957"/>
                  <a:gd name="connsiteX29" fmla="*/ 4763 w 40005"/>
                  <a:gd name="connsiteY29" fmla="*/ 31433 h 40957"/>
                  <a:gd name="connsiteX30" fmla="*/ 4763 w 40005"/>
                  <a:gd name="connsiteY30" fmla="*/ 18098 h 40957"/>
                  <a:gd name="connsiteX31" fmla="*/ 4763 w 40005"/>
                  <a:gd name="connsiteY31" fmla="*/ 9525 h 40957"/>
                  <a:gd name="connsiteX32" fmla="*/ 4763 w 40005"/>
                  <a:gd name="connsiteY32" fmla="*/ 7620 h 40957"/>
                  <a:gd name="connsiteX33" fmla="*/ 2857 w 40005"/>
                  <a:gd name="connsiteY33" fmla="*/ 7620 h 40957"/>
                  <a:gd name="connsiteX34" fmla="*/ 0 w 40005"/>
                  <a:gd name="connsiteY34" fmla="*/ 7620 h 40957"/>
                  <a:gd name="connsiteX35" fmla="*/ 0 w 40005"/>
                  <a:gd name="connsiteY35" fmla="*/ 5715 h 40957"/>
                  <a:gd name="connsiteX36" fmla="*/ 10477 w 40005"/>
                  <a:gd name="connsiteY36" fmla="*/ 953 h 40957"/>
                  <a:gd name="connsiteX37" fmla="*/ 12382 w 40005"/>
                  <a:gd name="connsiteY37" fmla="*/ 953 h 40957"/>
                  <a:gd name="connsiteX38" fmla="*/ 12382 w 40005"/>
                  <a:gd name="connsiteY38" fmla="*/ 857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0005" h="40957">
                    <a:moveTo>
                      <a:pt x="13335" y="7620"/>
                    </a:moveTo>
                    <a:cubicBezTo>
                      <a:pt x="18098" y="2858"/>
                      <a:pt x="21907" y="0"/>
                      <a:pt x="25718" y="0"/>
                    </a:cubicBezTo>
                    <a:cubicBezTo>
                      <a:pt x="29527" y="0"/>
                      <a:pt x="29527" y="0"/>
                      <a:pt x="30480" y="1905"/>
                    </a:cubicBezTo>
                    <a:cubicBezTo>
                      <a:pt x="31432" y="3810"/>
                      <a:pt x="33338" y="4763"/>
                      <a:pt x="34290" y="6668"/>
                    </a:cubicBezTo>
                    <a:cubicBezTo>
                      <a:pt x="34290" y="8573"/>
                      <a:pt x="34290" y="10478"/>
                      <a:pt x="34290" y="14288"/>
                    </a:cubicBezTo>
                    <a:lnTo>
                      <a:pt x="34290" y="30480"/>
                    </a:lnTo>
                    <a:cubicBezTo>
                      <a:pt x="34290" y="32385"/>
                      <a:pt x="34290" y="34290"/>
                      <a:pt x="34290" y="35243"/>
                    </a:cubicBezTo>
                    <a:cubicBezTo>
                      <a:pt x="34290" y="35243"/>
                      <a:pt x="34290" y="36195"/>
                      <a:pt x="36195" y="37148"/>
                    </a:cubicBezTo>
                    <a:cubicBezTo>
                      <a:pt x="38100" y="38100"/>
                      <a:pt x="38100" y="37148"/>
                      <a:pt x="40005" y="37148"/>
                    </a:cubicBezTo>
                    <a:lnTo>
                      <a:pt x="40005" y="39053"/>
                    </a:lnTo>
                    <a:lnTo>
                      <a:pt x="21907" y="39053"/>
                    </a:lnTo>
                    <a:lnTo>
                      <a:pt x="21907" y="37148"/>
                    </a:lnTo>
                    <a:lnTo>
                      <a:pt x="21907" y="37148"/>
                    </a:lnTo>
                    <a:cubicBezTo>
                      <a:pt x="23813" y="37148"/>
                      <a:pt x="24765" y="37148"/>
                      <a:pt x="25718" y="37148"/>
                    </a:cubicBezTo>
                    <a:cubicBezTo>
                      <a:pt x="26670" y="37148"/>
                      <a:pt x="26670" y="36195"/>
                      <a:pt x="27623" y="35243"/>
                    </a:cubicBezTo>
                    <a:cubicBezTo>
                      <a:pt x="27623" y="35243"/>
                      <a:pt x="27623" y="33338"/>
                      <a:pt x="27623" y="31433"/>
                    </a:cubicBezTo>
                    <a:lnTo>
                      <a:pt x="27623" y="16193"/>
                    </a:lnTo>
                    <a:cubicBezTo>
                      <a:pt x="27623" y="12383"/>
                      <a:pt x="27623" y="10478"/>
                      <a:pt x="26670" y="8573"/>
                    </a:cubicBezTo>
                    <a:cubicBezTo>
                      <a:pt x="25718" y="6668"/>
                      <a:pt x="24765" y="6668"/>
                      <a:pt x="21907" y="6668"/>
                    </a:cubicBezTo>
                    <a:cubicBezTo>
                      <a:pt x="19050" y="6668"/>
                      <a:pt x="15240" y="8573"/>
                      <a:pt x="12382" y="12383"/>
                    </a:cubicBezTo>
                    <a:lnTo>
                      <a:pt x="12382" y="32385"/>
                    </a:lnTo>
                    <a:cubicBezTo>
                      <a:pt x="12382" y="35243"/>
                      <a:pt x="12382" y="36195"/>
                      <a:pt x="12382" y="37148"/>
                    </a:cubicBezTo>
                    <a:cubicBezTo>
                      <a:pt x="12382" y="37148"/>
                      <a:pt x="12382" y="38100"/>
                      <a:pt x="14288" y="39053"/>
                    </a:cubicBezTo>
                    <a:cubicBezTo>
                      <a:pt x="16193" y="40005"/>
                      <a:pt x="16193" y="39053"/>
                      <a:pt x="18098" y="39053"/>
                    </a:cubicBezTo>
                    <a:lnTo>
                      <a:pt x="18098" y="40958"/>
                    </a:lnTo>
                    <a:lnTo>
                      <a:pt x="0" y="40958"/>
                    </a:lnTo>
                    <a:lnTo>
                      <a:pt x="0" y="39053"/>
                    </a:lnTo>
                    <a:lnTo>
                      <a:pt x="0" y="39053"/>
                    </a:lnTo>
                    <a:cubicBezTo>
                      <a:pt x="1905" y="39053"/>
                      <a:pt x="2857" y="39053"/>
                      <a:pt x="3810" y="37148"/>
                    </a:cubicBezTo>
                    <a:cubicBezTo>
                      <a:pt x="4763" y="35243"/>
                      <a:pt x="4763" y="34290"/>
                      <a:pt x="4763" y="31433"/>
                    </a:cubicBezTo>
                    <a:lnTo>
                      <a:pt x="4763" y="18098"/>
                    </a:lnTo>
                    <a:cubicBezTo>
                      <a:pt x="4763" y="13335"/>
                      <a:pt x="4763" y="10478"/>
                      <a:pt x="4763" y="9525"/>
                    </a:cubicBezTo>
                    <a:cubicBezTo>
                      <a:pt x="4763" y="8573"/>
                      <a:pt x="4763" y="7620"/>
                      <a:pt x="4763" y="7620"/>
                    </a:cubicBezTo>
                    <a:cubicBezTo>
                      <a:pt x="4763" y="7620"/>
                      <a:pt x="3810" y="7620"/>
                      <a:pt x="2857" y="7620"/>
                    </a:cubicBezTo>
                    <a:cubicBezTo>
                      <a:pt x="1905" y="7620"/>
                      <a:pt x="952" y="7620"/>
                      <a:pt x="0" y="7620"/>
                    </a:cubicBezTo>
                    <a:lnTo>
                      <a:pt x="0" y="5715"/>
                    </a:lnTo>
                    <a:cubicBezTo>
                      <a:pt x="0" y="5715"/>
                      <a:pt x="10477" y="953"/>
                      <a:pt x="10477" y="953"/>
                    </a:cubicBezTo>
                    <a:lnTo>
                      <a:pt x="12382" y="953"/>
                    </a:lnTo>
                    <a:lnTo>
                      <a:pt x="12382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95DB716C-C207-DEA0-6BCE-9BE2A157739D}"/>
                  </a:ext>
                </a:extLst>
              </p:cNvPr>
              <p:cNvSpPr/>
              <p:nvPr/>
            </p:nvSpPr>
            <p:spPr>
              <a:xfrm>
                <a:off x="7793355" y="4667250"/>
                <a:ext cx="20955" cy="5715"/>
              </a:xfrm>
              <a:custGeom>
                <a:avLst/>
                <a:gdLst>
                  <a:gd name="connsiteX0" fmla="*/ 0 w 20955"/>
                  <a:gd name="connsiteY0" fmla="*/ 0 h 5715"/>
                  <a:gd name="connsiteX1" fmla="*/ 20955 w 20955"/>
                  <a:gd name="connsiteY1" fmla="*/ 0 h 5715"/>
                  <a:gd name="connsiteX2" fmla="*/ 20955 w 20955"/>
                  <a:gd name="connsiteY2" fmla="*/ 5715 h 5715"/>
                  <a:gd name="connsiteX3" fmla="*/ 0 w 20955"/>
                  <a:gd name="connsiteY3" fmla="*/ 5715 h 5715"/>
                  <a:gd name="connsiteX4" fmla="*/ 0 w 20955"/>
                  <a:gd name="connsiteY4" fmla="*/ 0 h 5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" h="5715">
                    <a:moveTo>
                      <a:pt x="0" y="0"/>
                    </a:moveTo>
                    <a:lnTo>
                      <a:pt x="20955" y="0"/>
                    </a:lnTo>
                    <a:lnTo>
                      <a:pt x="20955" y="5715"/>
                    </a:lnTo>
                    <a:lnTo>
                      <a:pt x="0" y="57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D247402E-9527-8633-CA84-24F814292FC9}"/>
                  </a:ext>
                </a:extLst>
              </p:cNvPr>
              <p:cNvSpPr/>
              <p:nvPr/>
            </p:nvSpPr>
            <p:spPr>
              <a:xfrm>
                <a:off x="7817167" y="4651057"/>
                <a:ext cx="39052" cy="57150"/>
              </a:xfrm>
              <a:custGeom>
                <a:avLst/>
                <a:gdLst>
                  <a:gd name="connsiteX0" fmla="*/ 0 w 39052"/>
                  <a:gd name="connsiteY0" fmla="*/ 4763 h 57150"/>
                  <a:gd name="connsiteX1" fmla="*/ 11430 w 39052"/>
                  <a:gd name="connsiteY1" fmla="*/ 0 h 57150"/>
                  <a:gd name="connsiteX2" fmla="*/ 13335 w 39052"/>
                  <a:gd name="connsiteY2" fmla="*/ 0 h 57150"/>
                  <a:gd name="connsiteX3" fmla="*/ 13335 w 39052"/>
                  <a:gd name="connsiteY3" fmla="*/ 8573 h 57150"/>
                  <a:gd name="connsiteX4" fmla="*/ 19050 w 39052"/>
                  <a:gd name="connsiteY4" fmla="*/ 1905 h 57150"/>
                  <a:gd name="connsiteX5" fmla="*/ 24765 w 39052"/>
                  <a:gd name="connsiteY5" fmla="*/ 0 h 57150"/>
                  <a:gd name="connsiteX6" fmla="*/ 34290 w 39052"/>
                  <a:gd name="connsiteY6" fmla="*/ 4763 h 57150"/>
                  <a:gd name="connsiteX7" fmla="*/ 39052 w 39052"/>
                  <a:gd name="connsiteY7" fmla="*/ 19050 h 57150"/>
                  <a:gd name="connsiteX8" fmla="*/ 33338 w 39052"/>
                  <a:gd name="connsiteY8" fmla="*/ 35243 h 57150"/>
                  <a:gd name="connsiteX9" fmla="*/ 21907 w 39052"/>
                  <a:gd name="connsiteY9" fmla="*/ 40005 h 57150"/>
                  <a:gd name="connsiteX10" fmla="*/ 17145 w 39052"/>
                  <a:gd name="connsiteY10" fmla="*/ 40005 h 57150"/>
                  <a:gd name="connsiteX11" fmla="*/ 13335 w 39052"/>
                  <a:gd name="connsiteY11" fmla="*/ 37148 h 57150"/>
                  <a:gd name="connsiteX12" fmla="*/ 13335 w 39052"/>
                  <a:gd name="connsiteY12" fmla="*/ 48578 h 57150"/>
                  <a:gd name="connsiteX13" fmla="*/ 13335 w 39052"/>
                  <a:gd name="connsiteY13" fmla="*/ 53340 h 57150"/>
                  <a:gd name="connsiteX14" fmla="*/ 15240 w 39052"/>
                  <a:gd name="connsiteY14" fmla="*/ 55245 h 57150"/>
                  <a:gd name="connsiteX15" fmla="*/ 19050 w 39052"/>
                  <a:gd name="connsiteY15" fmla="*/ 55245 h 57150"/>
                  <a:gd name="connsiteX16" fmla="*/ 19050 w 39052"/>
                  <a:gd name="connsiteY16" fmla="*/ 57150 h 57150"/>
                  <a:gd name="connsiteX17" fmla="*/ 0 w 39052"/>
                  <a:gd name="connsiteY17" fmla="*/ 57150 h 57150"/>
                  <a:gd name="connsiteX18" fmla="*/ 0 w 39052"/>
                  <a:gd name="connsiteY18" fmla="*/ 55245 h 57150"/>
                  <a:gd name="connsiteX19" fmla="*/ 952 w 39052"/>
                  <a:gd name="connsiteY19" fmla="*/ 55245 h 57150"/>
                  <a:gd name="connsiteX20" fmla="*/ 4763 w 39052"/>
                  <a:gd name="connsiteY20" fmla="*/ 55245 h 57150"/>
                  <a:gd name="connsiteX21" fmla="*/ 5715 w 39052"/>
                  <a:gd name="connsiteY21" fmla="*/ 53340 h 57150"/>
                  <a:gd name="connsiteX22" fmla="*/ 5715 w 39052"/>
                  <a:gd name="connsiteY22" fmla="*/ 48578 h 57150"/>
                  <a:gd name="connsiteX23" fmla="*/ 5715 w 39052"/>
                  <a:gd name="connsiteY23" fmla="*/ 13335 h 57150"/>
                  <a:gd name="connsiteX24" fmla="*/ 5715 w 39052"/>
                  <a:gd name="connsiteY24" fmla="*/ 8573 h 57150"/>
                  <a:gd name="connsiteX25" fmla="*/ 4763 w 39052"/>
                  <a:gd name="connsiteY25" fmla="*/ 6668 h 57150"/>
                  <a:gd name="connsiteX26" fmla="*/ 2857 w 39052"/>
                  <a:gd name="connsiteY26" fmla="*/ 6668 h 57150"/>
                  <a:gd name="connsiteX27" fmla="*/ 0 w 39052"/>
                  <a:gd name="connsiteY27" fmla="*/ 6668 h 57150"/>
                  <a:gd name="connsiteX28" fmla="*/ 0 w 39052"/>
                  <a:gd name="connsiteY28" fmla="*/ 6668 h 57150"/>
                  <a:gd name="connsiteX29" fmla="*/ 13335 w 39052"/>
                  <a:gd name="connsiteY29" fmla="*/ 11430 h 57150"/>
                  <a:gd name="connsiteX30" fmla="*/ 13335 w 39052"/>
                  <a:gd name="connsiteY30" fmla="*/ 25718 h 57150"/>
                  <a:gd name="connsiteX31" fmla="*/ 13335 w 39052"/>
                  <a:gd name="connsiteY31" fmla="*/ 31433 h 57150"/>
                  <a:gd name="connsiteX32" fmla="*/ 16193 w 39052"/>
                  <a:gd name="connsiteY32" fmla="*/ 35243 h 57150"/>
                  <a:gd name="connsiteX33" fmla="*/ 21907 w 39052"/>
                  <a:gd name="connsiteY33" fmla="*/ 37148 h 57150"/>
                  <a:gd name="connsiteX34" fmla="*/ 28575 w 39052"/>
                  <a:gd name="connsiteY34" fmla="*/ 34290 h 57150"/>
                  <a:gd name="connsiteX35" fmla="*/ 31432 w 39052"/>
                  <a:gd name="connsiteY35" fmla="*/ 22860 h 57150"/>
                  <a:gd name="connsiteX36" fmla="*/ 27622 w 39052"/>
                  <a:gd name="connsiteY36" fmla="*/ 9525 h 57150"/>
                  <a:gd name="connsiteX37" fmla="*/ 21907 w 39052"/>
                  <a:gd name="connsiteY37" fmla="*/ 6668 h 57150"/>
                  <a:gd name="connsiteX38" fmla="*/ 18097 w 39052"/>
                  <a:gd name="connsiteY38" fmla="*/ 7620 h 57150"/>
                  <a:gd name="connsiteX39" fmla="*/ 13335 w 39052"/>
                  <a:gd name="connsiteY39" fmla="*/ 12383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052" h="57150">
                    <a:moveTo>
                      <a:pt x="0" y="4763"/>
                    </a:moveTo>
                    <a:lnTo>
                      <a:pt x="11430" y="0"/>
                    </a:lnTo>
                    <a:lnTo>
                      <a:pt x="13335" y="0"/>
                    </a:lnTo>
                    <a:lnTo>
                      <a:pt x="13335" y="8573"/>
                    </a:lnTo>
                    <a:cubicBezTo>
                      <a:pt x="15240" y="5715"/>
                      <a:pt x="17145" y="2858"/>
                      <a:pt x="19050" y="1905"/>
                    </a:cubicBezTo>
                    <a:cubicBezTo>
                      <a:pt x="20955" y="953"/>
                      <a:pt x="22860" y="0"/>
                      <a:pt x="24765" y="0"/>
                    </a:cubicBezTo>
                    <a:cubicBezTo>
                      <a:pt x="28575" y="0"/>
                      <a:pt x="31432" y="1905"/>
                      <a:pt x="34290" y="4763"/>
                    </a:cubicBezTo>
                    <a:cubicBezTo>
                      <a:pt x="37147" y="8573"/>
                      <a:pt x="39052" y="13335"/>
                      <a:pt x="39052" y="19050"/>
                    </a:cubicBezTo>
                    <a:cubicBezTo>
                      <a:pt x="39052" y="24765"/>
                      <a:pt x="37147" y="30480"/>
                      <a:pt x="33338" y="35243"/>
                    </a:cubicBezTo>
                    <a:cubicBezTo>
                      <a:pt x="30480" y="39053"/>
                      <a:pt x="26670" y="40005"/>
                      <a:pt x="21907" y="40005"/>
                    </a:cubicBezTo>
                    <a:cubicBezTo>
                      <a:pt x="17145" y="40005"/>
                      <a:pt x="18097" y="40005"/>
                      <a:pt x="17145" y="40005"/>
                    </a:cubicBezTo>
                    <a:cubicBezTo>
                      <a:pt x="16193" y="40005"/>
                      <a:pt x="15240" y="39053"/>
                      <a:pt x="13335" y="37148"/>
                    </a:cubicBezTo>
                    <a:lnTo>
                      <a:pt x="13335" y="48578"/>
                    </a:lnTo>
                    <a:cubicBezTo>
                      <a:pt x="13335" y="51435"/>
                      <a:pt x="13335" y="52388"/>
                      <a:pt x="13335" y="53340"/>
                    </a:cubicBezTo>
                    <a:cubicBezTo>
                      <a:pt x="13335" y="54293"/>
                      <a:pt x="13335" y="54293"/>
                      <a:pt x="15240" y="55245"/>
                    </a:cubicBezTo>
                    <a:cubicBezTo>
                      <a:pt x="17145" y="56198"/>
                      <a:pt x="17145" y="55245"/>
                      <a:pt x="19050" y="55245"/>
                    </a:cubicBezTo>
                    <a:lnTo>
                      <a:pt x="19050" y="57150"/>
                    </a:lnTo>
                    <a:lnTo>
                      <a:pt x="0" y="57150"/>
                    </a:lnTo>
                    <a:lnTo>
                      <a:pt x="0" y="55245"/>
                    </a:lnTo>
                    <a:lnTo>
                      <a:pt x="952" y="55245"/>
                    </a:lnTo>
                    <a:cubicBezTo>
                      <a:pt x="2857" y="55245"/>
                      <a:pt x="3810" y="55245"/>
                      <a:pt x="4763" y="55245"/>
                    </a:cubicBezTo>
                    <a:cubicBezTo>
                      <a:pt x="4763" y="55245"/>
                      <a:pt x="4763" y="55245"/>
                      <a:pt x="5715" y="53340"/>
                    </a:cubicBezTo>
                    <a:cubicBezTo>
                      <a:pt x="6668" y="51435"/>
                      <a:pt x="5715" y="51435"/>
                      <a:pt x="5715" y="48578"/>
                    </a:cubicBezTo>
                    <a:lnTo>
                      <a:pt x="5715" y="13335"/>
                    </a:lnTo>
                    <a:cubicBezTo>
                      <a:pt x="5715" y="10478"/>
                      <a:pt x="5715" y="9525"/>
                      <a:pt x="5715" y="8573"/>
                    </a:cubicBezTo>
                    <a:cubicBezTo>
                      <a:pt x="5715" y="7620"/>
                      <a:pt x="5715" y="7620"/>
                      <a:pt x="4763" y="6668"/>
                    </a:cubicBezTo>
                    <a:cubicBezTo>
                      <a:pt x="3810" y="5715"/>
                      <a:pt x="3810" y="6668"/>
                      <a:pt x="2857" y="6668"/>
                    </a:cubicBezTo>
                    <a:cubicBezTo>
                      <a:pt x="1905" y="6668"/>
                      <a:pt x="952" y="6668"/>
                      <a:pt x="0" y="6668"/>
                    </a:cubicBezTo>
                    <a:lnTo>
                      <a:pt x="0" y="6668"/>
                    </a:lnTo>
                    <a:close/>
                    <a:moveTo>
                      <a:pt x="13335" y="11430"/>
                    </a:moveTo>
                    <a:lnTo>
                      <a:pt x="13335" y="25718"/>
                    </a:lnTo>
                    <a:cubicBezTo>
                      <a:pt x="13335" y="28575"/>
                      <a:pt x="13335" y="30480"/>
                      <a:pt x="13335" y="31433"/>
                    </a:cubicBezTo>
                    <a:cubicBezTo>
                      <a:pt x="13335" y="33338"/>
                      <a:pt x="14288" y="34290"/>
                      <a:pt x="16193" y="35243"/>
                    </a:cubicBezTo>
                    <a:cubicBezTo>
                      <a:pt x="18097" y="36195"/>
                      <a:pt x="19050" y="37148"/>
                      <a:pt x="21907" y="37148"/>
                    </a:cubicBezTo>
                    <a:cubicBezTo>
                      <a:pt x="24765" y="37148"/>
                      <a:pt x="26670" y="36195"/>
                      <a:pt x="28575" y="34290"/>
                    </a:cubicBezTo>
                    <a:cubicBezTo>
                      <a:pt x="30480" y="31433"/>
                      <a:pt x="31432" y="27623"/>
                      <a:pt x="31432" y="22860"/>
                    </a:cubicBezTo>
                    <a:cubicBezTo>
                      <a:pt x="31432" y="18098"/>
                      <a:pt x="30480" y="12383"/>
                      <a:pt x="27622" y="9525"/>
                    </a:cubicBezTo>
                    <a:cubicBezTo>
                      <a:pt x="25718" y="7620"/>
                      <a:pt x="23813" y="6668"/>
                      <a:pt x="21907" y="6668"/>
                    </a:cubicBezTo>
                    <a:cubicBezTo>
                      <a:pt x="20002" y="6668"/>
                      <a:pt x="19050" y="6668"/>
                      <a:pt x="18097" y="7620"/>
                    </a:cubicBezTo>
                    <a:cubicBezTo>
                      <a:pt x="17145" y="7620"/>
                      <a:pt x="15240" y="9525"/>
                      <a:pt x="13335" y="123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81A3BEA2-DB5E-DDD6-1FDE-16BE0F59807C}"/>
                  </a:ext>
                </a:extLst>
              </p:cNvPr>
              <p:cNvSpPr/>
              <p:nvPr/>
            </p:nvSpPr>
            <p:spPr>
              <a:xfrm>
                <a:off x="7860982" y="4650105"/>
                <a:ext cx="31432" cy="40004"/>
              </a:xfrm>
              <a:custGeom>
                <a:avLst/>
                <a:gdLst>
                  <a:gd name="connsiteX0" fmla="*/ 21907 w 31432"/>
                  <a:gd name="connsiteY0" fmla="*/ 34290 h 40004"/>
                  <a:gd name="connsiteX1" fmla="*/ 14288 w 31432"/>
                  <a:gd name="connsiteY1" fmla="*/ 39052 h 40004"/>
                  <a:gd name="connsiteX2" fmla="*/ 9525 w 31432"/>
                  <a:gd name="connsiteY2" fmla="*/ 40005 h 40004"/>
                  <a:gd name="connsiteX3" fmla="*/ 2857 w 31432"/>
                  <a:gd name="connsiteY3" fmla="*/ 37147 h 40004"/>
                  <a:gd name="connsiteX4" fmla="*/ 0 w 31432"/>
                  <a:gd name="connsiteY4" fmla="*/ 30480 h 40004"/>
                  <a:gd name="connsiteX5" fmla="*/ 953 w 31432"/>
                  <a:gd name="connsiteY5" fmla="*/ 25717 h 40004"/>
                  <a:gd name="connsiteX6" fmla="*/ 6668 w 31432"/>
                  <a:gd name="connsiteY6" fmla="*/ 20955 h 40004"/>
                  <a:gd name="connsiteX7" fmla="*/ 20003 w 31432"/>
                  <a:gd name="connsiteY7" fmla="*/ 15240 h 40004"/>
                  <a:gd name="connsiteX8" fmla="*/ 20003 w 31432"/>
                  <a:gd name="connsiteY8" fmla="*/ 13335 h 40004"/>
                  <a:gd name="connsiteX9" fmla="*/ 18098 w 31432"/>
                  <a:gd name="connsiteY9" fmla="*/ 5715 h 40004"/>
                  <a:gd name="connsiteX10" fmla="*/ 13335 w 31432"/>
                  <a:gd name="connsiteY10" fmla="*/ 3810 h 40004"/>
                  <a:gd name="connsiteX11" fmla="*/ 9525 w 31432"/>
                  <a:gd name="connsiteY11" fmla="*/ 4763 h 40004"/>
                  <a:gd name="connsiteX12" fmla="*/ 7620 w 31432"/>
                  <a:gd name="connsiteY12" fmla="*/ 7620 h 40004"/>
                  <a:gd name="connsiteX13" fmla="*/ 7620 w 31432"/>
                  <a:gd name="connsiteY13" fmla="*/ 9525 h 40004"/>
                  <a:gd name="connsiteX14" fmla="*/ 7620 w 31432"/>
                  <a:gd name="connsiteY14" fmla="*/ 12382 h 40004"/>
                  <a:gd name="connsiteX15" fmla="*/ 4763 w 31432"/>
                  <a:gd name="connsiteY15" fmla="*/ 13335 h 40004"/>
                  <a:gd name="connsiteX16" fmla="*/ 1905 w 31432"/>
                  <a:gd name="connsiteY16" fmla="*/ 12382 h 40004"/>
                  <a:gd name="connsiteX17" fmla="*/ 1905 w 31432"/>
                  <a:gd name="connsiteY17" fmla="*/ 9525 h 40004"/>
                  <a:gd name="connsiteX18" fmla="*/ 5715 w 31432"/>
                  <a:gd name="connsiteY18" fmla="*/ 2857 h 40004"/>
                  <a:gd name="connsiteX19" fmla="*/ 15240 w 31432"/>
                  <a:gd name="connsiteY19" fmla="*/ 0 h 40004"/>
                  <a:gd name="connsiteX20" fmla="*/ 22860 w 31432"/>
                  <a:gd name="connsiteY20" fmla="*/ 1905 h 40004"/>
                  <a:gd name="connsiteX21" fmla="*/ 26670 w 31432"/>
                  <a:gd name="connsiteY21" fmla="*/ 5715 h 40004"/>
                  <a:gd name="connsiteX22" fmla="*/ 26670 w 31432"/>
                  <a:gd name="connsiteY22" fmla="*/ 12382 h 40004"/>
                  <a:gd name="connsiteX23" fmla="*/ 26670 w 31432"/>
                  <a:gd name="connsiteY23" fmla="*/ 24765 h 40004"/>
                  <a:gd name="connsiteX24" fmla="*/ 26670 w 31432"/>
                  <a:gd name="connsiteY24" fmla="*/ 31432 h 40004"/>
                  <a:gd name="connsiteX25" fmla="*/ 26670 w 31432"/>
                  <a:gd name="connsiteY25" fmla="*/ 33338 h 40004"/>
                  <a:gd name="connsiteX26" fmla="*/ 27623 w 31432"/>
                  <a:gd name="connsiteY26" fmla="*/ 33338 h 40004"/>
                  <a:gd name="connsiteX27" fmla="*/ 28575 w 31432"/>
                  <a:gd name="connsiteY27" fmla="*/ 33338 h 40004"/>
                  <a:gd name="connsiteX28" fmla="*/ 31432 w 31432"/>
                  <a:gd name="connsiteY28" fmla="*/ 30480 h 40004"/>
                  <a:gd name="connsiteX29" fmla="*/ 31432 w 31432"/>
                  <a:gd name="connsiteY29" fmla="*/ 32385 h 40004"/>
                  <a:gd name="connsiteX30" fmla="*/ 22860 w 31432"/>
                  <a:gd name="connsiteY30" fmla="*/ 38100 h 40004"/>
                  <a:gd name="connsiteX31" fmla="*/ 20003 w 31432"/>
                  <a:gd name="connsiteY31" fmla="*/ 37147 h 40004"/>
                  <a:gd name="connsiteX32" fmla="*/ 19050 w 31432"/>
                  <a:gd name="connsiteY32" fmla="*/ 32385 h 40004"/>
                  <a:gd name="connsiteX33" fmla="*/ 21907 w 31432"/>
                  <a:gd name="connsiteY33" fmla="*/ 31432 h 40004"/>
                  <a:gd name="connsiteX34" fmla="*/ 21907 w 31432"/>
                  <a:gd name="connsiteY34" fmla="*/ 17145 h 40004"/>
                  <a:gd name="connsiteX35" fmla="*/ 14288 w 31432"/>
                  <a:gd name="connsiteY35" fmla="*/ 20955 h 40004"/>
                  <a:gd name="connsiteX36" fmla="*/ 9525 w 31432"/>
                  <a:gd name="connsiteY36" fmla="*/ 24765 h 40004"/>
                  <a:gd name="connsiteX37" fmla="*/ 8573 w 31432"/>
                  <a:gd name="connsiteY37" fmla="*/ 28575 h 40004"/>
                  <a:gd name="connsiteX38" fmla="*/ 10478 w 31432"/>
                  <a:gd name="connsiteY38" fmla="*/ 33338 h 40004"/>
                  <a:gd name="connsiteX39" fmla="*/ 14288 w 31432"/>
                  <a:gd name="connsiteY39" fmla="*/ 35242 h 40004"/>
                  <a:gd name="connsiteX40" fmla="*/ 21907 w 31432"/>
                  <a:gd name="connsiteY40" fmla="*/ 31432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1432" h="40004">
                    <a:moveTo>
                      <a:pt x="21907" y="34290"/>
                    </a:moveTo>
                    <a:cubicBezTo>
                      <a:pt x="18098" y="37147"/>
                      <a:pt x="16193" y="39052"/>
                      <a:pt x="14288" y="39052"/>
                    </a:cubicBezTo>
                    <a:cubicBezTo>
                      <a:pt x="12382" y="39052"/>
                      <a:pt x="11430" y="40005"/>
                      <a:pt x="9525" y="40005"/>
                    </a:cubicBezTo>
                    <a:cubicBezTo>
                      <a:pt x="6668" y="40005"/>
                      <a:pt x="4763" y="40005"/>
                      <a:pt x="2857" y="37147"/>
                    </a:cubicBezTo>
                    <a:cubicBezTo>
                      <a:pt x="953" y="34290"/>
                      <a:pt x="0" y="33338"/>
                      <a:pt x="0" y="30480"/>
                    </a:cubicBezTo>
                    <a:cubicBezTo>
                      <a:pt x="0" y="27622"/>
                      <a:pt x="0" y="26670"/>
                      <a:pt x="953" y="25717"/>
                    </a:cubicBezTo>
                    <a:cubicBezTo>
                      <a:pt x="1905" y="23813"/>
                      <a:pt x="3810" y="21907"/>
                      <a:pt x="6668" y="20955"/>
                    </a:cubicBezTo>
                    <a:cubicBezTo>
                      <a:pt x="9525" y="20002"/>
                      <a:pt x="14288" y="17145"/>
                      <a:pt x="20003" y="15240"/>
                    </a:cubicBezTo>
                    <a:lnTo>
                      <a:pt x="20003" y="13335"/>
                    </a:lnTo>
                    <a:cubicBezTo>
                      <a:pt x="20003" y="9525"/>
                      <a:pt x="20003" y="6667"/>
                      <a:pt x="18098" y="5715"/>
                    </a:cubicBezTo>
                    <a:cubicBezTo>
                      <a:pt x="16193" y="4763"/>
                      <a:pt x="15240" y="3810"/>
                      <a:pt x="13335" y="3810"/>
                    </a:cubicBezTo>
                    <a:cubicBezTo>
                      <a:pt x="11430" y="3810"/>
                      <a:pt x="10478" y="3810"/>
                      <a:pt x="9525" y="4763"/>
                    </a:cubicBezTo>
                    <a:cubicBezTo>
                      <a:pt x="8573" y="4763"/>
                      <a:pt x="7620" y="6667"/>
                      <a:pt x="7620" y="7620"/>
                    </a:cubicBezTo>
                    <a:lnTo>
                      <a:pt x="7620" y="9525"/>
                    </a:lnTo>
                    <a:cubicBezTo>
                      <a:pt x="7620" y="10477"/>
                      <a:pt x="7620" y="11430"/>
                      <a:pt x="7620" y="12382"/>
                    </a:cubicBezTo>
                    <a:cubicBezTo>
                      <a:pt x="7620" y="13335"/>
                      <a:pt x="5715" y="13335"/>
                      <a:pt x="4763" y="13335"/>
                    </a:cubicBezTo>
                    <a:cubicBezTo>
                      <a:pt x="3810" y="13335"/>
                      <a:pt x="2857" y="13335"/>
                      <a:pt x="1905" y="12382"/>
                    </a:cubicBezTo>
                    <a:cubicBezTo>
                      <a:pt x="953" y="11430"/>
                      <a:pt x="1905" y="10477"/>
                      <a:pt x="1905" y="9525"/>
                    </a:cubicBezTo>
                    <a:cubicBezTo>
                      <a:pt x="1905" y="7620"/>
                      <a:pt x="2857" y="4763"/>
                      <a:pt x="5715" y="2857"/>
                    </a:cubicBezTo>
                    <a:cubicBezTo>
                      <a:pt x="8573" y="952"/>
                      <a:pt x="11430" y="0"/>
                      <a:pt x="15240" y="0"/>
                    </a:cubicBezTo>
                    <a:cubicBezTo>
                      <a:pt x="19050" y="0"/>
                      <a:pt x="20955" y="0"/>
                      <a:pt x="22860" y="1905"/>
                    </a:cubicBezTo>
                    <a:cubicBezTo>
                      <a:pt x="24765" y="1905"/>
                      <a:pt x="25718" y="3810"/>
                      <a:pt x="26670" y="5715"/>
                    </a:cubicBezTo>
                    <a:cubicBezTo>
                      <a:pt x="26670" y="6667"/>
                      <a:pt x="26670" y="9525"/>
                      <a:pt x="26670" y="12382"/>
                    </a:cubicBezTo>
                    <a:lnTo>
                      <a:pt x="26670" y="24765"/>
                    </a:lnTo>
                    <a:cubicBezTo>
                      <a:pt x="26670" y="28575"/>
                      <a:pt x="26670" y="30480"/>
                      <a:pt x="26670" y="31432"/>
                    </a:cubicBezTo>
                    <a:cubicBezTo>
                      <a:pt x="26670" y="32385"/>
                      <a:pt x="26670" y="32385"/>
                      <a:pt x="26670" y="33338"/>
                    </a:cubicBezTo>
                    <a:cubicBezTo>
                      <a:pt x="26670" y="34290"/>
                      <a:pt x="26670" y="33338"/>
                      <a:pt x="27623" y="33338"/>
                    </a:cubicBezTo>
                    <a:cubicBezTo>
                      <a:pt x="28575" y="33338"/>
                      <a:pt x="27623" y="33338"/>
                      <a:pt x="28575" y="33338"/>
                    </a:cubicBezTo>
                    <a:cubicBezTo>
                      <a:pt x="28575" y="33338"/>
                      <a:pt x="30480" y="32385"/>
                      <a:pt x="31432" y="30480"/>
                    </a:cubicBezTo>
                    <a:lnTo>
                      <a:pt x="31432" y="32385"/>
                    </a:lnTo>
                    <a:cubicBezTo>
                      <a:pt x="28575" y="36195"/>
                      <a:pt x="25718" y="38100"/>
                      <a:pt x="22860" y="38100"/>
                    </a:cubicBezTo>
                    <a:cubicBezTo>
                      <a:pt x="20003" y="38100"/>
                      <a:pt x="20955" y="38100"/>
                      <a:pt x="20003" y="37147"/>
                    </a:cubicBezTo>
                    <a:cubicBezTo>
                      <a:pt x="19050" y="36195"/>
                      <a:pt x="19050" y="34290"/>
                      <a:pt x="19050" y="32385"/>
                    </a:cubicBezTo>
                    <a:close/>
                    <a:moveTo>
                      <a:pt x="21907" y="31432"/>
                    </a:moveTo>
                    <a:lnTo>
                      <a:pt x="21907" y="17145"/>
                    </a:lnTo>
                    <a:cubicBezTo>
                      <a:pt x="18098" y="19050"/>
                      <a:pt x="15240" y="20002"/>
                      <a:pt x="14288" y="20955"/>
                    </a:cubicBezTo>
                    <a:cubicBezTo>
                      <a:pt x="12382" y="21907"/>
                      <a:pt x="10478" y="23813"/>
                      <a:pt x="9525" y="24765"/>
                    </a:cubicBezTo>
                    <a:cubicBezTo>
                      <a:pt x="8573" y="25717"/>
                      <a:pt x="8573" y="27622"/>
                      <a:pt x="8573" y="28575"/>
                    </a:cubicBezTo>
                    <a:cubicBezTo>
                      <a:pt x="8573" y="29527"/>
                      <a:pt x="8573" y="32385"/>
                      <a:pt x="10478" y="33338"/>
                    </a:cubicBezTo>
                    <a:cubicBezTo>
                      <a:pt x="12382" y="34290"/>
                      <a:pt x="13335" y="35242"/>
                      <a:pt x="14288" y="35242"/>
                    </a:cubicBezTo>
                    <a:cubicBezTo>
                      <a:pt x="15240" y="35242"/>
                      <a:pt x="19050" y="34290"/>
                      <a:pt x="21907" y="314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F734976E-7A26-F7C1-68CB-9310E8266662}"/>
                  </a:ext>
                </a:extLst>
              </p:cNvPr>
              <p:cNvSpPr/>
              <p:nvPr/>
            </p:nvSpPr>
            <p:spPr>
              <a:xfrm>
                <a:off x="7894319" y="4651057"/>
                <a:ext cx="29527" cy="38100"/>
              </a:xfrm>
              <a:custGeom>
                <a:avLst/>
                <a:gdLst>
                  <a:gd name="connsiteX0" fmla="*/ 14288 w 29527"/>
                  <a:gd name="connsiteY0" fmla="*/ 0 h 38100"/>
                  <a:gd name="connsiteX1" fmla="*/ 14288 w 29527"/>
                  <a:gd name="connsiteY1" fmla="*/ 8573 h 38100"/>
                  <a:gd name="connsiteX2" fmla="*/ 23813 w 29527"/>
                  <a:gd name="connsiteY2" fmla="*/ 0 h 38100"/>
                  <a:gd name="connsiteX3" fmla="*/ 27623 w 29527"/>
                  <a:gd name="connsiteY3" fmla="*/ 953 h 38100"/>
                  <a:gd name="connsiteX4" fmla="*/ 29528 w 29527"/>
                  <a:gd name="connsiteY4" fmla="*/ 3810 h 38100"/>
                  <a:gd name="connsiteX5" fmla="*/ 28575 w 29527"/>
                  <a:gd name="connsiteY5" fmla="*/ 6668 h 38100"/>
                  <a:gd name="connsiteX6" fmla="*/ 25718 w 29527"/>
                  <a:gd name="connsiteY6" fmla="*/ 7620 h 38100"/>
                  <a:gd name="connsiteX7" fmla="*/ 22860 w 29527"/>
                  <a:gd name="connsiteY7" fmla="*/ 6668 h 38100"/>
                  <a:gd name="connsiteX8" fmla="*/ 20003 w 29527"/>
                  <a:gd name="connsiteY8" fmla="*/ 5715 h 38100"/>
                  <a:gd name="connsiteX9" fmla="*/ 18098 w 29527"/>
                  <a:gd name="connsiteY9" fmla="*/ 5715 h 38100"/>
                  <a:gd name="connsiteX10" fmla="*/ 14288 w 29527"/>
                  <a:gd name="connsiteY10" fmla="*/ 11430 h 38100"/>
                  <a:gd name="connsiteX11" fmla="*/ 14288 w 29527"/>
                  <a:gd name="connsiteY11" fmla="*/ 29528 h 38100"/>
                  <a:gd name="connsiteX12" fmla="*/ 14288 w 29527"/>
                  <a:gd name="connsiteY12" fmla="*/ 34290 h 38100"/>
                  <a:gd name="connsiteX13" fmla="*/ 16193 w 29527"/>
                  <a:gd name="connsiteY13" fmla="*/ 36195 h 38100"/>
                  <a:gd name="connsiteX14" fmla="*/ 20003 w 29527"/>
                  <a:gd name="connsiteY14" fmla="*/ 36195 h 38100"/>
                  <a:gd name="connsiteX15" fmla="*/ 20003 w 29527"/>
                  <a:gd name="connsiteY15" fmla="*/ 38100 h 38100"/>
                  <a:gd name="connsiteX16" fmla="*/ 953 w 29527"/>
                  <a:gd name="connsiteY16" fmla="*/ 38100 h 38100"/>
                  <a:gd name="connsiteX17" fmla="*/ 953 w 29527"/>
                  <a:gd name="connsiteY17" fmla="*/ 36195 h 38100"/>
                  <a:gd name="connsiteX18" fmla="*/ 4763 w 29527"/>
                  <a:gd name="connsiteY18" fmla="*/ 36195 h 38100"/>
                  <a:gd name="connsiteX19" fmla="*/ 5715 w 29527"/>
                  <a:gd name="connsiteY19" fmla="*/ 34290 h 38100"/>
                  <a:gd name="connsiteX20" fmla="*/ 5715 w 29527"/>
                  <a:gd name="connsiteY20" fmla="*/ 30480 h 38100"/>
                  <a:gd name="connsiteX21" fmla="*/ 5715 w 29527"/>
                  <a:gd name="connsiteY21" fmla="*/ 16193 h 38100"/>
                  <a:gd name="connsiteX22" fmla="*/ 5715 w 29527"/>
                  <a:gd name="connsiteY22" fmla="*/ 8573 h 38100"/>
                  <a:gd name="connsiteX23" fmla="*/ 4763 w 29527"/>
                  <a:gd name="connsiteY23" fmla="*/ 6668 h 38100"/>
                  <a:gd name="connsiteX24" fmla="*/ 2857 w 29527"/>
                  <a:gd name="connsiteY24" fmla="*/ 6668 h 38100"/>
                  <a:gd name="connsiteX25" fmla="*/ 0 w 29527"/>
                  <a:gd name="connsiteY25" fmla="*/ 6668 h 38100"/>
                  <a:gd name="connsiteX26" fmla="*/ 0 w 29527"/>
                  <a:gd name="connsiteY26" fmla="*/ 4763 h 38100"/>
                  <a:gd name="connsiteX27" fmla="*/ 10478 w 29527"/>
                  <a:gd name="connsiteY27" fmla="*/ 0 h 38100"/>
                  <a:gd name="connsiteX28" fmla="*/ 12382 w 29527"/>
                  <a:gd name="connsiteY28" fmla="*/ 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9527" h="38100">
                    <a:moveTo>
                      <a:pt x="14288" y="0"/>
                    </a:moveTo>
                    <a:lnTo>
                      <a:pt x="14288" y="8573"/>
                    </a:lnTo>
                    <a:cubicBezTo>
                      <a:pt x="17145" y="2858"/>
                      <a:pt x="20955" y="0"/>
                      <a:pt x="23813" y="0"/>
                    </a:cubicBezTo>
                    <a:cubicBezTo>
                      <a:pt x="26670" y="0"/>
                      <a:pt x="26670" y="0"/>
                      <a:pt x="27623" y="953"/>
                    </a:cubicBezTo>
                    <a:cubicBezTo>
                      <a:pt x="28575" y="1905"/>
                      <a:pt x="29528" y="2858"/>
                      <a:pt x="29528" y="3810"/>
                    </a:cubicBezTo>
                    <a:cubicBezTo>
                      <a:pt x="29528" y="4763"/>
                      <a:pt x="29528" y="5715"/>
                      <a:pt x="28575" y="6668"/>
                    </a:cubicBezTo>
                    <a:cubicBezTo>
                      <a:pt x="27623" y="7620"/>
                      <a:pt x="26670" y="7620"/>
                      <a:pt x="25718" y="7620"/>
                    </a:cubicBezTo>
                    <a:cubicBezTo>
                      <a:pt x="24765" y="7620"/>
                      <a:pt x="23813" y="7620"/>
                      <a:pt x="22860" y="6668"/>
                    </a:cubicBezTo>
                    <a:cubicBezTo>
                      <a:pt x="21907" y="5715"/>
                      <a:pt x="20955" y="5715"/>
                      <a:pt x="20003" y="5715"/>
                    </a:cubicBezTo>
                    <a:cubicBezTo>
                      <a:pt x="19050" y="5715"/>
                      <a:pt x="19050" y="5715"/>
                      <a:pt x="18098" y="5715"/>
                    </a:cubicBezTo>
                    <a:cubicBezTo>
                      <a:pt x="17145" y="6668"/>
                      <a:pt x="15240" y="8573"/>
                      <a:pt x="14288" y="11430"/>
                    </a:cubicBezTo>
                    <a:lnTo>
                      <a:pt x="14288" y="29528"/>
                    </a:lnTo>
                    <a:cubicBezTo>
                      <a:pt x="14288" y="31433"/>
                      <a:pt x="14288" y="33338"/>
                      <a:pt x="14288" y="34290"/>
                    </a:cubicBezTo>
                    <a:cubicBezTo>
                      <a:pt x="14288" y="34290"/>
                      <a:pt x="15240" y="35243"/>
                      <a:pt x="16193" y="36195"/>
                    </a:cubicBezTo>
                    <a:cubicBezTo>
                      <a:pt x="17145" y="37148"/>
                      <a:pt x="18098" y="36195"/>
                      <a:pt x="20003" y="36195"/>
                    </a:cubicBezTo>
                    <a:lnTo>
                      <a:pt x="20003" y="38100"/>
                    </a:lnTo>
                    <a:lnTo>
                      <a:pt x="953" y="38100"/>
                    </a:lnTo>
                    <a:lnTo>
                      <a:pt x="953" y="36195"/>
                    </a:lnTo>
                    <a:cubicBezTo>
                      <a:pt x="2857" y="36195"/>
                      <a:pt x="3810" y="36195"/>
                      <a:pt x="4763" y="36195"/>
                    </a:cubicBezTo>
                    <a:cubicBezTo>
                      <a:pt x="4763" y="36195"/>
                      <a:pt x="5715" y="35243"/>
                      <a:pt x="5715" y="34290"/>
                    </a:cubicBezTo>
                    <a:cubicBezTo>
                      <a:pt x="5715" y="34290"/>
                      <a:pt x="5715" y="32385"/>
                      <a:pt x="5715" y="30480"/>
                    </a:cubicBezTo>
                    <a:lnTo>
                      <a:pt x="5715" y="16193"/>
                    </a:lnTo>
                    <a:cubicBezTo>
                      <a:pt x="5715" y="11430"/>
                      <a:pt x="5715" y="9525"/>
                      <a:pt x="5715" y="8573"/>
                    </a:cubicBezTo>
                    <a:cubicBezTo>
                      <a:pt x="5715" y="7620"/>
                      <a:pt x="5715" y="7620"/>
                      <a:pt x="4763" y="6668"/>
                    </a:cubicBezTo>
                    <a:cubicBezTo>
                      <a:pt x="3810" y="5715"/>
                      <a:pt x="3810" y="6668"/>
                      <a:pt x="2857" y="6668"/>
                    </a:cubicBezTo>
                    <a:cubicBezTo>
                      <a:pt x="1905" y="6668"/>
                      <a:pt x="953" y="6668"/>
                      <a:pt x="0" y="6668"/>
                    </a:cubicBezTo>
                    <a:lnTo>
                      <a:pt x="0" y="4763"/>
                    </a:lnTo>
                    <a:cubicBezTo>
                      <a:pt x="0" y="4763"/>
                      <a:pt x="10478" y="0"/>
                      <a:pt x="10478" y="0"/>
                    </a:cubicBezTo>
                    <a:lnTo>
                      <a:pt x="123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6449C772-2606-BC6F-F11D-44480223D506}"/>
                  </a:ext>
                </a:extLst>
              </p:cNvPr>
              <p:cNvSpPr/>
              <p:nvPr/>
            </p:nvSpPr>
            <p:spPr>
              <a:xfrm>
                <a:off x="7924800" y="4650105"/>
                <a:ext cx="31432" cy="40004"/>
              </a:xfrm>
              <a:custGeom>
                <a:avLst/>
                <a:gdLst>
                  <a:gd name="connsiteX0" fmla="*/ 21907 w 31432"/>
                  <a:gd name="connsiteY0" fmla="*/ 34290 h 40004"/>
                  <a:gd name="connsiteX1" fmla="*/ 14288 w 31432"/>
                  <a:gd name="connsiteY1" fmla="*/ 39052 h 40004"/>
                  <a:gd name="connsiteX2" fmla="*/ 9525 w 31432"/>
                  <a:gd name="connsiteY2" fmla="*/ 40005 h 40004"/>
                  <a:gd name="connsiteX3" fmla="*/ 2857 w 31432"/>
                  <a:gd name="connsiteY3" fmla="*/ 37147 h 40004"/>
                  <a:gd name="connsiteX4" fmla="*/ 0 w 31432"/>
                  <a:gd name="connsiteY4" fmla="*/ 30480 h 40004"/>
                  <a:gd name="connsiteX5" fmla="*/ 952 w 31432"/>
                  <a:gd name="connsiteY5" fmla="*/ 25717 h 40004"/>
                  <a:gd name="connsiteX6" fmla="*/ 6668 w 31432"/>
                  <a:gd name="connsiteY6" fmla="*/ 20955 h 40004"/>
                  <a:gd name="connsiteX7" fmla="*/ 20002 w 31432"/>
                  <a:gd name="connsiteY7" fmla="*/ 15240 h 40004"/>
                  <a:gd name="connsiteX8" fmla="*/ 20002 w 31432"/>
                  <a:gd name="connsiteY8" fmla="*/ 13335 h 40004"/>
                  <a:gd name="connsiteX9" fmla="*/ 18098 w 31432"/>
                  <a:gd name="connsiteY9" fmla="*/ 5715 h 40004"/>
                  <a:gd name="connsiteX10" fmla="*/ 13335 w 31432"/>
                  <a:gd name="connsiteY10" fmla="*/ 3810 h 40004"/>
                  <a:gd name="connsiteX11" fmla="*/ 9525 w 31432"/>
                  <a:gd name="connsiteY11" fmla="*/ 4763 h 40004"/>
                  <a:gd name="connsiteX12" fmla="*/ 7620 w 31432"/>
                  <a:gd name="connsiteY12" fmla="*/ 7620 h 40004"/>
                  <a:gd name="connsiteX13" fmla="*/ 7620 w 31432"/>
                  <a:gd name="connsiteY13" fmla="*/ 9525 h 40004"/>
                  <a:gd name="connsiteX14" fmla="*/ 7620 w 31432"/>
                  <a:gd name="connsiteY14" fmla="*/ 12382 h 40004"/>
                  <a:gd name="connsiteX15" fmla="*/ 4763 w 31432"/>
                  <a:gd name="connsiteY15" fmla="*/ 13335 h 40004"/>
                  <a:gd name="connsiteX16" fmla="*/ 1905 w 31432"/>
                  <a:gd name="connsiteY16" fmla="*/ 12382 h 40004"/>
                  <a:gd name="connsiteX17" fmla="*/ 1905 w 31432"/>
                  <a:gd name="connsiteY17" fmla="*/ 9525 h 40004"/>
                  <a:gd name="connsiteX18" fmla="*/ 5715 w 31432"/>
                  <a:gd name="connsiteY18" fmla="*/ 2857 h 40004"/>
                  <a:gd name="connsiteX19" fmla="*/ 15240 w 31432"/>
                  <a:gd name="connsiteY19" fmla="*/ 0 h 40004"/>
                  <a:gd name="connsiteX20" fmla="*/ 22860 w 31432"/>
                  <a:gd name="connsiteY20" fmla="*/ 1905 h 40004"/>
                  <a:gd name="connsiteX21" fmla="*/ 26670 w 31432"/>
                  <a:gd name="connsiteY21" fmla="*/ 5715 h 40004"/>
                  <a:gd name="connsiteX22" fmla="*/ 26670 w 31432"/>
                  <a:gd name="connsiteY22" fmla="*/ 12382 h 40004"/>
                  <a:gd name="connsiteX23" fmla="*/ 26670 w 31432"/>
                  <a:gd name="connsiteY23" fmla="*/ 24765 h 40004"/>
                  <a:gd name="connsiteX24" fmla="*/ 26670 w 31432"/>
                  <a:gd name="connsiteY24" fmla="*/ 31432 h 40004"/>
                  <a:gd name="connsiteX25" fmla="*/ 26670 w 31432"/>
                  <a:gd name="connsiteY25" fmla="*/ 33338 h 40004"/>
                  <a:gd name="connsiteX26" fmla="*/ 27623 w 31432"/>
                  <a:gd name="connsiteY26" fmla="*/ 33338 h 40004"/>
                  <a:gd name="connsiteX27" fmla="*/ 28575 w 31432"/>
                  <a:gd name="connsiteY27" fmla="*/ 33338 h 40004"/>
                  <a:gd name="connsiteX28" fmla="*/ 31432 w 31432"/>
                  <a:gd name="connsiteY28" fmla="*/ 30480 h 40004"/>
                  <a:gd name="connsiteX29" fmla="*/ 31432 w 31432"/>
                  <a:gd name="connsiteY29" fmla="*/ 32385 h 40004"/>
                  <a:gd name="connsiteX30" fmla="*/ 22860 w 31432"/>
                  <a:gd name="connsiteY30" fmla="*/ 38100 h 40004"/>
                  <a:gd name="connsiteX31" fmla="*/ 20002 w 31432"/>
                  <a:gd name="connsiteY31" fmla="*/ 37147 h 40004"/>
                  <a:gd name="connsiteX32" fmla="*/ 19050 w 31432"/>
                  <a:gd name="connsiteY32" fmla="*/ 32385 h 40004"/>
                  <a:gd name="connsiteX33" fmla="*/ 21907 w 31432"/>
                  <a:gd name="connsiteY33" fmla="*/ 31432 h 40004"/>
                  <a:gd name="connsiteX34" fmla="*/ 21907 w 31432"/>
                  <a:gd name="connsiteY34" fmla="*/ 17145 h 40004"/>
                  <a:gd name="connsiteX35" fmla="*/ 14288 w 31432"/>
                  <a:gd name="connsiteY35" fmla="*/ 20955 h 40004"/>
                  <a:gd name="connsiteX36" fmla="*/ 9525 w 31432"/>
                  <a:gd name="connsiteY36" fmla="*/ 24765 h 40004"/>
                  <a:gd name="connsiteX37" fmla="*/ 8573 w 31432"/>
                  <a:gd name="connsiteY37" fmla="*/ 28575 h 40004"/>
                  <a:gd name="connsiteX38" fmla="*/ 10477 w 31432"/>
                  <a:gd name="connsiteY38" fmla="*/ 33338 h 40004"/>
                  <a:gd name="connsiteX39" fmla="*/ 14288 w 31432"/>
                  <a:gd name="connsiteY39" fmla="*/ 35242 h 40004"/>
                  <a:gd name="connsiteX40" fmla="*/ 21907 w 31432"/>
                  <a:gd name="connsiteY40" fmla="*/ 31432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1432" h="40004">
                    <a:moveTo>
                      <a:pt x="21907" y="34290"/>
                    </a:moveTo>
                    <a:cubicBezTo>
                      <a:pt x="18098" y="37147"/>
                      <a:pt x="16193" y="39052"/>
                      <a:pt x="14288" y="39052"/>
                    </a:cubicBezTo>
                    <a:cubicBezTo>
                      <a:pt x="12382" y="39052"/>
                      <a:pt x="11430" y="40005"/>
                      <a:pt x="9525" y="40005"/>
                    </a:cubicBezTo>
                    <a:cubicBezTo>
                      <a:pt x="6668" y="40005"/>
                      <a:pt x="4763" y="40005"/>
                      <a:pt x="2857" y="37147"/>
                    </a:cubicBezTo>
                    <a:cubicBezTo>
                      <a:pt x="952" y="34290"/>
                      <a:pt x="0" y="33338"/>
                      <a:pt x="0" y="30480"/>
                    </a:cubicBezTo>
                    <a:cubicBezTo>
                      <a:pt x="0" y="27622"/>
                      <a:pt x="0" y="26670"/>
                      <a:pt x="952" y="25717"/>
                    </a:cubicBezTo>
                    <a:cubicBezTo>
                      <a:pt x="1905" y="23813"/>
                      <a:pt x="3810" y="21907"/>
                      <a:pt x="6668" y="20955"/>
                    </a:cubicBezTo>
                    <a:cubicBezTo>
                      <a:pt x="9525" y="20002"/>
                      <a:pt x="14288" y="17145"/>
                      <a:pt x="20002" y="15240"/>
                    </a:cubicBezTo>
                    <a:lnTo>
                      <a:pt x="20002" y="13335"/>
                    </a:lnTo>
                    <a:cubicBezTo>
                      <a:pt x="20002" y="9525"/>
                      <a:pt x="20002" y="6667"/>
                      <a:pt x="18098" y="5715"/>
                    </a:cubicBezTo>
                    <a:cubicBezTo>
                      <a:pt x="16193" y="4763"/>
                      <a:pt x="15240" y="3810"/>
                      <a:pt x="13335" y="3810"/>
                    </a:cubicBezTo>
                    <a:cubicBezTo>
                      <a:pt x="11430" y="3810"/>
                      <a:pt x="10477" y="3810"/>
                      <a:pt x="9525" y="4763"/>
                    </a:cubicBezTo>
                    <a:cubicBezTo>
                      <a:pt x="8573" y="4763"/>
                      <a:pt x="7620" y="6667"/>
                      <a:pt x="7620" y="7620"/>
                    </a:cubicBezTo>
                    <a:lnTo>
                      <a:pt x="7620" y="9525"/>
                    </a:lnTo>
                    <a:cubicBezTo>
                      <a:pt x="7620" y="10477"/>
                      <a:pt x="7620" y="11430"/>
                      <a:pt x="7620" y="12382"/>
                    </a:cubicBezTo>
                    <a:cubicBezTo>
                      <a:pt x="7620" y="13335"/>
                      <a:pt x="5715" y="13335"/>
                      <a:pt x="4763" y="13335"/>
                    </a:cubicBezTo>
                    <a:cubicBezTo>
                      <a:pt x="3810" y="13335"/>
                      <a:pt x="2857" y="13335"/>
                      <a:pt x="1905" y="12382"/>
                    </a:cubicBezTo>
                    <a:cubicBezTo>
                      <a:pt x="952" y="11430"/>
                      <a:pt x="1905" y="10477"/>
                      <a:pt x="1905" y="9525"/>
                    </a:cubicBezTo>
                    <a:cubicBezTo>
                      <a:pt x="1905" y="7620"/>
                      <a:pt x="2857" y="4763"/>
                      <a:pt x="5715" y="2857"/>
                    </a:cubicBezTo>
                    <a:cubicBezTo>
                      <a:pt x="8573" y="952"/>
                      <a:pt x="11430" y="0"/>
                      <a:pt x="15240" y="0"/>
                    </a:cubicBezTo>
                    <a:cubicBezTo>
                      <a:pt x="19050" y="0"/>
                      <a:pt x="20955" y="0"/>
                      <a:pt x="22860" y="1905"/>
                    </a:cubicBezTo>
                    <a:cubicBezTo>
                      <a:pt x="24765" y="1905"/>
                      <a:pt x="25718" y="3810"/>
                      <a:pt x="26670" y="5715"/>
                    </a:cubicBezTo>
                    <a:cubicBezTo>
                      <a:pt x="26670" y="6667"/>
                      <a:pt x="26670" y="9525"/>
                      <a:pt x="26670" y="12382"/>
                    </a:cubicBezTo>
                    <a:lnTo>
                      <a:pt x="26670" y="24765"/>
                    </a:lnTo>
                    <a:cubicBezTo>
                      <a:pt x="26670" y="28575"/>
                      <a:pt x="26670" y="30480"/>
                      <a:pt x="26670" y="31432"/>
                    </a:cubicBezTo>
                    <a:cubicBezTo>
                      <a:pt x="26670" y="32385"/>
                      <a:pt x="26670" y="32385"/>
                      <a:pt x="26670" y="33338"/>
                    </a:cubicBezTo>
                    <a:cubicBezTo>
                      <a:pt x="26670" y="34290"/>
                      <a:pt x="26670" y="33338"/>
                      <a:pt x="27623" y="33338"/>
                    </a:cubicBezTo>
                    <a:cubicBezTo>
                      <a:pt x="28575" y="33338"/>
                      <a:pt x="27623" y="33338"/>
                      <a:pt x="28575" y="33338"/>
                    </a:cubicBezTo>
                    <a:cubicBezTo>
                      <a:pt x="28575" y="33338"/>
                      <a:pt x="30480" y="32385"/>
                      <a:pt x="31432" y="30480"/>
                    </a:cubicBezTo>
                    <a:lnTo>
                      <a:pt x="31432" y="32385"/>
                    </a:lnTo>
                    <a:cubicBezTo>
                      <a:pt x="28575" y="36195"/>
                      <a:pt x="25718" y="38100"/>
                      <a:pt x="22860" y="38100"/>
                    </a:cubicBezTo>
                    <a:cubicBezTo>
                      <a:pt x="20002" y="38100"/>
                      <a:pt x="20955" y="38100"/>
                      <a:pt x="20002" y="37147"/>
                    </a:cubicBezTo>
                    <a:cubicBezTo>
                      <a:pt x="19050" y="36195"/>
                      <a:pt x="19050" y="34290"/>
                      <a:pt x="19050" y="32385"/>
                    </a:cubicBezTo>
                    <a:close/>
                    <a:moveTo>
                      <a:pt x="21907" y="31432"/>
                    </a:moveTo>
                    <a:lnTo>
                      <a:pt x="21907" y="17145"/>
                    </a:lnTo>
                    <a:cubicBezTo>
                      <a:pt x="18098" y="19050"/>
                      <a:pt x="15240" y="20002"/>
                      <a:pt x="14288" y="20955"/>
                    </a:cubicBezTo>
                    <a:cubicBezTo>
                      <a:pt x="12382" y="21907"/>
                      <a:pt x="10477" y="23813"/>
                      <a:pt x="9525" y="24765"/>
                    </a:cubicBezTo>
                    <a:cubicBezTo>
                      <a:pt x="8573" y="25717"/>
                      <a:pt x="8573" y="27622"/>
                      <a:pt x="8573" y="28575"/>
                    </a:cubicBezTo>
                    <a:cubicBezTo>
                      <a:pt x="8573" y="29527"/>
                      <a:pt x="8573" y="32385"/>
                      <a:pt x="10477" y="33338"/>
                    </a:cubicBezTo>
                    <a:cubicBezTo>
                      <a:pt x="12382" y="34290"/>
                      <a:pt x="13335" y="35242"/>
                      <a:pt x="14288" y="35242"/>
                    </a:cubicBezTo>
                    <a:cubicBezTo>
                      <a:pt x="15240" y="35242"/>
                      <a:pt x="19050" y="34290"/>
                      <a:pt x="21907" y="314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45D2A838-FBFF-FB40-33DA-B925B239EB91}"/>
                  </a:ext>
                </a:extLst>
              </p:cNvPr>
              <p:cNvSpPr/>
              <p:nvPr/>
            </p:nvSpPr>
            <p:spPr>
              <a:xfrm>
                <a:off x="7958137" y="4650105"/>
                <a:ext cx="63817" cy="39052"/>
              </a:xfrm>
              <a:custGeom>
                <a:avLst/>
                <a:gdLst>
                  <a:gd name="connsiteX0" fmla="*/ 15240 w 63817"/>
                  <a:gd name="connsiteY0" fmla="*/ 8572 h 39052"/>
                  <a:gd name="connsiteX1" fmla="*/ 20002 w 63817"/>
                  <a:gd name="connsiteY1" fmla="*/ 3810 h 39052"/>
                  <a:gd name="connsiteX2" fmla="*/ 23813 w 63817"/>
                  <a:gd name="connsiteY2" fmla="*/ 952 h 39052"/>
                  <a:gd name="connsiteX3" fmla="*/ 27623 w 63817"/>
                  <a:gd name="connsiteY3" fmla="*/ 952 h 39052"/>
                  <a:gd name="connsiteX4" fmla="*/ 33338 w 63817"/>
                  <a:gd name="connsiteY4" fmla="*/ 2857 h 39052"/>
                  <a:gd name="connsiteX5" fmla="*/ 37148 w 63817"/>
                  <a:gd name="connsiteY5" fmla="*/ 8572 h 39052"/>
                  <a:gd name="connsiteX6" fmla="*/ 43815 w 63817"/>
                  <a:gd name="connsiteY6" fmla="*/ 1905 h 39052"/>
                  <a:gd name="connsiteX7" fmla="*/ 49530 w 63817"/>
                  <a:gd name="connsiteY7" fmla="*/ 0 h 39052"/>
                  <a:gd name="connsiteX8" fmla="*/ 54293 w 63817"/>
                  <a:gd name="connsiteY8" fmla="*/ 1905 h 39052"/>
                  <a:gd name="connsiteX9" fmla="*/ 58102 w 63817"/>
                  <a:gd name="connsiteY9" fmla="*/ 6667 h 39052"/>
                  <a:gd name="connsiteX10" fmla="*/ 58102 w 63817"/>
                  <a:gd name="connsiteY10" fmla="*/ 14288 h 39052"/>
                  <a:gd name="connsiteX11" fmla="*/ 58102 w 63817"/>
                  <a:gd name="connsiteY11" fmla="*/ 30480 h 39052"/>
                  <a:gd name="connsiteX12" fmla="*/ 58102 w 63817"/>
                  <a:gd name="connsiteY12" fmla="*/ 35242 h 39052"/>
                  <a:gd name="connsiteX13" fmla="*/ 60007 w 63817"/>
                  <a:gd name="connsiteY13" fmla="*/ 37147 h 39052"/>
                  <a:gd name="connsiteX14" fmla="*/ 63818 w 63817"/>
                  <a:gd name="connsiteY14" fmla="*/ 37147 h 39052"/>
                  <a:gd name="connsiteX15" fmla="*/ 63818 w 63817"/>
                  <a:gd name="connsiteY15" fmla="*/ 39052 h 39052"/>
                  <a:gd name="connsiteX16" fmla="*/ 45720 w 63817"/>
                  <a:gd name="connsiteY16" fmla="*/ 39052 h 39052"/>
                  <a:gd name="connsiteX17" fmla="*/ 45720 w 63817"/>
                  <a:gd name="connsiteY17" fmla="*/ 37147 h 39052"/>
                  <a:gd name="connsiteX18" fmla="*/ 45720 w 63817"/>
                  <a:gd name="connsiteY18" fmla="*/ 37147 h 39052"/>
                  <a:gd name="connsiteX19" fmla="*/ 49530 w 63817"/>
                  <a:gd name="connsiteY19" fmla="*/ 37147 h 39052"/>
                  <a:gd name="connsiteX20" fmla="*/ 50482 w 63817"/>
                  <a:gd name="connsiteY20" fmla="*/ 35242 h 39052"/>
                  <a:gd name="connsiteX21" fmla="*/ 50482 w 63817"/>
                  <a:gd name="connsiteY21" fmla="*/ 31432 h 39052"/>
                  <a:gd name="connsiteX22" fmla="*/ 50482 w 63817"/>
                  <a:gd name="connsiteY22" fmla="*/ 15240 h 39052"/>
                  <a:gd name="connsiteX23" fmla="*/ 49530 w 63817"/>
                  <a:gd name="connsiteY23" fmla="*/ 8572 h 39052"/>
                  <a:gd name="connsiteX24" fmla="*/ 44768 w 63817"/>
                  <a:gd name="connsiteY24" fmla="*/ 5715 h 39052"/>
                  <a:gd name="connsiteX25" fmla="*/ 40005 w 63817"/>
                  <a:gd name="connsiteY25" fmla="*/ 6667 h 39052"/>
                  <a:gd name="connsiteX26" fmla="*/ 35243 w 63817"/>
                  <a:gd name="connsiteY26" fmla="*/ 10477 h 39052"/>
                  <a:gd name="connsiteX27" fmla="*/ 35243 w 63817"/>
                  <a:gd name="connsiteY27" fmla="*/ 10477 h 39052"/>
                  <a:gd name="connsiteX28" fmla="*/ 35243 w 63817"/>
                  <a:gd name="connsiteY28" fmla="*/ 12382 h 39052"/>
                  <a:gd name="connsiteX29" fmla="*/ 35243 w 63817"/>
                  <a:gd name="connsiteY29" fmla="*/ 30480 h 39052"/>
                  <a:gd name="connsiteX30" fmla="*/ 35243 w 63817"/>
                  <a:gd name="connsiteY30" fmla="*/ 35242 h 39052"/>
                  <a:gd name="connsiteX31" fmla="*/ 37148 w 63817"/>
                  <a:gd name="connsiteY31" fmla="*/ 37147 h 39052"/>
                  <a:gd name="connsiteX32" fmla="*/ 40957 w 63817"/>
                  <a:gd name="connsiteY32" fmla="*/ 37147 h 39052"/>
                  <a:gd name="connsiteX33" fmla="*/ 40957 w 63817"/>
                  <a:gd name="connsiteY33" fmla="*/ 39052 h 39052"/>
                  <a:gd name="connsiteX34" fmla="*/ 21907 w 63817"/>
                  <a:gd name="connsiteY34" fmla="*/ 39052 h 39052"/>
                  <a:gd name="connsiteX35" fmla="*/ 21907 w 63817"/>
                  <a:gd name="connsiteY35" fmla="*/ 37147 h 39052"/>
                  <a:gd name="connsiteX36" fmla="*/ 25718 w 63817"/>
                  <a:gd name="connsiteY36" fmla="*/ 37147 h 39052"/>
                  <a:gd name="connsiteX37" fmla="*/ 27623 w 63817"/>
                  <a:gd name="connsiteY37" fmla="*/ 35242 h 39052"/>
                  <a:gd name="connsiteX38" fmla="*/ 27623 w 63817"/>
                  <a:gd name="connsiteY38" fmla="*/ 31432 h 39052"/>
                  <a:gd name="connsiteX39" fmla="*/ 27623 w 63817"/>
                  <a:gd name="connsiteY39" fmla="*/ 15240 h 39052"/>
                  <a:gd name="connsiteX40" fmla="*/ 26670 w 63817"/>
                  <a:gd name="connsiteY40" fmla="*/ 8572 h 39052"/>
                  <a:gd name="connsiteX41" fmla="*/ 21907 w 63817"/>
                  <a:gd name="connsiteY41" fmla="*/ 5715 h 39052"/>
                  <a:gd name="connsiteX42" fmla="*/ 17145 w 63817"/>
                  <a:gd name="connsiteY42" fmla="*/ 6667 h 39052"/>
                  <a:gd name="connsiteX43" fmla="*/ 12382 w 63817"/>
                  <a:gd name="connsiteY43" fmla="*/ 10477 h 39052"/>
                  <a:gd name="connsiteX44" fmla="*/ 12382 w 63817"/>
                  <a:gd name="connsiteY44" fmla="*/ 30480 h 39052"/>
                  <a:gd name="connsiteX45" fmla="*/ 12382 w 63817"/>
                  <a:gd name="connsiteY45" fmla="*/ 35242 h 39052"/>
                  <a:gd name="connsiteX46" fmla="*/ 14288 w 63817"/>
                  <a:gd name="connsiteY46" fmla="*/ 37147 h 39052"/>
                  <a:gd name="connsiteX47" fmla="*/ 18098 w 63817"/>
                  <a:gd name="connsiteY47" fmla="*/ 37147 h 39052"/>
                  <a:gd name="connsiteX48" fmla="*/ 18098 w 63817"/>
                  <a:gd name="connsiteY48" fmla="*/ 39052 h 39052"/>
                  <a:gd name="connsiteX49" fmla="*/ 0 w 63817"/>
                  <a:gd name="connsiteY49" fmla="*/ 39052 h 39052"/>
                  <a:gd name="connsiteX50" fmla="*/ 0 w 63817"/>
                  <a:gd name="connsiteY50" fmla="*/ 37147 h 39052"/>
                  <a:gd name="connsiteX51" fmla="*/ 3810 w 63817"/>
                  <a:gd name="connsiteY51" fmla="*/ 37147 h 39052"/>
                  <a:gd name="connsiteX52" fmla="*/ 5715 w 63817"/>
                  <a:gd name="connsiteY52" fmla="*/ 35242 h 39052"/>
                  <a:gd name="connsiteX53" fmla="*/ 5715 w 63817"/>
                  <a:gd name="connsiteY53" fmla="*/ 30480 h 39052"/>
                  <a:gd name="connsiteX54" fmla="*/ 5715 w 63817"/>
                  <a:gd name="connsiteY54" fmla="*/ 16192 h 39052"/>
                  <a:gd name="connsiteX55" fmla="*/ 5715 w 63817"/>
                  <a:gd name="connsiteY55" fmla="*/ 8572 h 39052"/>
                  <a:gd name="connsiteX56" fmla="*/ 5715 w 63817"/>
                  <a:gd name="connsiteY56" fmla="*/ 6667 h 39052"/>
                  <a:gd name="connsiteX57" fmla="*/ 3810 w 63817"/>
                  <a:gd name="connsiteY57" fmla="*/ 6667 h 39052"/>
                  <a:gd name="connsiteX58" fmla="*/ 952 w 63817"/>
                  <a:gd name="connsiteY58" fmla="*/ 6667 h 39052"/>
                  <a:gd name="connsiteX59" fmla="*/ 952 w 63817"/>
                  <a:gd name="connsiteY59" fmla="*/ 4763 h 39052"/>
                  <a:gd name="connsiteX60" fmla="*/ 11430 w 63817"/>
                  <a:gd name="connsiteY60" fmla="*/ 0 h 39052"/>
                  <a:gd name="connsiteX61" fmla="*/ 13335 w 63817"/>
                  <a:gd name="connsiteY61" fmla="*/ 0 h 39052"/>
                  <a:gd name="connsiteX62" fmla="*/ 13335 w 63817"/>
                  <a:gd name="connsiteY62" fmla="*/ 7620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63817" h="39052">
                    <a:moveTo>
                      <a:pt x="15240" y="8572"/>
                    </a:moveTo>
                    <a:cubicBezTo>
                      <a:pt x="18098" y="5715"/>
                      <a:pt x="20002" y="4763"/>
                      <a:pt x="20002" y="3810"/>
                    </a:cubicBezTo>
                    <a:cubicBezTo>
                      <a:pt x="20955" y="2857"/>
                      <a:pt x="22860" y="1905"/>
                      <a:pt x="23813" y="952"/>
                    </a:cubicBezTo>
                    <a:cubicBezTo>
                      <a:pt x="24765" y="0"/>
                      <a:pt x="26670" y="952"/>
                      <a:pt x="27623" y="952"/>
                    </a:cubicBezTo>
                    <a:cubicBezTo>
                      <a:pt x="29527" y="952"/>
                      <a:pt x="32385" y="952"/>
                      <a:pt x="33338" y="2857"/>
                    </a:cubicBezTo>
                    <a:cubicBezTo>
                      <a:pt x="34290" y="4763"/>
                      <a:pt x="36195" y="5715"/>
                      <a:pt x="37148" y="8572"/>
                    </a:cubicBezTo>
                    <a:cubicBezTo>
                      <a:pt x="40005" y="5715"/>
                      <a:pt x="41910" y="2857"/>
                      <a:pt x="43815" y="1905"/>
                    </a:cubicBezTo>
                    <a:cubicBezTo>
                      <a:pt x="45720" y="952"/>
                      <a:pt x="47625" y="0"/>
                      <a:pt x="49530" y="0"/>
                    </a:cubicBezTo>
                    <a:cubicBezTo>
                      <a:pt x="51435" y="0"/>
                      <a:pt x="53340" y="0"/>
                      <a:pt x="54293" y="1905"/>
                    </a:cubicBezTo>
                    <a:cubicBezTo>
                      <a:pt x="55245" y="3810"/>
                      <a:pt x="57150" y="4763"/>
                      <a:pt x="58102" y="6667"/>
                    </a:cubicBezTo>
                    <a:cubicBezTo>
                      <a:pt x="58102" y="8572"/>
                      <a:pt x="58102" y="10477"/>
                      <a:pt x="58102" y="14288"/>
                    </a:cubicBezTo>
                    <a:lnTo>
                      <a:pt x="58102" y="30480"/>
                    </a:lnTo>
                    <a:cubicBezTo>
                      <a:pt x="58102" y="32385"/>
                      <a:pt x="58102" y="34290"/>
                      <a:pt x="58102" y="35242"/>
                    </a:cubicBezTo>
                    <a:cubicBezTo>
                      <a:pt x="58102" y="35242"/>
                      <a:pt x="58102" y="36195"/>
                      <a:pt x="60007" y="37147"/>
                    </a:cubicBezTo>
                    <a:cubicBezTo>
                      <a:pt x="61913" y="38100"/>
                      <a:pt x="61913" y="37147"/>
                      <a:pt x="63818" y="37147"/>
                    </a:cubicBezTo>
                    <a:lnTo>
                      <a:pt x="63818" y="39052"/>
                    </a:lnTo>
                    <a:lnTo>
                      <a:pt x="45720" y="39052"/>
                    </a:lnTo>
                    <a:lnTo>
                      <a:pt x="45720" y="37147"/>
                    </a:lnTo>
                    <a:lnTo>
                      <a:pt x="45720" y="37147"/>
                    </a:lnTo>
                    <a:cubicBezTo>
                      <a:pt x="47625" y="37147"/>
                      <a:pt x="48577" y="37147"/>
                      <a:pt x="49530" y="37147"/>
                    </a:cubicBezTo>
                    <a:cubicBezTo>
                      <a:pt x="49530" y="37147"/>
                      <a:pt x="50482" y="36195"/>
                      <a:pt x="50482" y="35242"/>
                    </a:cubicBezTo>
                    <a:cubicBezTo>
                      <a:pt x="50482" y="35242"/>
                      <a:pt x="50482" y="33338"/>
                      <a:pt x="50482" y="31432"/>
                    </a:cubicBezTo>
                    <a:lnTo>
                      <a:pt x="50482" y="15240"/>
                    </a:lnTo>
                    <a:cubicBezTo>
                      <a:pt x="50482" y="12382"/>
                      <a:pt x="50482" y="10477"/>
                      <a:pt x="49530" y="8572"/>
                    </a:cubicBezTo>
                    <a:cubicBezTo>
                      <a:pt x="48577" y="6667"/>
                      <a:pt x="46673" y="5715"/>
                      <a:pt x="44768" y="5715"/>
                    </a:cubicBezTo>
                    <a:cubicBezTo>
                      <a:pt x="42863" y="5715"/>
                      <a:pt x="41910" y="5715"/>
                      <a:pt x="40005" y="6667"/>
                    </a:cubicBezTo>
                    <a:cubicBezTo>
                      <a:pt x="38100" y="7620"/>
                      <a:pt x="37148" y="8572"/>
                      <a:pt x="35243" y="10477"/>
                    </a:cubicBezTo>
                    <a:lnTo>
                      <a:pt x="35243" y="10477"/>
                    </a:lnTo>
                    <a:cubicBezTo>
                      <a:pt x="35243" y="10477"/>
                      <a:pt x="35243" y="12382"/>
                      <a:pt x="35243" y="12382"/>
                    </a:cubicBezTo>
                    <a:lnTo>
                      <a:pt x="35243" y="30480"/>
                    </a:lnTo>
                    <a:cubicBezTo>
                      <a:pt x="35243" y="33338"/>
                      <a:pt x="35243" y="34290"/>
                      <a:pt x="35243" y="35242"/>
                    </a:cubicBezTo>
                    <a:cubicBezTo>
                      <a:pt x="35243" y="36195"/>
                      <a:pt x="35243" y="36195"/>
                      <a:pt x="37148" y="37147"/>
                    </a:cubicBezTo>
                    <a:cubicBezTo>
                      <a:pt x="39052" y="38100"/>
                      <a:pt x="39052" y="37147"/>
                      <a:pt x="40957" y="37147"/>
                    </a:cubicBezTo>
                    <a:lnTo>
                      <a:pt x="40957" y="39052"/>
                    </a:lnTo>
                    <a:lnTo>
                      <a:pt x="21907" y="39052"/>
                    </a:lnTo>
                    <a:lnTo>
                      <a:pt x="21907" y="37147"/>
                    </a:lnTo>
                    <a:cubicBezTo>
                      <a:pt x="23813" y="37147"/>
                      <a:pt x="25718" y="37147"/>
                      <a:pt x="25718" y="37147"/>
                    </a:cubicBezTo>
                    <a:cubicBezTo>
                      <a:pt x="25718" y="37147"/>
                      <a:pt x="26670" y="36195"/>
                      <a:pt x="27623" y="35242"/>
                    </a:cubicBezTo>
                    <a:cubicBezTo>
                      <a:pt x="27623" y="35242"/>
                      <a:pt x="27623" y="33338"/>
                      <a:pt x="27623" y="31432"/>
                    </a:cubicBezTo>
                    <a:lnTo>
                      <a:pt x="27623" y="15240"/>
                    </a:lnTo>
                    <a:cubicBezTo>
                      <a:pt x="27623" y="12382"/>
                      <a:pt x="27623" y="10477"/>
                      <a:pt x="26670" y="8572"/>
                    </a:cubicBezTo>
                    <a:cubicBezTo>
                      <a:pt x="25718" y="6667"/>
                      <a:pt x="23813" y="5715"/>
                      <a:pt x="21907" y="5715"/>
                    </a:cubicBezTo>
                    <a:cubicBezTo>
                      <a:pt x="20002" y="5715"/>
                      <a:pt x="19050" y="5715"/>
                      <a:pt x="17145" y="6667"/>
                    </a:cubicBezTo>
                    <a:cubicBezTo>
                      <a:pt x="15240" y="7620"/>
                      <a:pt x="13335" y="9525"/>
                      <a:pt x="12382" y="10477"/>
                    </a:cubicBezTo>
                    <a:lnTo>
                      <a:pt x="12382" y="30480"/>
                    </a:lnTo>
                    <a:cubicBezTo>
                      <a:pt x="12382" y="33338"/>
                      <a:pt x="12382" y="34290"/>
                      <a:pt x="12382" y="35242"/>
                    </a:cubicBezTo>
                    <a:cubicBezTo>
                      <a:pt x="12382" y="36195"/>
                      <a:pt x="12382" y="36195"/>
                      <a:pt x="14288" y="37147"/>
                    </a:cubicBezTo>
                    <a:cubicBezTo>
                      <a:pt x="16193" y="38100"/>
                      <a:pt x="16193" y="37147"/>
                      <a:pt x="18098" y="37147"/>
                    </a:cubicBezTo>
                    <a:lnTo>
                      <a:pt x="18098" y="39052"/>
                    </a:lnTo>
                    <a:lnTo>
                      <a:pt x="0" y="39052"/>
                    </a:lnTo>
                    <a:lnTo>
                      <a:pt x="0" y="37147"/>
                    </a:lnTo>
                    <a:cubicBezTo>
                      <a:pt x="1905" y="37147"/>
                      <a:pt x="2857" y="37147"/>
                      <a:pt x="3810" y="37147"/>
                    </a:cubicBezTo>
                    <a:cubicBezTo>
                      <a:pt x="4763" y="37147"/>
                      <a:pt x="4763" y="37147"/>
                      <a:pt x="5715" y="35242"/>
                    </a:cubicBezTo>
                    <a:cubicBezTo>
                      <a:pt x="6668" y="33338"/>
                      <a:pt x="5715" y="33338"/>
                      <a:pt x="5715" y="30480"/>
                    </a:cubicBezTo>
                    <a:lnTo>
                      <a:pt x="5715" y="16192"/>
                    </a:lnTo>
                    <a:cubicBezTo>
                      <a:pt x="5715" y="12382"/>
                      <a:pt x="5715" y="9525"/>
                      <a:pt x="5715" y="8572"/>
                    </a:cubicBezTo>
                    <a:cubicBezTo>
                      <a:pt x="5715" y="8572"/>
                      <a:pt x="5715" y="6667"/>
                      <a:pt x="5715" y="6667"/>
                    </a:cubicBezTo>
                    <a:cubicBezTo>
                      <a:pt x="5715" y="6667"/>
                      <a:pt x="4763" y="6667"/>
                      <a:pt x="3810" y="6667"/>
                    </a:cubicBezTo>
                    <a:cubicBezTo>
                      <a:pt x="2857" y="6667"/>
                      <a:pt x="1905" y="6667"/>
                      <a:pt x="952" y="6667"/>
                    </a:cubicBezTo>
                    <a:lnTo>
                      <a:pt x="952" y="4763"/>
                    </a:lnTo>
                    <a:cubicBezTo>
                      <a:pt x="952" y="4763"/>
                      <a:pt x="11430" y="0"/>
                      <a:pt x="11430" y="0"/>
                    </a:cubicBezTo>
                    <a:lnTo>
                      <a:pt x="13335" y="0"/>
                    </a:lnTo>
                    <a:lnTo>
                      <a:pt x="13335" y="762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1C7C6ACA-7BF8-8344-F5A8-2BBFE21E0D6D}"/>
                  </a:ext>
                </a:extLst>
              </p:cNvPr>
              <p:cNvSpPr/>
              <p:nvPr/>
            </p:nvSpPr>
            <p:spPr>
              <a:xfrm>
                <a:off x="8027669" y="4651057"/>
                <a:ext cx="31432" cy="40005"/>
              </a:xfrm>
              <a:custGeom>
                <a:avLst/>
                <a:gdLst>
                  <a:gd name="connsiteX0" fmla="*/ 5715 w 31432"/>
                  <a:gd name="connsiteY0" fmla="*/ 15240 h 40005"/>
                  <a:gd name="connsiteX1" fmla="*/ 9525 w 31432"/>
                  <a:gd name="connsiteY1" fmla="*/ 28575 h 40005"/>
                  <a:gd name="connsiteX2" fmla="*/ 19050 w 31432"/>
                  <a:gd name="connsiteY2" fmla="*/ 33338 h 40005"/>
                  <a:gd name="connsiteX3" fmla="*/ 25718 w 31432"/>
                  <a:gd name="connsiteY3" fmla="*/ 31433 h 40005"/>
                  <a:gd name="connsiteX4" fmla="*/ 30480 w 31432"/>
                  <a:gd name="connsiteY4" fmla="*/ 24765 h 40005"/>
                  <a:gd name="connsiteX5" fmla="*/ 31432 w 31432"/>
                  <a:gd name="connsiteY5" fmla="*/ 24765 h 40005"/>
                  <a:gd name="connsiteX6" fmla="*/ 26670 w 31432"/>
                  <a:gd name="connsiteY6" fmla="*/ 35243 h 40005"/>
                  <a:gd name="connsiteX7" fmla="*/ 16193 w 31432"/>
                  <a:gd name="connsiteY7" fmla="*/ 40005 h 40005"/>
                  <a:gd name="connsiteX8" fmla="*/ 4763 w 31432"/>
                  <a:gd name="connsiteY8" fmla="*/ 35243 h 40005"/>
                  <a:gd name="connsiteX9" fmla="*/ 0 w 31432"/>
                  <a:gd name="connsiteY9" fmla="*/ 20955 h 40005"/>
                  <a:gd name="connsiteX10" fmla="*/ 4763 w 31432"/>
                  <a:gd name="connsiteY10" fmla="*/ 5715 h 40005"/>
                  <a:gd name="connsiteX11" fmla="*/ 17145 w 31432"/>
                  <a:gd name="connsiteY11" fmla="*/ 0 h 40005"/>
                  <a:gd name="connsiteX12" fmla="*/ 27623 w 31432"/>
                  <a:gd name="connsiteY12" fmla="*/ 3810 h 40005"/>
                  <a:gd name="connsiteX13" fmla="*/ 31432 w 31432"/>
                  <a:gd name="connsiteY13" fmla="*/ 15240 h 40005"/>
                  <a:gd name="connsiteX14" fmla="*/ 5715 w 31432"/>
                  <a:gd name="connsiteY14" fmla="*/ 15240 h 40005"/>
                  <a:gd name="connsiteX15" fmla="*/ 5715 w 31432"/>
                  <a:gd name="connsiteY15" fmla="*/ 12383 h 40005"/>
                  <a:gd name="connsiteX16" fmla="*/ 22860 w 31432"/>
                  <a:gd name="connsiteY16" fmla="*/ 12383 h 40005"/>
                  <a:gd name="connsiteX17" fmla="*/ 22860 w 31432"/>
                  <a:gd name="connsiteY17" fmla="*/ 7620 h 40005"/>
                  <a:gd name="connsiteX18" fmla="*/ 20003 w 31432"/>
                  <a:gd name="connsiteY18" fmla="*/ 3810 h 40005"/>
                  <a:gd name="connsiteX19" fmla="*/ 16193 w 31432"/>
                  <a:gd name="connsiteY19" fmla="*/ 2858 h 40005"/>
                  <a:gd name="connsiteX20" fmla="*/ 10478 w 31432"/>
                  <a:gd name="connsiteY20" fmla="*/ 5715 h 40005"/>
                  <a:gd name="connsiteX21" fmla="*/ 7620 w 31432"/>
                  <a:gd name="connsiteY21" fmla="*/ 13335 h 4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1432" h="40005">
                    <a:moveTo>
                      <a:pt x="5715" y="15240"/>
                    </a:moveTo>
                    <a:cubicBezTo>
                      <a:pt x="5715" y="20955"/>
                      <a:pt x="6668" y="24765"/>
                      <a:pt x="9525" y="28575"/>
                    </a:cubicBezTo>
                    <a:cubicBezTo>
                      <a:pt x="12382" y="32385"/>
                      <a:pt x="15240" y="33338"/>
                      <a:pt x="19050" y="33338"/>
                    </a:cubicBezTo>
                    <a:cubicBezTo>
                      <a:pt x="22860" y="33338"/>
                      <a:pt x="23813" y="33338"/>
                      <a:pt x="25718" y="31433"/>
                    </a:cubicBezTo>
                    <a:cubicBezTo>
                      <a:pt x="27623" y="29528"/>
                      <a:pt x="28575" y="27623"/>
                      <a:pt x="30480" y="24765"/>
                    </a:cubicBezTo>
                    <a:lnTo>
                      <a:pt x="31432" y="24765"/>
                    </a:lnTo>
                    <a:cubicBezTo>
                      <a:pt x="31432" y="29528"/>
                      <a:pt x="29528" y="32385"/>
                      <a:pt x="26670" y="35243"/>
                    </a:cubicBezTo>
                    <a:cubicBezTo>
                      <a:pt x="23813" y="38100"/>
                      <a:pt x="20955" y="40005"/>
                      <a:pt x="16193" y="40005"/>
                    </a:cubicBezTo>
                    <a:cubicBezTo>
                      <a:pt x="11430" y="40005"/>
                      <a:pt x="7620" y="38100"/>
                      <a:pt x="4763" y="35243"/>
                    </a:cubicBezTo>
                    <a:cubicBezTo>
                      <a:pt x="1905" y="32385"/>
                      <a:pt x="0" y="26670"/>
                      <a:pt x="0" y="20955"/>
                    </a:cubicBezTo>
                    <a:cubicBezTo>
                      <a:pt x="0" y="15240"/>
                      <a:pt x="1905" y="9525"/>
                      <a:pt x="4763" y="5715"/>
                    </a:cubicBezTo>
                    <a:cubicBezTo>
                      <a:pt x="7620" y="1905"/>
                      <a:pt x="12382" y="0"/>
                      <a:pt x="17145" y="0"/>
                    </a:cubicBezTo>
                    <a:cubicBezTo>
                      <a:pt x="21907" y="0"/>
                      <a:pt x="24765" y="953"/>
                      <a:pt x="27623" y="3810"/>
                    </a:cubicBezTo>
                    <a:cubicBezTo>
                      <a:pt x="30480" y="6668"/>
                      <a:pt x="31432" y="10478"/>
                      <a:pt x="31432" y="15240"/>
                    </a:cubicBezTo>
                    <a:lnTo>
                      <a:pt x="5715" y="15240"/>
                    </a:lnTo>
                    <a:close/>
                    <a:moveTo>
                      <a:pt x="5715" y="12383"/>
                    </a:moveTo>
                    <a:lnTo>
                      <a:pt x="22860" y="12383"/>
                    </a:lnTo>
                    <a:cubicBezTo>
                      <a:pt x="22860" y="10478"/>
                      <a:pt x="22860" y="8573"/>
                      <a:pt x="22860" y="7620"/>
                    </a:cubicBezTo>
                    <a:cubicBezTo>
                      <a:pt x="22860" y="5715"/>
                      <a:pt x="20955" y="4763"/>
                      <a:pt x="20003" y="3810"/>
                    </a:cubicBezTo>
                    <a:cubicBezTo>
                      <a:pt x="19050" y="2858"/>
                      <a:pt x="17145" y="2858"/>
                      <a:pt x="16193" y="2858"/>
                    </a:cubicBezTo>
                    <a:cubicBezTo>
                      <a:pt x="14288" y="2858"/>
                      <a:pt x="12382" y="2858"/>
                      <a:pt x="10478" y="5715"/>
                    </a:cubicBezTo>
                    <a:cubicBezTo>
                      <a:pt x="8573" y="8573"/>
                      <a:pt x="7620" y="9525"/>
                      <a:pt x="7620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EA16DD2D-DC40-AF81-5F20-FE7A6AF0F0D2}"/>
                  </a:ext>
                </a:extLst>
              </p:cNvPr>
              <p:cNvSpPr/>
              <p:nvPr/>
            </p:nvSpPr>
            <p:spPr>
              <a:xfrm>
                <a:off x="8062912" y="4639627"/>
                <a:ext cx="21907" cy="49529"/>
              </a:xfrm>
              <a:custGeom>
                <a:avLst/>
                <a:gdLst>
                  <a:gd name="connsiteX0" fmla="*/ 11430 w 21907"/>
                  <a:gd name="connsiteY0" fmla="*/ 0 h 49529"/>
                  <a:gd name="connsiteX1" fmla="*/ 11430 w 21907"/>
                  <a:gd name="connsiteY1" fmla="*/ 12382 h 49529"/>
                  <a:gd name="connsiteX2" fmla="*/ 20002 w 21907"/>
                  <a:gd name="connsiteY2" fmla="*/ 12382 h 49529"/>
                  <a:gd name="connsiteX3" fmla="*/ 20002 w 21907"/>
                  <a:gd name="connsiteY3" fmla="*/ 15240 h 49529"/>
                  <a:gd name="connsiteX4" fmla="*/ 11430 w 21907"/>
                  <a:gd name="connsiteY4" fmla="*/ 15240 h 49529"/>
                  <a:gd name="connsiteX5" fmla="*/ 11430 w 21907"/>
                  <a:gd name="connsiteY5" fmla="*/ 39053 h 49529"/>
                  <a:gd name="connsiteX6" fmla="*/ 12382 w 21907"/>
                  <a:gd name="connsiteY6" fmla="*/ 43815 h 49529"/>
                  <a:gd name="connsiteX7" fmla="*/ 15240 w 21907"/>
                  <a:gd name="connsiteY7" fmla="*/ 44767 h 49529"/>
                  <a:gd name="connsiteX8" fmla="*/ 18098 w 21907"/>
                  <a:gd name="connsiteY8" fmla="*/ 44767 h 49529"/>
                  <a:gd name="connsiteX9" fmla="*/ 20002 w 21907"/>
                  <a:gd name="connsiteY9" fmla="*/ 41910 h 49529"/>
                  <a:gd name="connsiteX10" fmla="*/ 21907 w 21907"/>
                  <a:gd name="connsiteY10" fmla="*/ 41910 h 49529"/>
                  <a:gd name="connsiteX11" fmla="*/ 18098 w 21907"/>
                  <a:gd name="connsiteY11" fmla="*/ 47625 h 49529"/>
                  <a:gd name="connsiteX12" fmla="*/ 12382 w 21907"/>
                  <a:gd name="connsiteY12" fmla="*/ 49530 h 49529"/>
                  <a:gd name="connsiteX13" fmla="*/ 8573 w 21907"/>
                  <a:gd name="connsiteY13" fmla="*/ 48578 h 49529"/>
                  <a:gd name="connsiteX14" fmla="*/ 5715 w 21907"/>
                  <a:gd name="connsiteY14" fmla="*/ 45720 h 49529"/>
                  <a:gd name="connsiteX15" fmla="*/ 5715 w 21907"/>
                  <a:gd name="connsiteY15" fmla="*/ 40005 h 49529"/>
                  <a:gd name="connsiteX16" fmla="*/ 5715 w 21907"/>
                  <a:gd name="connsiteY16" fmla="*/ 15240 h 49529"/>
                  <a:gd name="connsiteX17" fmla="*/ 0 w 21907"/>
                  <a:gd name="connsiteY17" fmla="*/ 15240 h 49529"/>
                  <a:gd name="connsiteX18" fmla="*/ 4763 w 21907"/>
                  <a:gd name="connsiteY18" fmla="*/ 10478 h 49529"/>
                  <a:gd name="connsiteX19" fmla="*/ 8573 w 21907"/>
                  <a:gd name="connsiteY19" fmla="*/ 5715 h 49529"/>
                  <a:gd name="connsiteX20" fmla="*/ 11430 w 21907"/>
                  <a:gd name="connsiteY20" fmla="*/ 0 h 49529"/>
                  <a:gd name="connsiteX21" fmla="*/ 12382 w 21907"/>
                  <a:gd name="connsiteY21" fmla="*/ 0 h 49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907" h="49529">
                    <a:moveTo>
                      <a:pt x="11430" y="0"/>
                    </a:moveTo>
                    <a:lnTo>
                      <a:pt x="11430" y="12382"/>
                    </a:lnTo>
                    <a:lnTo>
                      <a:pt x="20002" y="12382"/>
                    </a:lnTo>
                    <a:lnTo>
                      <a:pt x="20002" y="15240"/>
                    </a:lnTo>
                    <a:lnTo>
                      <a:pt x="11430" y="15240"/>
                    </a:lnTo>
                    <a:lnTo>
                      <a:pt x="11430" y="39053"/>
                    </a:lnTo>
                    <a:cubicBezTo>
                      <a:pt x="11430" y="41910"/>
                      <a:pt x="11430" y="42863"/>
                      <a:pt x="12382" y="43815"/>
                    </a:cubicBezTo>
                    <a:cubicBezTo>
                      <a:pt x="13335" y="44767"/>
                      <a:pt x="14288" y="44767"/>
                      <a:pt x="15240" y="44767"/>
                    </a:cubicBezTo>
                    <a:cubicBezTo>
                      <a:pt x="16193" y="44767"/>
                      <a:pt x="17145" y="44767"/>
                      <a:pt x="18098" y="44767"/>
                    </a:cubicBezTo>
                    <a:cubicBezTo>
                      <a:pt x="19050" y="44767"/>
                      <a:pt x="20002" y="43815"/>
                      <a:pt x="20002" y="41910"/>
                    </a:cubicBezTo>
                    <a:lnTo>
                      <a:pt x="21907" y="41910"/>
                    </a:lnTo>
                    <a:cubicBezTo>
                      <a:pt x="21907" y="44767"/>
                      <a:pt x="20002" y="46672"/>
                      <a:pt x="18098" y="47625"/>
                    </a:cubicBezTo>
                    <a:cubicBezTo>
                      <a:pt x="16193" y="48578"/>
                      <a:pt x="14288" y="49530"/>
                      <a:pt x="12382" y="49530"/>
                    </a:cubicBezTo>
                    <a:cubicBezTo>
                      <a:pt x="10477" y="49530"/>
                      <a:pt x="9525" y="49530"/>
                      <a:pt x="8573" y="48578"/>
                    </a:cubicBezTo>
                    <a:cubicBezTo>
                      <a:pt x="7620" y="47625"/>
                      <a:pt x="6668" y="46672"/>
                      <a:pt x="5715" y="45720"/>
                    </a:cubicBezTo>
                    <a:cubicBezTo>
                      <a:pt x="4763" y="44767"/>
                      <a:pt x="5715" y="42863"/>
                      <a:pt x="5715" y="40005"/>
                    </a:cubicBezTo>
                    <a:lnTo>
                      <a:pt x="5715" y="15240"/>
                    </a:lnTo>
                    <a:lnTo>
                      <a:pt x="0" y="15240"/>
                    </a:lnTo>
                    <a:cubicBezTo>
                      <a:pt x="1905" y="13335"/>
                      <a:pt x="2857" y="12382"/>
                      <a:pt x="4763" y="10478"/>
                    </a:cubicBezTo>
                    <a:cubicBezTo>
                      <a:pt x="6668" y="8572"/>
                      <a:pt x="7620" y="7620"/>
                      <a:pt x="8573" y="5715"/>
                    </a:cubicBezTo>
                    <a:cubicBezTo>
                      <a:pt x="8573" y="4763"/>
                      <a:pt x="10477" y="2857"/>
                      <a:pt x="11430" y="0"/>
                    </a:cubicBezTo>
                    <a:lnTo>
                      <a:pt x="123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F1C39F82-2053-BD7C-7B9D-CEB45C7E57B7}"/>
                  </a:ext>
                </a:extLst>
              </p:cNvPr>
              <p:cNvSpPr/>
              <p:nvPr/>
            </p:nvSpPr>
            <p:spPr>
              <a:xfrm>
                <a:off x="8087677" y="4651057"/>
                <a:ext cx="31432" cy="40005"/>
              </a:xfrm>
              <a:custGeom>
                <a:avLst/>
                <a:gdLst>
                  <a:gd name="connsiteX0" fmla="*/ 5715 w 31432"/>
                  <a:gd name="connsiteY0" fmla="*/ 15240 h 40005"/>
                  <a:gd name="connsiteX1" fmla="*/ 9525 w 31432"/>
                  <a:gd name="connsiteY1" fmla="*/ 28575 h 40005"/>
                  <a:gd name="connsiteX2" fmla="*/ 19050 w 31432"/>
                  <a:gd name="connsiteY2" fmla="*/ 33338 h 40005"/>
                  <a:gd name="connsiteX3" fmla="*/ 25718 w 31432"/>
                  <a:gd name="connsiteY3" fmla="*/ 31433 h 40005"/>
                  <a:gd name="connsiteX4" fmla="*/ 30480 w 31432"/>
                  <a:gd name="connsiteY4" fmla="*/ 24765 h 40005"/>
                  <a:gd name="connsiteX5" fmla="*/ 31433 w 31432"/>
                  <a:gd name="connsiteY5" fmla="*/ 24765 h 40005"/>
                  <a:gd name="connsiteX6" fmla="*/ 26670 w 31432"/>
                  <a:gd name="connsiteY6" fmla="*/ 35243 h 40005"/>
                  <a:gd name="connsiteX7" fmla="*/ 16193 w 31432"/>
                  <a:gd name="connsiteY7" fmla="*/ 40005 h 40005"/>
                  <a:gd name="connsiteX8" fmla="*/ 4763 w 31432"/>
                  <a:gd name="connsiteY8" fmla="*/ 35243 h 40005"/>
                  <a:gd name="connsiteX9" fmla="*/ 0 w 31432"/>
                  <a:gd name="connsiteY9" fmla="*/ 20955 h 40005"/>
                  <a:gd name="connsiteX10" fmla="*/ 4763 w 31432"/>
                  <a:gd name="connsiteY10" fmla="*/ 5715 h 40005"/>
                  <a:gd name="connsiteX11" fmla="*/ 17145 w 31432"/>
                  <a:gd name="connsiteY11" fmla="*/ 0 h 40005"/>
                  <a:gd name="connsiteX12" fmla="*/ 27623 w 31432"/>
                  <a:gd name="connsiteY12" fmla="*/ 3810 h 40005"/>
                  <a:gd name="connsiteX13" fmla="*/ 31433 w 31432"/>
                  <a:gd name="connsiteY13" fmla="*/ 15240 h 40005"/>
                  <a:gd name="connsiteX14" fmla="*/ 5715 w 31432"/>
                  <a:gd name="connsiteY14" fmla="*/ 15240 h 40005"/>
                  <a:gd name="connsiteX15" fmla="*/ 5715 w 31432"/>
                  <a:gd name="connsiteY15" fmla="*/ 12383 h 40005"/>
                  <a:gd name="connsiteX16" fmla="*/ 22860 w 31432"/>
                  <a:gd name="connsiteY16" fmla="*/ 12383 h 40005"/>
                  <a:gd name="connsiteX17" fmla="*/ 22860 w 31432"/>
                  <a:gd name="connsiteY17" fmla="*/ 7620 h 40005"/>
                  <a:gd name="connsiteX18" fmla="*/ 20003 w 31432"/>
                  <a:gd name="connsiteY18" fmla="*/ 3810 h 40005"/>
                  <a:gd name="connsiteX19" fmla="*/ 16193 w 31432"/>
                  <a:gd name="connsiteY19" fmla="*/ 2858 h 40005"/>
                  <a:gd name="connsiteX20" fmla="*/ 10478 w 31432"/>
                  <a:gd name="connsiteY20" fmla="*/ 5715 h 40005"/>
                  <a:gd name="connsiteX21" fmla="*/ 7620 w 31432"/>
                  <a:gd name="connsiteY21" fmla="*/ 13335 h 4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1432" h="40005">
                    <a:moveTo>
                      <a:pt x="5715" y="15240"/>
                    </a:moveTo>
                    <a:cubicBezTo>
                      <a:pt x="5715" y="20955"/>
                      <a:pt x="6668" y="24765"/>
                      <a:pt x="9525" y="28575"/>
                    </a:cubicBezTo>
                    <a:cubicBezTo>
                      <a:pt x="12383" y="32385"/>
                      <a:pt x="15240" y="33338"/>
                      <a:pt x="19050" y="33338"/>
                    </a:cubicBezTo>
                    <a:cubicBezTo>
                      <a:pt x="22860" y="33338"/>
                      <a:pt x="23813" y="33338"/>
                      <a:pt x="25718" y="31433"/>
                    </a:cubicBezTo>
                    <a:cubicBezTo>
                      <a:pt x="27623" y="29528"/>
                      <a:pt x="28575" y="27623"/>
                      <a:pt x="30480" y="24765"/>
                    </a:cubicBezTo>
                    <a:lnTo>
                      <a:pt x="31433" y="24765"/>
                    </a:lnTo>
                    <a:cubicBezTo>
                      <a:pt x="31433" y="29528"/>
                      <a:pt x="29528" y="32385"/>
                      <a:pt x="26670" y="35243"/>
                    </a:cubicBezTo>
                    <a:cubicBezTo>
                      <a:pt x="23813" y="38100"/>
                      <a:pt x="20955" y="40005"/>
                      <a:pt x="16193" y="40005"/>
                    </a:cubicBezTo>
                    <a:cubicBezTo>
                      <a:pt x="11430" y="40005"/>
                      <a:pt x="7620" y="38100"/>
                      <a:pt x="4763" y="35243"/>
                    </a:cubicBezTo>
                    <a:cubicBezTo>
                      <a:pt x="1905" y="32385"/>
                      <a:pt x="0" y="26670"/>
                      <a:pt x="0" y="20955"/>
                    </a:cubicBezTo>
                    <a:cubicBezTo>
                      <a:pt x="0" y="15240"/>
                      <a:pt x="1905" y="9525"/>
                      <a:pt x="4763" y="5715"/>
                    </a:cubicBezTo>
                    <a:cubicBezTo>
                      <a:pt x="7620" y="1905"/>
                      <a:pt x="12383" y="0"/>
                      <a:pt x="17145" y="0"/>
                    </a:cubicBezTo>
                    <a:cubicBezTo>
                      <a:pt x="21908" y="0"/>
                      <a:pt x="24765" y="953"/>
                      <a:pt x="27623" y="3810"/>
                    </a:cubicBezTo>
                    <a:cubicBezTo>
                      <a:pt x="30480" y="6668"/>
                      <a:pt x="31433" y="10478"/>
                      <a:pt x="31433" y="15240"/>
                    </a:cubicBezTo>
                    <a:lnTo>
                      <a:pt x="5715" y="15240"/>
                    </a:lnTo>
                    <a:close/>
                    <a:moveTo>
                      <a:pt x="5715" y="12383"/>
                    </a:moveTo>
                    <a:lnTo>
                      <a:pt x="22860" y="12383"/>
                    </a:lnTo>
                    <a:cubicBezTo>
                      <a:pt x="22860" y="10478"/>
                      <a:pt x="22860" y="8573"/>
                      <a:pt x="22860" y="7620"/>
                    </a:cubicBezTo>
                    <a:cubicBezTo>
                      <a:pt x="22860" y="5715"/>
                      <a:pt x="20955" y="4763"/>
                      <a:pt x="20003" y="3810"/>
                    </a:cubicBezTo>
                    <a:cubicBezTo>
                      <a:pt x="19050" y="2858"/>
                      <a:pt x="17145" y="2858"/>
                      <a:pt x="16193" y="2858"/>
                    </a:cubicBezTo>
                    <a:cubicBezTo>
                      <a:pt x="14288" y="2858"/>
                      <a:pt x="12383" y="2858"/>
                      <a:pt x="10478" y="5715"/>
                    </a:cubicBezTo>
                    <a:cubicBezTo>
                      <a:pt x="8573" y="8573"/>
                      <a:pt x="7620" y="9525"/>
                      <a:pt x="7620" y="13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EB94313E-70D7-0A14-A8A0-8CFDA7B04863}"/>
                  </a:ext>
                </a:extLst>
              </p:cNvPr>
              <p:cNvSpPr/>
              <p:nvPr/>
            </p:nvSpPr>
            <p:spPr>
              <a:xfrm>
                <a:off x="8120062" y="4651057"/>
                <a:ext cx="29527" cy="38100"/>
              </a:xfrm>
              <a:custGeom>
                <a:avLst/>
                <a:gdLst>
                  <a:gd name="connsiteX0" fmla="*/ 14288 w 29527"/>
                  <a:gd name="connsiteY0" fmla="*/ 0 h 38100"/>
                  <a:gd name="connsiteX1" fmla="*/ 14288 w 29527"/>
                  <a:gd name="connsiteY1" fmla="*/ 8573 h 38100"/>
                  <a:gd name="connsiteX2" fmla="*/ 23813 w 29527"/>
                  <a:gd name="connsiteY2" fmla="*/ 0 h 38100"/>
                  <a:gd name="connsiteX3" fmla="*/ 27623 w 29527"/>
                  <a:gd name="connsiteY3" fmla="*/ 953 h 38100"/>
                  <a:gd name="connsiteX4" fmla="*/ 29527 w 29527"/>
                  <a:gd name="connsiteY4" fmla="*/ 3810 h 38100"/>
                  <a:gd name="connsiteX5" fmla="*/ 28575 w 29527"/>
                  <a:gd name="connsiteY5" fmla="*/ 6668 h 38100"/>
                  <a:gd name="connsiteX6" fmla="*/ 25718 w 29527"/>
                  <a:gd name="connsiteY6" fmla="*/ 7620 h 38100"/>
                  <a:gd name="connsiteX7" fmla="*/ 22860 w 29527"/>
                  <a:gd name="connsiteY7" fmla="*/ 6668 h 38100"/>
                  <a:gd name="connsiteX8" fmla="*/ 20002 w 29527"/>
                  <a:gd name="connsiteY8" fmla="*/ 5715 h 38100"/>
                  <a:gd name="connsiteX9" fmla="*/ 18098 w 29527"/>
                  <a:gd name="connsiteY9" fmla="*/ 5715 h 38100"/>
                  <a:gd name="connsiteX10" fmla="*/ 14288 w 29527"/>
                  <a:gd name="connsiteY10" fmla="*/ 11430 h 38100"/>
                  <a:gd name="connsiteX11" fmla="*/ 14288 w 29527"/>
                  <a:gd name="connsiteY11" fmla="*/ 29528 h 38100"/>
                  <a:gd name="connsiteX12" fmla="*/ 14288 w 29527"/>
                  <a:gd name="connsiteY12" fmla="*/ 34290 h 38100"/>
                  <a:gd name="connsiteX13" fmla="*/ 16193 w 29527"/>
                  <a:gd name="connsiteY13" fmla="*/ 36195 h 38100"/>
                  <a:gd name="connsiteX14" fmla="*/ 20002 w 29527"/>
                  <a:gd name="connsiteY14" fmla="*/ 36195 h 38100"/>
                  <a:gd name="connsiteX15" fmla="*/ 20002 w 29527"/>
                  <a:gd name="connsiteY15" fmla="*/ 38100 h 38100"/>
                  <a:gd name="connsiteX16" fmla="*/ 952 w 29527"/>
                  <a:gd name="connsiteY16" fmla="*/ 38100 h 38100"/>
                  <a:gd name="connsiteX17" fmla="*/ 952 w 29527"/>
                  <a:gd name="connsiteY17" fmla="*/ 36195 h 38100"/>
                  <a:gd name="connsiteX18" fmla="*/ 4763 w 29527"/>
                  <a:gd name="connsiteY18" fmla="*/ 36195 h 38100"/>
                  <a:gd name="connsiteX19" fmla="*/ 5715 w 29527"/>
                  <a:gd name="connsiteY19" fmla="*/ 34290 h 38100"/>
                  <a:gd name="connsiteX20" fmla="*/ 5715 w 29527"/>
                  <a:gd name="connsiteY20" fmla="*/ 30480 h 38100"/>
                  <a:gd name="connsiteX21" fmla="*/ 5715 w 29527"/>
                  <a:gd name="connsiteY21" fmla="*/ 16193 h 38100"/>
                  <a:gd name="connsiteX22" fmla="*/ 5715 w 29527"/>
                  <a:gd name="connsiteY22" fmla="*/ 8573 h 38100"/>
                  <a:gd name="connsiteX23" fmla="*/ 4763 w 29527"/>
                  <a:gd name="connsiteY23" fmla="*/ 6668 h 38100"/>
                  <a:gd name="connsiteX24" fmla="*/ 2857 w 29527"/>
                  <a:gd name="connsiteY24" fmla="*/ 6668 h 38100"/>
                  <a:gd name="connsiteX25" fmla="*/ 0 w 29527"/>
                  <a:gd name="connsiteY25" fmla="*/ 6668 h 38100"/>
                  <a:gd name="connsiteX26" fmla="*/ 0 w 29527"/>
                  <a:gd name="connsiteY26" fmla="*/ 4763 h 38100"/>
                  <a:gd name="connsiteX27" fmla="*/ 10477 w 29527"/>
                  <a:gd name="connsiteY27" fmla="*/ 0 h 38100"/>
                  <a:gd name="connsiteX28" fmla="*/ 12382 w 29527"/>
                  <a:gd name="connsiteY28" fmla="*/ 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9527" h="38100">
                    <a:moveTo>
                      <a:pt x="14288" y="0"/>
                    </a:moveTo>
                    <a:lnTo>
                      <a:pt x="14288" y="8573"/>
                    </a:lnTo>
                    <a:cubicBezTo>
                      <a:pt x="17145" y="2858"/>
                      <a:pt x="20955" y="0"/>
                      <a:pt x="23813" y="0"/>
                    </a:cubicBezTo>
                    <a:cubicBezTo>
                      <a:pt x="26670" y="0"/>
                      <a:pt x="26670" y="0"/>
                      <a:pt x="27623" y="953"/>
                    </a:cubicBezTo>
                    <a:cubicBezTo>
                      <a:pt x="28575" y="1905"/>
                      <a:pt x="29527" y="2858"/>
                      <a:pt x="29527" y="3810"/>
                    </a:cubicBezTo>
                    <a:cubicBezTo>
                      <a:pt x="29527" y="4763"/>
                      <a:pt x="29527" y="5715"/>
                      <a:pt x="28575" y="6668"/>
                    </a:cubicBezTo>
                    <a:cubicBezTo>
                      <a:pt x="27623" y="7620"/>
                      <a:pt x="26670" y="7620"/>
                      <a:pt x="25718" y="7620"/>
                    </a:cubicBezTo>
                    <a:cubicBezTo>
                      <a:pt x="24765" y="7620"/>
                      <a:pt x="23813" y="7620"/>
                      <a:pt x="22860" y="6668"/>
                    </a:cubicBezTo>
                    <a:cubicBezTo>
                      <a:pt x="21907" y="5715"/>
                      <a:pt x="20955" y="5715"/>
                      <a:pt x="20002" y="5715"/>
                    </a:cubicBezTo>
                    <a:cubicBezTo>
                      <a:pt x="19050" y="5715"/>
                      <a:pt x="19050" y="5715"/>
                      <a:pt x="18098" y="5715"/>
                    </a:cubicBezTo>
                    <a:cubicBezTo>
                      <a:pt x="17145" y="6668"/>
                      <a:pt x="15240" y="8573"/>
                      <a:pt x="14288" y="11430"/>
                    </a:cubicBezTo>
                    <a:lnTo>
                      <a:pt x="14288" y="29528"/>
                    </a:lnTo>
                    <a:cubicBezTo>
                      <a:pt x="14288" y="31433"/>
                      <a:pt x="14288" y="33338"/>
                      <a:pt x="14288" y="34290"/>
                    </a:cubicBezTo>
                    <a:cubicBezTo>
                      <a:pt x="14288" y="34290"/>
                      <a:pt x="15240" y="35243"/>
                      <a:pt x="16193" y="36195"/>
                    </a:cubicBezTo>
                    <a:cubicBezTo>
                      <a:pt x="17145" y="37148"/>
                      <a:pt x="18098" y="36195"/>
                      <a:pt x="20002" y="36195"/>
                    </a:cubicBezTo>
                    <a:lnTo>
                      <a:pt x="20002" y="38100"/>
                    </a:lnTo>
                    <a:lnTo>
                      <a:pt x="952" y="38100"/>
                    </a:lnTo>
                    <a:lnTo>
                      <a:pt x="952" y="36195"/>
                    </a:lnTo>
                    <a:cubicBezTo>
                      <a:pt x="2857" y="36195"/>
                      <a:pt x="3810" y="36195"/>
                      <a:pt x="4763" y="36195"/>
                    </a:cubicBezTo>
                    <a:cubicBezTo>
                      <a:pt x="4763" y="36195"/>
                      <a:pt x="5715" y="35243"/>
                      <a:pt x="5715" y="34290"/>
                    </a:cubicBezTo>
                    <a:cubicBezTo>
                      <a:pt x="5715" y="34290"/>
                      <a:pt x="5715" y="32385"/>
                      <a:pt x="5715" y="30480"/>
                    </a:cubicBezTo>
                    <a:lnTo>
                      <a:pt x="5715" y="16193"/>
                    </a:lnTo>
                    <a:cubicBezTo>
                      <a:pt x="5715" y="11430"/>
                      <a:pt x="5715" y="9525"/>
                      <a:pt x="5715" y="8573"/>
                    </a:cubicBezTo>
                    <a:cubicBezTo>
                      <a:pt x="5715" y="7620"/>
                      <a:pt x="5715" y="7620"/>
                      <a:pt x="4763" y="6668"/>
                    </a:cubicBezTo>
                    <a:cubicBezTo>
                      <a:pt x="3810" y="5715"/>
                      <a:pt x="3810" y="6668"/>
                      <a:pt x="2857" y="6668"/>
                    </a:cubicBezTo>
                    <a:cubicBezTo>
                      <a:pt x="1905" y="6668"/>
                      <a:pt x="952" y="6668"/>
                      <a:pt x="0" y="6668"/>
                    </a:cubicBezTo>
                    <a:lnTo>
                      <a:pt x="0" y="4763"/>
                    </a:lnTo>
                    <a:cubicBezTo>
                      <a:pt x="0" y="4763"/>
                      <a:pt x="10477" y="0"/>
                      <a:pt x="10477" y="0"/>
                    </a:cubicBezTo>
                    <a:lnTo>
                      <a:pt x="123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1CB049CE-59FB-59DD-1B6F-B1BB5B863D55}"/>
                  </a:ext>
                </a:extLst>
              </p:cNvPr>
              <p:cNvSpPr/>
              <p:nvPr/>
            </p:nvSpPr>
            <p:spPr>
              <a:xfrm>
                <a:off x="8151494" y="4632007"/>
                <a:ext cx="18097" cy="57150"/>
              </a:xfrm>
              <a:custGeom>
                <a:avLst/>
                <a:gdLst>
                  <a:gd name="connsiteX0" fmla="*/ 12382 w 18097"/>
                  <a:gd name="connsiteY0" fmla="*/ 19050 h 57150"/>
                  <a:gd name="connsiteX1" fmla="*/ 12382 w 18097"/>
                  <a:gd name="connsiteY1" fmla="*/ 48578 h 57150"/>
                  <a:gd name="connsiteX2" fmla="*/ 12382 w 18097"/>
                  <a:gd name="connsiteY2" fmla="*/ 53340 h 57150"/>
                  <a:gd name="connsiteX3" fmla="*/ 14288 w 18097"/>
                  <a:gd name="connsiteY3" fmla="*/ 55245 h 57150"/>
                  <a:gd name="connsiteX4" fmla="*/ 18098 w 18097"/>
                  <a:gd name="connsiteY4" fmla="*/ 55245 h 57150"/>
                  <a:gd name="connsiteX5" fmla="*/ 18098 w 18097"/>
                  <a:gd name="connsiteY5" fmla="*/ 57150 h 57150"/>
                  <a:gd name="connsiteX6" fmla="*/ 0 w 18097"/>
                  <a:gd name="connsiteY6" fmla="*/ 57150 h 57150"/>
                  <a:gd name="connsiteX7" fmla="*/ 0 w 18097"/>
                  <a:gd name="connsiteY7" fmla="*/ 55245 h 57150"/>
                  <a:gd name="connsiteX8" fmla="*/ 3810 w 18097"/>
                  <a:gd name="connsiteY8" fmla="*/ 55245 h 57150"/>
                  <a:gd name="connsiteX9" fmla="*/ 5715 w 18097"/>
                  <a:gd name="connsiteY9" fmla="*/ 53340 h 57150"/>
                  <a:gd name="connsiteX10" fmla="*/ 5715 w 18097"/>
                  <a:gd name="connsiteY10" fmla="*/ 48578 h 57150"/>
                  <a:gd name="connsiteX11" fmla="*/ 5715 w 18097"/>
                  <a:gd name="connsiteY11" fmla="*/ 34290 h 57150"/>
                  <a:gd name="connsiteX12" fmla="*/ 5715 w 18097"/>
                  <a:gd name="connsiteY12" fmla="*/ 26670 h 57150"/>
                  <a:gd name="connsiteX13" fmla="*/ 5715 w 18097"/>
                  <a:gd name="connsiteY13" fmla="*/ 24765 h 57150"/>
                  <a:gd name="connsiteX14" fmla="*/ 3810 w 18097"/>
                  <a:gd name="connsiteY14" fmla="*/ 24765 h 57150"/>
                  <a:gd name="connsiteX15" fmla="*/ 953 w 18097"/>
                  <a:gd name="connsiteY15" fmla="*/ 24765 h 57150"/>
                  <a:gd name="connsiteX16" fmla="*/ 953 w 18097"/>
                  <a:gd name="connsiteY16" fmla="*/ 22860 h 57150"/>
                  <a:gd name="connsiteX17" fmla="*/ 11430 w 18097"/>
                  <a:gd name="connsiteY17" fmla="*/ 18098 h 57150"/>
                  <a:gd name="connsiteX18" fmla="*/ 13335 w 18097"/>
                  <a:gd name="connsiteY18" fmla="*/ 18098 h 57150"/>
                  <a:gd name="connsiteX19" fmla="*/ 8573 w 18097"/>
                  <a:gd name="connsiteY19" fmla="*/ 0 h 57150"/>
                  <a:gd name="connsiteX20" fmla="*/ 11430 w 18097"/>
                  <a:gd name="connsiteY20" fmla="*/ 953 h 57150"/>
                  <a:gd name="connsiteX21" fmla="*/ 12382 w 18097"/>
                  <a:gd name="connsiteY21" fmla="*/ 3810 h 57150"/>
                  <a:gd name="connsiteX22" fmla="*/ 11430 w 18097"/>
                  <a:gd name="connsiteY22" fmla="*/ 6668 h 57150"/>
                  <a:gd name="connsiteX23" fmla="*/ 8573 w 18097"/>
                  <a:gd name="connsiteY23" fmla="*/ 7620 h 57150"/>
                  <a:gd name="connsiteX24" fmla="*/ 5715 w 18097"/>
                  <a:gd name="connsiteY24" fmla="*/ 6668 h 57150"/>
                  <a:gd name="connsiteX25" fmla="*/ 4763 w 18097"/>
                  <a:gd name="connsiteY25" fmla="*/ 3810 h 57150"/>
                  <a:gd name="connsiteX26" fmla="*/ 5715 w 18097"/>
                  <a:gd name="connsiteY26" fmla="*/ 953 h 57150"/>
                  <a:gd name="connsiteX27" fmla="*/ 8573 w 18097"/>
                  <a:gd name="connsiteY27" fmla="*/ 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8097" h="57150">
                    <a:moveTo>
                      <a:pt x="12382" y="19050"/>
                    </a:moveTo>
                    <a:lnTo>
                      <a:pt x="12382" y="48578"/>
                    </a:lnTo>
                    <a:cubicBezTo>
                      <a:pt x="12382" y="50483"/>
                      <a:pt x="12382" y="52388"/>
                      <a:pt x="12382" y="53340"/>
                    </a:cubicBezTo>
                    <a:cubicBezTo>
                      <a:pt x="12382" y="54293"/>
                      <a:pt x="12382" y="54293"/>
                      <a:pt x="14288" y="55245"/>
                    </a:cubicBezTo>
                    <a:cubicBezTo>
                      <a:pt x="16193" y="56198"/>
                      <a:pt x="16193" y="55245"/>
                      <a:pt x="18098" y="55245"/>
                    </a:cubicBezTo>
                    <a:lnTo>
                      <a:pt x="18098" y="57150"/>
                    </a:lnTo>
                    <a:lnTo>
                      <a:pt x="0" y="57150"/>
                    </a:lnTo>
                    <a:lnTo>
                      <a:pt x="0" y="55245"/>
                    </a:lnTo>
                    <a:cubicBezTo>
                      <a:pt x="1905" y="55245"/>
                      <a:pt x="2857" y="55245"/>
                      <a:pt x="3810" y="55245"/>
                    </a:cubicBezTo>
                    <a:cubicBezTo>
                      <a:pt x="4763" y="55245"/>
                      <a:pt x="4763" y="55245"/>
                      <a:pt x="5715" y="53340"/>
                    </a:cubicBezTo>
                    <a:cubicBezTo>
                      <a:pt x="6668" y="51435"/>
                      <a:pt x="5715" y="51435"/>
                      <a:pt x="5715" y="48578"/>
                    </a:cubicBezTo>
                    <a:lnTo>
                      <a:pt x="5715" y="34290"/>
                    </a:lnTo>
                    <a:cubicBezTo>
                      <a:pt x="5715" y="30480"/>
                      <a:pt x="5715" y="27623"/>
                      <a:pt x="5715" y="26670"/>
                    </a:cubicBezTo>
                    <a:cubicBezTo>
                      <a:pt x="5715" y="26670"/>
                      <a:pt x="5715" y="24765"/>
                      <a:pt x="5715" y="24765"/>
                    </a:cubicBezTo>
                    <a:cubicBezTo>
                      <a:pt x="5715" y="24765"/>
                      <a:pt x="4763" y="24765"/>
                      <a:pt x="3810" y="24765"/>
                    </a:cubicBezTo>
                    <a:cubicBezTo>
                      <a:pt x="2857" y="24765"/>
                      <a:pt x="1905" y="24765"/>
                      <a:pt x="953" y="24765"/>
                    </a:cubicBezTo>
                    <a:lnTo>
                      <a:pt x="953" y="22860"/>
                    </a:lnTo>
                    <a:cubicBezTo>
                      <a:pt x="953" y="22860"/>
                      <a:pt x="11430" y="18098"/>
                      <a:pt x="11430" y="18098"/>
                    </a:cubicBezTo>
                    <a:lnTo>
                      <a:pt x="13335" y="18098"/>
                    </a:lnTo>
                    <a:close/>
                    <a:moveTo>
                      <a:pt x="8573" y="0"/>
                    </a:moveTo>
                    <a:cubicBezTo>
                      <a:pt x="9525" y="0"/>
                      <a:pt x="10478" y="0"/>
                      <a:pt x="11430" y="953"/>
                    </a:cubicBezTo>
                    <a:cubicBezTo>
                      <a:pt x="12382" y="1905"/>
                      <a:pt x="12382" y="2858"/>
                      <a:pt x="12382" y="3810"/>
                    </a:cubicBezTo>
                    <a:cubicBezTo>
                      <a:pt x="12382" y="4763"/>
                      <a:pt x="12382" y="5715"/>
                      <a:pt x="11430" y="6668"/>
                    </a:cubicBezTo>
                    <a:cubicBezTo>
                      <a:pt x="10478" y="7620"/>
                      <a:pt x="9525" y="7620"/>
                      <a:pt x="8573" y="7620"/>
                    </a:cubicBezTo>
                    <a:cubicBezTo>
                      <a:pt x="7620" y="7620"/>
                      <a:pt x="6668" y="7620"/>
                      <a:pt x="5715" y="6668"/>
                    </a:cubicBezTo>
                    <a:cubicBezTo>
                      <a:pt x="4763" y="5715"/>
                      <a:pt x="4763" y="4763"/>
                      <a:pt x="4763" y="3810"/>
                    </a:cubicBezTo>
                    <a:cubicBezTo>
                      <a:pt x="4763" y="2858"/>
                      <a:pt x="4763" y="1905"/>
                      <a:pt x="5715" y="953"/>
                    </a:cubicBezTo>
                    <a:cubicBezTo>
                      <a:pt x="6668" y="0"/>
                      <a:pt x="7620" y="0"/>
                      <a:pt x="8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B43A0193-037A-1A56-A0DB-E09164368147}"/>
                  </a:ext>
                </a:extLst>
              </p:cNvPr>
              <p:cNvSpPr/>
              <p:nvPr/>
            </p:nvSpPr>
            <p:spPr>
              <a:xfrm>
                <a:off x="8174355" y="4650105"/>
                <a:ext cx="31432" cy="40004"/>
              </a:xfrm>
              <a:custGeom>
                <a:avLst/>
                <a:gdLst>
                  <a:gd name="connsiteX0" fmla="*/ 31432 w 31432"/>
                  <a:gd name="connsiteY0" fmla="*/ 24765 h 40004"/>
                  <a:gd name="connsiteX1" fmla="*/ 25718 w 31432"/>
                  <a:gd name="connsiteY1" fmla="*/ 36195 h 40004"/>
                  <a:gd name="connsiteX2" fmla="*/ 16193 w 31432"/>
                  <a:gd name="connsiteY2" fmla="*/ 40005 h 40004"/>
                  <a:gd name="connsiteX3" fmla="*/ 4763 w 31432"/>
                  <a:gd name="connsiteY3" fmla="*/ 34290 h 40004"/>
                  <a:gd name="connsiteX4" fmla="*/ 0 w 31432"/>
                  <a:gd name="connsiteY4" fmla="*/ 20002 h 40004"/>
                  <a:gd name="connsiteX5" fmla="*/ 4763 w 31432"/>
                  <a:gd name="connsiteY5" fmla="*/ 5715 h 40004"/>
                  <a:gd name="connsiteX6" fmla="*/ 17145 w 31432"/>
                  <a:gd name="connsiteY6" fmla="*/ 0 h 40004"/>
                  <a:gd name="connsiteX7" fmla="*/ 25718 w 31432"/>
                  <a:gd name="connsiteY7" fmla="*/ 2857 h 40004"/>
                  <a:gd name="connsiteX8" fmla="*/ 29527 w 31432"/>
                  <a:gd name="connsiteY8" fmla="*/ 8572 h 40004"/>
                  <a:gd name="connsiteX9" fmla="*/ 28575 w 31432"/>
                  <a:gd name="connsiteY9" fmla="*/ 11430 h 40004"/>
                  <a:gd name="connsiteX10" fmla="*/ 25718 w 31432"/>
                  <a:gd name="connsiteY10" fmla="*/ 11430 h 40004"/>
                  <a:gd name="connsiteX11" fmla="*/ 21907 w 31432"/>
                  <a:gd name="connsiteY11" fmla="*/ 9525 h 40004"/>
                  <a:gd name="connsiteX12" fmla="*/ 21907 w 31432"/>
                  <a:gd name="connsiteY12" fmla="*/ 6667 h 40004"/>
                  <a:gd name="connsiteX13" fmla="*/ 20002 w 31432"/>
                  <a:gd name="connsiteY13" fmla="*/ 2857 h 40004"/>
                  <a:gd name="connsiteX14" fmla="*/ 16193 w 31432"/>
                  <a:gd name="connsiteY14" fmla="*/ 1905 h 40004"/>
                  <a:gd name="connsiteX15" fmla="*/ 9525 w 31432"/>
                  <a:gd name="connsiteY15" fmla="*/ 4763 h 40004"/>
                  <a:gd name="connsiteX16" fmla="*/ 6668 w 31432"/>
                  <a:gd name="connsiteY16" fmla="*/ 15240 h 40004"/>
                  <a:gd name="connsiteX17" fmla="*/ 9525 w 31432"/>
                  <a:gd name="connsiteY17" fmla="*/ 26670 h 40004"/>
                  <a:gd name="connsiteX18" fmla="*/ 18097 w 31432"/>
                  <a:gd name="connsiteY18" fmla="*/ 31432 h 40004"/>
                  <a:gd name="connsiteX19" fmla="*/ 24765 w 31432"/>
                  <a:gd name="connsiteY19" fmla="*/ 28575 h 40004"/>
                  <a:gd name="connsiteX20" fmla="*/ 29527 w 31432"/>
                  <a:gd name="connsiteY20" fmla="*/ 21907 h 40004"/>
                  <a:gd name="connsiteX21" fmla="*/ 30480 w 31432"/>
                  <a:gd name="connsiteY21" fmla="*/ 21907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1432" h="40004">
                    <a:moveTo>
                      <a:pt x="31432" y="24765"/>
                    </a:moveTo>
                    <a:cubicBezTo>
                      <a:pt x="30480" y="29527"/>
                      <a:pt x="28575" y="33338"/>
                      <a:pt x="25718" y="36195"/>
                    </a:cubicBezTo>
                    <a:cubicBezTo>
                      <a:pt x="22860" y="39052"/>
                      <a:pt x="20002" y="40005"/>
                      <a:pt x="16193" y="40005"/>
                    </a:cubicBezTo>
                    <a:cubicBezTo>
                      <a:pt x="12382" y="40005"/>
                      <a:pt x="8572" y="38100"/>
                      <a:pt x="4763" y="34290"/>
                    </a:cubicBezTo>
                    <a:cubicBezTo>
                      <a:pt x="952" y="30480"/>
                      <a:pt x="0" y="25717"/>
                      <a:pt x="0" y="20002"/>
                    </a:cubicBezTo>
                    <a:cubicBezTo>
                      <a:pt x="0" y="14288"/>
                      <a:pt x="1905" y="9525"/>
                      <a:pt x="4763" y="5715"/>
                    </a:cubicBezTo>
                    <a:cubicBezTo>
                      <a:pt x="7620" y="1905"/>
                      <a:pt x="12382" y="0"/>
                      <a:pt x="17145" y="0"/>
                    </a:cubicBezTo>
                    <a:cubicBezTo>
                      <a:pt x="21907" y="0"/>
                      <a:pt x="23813" y="952"/>
                      <a:pt x="25718" y="2857"/>
                    </a:cubicBezTo>
                    <a:cubicBezTo>
                      <a:pt x="27622" y="4763"/>
                      <a:pt x="29527" y="6667"/>
                      <a:pt x="29527" y="8572"/>
                    </a:cubicBezTo>
                    <a:cubicBezTo>
                      <a:pt x="29527" y="10477"/>
                      <a:pt x="29527" y="10477"/>
                      <a:pt x="28575" y="11430"/>
                    </a:cubicBezTo>
                    <a:cubicBezTo>
                      <a:pt x="27622" y="12382"/>
                      <a:pt x="26670" y="11430"/>
                      <a:pt x="25718" y="11430"/>
                    </a:cubicBezTo>
                    <a:cubicBezTo>
                      <a:pt x="24765" y="11430"/>
                      <a:pt x="22860" y="11430"/>
                      <a:pt x="21907" y="9525"/>
                    </a:cubicBezTo>
                    <a:cubicBezTo>
                      <a:pt x="21907" y="9525"/>
                      <a:pt x="21907" y="7620"/>
                      <a:pt x="21907" y="6667"/>
                    </a:cubicBezTo>
                    <a:cubicBezTo>
                      <a:pt x="21907" y="5715"/>
                      <a:pt x="21907" y="3810"/>
                      <a:pt x="20002" y="2857"/>
                    </a:cubicBezTo>
                    <a:cubicBezTo>
                      <a:pt x="20002" y="2857"/>
                      <a:pt x="18097" y="1905"/>
                      <a:pt x="16193" y="1905"/>
                    </a:cubicBezTo>
                    <a:cubicBezTo>
                      <a:pt x="13335" y="1905"/>
                      <a:pt x="11430" y="2857"/>
                      <a:pt x="9525" y="4763"/>
                    </a:cubicBezTo>
                    <a:cubicBezTo>
                      <a:pt x="7620" y="7620"/>
                      <a:pt x="6668" y="10477"/>
                      <a:pt x="6668" y="15240"/>
                    </a:cubicBezTo>
                    <a:cubicBezTo>
                      <a:pt x="6668" y="20002"/>
                      <a:pt x="7620" y="23813"/>
                      <a:pt x="9525" y="26670"/>
                    </a:cubicBezTo>
                    <a:cubicBezTo>
                      <a:pt x="11430" y="29527"/>
                      <a:pt x="14288" y="31432"/>
                      <a:pt x="18097" y="31432"/>
                    </a:cubicBezTo>
                    <a:cubicBezTo>
                      <a:pt x="21907" y="31432"/>
                      <a:pt x="22860" y="31432"/>
                      <a:pt x="24765" y="28575"/>
                    </a:cubicBezTo>
                    <a:cubicBezTo>
                      <a:pt x="26670" y="27622"/>
                      <a:pt x="27622" y="24765"/>
                      <a:pt x="29527" y="21907"/>
                    </a:cubicBezTo>
                    <a:lnTo>
                      <a:pt x="30480" y="219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45" name="Graphic 4">
              <a:extLst>
                <a:ext uri="{FF2B5EF4-FFF2-40B4-BE49-F238E27FC236}">
                  <a16:creationId xmlns:a16="http://schemas.microsoft.com/office/drawing/2014/main" id="{A6376F72-099C-AEF3-D36E-CBCEC5D1984E}"/>
                </a:ext>
              </a:extLst>
            </p:cNvPr>
            <p:cNvGrpSpPr/>
            <p:nvPr/>
          </p:nvGrpSpPr>
          <p:grpSpPr>
            <a:xfrm>
              <a:off x="7880032" y="4708207"/>
              <a:ext cx="321944" cy="60960"/>
              <a:chOff x="7880032" y="4708207"/>
              <a:chExt cx="321944" cy="60960"/>
            </a:xfrm>
            <a:solidFill>
              <a:srgbClr val="FFFFFF"/>
            </a:solidFill>
          </p:grpSpPr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202520D0-C562-14D2-2E44-0E61AD907021}"/>
                  </a:ext>
                </a:extLst>
              </p:cNvPr>
              <p:cNvSpPr/>
              <p:nvPr/>
            </p:nvSpPr>
            <p:spPr>
              <a:xfrm>
                <a:off x="7880032" y="4708207"/>
                <a:ext cx="49530" cy="46672"/>
              </a:xfrm>
              <a:custGeom>
                <a:avLst/>
                <a:gdLst>
                  <a:gd name="connsiteX0" fmla="*/ 30480 w 49530"/>
                  <a:gd name="connsiteY0" fmla="*/ 32385 h 46672"/>
                  <a:gd name="connsiteX1" fmla="*/ 13335 w 49530"/>
                  <a:gd name="connsiteY1" fmla="*/ 32385 h 46672"/>
                  <a:gd name="connsiteX2" fmla="*/ 10478 w 49530"/>
                  <a:gd name="connsiteY2" fmla="*/ 39053 h 46672"/>
                  <a:gd name="connsiteX3" fmla="*/ 9525 w 49530"/>
                  <a:gd name="connsiteY3" fmla="*/ 42863 h 46672"/>
                  <a:gd name="connsiteX4" fmla="*/ 10478 w 49530"/>
                  <a:gd name="connsiteY4" fmla="*/ 44768 h 46672"/>
                  <a:gd name="connsiteX5" fmla="*/ 14288 w 49530"/>
                  <a:gd name="connsiteY5" fmla="*/ 45720 h 46672"/>
                  <a:gd name="connsiteX6" fmla="*/ 14288 w 49530"/>
                  <a:gd name="connsiteY6" fmla="*/ 45720 h 46672"/>
                  <a:gd name="connsiteX7" fmla="*/ 0 w 49530"/>
                  <a:gd name="connsiteY7" fmla="*/ 46673 h 46672"/>
                  <a:gd name="connsiteX8" fmla="*/ 0 w 49530"/>
                  <a:gd name="connsiteY8" fmla="*/ 46673 h 46672"/>
                  <a:gd name="connsiteX9" fmla="*/ 3810 w 49530"/>
                  <a:gd name="connsiteY9" fmla="*/ 43815 h 46672"/>
                  <a:gd name="connsiteX10" fmla="*/ 7620 w 49530"/>
                  <a:gd name="connsiteY10" fmla="*/ 37148 h 46672"/>
                  <a:gd name="connsiteX11" fmla="*/ 23813 w 49530"/>
                  <a:gd name="connsiteY11" fmla="*/ 0 h 46672"/>
                  <a:gd name="connsiteX12" fmla="*/ 24765 w 49530"/>
                  <a:gd name="connsiteY12" fmla="*/ 0 h 46672"/>
                  <a:gd name="connsiteX13" fmla="*/ 40957 w 49530"/>
                  <a:gd name="connsiteY13" fmla="*/ 38100 h 46672"/>
                  <a:gd name="connsiteX14" fmla="*/ 44768 w 49530"/>
                  <a:gd name="connsiteY14" fmla="*/ 43815 h 46672"/>
                  <a:gd name="connsiteX15" fmla="*/ 49530 w 49530"/>
                  <a:gd name="connsiteY15" fmla="*/ 45720 h 46672"/>
                  <a:gd name="connsiteX16" fmla="*/ 49530 w 49530"/>
                  <a:gd name="connsiteY16" fmla="*/ 45720 h 46672"/>
                  <a:gd name="connsiteX17" fmla="*/ 31432 w 49530"/>
                  <a:gd name="connsiteY17" fmla="*/ 46673 h 46672"/>
                  <a:gd name="connsiteX18" fmla="*/ 31432 w 49530"/>
                  <a:gd name="connsiteY18" fmla="*/ 46673 h 46672"/>
                  <a:gd name="connsiteX19" fmla="*/ 35243 w 49530"/>
                  <a:gd name="connsiteY19" fmla="*/ 44768 h 46672"/>
                  <a:gd name="connsiteX20" fmla="*/ 35243 w 49530"/>
                  <a:gd name="connsiteY20" fmla="*/ 42863 h 46672"/>
                  <a:gd name="connsiteX21" fmla="*/ 34290 w 49530"/>
                  <a:gd name="connsiteY21" fmla="*/ 38100 h 46672"/>
                  <a:gd name="connsiteX22" fmla="*/ 31432 w 49530"/>
                  <a:gd name="connsiteY22" fmla="*/ 31433 h 46672"/>
                  <a:gd name="connsiteX23" fmla="*/ 29528 w 49530"/>
                  <a:gd name="connsiteY23" fmla="*/ 30480 h 46672"/>
                  <a:gd name="connsiteX24" fmla="*/ 21907 w 49530"/>
                  <a:gd name="connsiteY24" fmla="*/ 12383 h 46672"/>
                  <a:gd name="connsiteX25" fmla="*/ 14288 w 49530"/>
                  <a:gd name="connsiteY25" fmla="*/ 30480 h 46672"/>
                  <a:gd name="connsiteX26" fmla="*/ 29528 w 49530"/>
                  <a:gd name="connsiteY26" fmla="*/ 30480 h 46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9530" h="46672">
                    <a:moveTo>
                      <a:pt x="30480" y="32385"/>
                    </a:moveTo>
                    <a:lnTo>
                      <a:pt x="13335" y="32385"/>
                    </a:lnTo>
                    <a:lnTo>
                      <a:pt x="10478" y="39053"/>
                    </a:lnTo>
                    <a:cubicBezTo>
                      <a:pt x="10478" y="40958"/>
                      <a:pt x="9525" y="41910"/>
                      <a:pt x="9525" y="42863"/>
                    </a:cubicBezTo>
                    <a:cubicBezTo>
                      <a:pt x="9525" y="43815"/>
                      <a:pt x="9525" y="43815"/>
                      <a:pt x="10478" y="44768"/>
                    </a:cubicBezTo>
                    <a:cubicBezTo>
                      <a:pt x="11430" y="45720"/>
                      <a:pt x="12382" y="44768"/>
                      <a:pt x="14288" y="45720"/>
                    </a:cubicBezTo>
                    <a:lnTo>
                      <a:pt x="14288" y="45720"/>
                    </a:lnTo>
                    <a:cubicBezTo>
                      <a:pt x="14288" y="46673"/>
                      <a:pt x="0" y="46673"/>
                      <a:pt x="0" y="46673"/>
                    </a:cubicBezTo>
                    <a:lnTo>
                      <a:pt x="0" y="46673"/>
                    </a:lnTo>
                    <a:cubicBezTo>
                      <a:pt x="1905" y="44768"/>
                      <a:pt x="2857" y="44768"/>
                      <a:pt x="3810" y="43815"/>
                    </a:cubicBezTo>
                    <a:cubicBezTo>
                      <a:pt x="4763" y="42863"/>
                      <a:pt x="6668" y="40958"/>
                      <a:pt x="7620" y="37148"/>
                    </a:cubicBezTo>
                    <a:lnTo>
                      <a:pt x="23813" y="0"/>
                    </a:lnTo>
                    <a:lnTo>
                      <a:pt x="24765" y="0"/>
                    </a:lnTo>
                    <a:lnTo>
                      <a:pt x="40957" y="38100"/>
                    </a:lnTo>
                    <a:cubicBezTo>
                      <a:pt x="41910" y="40958"/>
                      <a:pt x="43815" y="42863"/>
                      <a:pt x="44768" y="43815"/>
                    </a:cubicBezTo>
                    <a:cubicBezTo>
                      <a:pt x="45720" y="44768"/>
                      <a:pt x="47625" y="44768"/>
                      <a:pt x="49530" y="45720"/>
                    </a:cubicBezTo>
                    <a:lnTo>
                      <a:pt x="49530" y="45720"/>
                    </a:lnTo>
                    <a:cubicBezTo>
                      <a:pt x="49530" y="46673"/>
                      <a:pt x="31432" y="46673"/>
                      <a:pt x="31432" y="46673"/>
                    </a:cubicBezTo>
                    <a:lnTo>
                      <a:pt x="31432" y="46673"/>
                    </a:lnTo>
                    <a:cubicBezTo>
                      <a:pt x="33338" y="45720"/>
                      <a:pt x="34290" y="44768"/>
                      <a:pt x="35243" y="44768"/>
                    </a:cubicBezTo>
                    <a:cubicBezTo>
                      <a:pt x="36195" y="44768"/>
                      <a:pt x="35243" y="43815"/>
                      <a:pt x="35243" y="42863"/>
                    </a:cubicBezTo>
                    <a:cubicBezTo>
                      <a:pt x="35243" y="41910"/>
                      <a:pt x="35243" y="40005"/>
                      <a:pt x="34290" y="38100"/>
                    </a:cubicBezTo>
                    <a:lnTo>
                      <a:pt x="31432" y="31433"/>
                    </a:lnTo>
                    <a:close/>
                    <a:moveTo>
                      <a:pt x="29528" y="30480"/>
                    </a:moveTo>
                    <a:lnTo>
                      <a:pt x="21907" y="12383"/>
                    </a:lnTo>
                    <a:lnTo>
                      <a:pt x="14288" y="30480"/>
                    </a:lnTo>
                    <a:lnTo>
                      <a:pt x="29528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866139D6-96AC-946E-3683-30E66CB876BA}"/>
                  </a:ext>
                </a:extLst>
              </p:cNvPr>
              <p:cNvSpPr/>
              <p:nvPr/>
            </p:nvSpPr>
            <p:spPr>
              <a:xfrm>
                <a:off x="7926705" y="4723447"/>
                <a:ext cx="32384" cy="45720"/>
              </a:xfrm>
              <a:custGeom>
                <a:avLst/>
                <a:gdLst>
                  <a:gd name="connsiteX0" fmla="*/ 952 w 32384"/>
                  <a:gd name="connsiteY0" fmla="*/ 4763 h 45720"/>
                  <a:gd name="connsiteX1" fmla="*/ 10477 w 32384"/>
                  <a:gd name="connsiteY1" fmla="*/ 953 h 45720"/>
                  <a:gd name="connsiteX2" fmla="*/ 11430 w 32384"/>
                  <a:gd name="connsiteY2" fmla="*/ 953 h 45720"/>
                  <a:gd name="connsiteX3" fmla="*/ 11430 w 32384"/>
                  <a:gd name="connsiteY3" fmla="*/ 7620 h 45720"/>
                  <a:gd name="connsiteX4" fmla="*/ 16193 w 32384"/>
                  <a:gd name="connsiteY4" fmla="*/ 1905 h 45720"/>
                  <a:gd name="connsiteX5" fmla="*/ 20955 w 32384"/>
                  <a:gd name="connsiteY5" fmla="*/ 0 h 45720"/>
                  <a:gd name="connsiteX6" fmla="*/ 28575 w 32384"/>
                  <a:gd name="connsiteY6" fmla="*/ 3810 h 45720"/>
                  <a:gd name="connsiteX7" fmla="*/ 32385 w 32384"/>
                  <a:gd name="connsiteY7" fmla="*/ 15240 h 45720"/>
                  <a:gd name="connsiteX8" fmla="*/ 27622 w 32384"/>
                  <a:gd name="connsiteY8" fmla="*/ 28575 h 45720"/>
                  <a:gd name="connsiteX9" fmla="*/ 18097 w 32384"/>
                  <a:gd name="connsiteY9" fmla="*/ 32385 h 45720"/>
                  <a:gd name="connsiteX10" fmla="*/ 14288 w 32384"/>
                  <a:gd name="connsiteY10" fmla="*/ 32385 h 45720"/>
                  <a:gd name="connsiteX11" fmla="*/ 11430 w 32384"/>
                  <a:gd name="connsiteY11" fmla="*/ 30480 h 45720"/>
                  <a:gd name="connsiteX12" fmla="*/ 11430 w 32384"/>
                  <a:gd name="connsiteY12" fmla="*/ 40005 h 45720"/>
                  <a:gd name="connsiteX13" fmla="*/ 11430 w 32384"/>
                  <a:gd name="connsiteY13" fmla="*/ 43815 h 45720"/>
                  <a:gd name="connsiteX14" fmla="*/ 12382 w 32384"/>
                  <a:gd name="connsiteY14" fmla="*/ 44768 h 45720"/>
                  <a:gd name="connsiteX15" fmla="*/ 16193 w 32384"/>
                  <a:gd name="connsiteY15" fmla="*/ 44768 h 45720"/>
                  <a:gd name="connsiteX16" fmla="*/ 16193 w 32384"/>
                  <a:gd name="connsiteY16" fmla="*/ 44768 h 45720"/>
                  <a:gd name="connsiteX17" fmla="*/ 0 w 32384"/>
                  <a:gd name="connsiteY17" fmla="*/ 45720 h 45720"/>
                  <a:gd name="connsiteX18" fmla="*/ 0 w 32384"/>
                  <a:gd name="connsiteY18" fmla="*/ 45720 h 45720"/>
                  <a:gd name="connsiteX19" fmla="*/ 0 w 32384"/>
                  <a:gd name="connsiteY19" fmla="*/ 44768 h 45720"/>
                  <a:gd name="connsiteX20" fmla="*/ 2857 w 32384"/>
                  <a:gd name="connsiteY20" fmla="*/ 44768 h 45720"/>
                  <a:gd name="connsiteX21" fmla="*/ 3810 w 32384"/>
                  <a:gd name="connsiteY21" fmla="*/ 43815 h 45720"/>
                  <a:gd name="connsiteX22" fmla="*/ 3810 w 32384"/>
                  <a:gd name="connsiteY22" fmla="*/ 40005 h 45720"/>
                  <a:gd name="connsiteX23" fmla="*/ 3810 w 32384"/>
                  <a:gd name="connsiteY23" fmla="*/ 11430 h 45720"/>
                  <a:gd name="connsiteX24" fmla="*/ 3810 w 32384"/>
                  <a:gd name="connsiteY24" fmla="*/ 7620 h 45720"/>
                  <a:gd name="connsiteX25" fmla="*/ 3810 w 32384"/>
                  <a:gd name="connsiteY25" fmla="*/ 6668 h 45720"/>
                  <a:gd name="connsiteX26" fmla="*/ 1905 w 32384"/>
                  <a:gd name="connsiteY26" fmla="*/ 6668 h 45720"/>
                  <a:gd name="connsiteX27" fmla="*/ 0 w 32384"/>
                  <a:gd name="connsiteY27" fmla="*/ 6668 h 45720"/>
                  <a:gd name="connsiteX28" fmla="*/ 0 w 32384"/>
                  <a:gd name="connsiteY28" fmla="*/ 6668 h 45720"/>
                  <a:gd name="connsiteX29" fmla="*/ 12382 w 32384"/>
                  <a:gd name="connsiteY29" fmla="*/ 10478 h 45720"/>
                  <a:gd name="connsiteX30" fmla="*/ 12382 w 32384"/>
                  <a:gd name="connsiteY30" fmla="*/ 21908 h 45720"/>
                  <a:gd name="connsiteX31" fmla="*/ 12382 w 32384"/>
                  <a:gd name="connsiteY31" fmla="*/ 26670 h 45720"/>
                  <a:gd name="connsiteX32" fmla="*/ 14288 w 32384"/>
                  <a:gd name="connsiteY32" fmla="*/ 30480 h 45720"/>
                  <a:gd name="connsiteX33" fmla="*/ 19050 w 32384"/>
                  <a:gd name="connsiteY33" fmla="*/ 32385 h 45720"/>
                  <a:gd name="connsiteX34" fmla="*/ 24765 w 32384"/>
                  <a:gd name="connsiteY34" fmla="*/ 29528 h 45720"/>
                  <a:gd name="connsiteX35" fmla="*/ 27622 w 32384"/>
                  <a:gd name="connsiteY35" fmla="*/ 20003 h 45720"/>
                  <a:gd name="connsiteX36" fmla="*/ 24765 w 32384"/>
                  <a:gd name="connsiteY36" fmla="*/ 9525 h 45720"/>
                  <a:gd name="connsiteX37" fmla="*/ 20002 w 32384"/>
                  <a:gd name="connsiteY37" fmla="*/ 6668 h 45720"/>
                  <a:gd name="connsiteX38" fmla="*/ 17145 w 32384"/>
                  <a:gd name="connsiteY38" fmla="*/ 6668 h 45720"/>
                  <a:gd name="connsiteX39" fmla="*/ 13335 w 32384"/>
                  <a:gd name="connsiteY39" fmla="*/ 10478 h 4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2384" h="45720">
                    <a:moveTo>
                      <a:pt x="952" y="4763"/>
                    </a:moveTo>
                    <a:lnTo>
                      <a:pt x="10477" y="953"/>
                    </a:lnTo>
                    <a:lnTo>
                      <a:pt x="11430" y="953"/>
                    </a:lnTo>
                    <a:lnTo>
                      <a:pt x="11430" y="7620"/>
                    </a:lnTo>
                    <a:cubicBezTo>
                      <a:pt x="13335" y="4763"/>
                      <a:pt x="14288" y="2858"/>
                      <a:pt x="16193" y="1905"/>
                    </a:cubicBezTo>
                    <a:cubicBezTo>
                      <a:pt x="18097" y="953"/>
                      <a:pt x="19050" y="0"/>
                      <a:pt x="20955" y="0"/>
                    </a:cubicBezTo>
                    <a:cubicBezTo>
                      <a:pt x="23813" y="0"/>
                      <a:pt x="26670" y="953"/>
                      <a:pt x="28575" y="3810"/>
                    </a:cubicBezTo>
                    <a:cubicBezTo>
                      <a:pt x="31432" y="6668"/>
                      <a:pt x="32385" y="10478"/>
                      <a:pt x="32385" y="15240"/>
                    </a:cubicBezTo>
                    <a:cubicBezTo>
                      <a:pt x="32385" y="20003"/>
                      <a:pt x="30480" y="24765"/>
                      <a:pt x="27622" y="28575"/>
                    </a:cubicBezTo>
                    <a:cubicBezTo>
                      <a:pt x="24765" y="31433"/>
                      <a:pt x="21907" y="32385"/>
                      <a:pt x="18097" y="32385"/>
                    </a:cubicBezTo>
                    <a:cubicBezTo>
                      <a:pt x="14288" y="32385"/>
                      <a:pt x="15240" y="32385"/>
                      <a:pt x="14288" y="32385"/>
                    </a:cubicBezTo>
                    <a:cubicBezTo>
                      <a:pt x="14288" y="32385"/>
                      <a:pt x="12382" y="31433"/>
                      <a:pt x="11430" y="30480"/>
                    </a:cubicBezTo>
                    <a:lnTo>
                      <a:pt x="11430" y="40005"/>
                    </a:lnTo>
                    <a:cubicBezTo>
                      <a:pt x="11430" y="41910"/>
                      <a:pt x="11430" y="43815"/>
                      <a:pt x="11430" y="43815"/>
                    </a:cubicBezTo>
                    <a:cubicBezTo>
                      <a:pt x="11430" y="43815"/>
                      <a:pt x="11430" y="44768"/>
                      <a:pt x="12382" y="44768"/>
                    </a:cubicBezTo>
                    <a:cubicBezTo>
                      <a:pt x="13335" y="44768"/>
                      <a:pt x="14288" y="44768"/>
                      <a:pt x="16193" y="44768"/>
                    </a:cubicBezTo>
                    <a:lnTo>
                      <a:pt x="16193" y="44768"/>
                    </a:lnTo>
                    <a:cubicBezTo>
                      <a:pt x="16193" y="45720"/>
                      <a:pt x="0" y="45720"/>
                      <a:pt x="0" y="45720"/>
                    </a:cubicBezTo>
                    <a:lnTo>
                      <a:pt x="0" y="45720"/>
                    </a:lnTo>
                    <a:cubicBezTo>
                      <a:pt x="0" y="44768"/>
                      <a:pt x="0" y="44768"/>
                      <a:pt x="0" y="44768"/>
                    </a:cubicBezTo>
                    <a:cubicBezTo>
                      <a:pt x="952" y="44768"/>
                      <a:pt x="1905" y="44768"/>
                      <a:pt x="2857" y="44768"/>
                    </a:cubicBezTo>
                    <a:cubicBezTo>
                      <a:pt x="2857" y="44768"/>
                      <a:pt x="2857" y="44768"/>
                      <a:pt x="3810" y="43815"/>
                    </a:cubicBezTo>
                    <a:cubicBezTo>
                      <a:pt x="4763" y="42863"/>
                      <a:pt x="3810" y="41910"/>
                      <a:pt x="3810" y="40005"/>
                    </a:cubicBezTo>
                    <a:lnTo>
                      <a:pt x="3810" y="11430"/>
                    </a:lnTo>
                    <a:cubicBezTo>
                      <a:pt x="3810" y="9525"/>
                      <a:pt x="3810" y="8572"/>
                      <a:pt x="3810" y="7620"/>
                    </a:cubicBezTo>
                    <a:cubicBezTo>
                      <a:pt x="3810" y="6668"/>
                      <a:pt x="3810" y="7620"/>
                      <a:pt x="3810" y="6668"/>
                    </a:cubicBezTo>
                    <a:cubicBezTo>
                      <a:pt x="3810" y="5715"/>
                      <a:pt x="3810" y="6668"/>
                      <a:pt x="1905" y="6668"/>
                    </a:cubicBezTo>
                    <a:cubicBezTo>
                      <a:pt x="0" y="6668"/>
                      <a:pt x="952" y="6668"/>
                      <a:pt x="0" y="6668"/>
                    </a:cubicBezTo>
                    <a:lnTo>
                      <a:pt x="0" y="6668"/>
                    </a:lnTo>
                    <a:close/>
                    <a:moveTo>
                      <a:pt x="12382" y="10478"/>
                    </a:moveTo>
                    <a:lnTo>
                      <a:pt x="12382" y="21908"/>
                    </a:lnTo>
                    <a:cubicBezTo>
                      <a:pt x="12382" y="24765"/>
                      <a:pt x="12382" y="25718"/>
                      <a:pt x="12382" y="26670"/>
                    </a:cubicBezTo>
                    <a:cubicBezTo>
                      <a:pt x="12382" y="27622"/>
                      <a:pt x="13335" y="29528"/>
                      <a:pt x="14288" y="30480"/>
                    </a:cubicBezTo>
                    <a:cubicBezTo>
                      <a:pt x="15240" y="31433"/>
                      <a:pt x="17145" y="32385"/>
                      <a:pt x="19050" y="32385"/>
                    </a:cubicBezTo>
                    <a:cubicBezTo>
                      <a:pt x="20955" y="32385"/>
                      <a:pt x="22860" y="32385"/>
                      <a:pt x="24765" y="29528"/>
                    </a:cubicBezTo>
                    <a:cubicBezTo>
                      <a:pt x="26670" y="27622"/>
                      <a:pt x="27622" y="23813"/>
                      <a:pt x="27622" y="20003"/>
                    </a:cubicBezTo>
                    <a:cubicBezTo>
                      <a:pt x="27622" y="16193"/>
                      <a:pt x="26670" y="11430"/>
                      <a:pt x="24765" y="9525"/>
                    </a:cubicBezTo>
                    <a:cubicBezTo>
                      <a:pt x="23813" y="7620"/>
                      <a:pt x="21907" y="6668"/>
                      <a:pt x="20002" y="6668"/>
                    </a:cubicBezTo>
                    <a:cubicBezTo>
                      <a:pt x="18097" y="6668"/>
                      <a:pt x="18097" y="6668"/>
                      <a:pt x="17145" y="6668"/>
                    </a:cubicBezTo>
                    <a:cubicBezTo>
                      <a:pt x="17145" y="6668"/>
                      <a:pt x="15240" y="8572"/>
                      <a:pt x="13335" y="104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AC83C239-EF2C-1AAD-01ED-444431E8069C}"/>
                  </a:ext>
                </a:extLst>
              </p:cNvPr>
              <p:cNvSpPr/>
              <p:nvPr/>
            </p:nvSpPr>
            <p:spPr>
              <a:xfrm>
                <a:off x="7960994" y="4723447"/>
                <a:ext cx="32385" cy="45720"/>
              </a:xfrm>
              <a:custGeom>
                <a:avLst/>
                <a:gdLst>
                  <a:gd name="connsiteX0" fmla="*/ 953 w 32385"/>
                  <a:gd name="connsiteY0" fmla="*/ 4763 h 45720"/>
                  <a:gd name="connsiteX1" fmla="*/ 10478 w 32385"/>
                  <a:gd name="connsiteY1" fmla="*/ 953 h 45720"/>
                  <a:gd name="connsiteX2" fmla="*/ 11430 w 32385"/>
                  <a:gd name="connsiteY2" fmla="*/ 953 h 45720"/>
                  <a:gd name="connsiteX3" fmla="*/ 11430 w 32385"/>
                  <a:gd name="connsiteY3" fmla="*/ 7620 h 45720"/>
                  <a:gd name="connsiteX4" fmla="*/ 16193 w 32385"/>
                  <a:gd name="connsiteY4" fmla="*/ 1905 h 45720"/>
                  <a:gd name="connsiteX5" fmla="*/ 20955 w 32385"/>
                  <a:gd name="connsiteY5" fmla="*/ 0 h 45720"/>
                  <a:gd name="connsiteX6" fmla="*/ 28575 w 32385"/>
                  <a:gd name="connsiteY6" fmla="*/ 3810 h 45720"/>
                  <a:gd name="connsiteX7" fmla="*/ 32385 w 32385"/>
                  <a:gd name="connsiteY7" fmla="*/ 15240 h 45720"/>
                  <a:gd name="connsiteX8" fmla="*/ 27623 w 32385"/>
                  <a:gd name="connsiteY8" fmla="*/ 28575 h 45720"/>
                  <a:gd name="connsiteX9" fmla="*/ 18098 w 32385"/>
                  <a:gd name="connsiteY9" fmla="*/ 32385 h 45720"/>
                  <a:gd name="connsiteX10" fmla="*/ 14288 w 32385"/>
                  <a:gd name="connsiteY10" fmla="*/ 32385 h 45720"/>
                  <a:gd name="connsiteX11" fmla="*/ 11430 w 32385"/>
                  <a:gd name="connsiteY11" fmla="*/ 30480 h 45720"/>
                  <a:gd name="connsiteX12" fmla="*/ 11430 w 32385"/>
                  <a:gd name="connsiteY12" fmla="*/ 40005 h 45720"/>
                  <a:gd name="connsiteX13" fmla="*/ 11430 w 32385"/>
                  <a:gd name="connsiteY13" fmla="*/ 43815 h 45720"/>
                  <a:gd name="connsiteX14" fmla="*/ 12382 w 32385"/>
                  <a:gd name="connsiteY14" fmla="*/ 44768 h 45720"/>
                  <a:gd name="connsiteX15" fmla="*/ 16193 w 32385"/>
                  <a:gd name="connsiteY15" fmla="*/ 44768 h 45720"/>
                  <a:gd name="connsiteX16" fmla="*/ 16193 w 32385"/>
                  <a:gd name="connsiteY16" fmla="*/ 44768 h 45720"/>
                  <a:gd name="connsiteX17" fmla="*/ 0 w 32385"/>
                  <a:gd name="connsiteY17" fmla="*/ 45720 h 45720"/>
                  <a:gd name="connsiteX18" fmla="*/ 0 w 32385"/>
                  <a:gd name="connsiteY18" fmla="*/ 45720 h 45720"/>
                  <a:gd name="connsiteX19" fmla="*/ 0 w 32385"/>
                  <a:gd name="connsiteY19" fmla="*/ 44768 h 45720"/>
                  <a:gd name="connsiteX20" fmla="*/ 2857 w 32385"/>
                  <a:gd name="connsiteY20" fmla="*/ 44768 h 45720"/>
                  <a:gd name="connsiteX21" fmla="*/ 3810 w 32385"/>
                  <a:gd name="connsiteY21" fmla="*/ 43815 h 45720"/>
                  <a:gd name="connsiteX22" fmla="*/ 3810 w 32385"/>
                  <a:gd name="connsiteY22" fmla="*/ 40005 h 45720"/>
                  <a:gd name="connsiteX23" fmla="*/ 3810 w 32385"/>
                  <a:gd name="connsiteY23" fmla="*/ 11430 h 45720"/>
                  <a:gd name="connsiteX24" fmla="*/ 3810 w 32385"/>
                  <a:gd name="connsiteY24" fmla="*/ 7620 h 45720"/>
                  <a:gd name="connsiteX25" fmla="*/ 3810 w 32385"/>
                  <a:gd name="connsiteY25" fmla="*/ 6668 h 45720"/>
                  <a:gd name="connsiteX26" fmla="*/ 1905 w 32385"/>
                  <a:gd name="connsiteY26" fmla="*/ 6668 h 45720"/>
                  <a:gd name="connsiteX27" fmla="*/ 0 w 32385"/>
                  <a:gd name="connsiteY27" fmla="*/ 6668 h 45720"/>
                  <a:gd name="connsiteX28" fmla="*/ 0 w 32385"/>
                  <a:gd name="connsiteY28" fmla="*/ 6668 h 45720"/>
                  <a:gd name="connsiteX29" fmla="*/ 12382 w 32385"/>
                  <a:gd name="connsiteY29" fmla="*/ 10478 h 45720"/>
                  <a:gd name="connsiteX30" fmla="*/ 12382 w 32385"/>
                  <a:gd name="connsiteY30" fmla="*/ 21908 h 45720"/>
                  <a:gd name="connsiteX31" fmla="*/ 12382 w 32385"/>
                  <a:gd name="connsiteY31" fmla="*/ 26670 h 45720"/>
                  <a:gd name="connsiteX32" fmla="*/ 14288 w 32385"/>
                  <a:gd name="connsiteY32" fmla="*/ 30480 h 45720"/>
                  <a:gd name="connsiteX33" fmla="*/ 19050 w 32385"/>
                  <a:gd name="connsiteY33" fmla="*/ 32385 h 45720"/>
                  <a:gd name="connsiteX34" fmla="*/ 24765 w 32385"/>
                  <a:gd name="connsiteY34" fmla="*/ 29528 h 45720"/>
                  <a:gd name="connsiteX35" fmla="*/ 27623 w 32385"/>
                  <a:gd name="connsiteY35" fmla="*/ 20003 h 45720"/>
                  <a:gd name="connsiteX36" fmla="*/ 24765 w 32385"/>
                  <a:gd name="connsiteY36" fmla="*/ 9525 h 45720"/>
                  <a:gd name="connsiteX37" fmla="*/ 20003 w 32385"/>
                  <a:gd name="connsiteY37" fmla="*/ 6668 h 45720"/>
                  <a:gd name="connsiteX38" fmla="*/ 17145 w 32385"/>
                  <a:gd name="connsiteY38" fmla="*/ 6668 h 45720"/>
                  <a:gd name="connsiteX39" fmla="*/ 13335 w 32385"/>
                  <a:gd name="connsiteY39" fmla="*/ 10478 h 4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2385" h="45720">
                    <a:moveTo>
                      <a:pt x="953" y="4763"/>
                    </a:moveTo>
                    <a:lnTo>
                      <a:pt x="10478" y="953"/>
                    </a:lnTo>
                    <a:lnTo>
                      <a:pt x="11430" y="953"/>
                    </a:lnTo>
                    <a:lnTo>
                      <a:pt x="11430" y="7620"/>
                    </a:lnTo>
                    <a:cubicBezTo>
                      <a:pt x="13335" y="4763"/>
                      <a:pt x="14288" y="2858"/>
                      <a:pt x="16193" y="1905"/>
                    </a:cubicBezTo>
                    <a:cubicBezTo>
                      <a:pt x="18098" y="953"/>
                      <a:pt x="19050" y="0"/>
                      <a:pt x="20955" y="0"/>
                    </a:cubicBezTo>
                    <a:cubicBezTo>
                      <a:pt x="23813" y="0"/>
                      <a:pt x="26670" y="953"/>
                      <a:pt x="28575" y="3810"/>
                    </a:cubicBezTo>
                    <a:cubicBezTo>
                      <a:pt x="31432" y="6668"/>
                      <a:pt x="32385" y="10478"/>
                      <a:pt x="32385" y="15240"/>
                    </a:cubicBezTo>
                    <a:cubicBezTo>
                      <a:pt x="32385" y="20003"/>
                      <a:pt x="30480" y="24765"/>
                      <a:pt x="27623" y="28575"/>
                    </a:cubicBezTo>
                    <a:cubicBezTo>
                      <a:pt x="24765" y="31433"/>
                      <a:pt x="21907" y="32385"/>
                      <a:pt x="18098" y="32385"/>
                    </a:cubicBezTo>
                    <a:cubicBezTo>
                      <a:pt x="14288" y="32385"/>
                      <a:pt x="15240" y="32385"/>
                      <a:pt x="14288" y="32385"/>
                    </a:cubicBezTo>
                    <a:cubicBezTo>
                      <a:pt x="14288" y="32385"/>
                      <a:pt x="12382" y="31433"/>
                      <a:pt x="11430" y="30480"/>
                    </a:cubicBezTo>
                    <a:lnTo>
                      <a:pt x="11430" y="40005"/>
                    </a:lnTo>
                    <a:cubicBezTo>
                      <a:pt x="11430" y="41910"/>
                      <a:pt x="11430" y="43815"/>
                      <a:pt x="11430" y="43815"/>
                    </a:cubicBezTo>
                    <a:cubicBezTo>
                      <a:pt x="11430" y="43815"/>
                      <a:pt x="11430" y="44768"/>
                      <a:pt x="12382" y="44768"/>
                    </a:cubicBezTo>
                    <a:cubicBezTo>
                      <a:pt x="13335" y="44768"/>
                      <a:pt x="14288" y="44768"/>
                      <a:pt x="16193" y="44768"/>
                    </a:cubicBezTo>
                    <a:lnTo>
                      <a:pt x="16193" y="44768"/>
                    </a:lnTo>
                    <a:cubicBezTo>
                      <a:pt x="16193" y="45720"/>
                      <a:pt x="0" y="45720"/>
                      <a:pt x="0" y="45720"/>
                    </a:cubicBezTo>
                    <a:lnTo>
                      <a:pt x="0" y="45720"/>
                    </a:lnTo>
                    <a:cubicBezTo>
                      <a:pt x="0" y="44768"/>
                      <a:pt x="0" y="44768"/>
                      <a:pt x="0" y="44768"/>
                    </a:cubicBezTo>
                    <a:cubicBezTo>
                      <a:pt x="953" y="44768"/>
                      <a:pt x="1905" y="44768"/>
                      <a:pt x="2857" y="44768"/>
                    </a:cubicBezTo>
                    <a:cubicBezTo>
                      <a:pt x="2857" y="44768"/>
                      <a:pt x="2857" y="44768"/>
                      <a:pt x="3810" y="43815"/>
                    </a:cubicBezTo>
                    <a:cubicBezTo>
                      <a:pt x="4763" y="42863"/>
                      <a:pt x="3810" y="41910"/>
                      <a:pt x="3810" y="40005"/>
                    </a:cubicBezTo>
                    <a:lnTo>
                      <a:pt x="3810" y="11430"/>
                    </a:lnTo>
                    <a:cubicBezTo>
                      <a:pt x="3810" y="9525"/>
                      <a:pt x="3810" y="8572"/>
                      <a:pt x="3810" y="7620"/>
                    </a:cubicBezTo>
                    <a:cubicBezTo>
                      <a:pt x="3810" y="6668"/>
                      <a:pt x="3810" y="7620"/>
                      <a:pt x="3810" y="6668"/>
                    </a:cubicBezTo>
                    <a:cubicBezTo>
                      <a:pt x="3810" y="5715"/>
                      <a:pt x="3810" y="6668"/>
                      <a:pt x="1905" y="6668"/>
                    </a:cubicBezTo>
                    <a:cubicBezTo>
                      <a:pt x="0" y="6668"/>
                      <a:pt x="953" y="6668"/>
                      <a:pt x="0" y="6668"/>
                    </a:cubicBezTo>
                    <a:lnTo>
                      <a:pt x="0" y="6668"/>
                    </a:lnTo>
                    <a:close/>
                    <a:moveTo>
                      <a:pt x="12382" y="10478"/>
                    </a:moveTo>
                    <a:lnTo>
                      <a:pt x="12382" y="21908"/>
                    </a:lnTo>
                    <a:cubicBezTo>
                      <a:pt x="12382" y="24765"/>
                      <a:pt x="12382" y="25718"/>
                      <a:pt x="12382" y="26670"/>
                    </a:cubicBezTo>
                    <a:cubicBezTo>
                      <a:pt x="12382" y="27622"/>
                      <a:pt x="13335" y="29528"/>
                      <a:pt x="14288" y="30480"/>
                    </a:cubicBezTo>
                    <a:cubicBezTo>
                      <a:pt x="15240" y="31433"/>
                      <a:pt x="17145" y="32385"/>
                      <a:pt x="19050" y="32385"/>
                    </a:cubicBezTo>
                    <a:cubicBezTo>
                      <a:pt x="20955" y="32385"/>
                      <a:pt x="22860" y="32385"/>
                      <a:pt x="24765" y="29528"/>
                    </a:cubicBezTo>
                    <a:cubicBezTo>
                      <a:pt x="26670" y="27622"/>
                      <a:pt x="27623" y="23813"/>
                      <a:pt x="27623" y="20003"/>
                    </a:cubicBezTo>
                    <a:cubicBezTo>
                      <a:pt x="27623" y="16193"/>
                      <a:pt x="26670" y="11430"/>
                      <a:pt x="24765" y="9525"/>
                    </a:cubicBezTo>
                    <a:cubicBezTo>
                      <a:pt x="23813" y="7620"/>
                      <a:pt x="21907" y="6668"/>
                      <a:pt x="20003" y="6668"/>
                    </a:cubicBezTo>
                    <a:cubicBezTo>
                      <a:pt x="18098" y="6668"/>
                      <a:pt x="18098" y="6668"/>
                      <a:pt x="17145" y="6668"/>
                    </a:cubicBezTo>
                    <a:cubicBezTo>
                      <a:pt x="17145" y="6668"/>
                      <a:pt x="15240" y="8572"/>
                      <a:pt x="13335" y="104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437113F6-4B43-6A79-FA5D-2FBDBF43E071}"/>
                  </a:ext>
                </a:extLst>
              </p:cNvPr>
              <p:cNvSpPr/>
              <p:nvPr/>
            </p:nvSpPr>
            <p:spPr>
              <a:xfrm>
                <a:off x="7998142" y="4722494"/>
                <a:ext cx="20955" cy="31432"/>
              </a:xfrm>
              <a:custGeom>
                <a:avLst/>
                <a:gdLst>
                  <a:gd name="connsiteX0" fmla="*/ 9525 w 20955"/>
                  <a:gd name="connsiteY0" fmla="*/ 1905 h 31432"/>
                  <a:gd name="connsiteX1" fmla="*/ 9525 w 20955"/>
                  <a:gd name="connsiteY1" fmla="*/ 8573 h 31432"/>
                  <a:gd name="connsiteX2" fmla="*/ 17145 w 20955"/>
                  <a:gd name="connsiteY2" fmla="*/ 1905 h 31432"/>
                  <a:gd name="connsiteX3" fmla="*/ 20002 w 20955"/>
                  <a:gd name="connsiteY3" fmla="*/ 2858 h 31432"/>
                  <a:gd name="connsiteX4" fmla="*/ 20955 w 20955"/>
                  <a:gd name="connsiteY4" fmla="*/ 5715 h 31432"/>
                  <a:gd name="connsiteX5" fmla="*/ 20955 w 20955"/>
                  <a:gd name="connsiteY5" fmla="*/ 7620 h 31432"/>
                  <a:gd name="connsiteX6" fmla="*/ 19050 w 20955"/>
                  <a:gd name="connsiteY6" fmla="*/ 7620 h 31432"/>
                  <a:gd name="connsiteX7" fmla="*/ 16193 w 20955"/>
                  <a:gd name="connsiteY7" fmla="*/ 6668 h 31432"/>
                  <a:gd name="connsiteX8" fmla="*/ 14288 w 20955"/>
                  <a:gd name="connsiteY8" fmla="*/ 5715 h 31432"/>
                  <a:gd name="connsiteX9" fmla="*/ 13335 w 20955"/>
                  <a:gd name="connsiteY9" fmla="*/ 5715 h 31432"/>
                  <a:gd name="connsiteX10" fmla="*/ 10477 w 20955"/>
                  <a:gd name="connsiteY10" fmla="*/ 10478 h 31432"/>
                  <a:gd name="connsiteX11" fmla="*/ 10477 w 20955"/>
                  <a:gd name="connsiteY11" fmla="*/ 24765 h 31432"/>
                  <a:gd name="connsiteX12" fmla="*/ 10477 w 20955"/>
                  <a:gd name="connsiteY12" fmla="*/ 28575 h 31432"/>
                  <a:gd name="connsiteX13" fmla="*/ 12382 w 20955"/>
                  <a:gd name="connsiteY13" fmla="*/ 30480 h 31432"/>
                  <a:gd name="connsiteX14" fmla="*/ 15240 w 20955"/>
                  <a:gd name="connsiteY14" fmla="*/ 30480 h 31432"/>
                  <a:gd name="connsiteX15" fmla="*/ 15240 w 20955"/>
                  <a:gd name="connsiteY15" fmla="*/ 30480 h 31432"/>
                  <a:gd name="connsiteX16" fmla="*/ 0 w 20955"/>
                  <a:gd name="connsiteY16" fmla="*/ 31433 h 31432"/>
                  <a:gd name="connsiteX17" fmla="*/ 0 w 20955"/>
                  <a:gd name="connsiteY17" fmla="*/ 31433 h 31432"/>
                  <a:gd name="connsiteX18" fmla="*/ 3810 w 20955"/>
                  <a:gd name="connsiteY18" fmla="*/ 29528 h 31432"/>
                  <a:gd name="connsiteX19" fmla="*/ 4763 w 20955"/>
                  <a:gd name="connsiteY19" fmla="*/ 27623 h 31432"/>
                  <a:gd name="connsiteX20" fmla="*/ 4763 w 20955"/>
                  <a:gd name="connsiteY20" fmla="*/ 24765 h 31432"/>
                  <a:gd name="connsiteX21" fmla="*/ 4763 w 20955"/>
                  <a:gd name="connsiteY21" fmla="*/ 13335 h 31432"/>
                  <a:gd name="connsiteX22" fmla="*/ 4763 w 20955"/>
                  <a:gd name="connsiteY22" fmla="*/ 6668 h 31432"/>
                  <a:gd name="connsiteX23" fmla="*/ 4763 w 20955"/>
                  <a:gd name="connsiteY23" fmla="*/ 4763 h 31432"/>
                  <a:gd name="connsiteX24" fmla="*/ 2857 w 20955"/>
                  <a:gd name="connsiteY24" fmla="*/ 4763 h 31432"/>
                  <a:gd name="connsiteX25" fmla="*/ 952 w 20955"/>
                  <a:gd name="connsiteY25" fmla="*/ 4763 h 31432"/>
                  <a:gd name="connsiteX26" fmla="*/ 952 w 20955"/>
                  <a:gd name="connsiteY26" fmla="*/ 4763 h 31432"/>
                  <a:gd name="connsiteX27" fmla="*/ 10477 w 20955"/>
                  <a:gd name="connsiteY27" fmla="*/ 0 h 31432"/>
                  <a:gd name="connsiteX28" fmla="*/ 11430 w 20955"/>
                  <a:gd name="connsiteY28" fmla="*/ 0 h 3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55" h="31432">
                    <a:moveTo>
                      <a:pt x="9525" y="1905"/>
                    </a:moveTo>
                    <a:lnTo>
                      <a:pt x="9525" y="8573"/>
                    </a:lnTo>
                    <a:cubicBezTo>
                      <a:pt x="12382" y="3810"/>
                      <a:pt x="14288" y="1905"/>
                      <a:pt x="17145" y="1905"/>
                    </a:cubicBezTo>
                    <a:cubicBezTo>
                      <a:pt x="20002" y="1905"/>
                      <a:pt x="19050" y="1905"/>
                      <a:pt x="20002" y="2858"/>
                    </a:cubicBezTo>
                    <a:cubicBezTo>
                      <a:pt x="20955" y="3810"/>
                      <a:pt x="20955" y="4763"/>
                      <a:pt x="20955" y="5715"/>
                    </a:cubicBezTo>
                    <a:cubicBezTo>
                      <a:pt x="20955" y="6668"/>
                      <a:pt x="20955" y="7620"/>
                      <a:pt x="20955" y="7620"/>
                    </a:cubicBezTo>
                    <a:cubicBezTo>
                      <a:pt x="20955" y="7620"/>
                      <a:pt x="20002" y="7620"/>
                      <a:pt x="19050" y="7620"/>
                    </a:cubicBezTo>
                    <a:cubicBezTo>
                      <a:pt x="18097" y="7620"/>
                      <a:pt x="17145" y="7620"/>
                      <a:pt x="16193" y="6668"/>
                    </a:cubicBezTo>
                    <a:cubicBezTo>
                      <a:pt x="15240" y="5715"/>
                      <a:pt x="14288" y="5715"/>
                      <a:pt x="14288" y="5715"/>
                    </a:cubicBezTo>
                    <a:cubicBezTo>
                      <a:pt x="14288" y="5715"/>
                      <a:pt x="14288" y="5715"/>
                      <a:pt x="13335" y="5715"/>
                    </a:cubicBezTo>
                    <a:cubicBezTo>
                      <a:pt x="12382" y="5715"/>
                      <a:pt x="11430" y="8573"/>
                      <a:pt x="10477" y="10478"/>
                    </a:cubicBezTo>
                    <a:lnTo>
                      <a:pt x="10477" y="24765"/>
                    </a:lnTo>
                    <a:cubicBezTo>
                      <a:pt x="10477" y="26670"/>
                      <a:pt x="10477" y="27623"/>
                      <a:pt x="10477" y="28575"/>
                    </a:cubicBezTo>
                    <a:cubicBezTo>
                      <a:pt x="10477" y="28575"/>
                      <a:pt x="10477" y="29528"/>
                      <a:pt x="12382" y="30480"/>
                    </a:cubicBezTo>
                    <a:cubicBezTo>
                      <a:pt x="14288" y="31433"/>
                      <a:pt x="14288" y="30480"/>
                      <a:pt x="15240" y="30480"/>
                    </a:cubicBezTo>
                    <a:lnTo>
                      <a:pt x="15240" y="30480"/>
                    </a:lnTo>
                    <a:cubicBezTo>
                      <a:pt x="15240" y="31433"/>
                      <a:pt x="0" y="31433"/>
                      <a:pt x="0" y="31433"/>
                    </a:cubicBezTo>
                    <a:lnTo>
                      <a:pt x="0" y="31433"/>
                    </a:lnTo>
                    <a:cubicBezTo>
                      <a:pt x="1905" y="30480"/>
                      <a:pt x="2857" y="29528"/>
                      <a:pt x="3810" y="29528"/>
                    </a:cubicBezTo>
                    <a:cubicBezTo>
                      <a:pt x="3810" y="29528"/>
                      <a:pt x="3810" y="29528"/>
                      <a:pt x="4763" y="27623"/>
                    </a:cubicBezTo>
                    <a:cubicBezTo>
                      <a:pt x="4763" y="27623"/>
                      <a:pt x="4763" y="25718"/>
                      <a:pt x="4763" y="24765"/>
                    </a:cubicBezTo>
                    <a:lnTo>
                      <a:pt x="4763" y="13335"/>
                    </a:lnTo>
                    <a:cubicBezTo>
                      <a:pt x="4763" y="9525"/>
                      <a:pt x="4763" y="7620"/>
                      <a:pt x="4763" y="6668"/>
                    </a:cubicBezTo>
                    <a:cubicBezTo>
                      <a:pt x="4763" y="5715"/>
                      <a:pt x="4763" y="5715"/>
                      <a:pt x="4763" y="4763"/>
                    </a:cubicBezTo>
                    <a:cubicBezTo>
                      <a:pt x="4763" y="3810"/>
                      <a:pt x="4763" y="4763"/>
                      <a:pt x="2857" y="4763"/>
                    </a:cubicBezTo>
                    <a:cubicBezTo>
                      <a:pt x="952" y="4763"/>
                      <a:pt x="952" y="4763"/>
                      <a:pt x="952" y="4763"/>
                    </a:cubicBezTo>
                    <a:lnTo>
                      <a:pt x="952" y="4763"/>
                    </a:lnTo>
                    <a:cubicBezTo>
                      <a:pt x="952" y="3810"/>
                      <a:pt x="10477" y="0"/>
                      <a:pt x="10477" y="0"/>
                    </a:cubicBezTo>
                    <a:lnTo>
                      <a:pt x="114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AC875155-9AC5-2D1D-EA9C-BC8B5B025AF5}"/>
                  </a:ext>
                </a:extLst>
              </p:cNvPr>
              <p:cNvSpPr/>
              <p:nvPr/>
            </p:nvSpPr>
            <p:spPr>
              <a:xfrm>
                <a:off x="8021002" y="4724400"/>
                <a:ext cx="30480" cy="33337"/>
              </a:xfrm>
              <a:custGeom>
                <a:avLst/>
                <a:gdLst>
                  <a:gd name="connsiteX0" fmla="*/ 15240 w 30480"/>
                  <a:gd name="connsiteY0" fmla="*/ 0 h 33337"/>
                  <a:gd name="connsiteX1" fmla="*/ 26670 w 30480"/>
                  <a:gd name="connsiteY1" fmla="*/ 5715 h 33337"/>
                  <a:gd name="connsiteX2" fmla="*/ 30480 w 30480"/>
                  <a:gd name="connsiteY2" fmla="*/ 16193 h 33337"/>
                  <a:gd name="connsiteX3" fmla="*/ 28575 w 30480"/>
                  <a:gd name="connsiteY3" fmla="*/ 24765 h 33337"/>
                  <a:gd name="connsiteX4" fmla="*/ 22860 w 30480"/>
                  <a:gd name="connsiteY4" fmla="*/ 31432 h 33337"/>
                  <a:gd name="connsiteX5" fmla="*/ 15240 w 30480"/>
                  <a:gd name="connsiteY5" fmla="*/ 33338 h 33337"/>
                  <a:gd name="connsiteX6" fmla="*/ 3810 w 30480"/>
                  <a:gd name="connsiteY6" fmla="*/ 27622 h 33337"/>
                  <a:gd name="connsiteX7" fmla="*/ 0 w 30480"/>
                  <a:gd name="connsiteY7" fmla="*/ 17145 h 33337"/>
                  <a:gd name="connsiteX8" fmla="*/ 1905 w 30480"/>
                  <a:gd name="connsiteY8" fmla="*/ 8572 h 33337"/>
                  <a:gd name="connsiteX9" fmla="*/ 7620 w 30480"/>
                  <a:gd name="connsiteY9" fmla="*/ 2857 h 33337"/>
                  <a:gd name="connsiteX10" fmla="*/ 15240 w 30480"/>
                  <a:gd name="connsiteY10" fmla="*/ 953 h 33337"/>
                  <a:gd name="connsiteX11" fmla="*/ 14288 w 30480"/>
                  <a:gd name="connsiteY11" fmla="*/ 2857 h 33337"/>
                  <a:gd name="connsiteX12" fmla="*/ 10478 w 30480"/>
                  <a:gd name="connsiteY12" fmla="*/ 3810 h 33337"/>
                  <a:gd name="connsiteX13" fmla="*/ 7620 w 30480"/>
                  <a:gd name="connsiteY13" fmla="*/ 7620 h 33337"/>
                  <a:gd name="connsiteX14" fmla="*/ 6668 w 30480"/>
                  <a:gd name="connsiteY14" fmla="*/ 14288 h 33337"/>
                  <a:gd name="connsiteX15" fmla="*/ 9525 w 30480"/>
                  <a:gd name="connsiteY15" fmla="*/ 25718 h 33337"/>
                  <a:gd name="connsiteX16" fmla="*/ 16193 w 30480"/>
                  <a:gd name="connsiteY16" fmla="*/ 30480 h 33337"/>
                  <a:gd name="connsiteX17" fmla="*/ 21908 w 30480"/>
                  <a:gd name="connsiteY17" fmla="*/ 27622 h 33337"/>
                  <a:gd name="connsiteX18" fmla="*/ 23813 w 30480"/>
                  <a:gd name="connsiteY18" fmla="*/ 18097 h 33337"/>
                  <a:gd name="connsiteX19" fmla="*/ 20003 w 30480"/>
                  <a:gd name="connsiteY19" fmla="*/ 5715 h 33337"/>
                  <a:gd name="connsiteX20" fmla="*/ 14288 w 30480"/>
                  <a:gd name="connsiteY20" fmla="*/ 2857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0480" h="33337">
                    <a:moveTo>
                      <a:pt x="15240" y="0"/>
                    </a:moveTo>
                    <a:cubicBezTo>
                      <a:pt x="20003" y="0"/>
                      <a:pt x="23813" y="1905"/>
                      <a:pt x="26670" y="5715"/>
                    </a:cubicBezTo>
                    <a:cubicBezTo>
                      <a:pt x="28575" y="8572"/>
                      <a:pt x="30480" y="12382"/>
                      <a:pt x="30480" y="16193"/>
                    </a:cubicBezTo>
                    <a:cubicBezTo>
                      <a:pt x="30480" y="20003"/>
                      <a:pt x="30480" y="21907"/>
                      <a:pt x="28575" y="24765"/>
                    </a:cubicBezTo>
                    <a:cubicBezTo>
                      <a:pt x="26670" y="27622"/>
                      <a:pt x="25718" y="29528"/>
                      <a:pt x="22860" y="31432"/>
                    </a:cubicBezTo>
                    <a:cubicBezTo>
                      <a:pt x="20003" y="33338"/>
                      <a:pt x="18098" y="33338"/>
                      <a:pt x="15240" y="33338"/>
                    </a:cubicBezTo>
                    <a:cubicBezTo>
                      <a:pt x="10478" y="33338"/>
                      <a:pt x="6668" y="31432"/>
                      <a:pt x="3810" y="27622"/>
                    </a:cubicBezTo>
                    <a:cubicBezTo>
                      <a:pt x="1905" y="24765"/>
                      <a:pt x="0" y="20955"/>
                      <a:pt x="0" y="17145"/>
                    </a:cubicBezTo>
                    <a:cubicBezTo>
                      <a:pt x="0" y="13335"/>
                      <a:pt x="0" y="11430"/>
                      <a:pt x="1905" y="8572"/>
                    </a:cubicBezTo>
                    <a:cubicBezTo>
                      <a:pt x="3810" y="5715"/>
                      <a:pt x="4763" y="3810"/>
                      <a:pt x="7620" y="2857"/>
                    </a:cubicBezTo>
                    <a:cubicBezTo>
                      <a:pt x="10478" y="1905"/>
                      <a:pt x="12383" y="953"/>
                      <a:pt x="15240" y="953"/>
                    </a:cubicBezTo>
                    <a:close/>
                    <a:moveTo>
                      <a:pt x="14288" y="2857"/>
                    </a:moveTo>
                    <a:cubicBezTo>
                      <a:pt x="13335" y="2857"/>
                      <a:pt x="12383" y="2857"/>
                      <a:pt x="10478" y="3810"/>
                    </a:cubicBezTo>
                    <a:cubicBezTo>
                      <a:pt x="8573" y="4763"/>
                      <a:pt x="8573" y="5715"/>
                      <a:pt x="7620" y="7620"/>
                    </a:cubicBezTo>
                    <a:cubicBezTo>
                      <a:pt x="6668" y="9525"/>
                      <a:pt x="6668" y="11430"/>
                      <a:pt x="6668" y="14288"/>
                    </a:cubicBezTo>
                    <a:cubicBezTo>
                      <a:pt x="6668" y="19050"/>
                      <a:pt x="6668" y="22860"/>
                      <a:pt x="9525" y="25718"/>
                    </a:cubicBezTo>
                    <a:cubicBezTo>
                      <a:pt x="12383" y="28575"/>
                      <a:pt x="13335" y="30480"/>
                      <a:pt x="16193" y="30480"/>
                    </a:cubicBezTo>
                    <a:cubicBezTo>
                      <a:pt x="19050" y="30480"/>
                      <a:pt x="20003" y="30480"/>
                      <a:pt x="21908" y="27622"/>
                    </a:cubicBezTo>
                    <a:cubicBezTo>
                      <a:pt x="23813" y="24765"/>
                      <a:pt x="23813" y="22860"/>
                      <a:pt x="23813" y="18097"/>
                    </a:cubicBezTo>
                    <a:cubicBezTo>
                      <a:pt x="23813" y="13335"/>
                      <a:pt x="22860" y="8572"/>
                      <a:pt x="20003" y="5715"/>
                    </a:cubicBezTo>
                    <a:cubicBezTo>
                      <a:pt x="18098" y="3810"/>
                      <a:pt x="16193" y="2857"/>
                      <a:pt x="14288" y="28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A3594F5E-F472-B1AE-FC52-50D229ABDEDB}"/>
                  </a:ext>
                </a:extLst>
              </p:cNvPr>
              <p:cNvSpPr/>
              <p:nvPr/>
            </p:nvSpPr>
            <p:spPr>
              <a:xfrm>
                <a:off x="8056244" y="4723447"/>
                <a:ext cx="26669" cy="32384"/>
              </a:xfrm>
              <a:custGeom>
                <a:avLst/>
                <a:gdLst>
                  <a:gd name="connsiteX0" fmla="*/ 16193 w 26669"/>
                  <a:gd name="connsiteY0" fmla="*/ 28575 h 32384"/>
                  <a:gd name="connsiteX1" fmla="*/ 10478 w 26669"/>
                  <a:gd name="connsiteY1" fmla="*/ 32385 h 32384"/>
                  <a:gd name="connsiteX2" fmla="*/ 6668 w 26669"/>
                  <a:gd name="connsiteY2" fmla="*/ 32385 h 32384"/>
                  <a:gd name="connsiteX3" fmla="*/ 1905 w 26669"/>
                  <a:gd name="connsiteY3" fmla="*/ 30480 h 32384"/>
                  <a:gd name="connsiteX4" fmla="*/ 0 w 26669"/>
                  <a:gd name="connsiteY4" fmla="*/ 24765 h 32384"/>
                  <a:gd name="connsiteX5" fmla="*/ 953 w 26669"/>
                  <a:gd name="connsiteY5" fmla="*/ 20955 h 32384"/>
                  <a:gd name="connsiteX6" fmla="*/ 5715 w 26669"/>
                  <a:gd name="connsiteY6" fmla="*/ 17145 h 32384"/>
                  <a:gd name="connsiteX7" fmla="*/ 17145 w 26669"/>
                  <a:gd name="connsiteY7" fmla="*/ 12383 h 32384"/>
                  <a:gd name="connsiteX8" fmla="*/ 17145 w 26669"/>
                  <a:gd name="connsiteY8" fmla="*/ 12383 h 32384"/>
                  <a:gd name="connsiteX9" fmla="*/ 15240 w 26669"/>
                  <a:gd name="connsiteY9" fmla="*/ 4763 h 32384"/>
                  <a:gd name="connsiteX10" fmla="*/ 11430 w 26669"/>
                  <a:gd name="connsiteY10" fmla="*/ 2858 h 32384"/>
                  <a:gd name="connsiteX11" fmla="*/ 7620 w 26669"/>
                  <a:gd name="connsiteY11" fmla="*/ 3810 h 32384"/>
                  <a:gd name="connsiteX12" fmla="*/ 6668 w 26669"/>
                  <a:gd name="connsiteY12" fmla="*/ 6668 h 32384"/>
                  <a:gd name="connsiteX13" fmla="*/ 6668 w 26669"/>
                  <a:gd name="connsiteY13" fmla="*/ 8572 h 32384"/>
                  <a:gd name="connsiteX14" fmla="*/ 6668 w 26669"/>
                  <a:gd name="connsiteY14" fmla="*/ 10478 h 32384"/>
                  <a:gd name="connsiteX15" fmla="*/ 4763 w 26669"/>
                  <a:gd name="connsiteY15" fmla="*/ 10478 h 32384"/>
                  <a:gd name="connsiteX16" fmla="*/ 2857 w 26669"/>
                  <a:gd name="connsiteY16" fmla="*/ 10478 h 32384"/>
                  <a:gd name="connsiteX17" fmla="*/ 2857 w 26669"/>
                  <a:gd name="connsiteY17" fmla="*/ 8572 h 32384"/>
                  <a:gd name="connsiteX18" fmla="*/ 5715 w 26669"/>
                  <a:gd name="connsiteY18" fmla="*/ 2858 h 32384"/>
                  <a:gd name="connsiteX19" fmla="*/ 14288 w 26669"/>
                  <a:gd name="connsiteY19" fmla="*/ 0 h 32384"/>
                  <a:gd name="connsiteX20" fmla="*/ 20955 w 26669"/>
                  <a:gd name="connsiteY20" fmla="*/ 953 h 32384"/>
                  <a:gd name="connsiteX21" fmla="*/ 23813 w 26669"/>
                  <a:gd name="connsiteY21" fmla="*/ 3810 h 32384"/>
                  <a:gd name="connsiteX22" fmla="*/ 23813 w 26669"/>
                  <a:gd name="connsiteY22" fmla="*/ 9525 h 32384"/>
                  <a:gd name="connsiteX23" fmla="*/ 23813 w 26669"/>
                  <a:gd name="connsiteY23" fmla="*/ 20003 h 32384"/>
                  <a:gd name="connsiteX24" fmla="*/ 23813 w 26669"/>
                  <a:gd name="connsiteY24" fmla="*/ 25718 h 32384"/>
                  <a:gd name="connsiteX25" fmla="*/ 23813 w 26669"/>
                  <a:gd name="connsiteY25" fmla="*/ 26670 h 32384"/>
                  <a:gd name="connsiteX26" fmla="*/ 23813 w 26669"/>
                  <a:gd name="connsiteY26" fmla="*/ 26670 h 32384"/>
                  <a:gd name="connsiteX27" fmla="*/ 23813 w 26669"/>
                  <a:gd name="connsiteY27" fmla="*/ 26670 h 32384"/>
                  <a:gd name="connsiteX28" fmla="*/ 26670 w 26669"/>
                  <a:gd name="connsiteY28" fmla="*/ 23813 h 32384"/>
                  <a:gd name="connsiteX29" fmla="*/ 26670 w 26669"/>
                  <a:gd name="connsiteY29" fmla="*/ 25718 h 32384"/>
                  <a:gd name="connsiteX30" fmla="*/ 20003 w 26669"/>
                  <a:gd name="connsiteY30" fmla="*/ 30480 h 32384"/>
                  <a:gd name="connsiteX31" fmla="*/ 17145 w 26669"/>
                  <a:gd name="connsiteY31" fmla="*/ 29528 h 32384"/>
                  <a:gd name="connsiteX32" fmla="*/ 16193 w 26669"/>
                  <a:gd name="connsiteY32" fmla="*/ 25718 h 32384"/>
                  <a:gd name="connsiteX33" fmla="*/ 16193 w 26669"/>
                  <a:gd name="connsiteY33" fmla="*/ 25718 h 32384"/>
                  <a:gd name="connsiteX34" fmla="*/ 16193 w 26669"/>
                  <a:gd name="connsiteY34" fmla="*/ 14288 h 32384"/>
                  <a:gd name="connsiteX35" fmla="*/ 9525 w 26669"/>
                  <a:gd name="connsiteY35" fmla="*/ 17145 h 32384"/>
                  <a:gd name="connsiteX36" fmla="*/ 5715 w 26669"/>
                  <a:gd name="connsiteY36" fmla="*/ 20003 h 32384"/>
                  <a:gd name="connsiteX37" fmla="*/ 4763 w 26669"/>
                  <a:gd name="connsiteY37" fmla="*/ 23813 h 32384"/>
                  <a:gd name="connsiteX38" fmla="*/ 6668 w 26669"/>
                  <a:gd name="connsiteY38" fmla="*/ 27622 h 32384"/>
                  <a:gd name="connsiteX39" fmla="*/ 9525 w 26669"/>
                  <a:gd name="connsiteY39" fmla="*/ 29528 h 32384"/>
                  <a:gd name="connsiteX40" fmla="*/ 16193 w 26669"/>
                  <a:gd name="connsiteY40" fmla="*/ 25718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6669" h="32384">
                    <a:moveTo>
                      <a:pt x="16193" y="28575"/>
                    </a:moveTo>
                    <a:cubicBezTo>
                      <a:pt x="13335" y="31433"/>
                      <a:pt x="11430" y="32385"/>
                      <a:pt x="10478" y="32385"/>
                    </a:cubicBezTo>
                    <a:cubicBezTo>
                      <a:pt x="9525" y="32385"/>
                      <a:pt x="7620" y="32385"/>
                      <a:pt x="6668" y="32385"/>
                    </a:cubicBezTo>
                    <a:cubicBezTo>
                      <a:pt x="4763" y="32385"/>
                      <a:pt x="2857" y="32385"/>
                      <a:pt x="1905" y="30480"/>
                    </a:cubicBezTo>
                    <a:cubicBezTo>
                      <a:pt x="953" y="28575"/>
                      <a:pt x="0" y="26670"/>
                      <a:pt x="0" y="24765"/>
                    </a:cubicBezTo>
                    <a:cubicBezTo>
                      <a:pt x="0" y="22860"/>
                      <a:pt x="0" y="21908"/>
                      <a:pt x="953" y="20955"/>
                    </a:cubicBezTo>
                    <a:cubicBezTo>
                      <a:pt x="953" y="19050"/>
                      <a:pt x="3810" y="18097"/>
                      <a:pt x="5715" y="17145"/>
                    </a:cubicBezTo>
                    <a:cubicBezTo>
                      <a:pt x="7620" y="16193"/>
                      <a:pt x="11430" y="14288"/>
                      <a:pt x="17145" y="12383"/>
                    </a:cubicBezTo>
                    <a:lnTo>
                      <a:pt x="17145" y="12383"/>
                    </a:lnTo>
                    <a:cubicBezTo>
                      <a:pt x="17145" y="8572"/>
                      <a:pt x="17145" y="5715"/>
                      <a:pt x="15240" y="4763"/>
                    </a:cubicBezTo>
                    <a:cubicBezTo>
                      <a:pt x="13335" y="3810"/>
                      <a:pt x="13335" y="2858"/>
                      <a:pt x="11430" y="2858"/>
                    </a:cubicBezTo>
                    <a:cubicBezTo>
                      <a:pt x="9525" y="2858"/>
                      <a:pt x="8573" y="2858"/>
                      <a:pt x="7620" y="3810"/>
                    </a:cubicBezTo>
                    <a:cubicBezTo>
                      <a:pt x="7620" y="3810"/>
                      <a:pt x="6668" y="5715"/>
                      <a:pt x="6668" y="6668"/>
                    </a:cubicBezTo>
                    <a:lnTo>
                      <a:pt x="6668" y="8572"/>
                    </a:lnTo>
                    <a:cubicBezTo>
                      <a:pt x="6668" y="9525"/>
                      <a:pt x="6668" y="10478"/>
                      <a:pt x="6668" y="10478"/>
                    </a:cubicBezTo>
                    <a:cubicBezTo>
                      <a:pt x="6668" y="10478"/>
                      <a:pt x="5715" y="10478"/>
                      <a:pt x="4763" y="10478"/>
                    </a:cubicBezTo>
                    <a:cubicBezTo>
                      <a:pt x="3810" y="10478"/>
                      <a:pt x="2857" y="10478"/>
                      <a:pt x="2857" y="10478"/>
                    </a:cubicBezTo>
                    <a:cubicBezTo>
                      <a:pt x="2857" y="10478"/>
                      <a:pt x="2857" y="9525"/>
                      <a:pt x="2857" y="8572"/>
                    </a:cubicBezTo>
                    <a:cubicBezTo>
                      <a:pt x="2857" y="6668"/>
                      <a:pt x="3810" y="4763"/>
                      <a:pt x="5715" y="2858"/>
                    </a:cubicBezTo>
                    <a:cubicBezTo>
                      <a:pt x="7620" y="953"/>
                      <a:pt x="10478" y="0"/>
                      <a:pt x="14288" y="0"/>
                    </a:cubicBezTo>
                    <a:cubicBezTo>
                      <a:pt x="18098" y="0"/>
                      <a:pt x="19050" y="0"/>
                      <a:pt x="20955" y="953"/>
                    </a:cubicBezTo>
                    <a:cubicBezTo>
                      <a:pt x="21907" y="953"/>
                      <a:pt x="22860" y="2858"/>
                      <a:pt x="23813" y="3810"/>
                    </a:cubicBezTo>
                    <a:cubicBezTo>
                      <a:pt x="23813" y="4763"/>
                      <a:pt x="23813" y="6668"/>
                      <a:pt x="23813" y="9525"/>
                    </a:cubicBezTo>
                    <a:lnTo>
                      <a:pt x="23813" y="20003"/>
                    </a:lnTo>
                    <a:cubicBezTo>
                      <a:pt x="23813" y="22860"/>
                      <a:pt x="23813" y="24765"/>
                      <a:pt x="23813" y="25718"/>
                    </a:cubicBezTo>
                    <a:cubicBezTo>
                      <a:pt x="23813" y="26670"/>
                      <a:pt x="23813" y="26670"/>
                      <a:pt x="23813" y="26670"/>
                    </a:cubicBezTo>
                    <a:cubicBezTo>
                      <a:pt x="23813" y="26670"/>
                      <a:pt x="23813" y="26670"/>
                      <a:pt x="23813" y="26670"/>
                    </a:cubicBezTo>
                    <a:cubicBezTo>
                      <a:pt x="23813" y="26670"/>
                      <a:pt x="23813" y="26670"/>
                      <a:pt x="23813" y="26670"/>
                    </a:cubicBezTo>
                    <a:cubicBezTo>
                      <a:pt x="23813" y="26670"/>
                      <a:pt x="24765" y="25718"/>
                      <a:pt x="26670" y="23813"/>
                    </a:cubicBezTo>
                    <a:lnTo>
                      <a:pt x="26670" y="25718"/>
                    </a:lnTo>
                    <a:cubicBezTo>
                      <a:pt x="23813" y="29528"/>
                      <a:pt x="21907" y="30480"/>
                      <a:pt x="20003" y="30480"/>
                    </a:cubicBezTo>
                    <a:cubicBezTo>
                      <a:pt x="18098" y="30480"/>
                      <a:pt x="18098" y="30480"/>
                      <a:pt x="17145" y="29528"/>
                    </a:cubicBezTo>
                    <a:cubicBezTo>
                      <a:pt x="16193" y="28575"/>
                      <a:pt x="16193" y="27622"/>
                      <a:pt x="16193" y="25718"/>
                    </a:cubicBezTo>
                    <a:close/>
                    <a:moveTo>
                      <a:pt x="16193" y="25718"/>
                    </a:moveTo>
                    <a:lnTo>
                      <a:pt x="16193" y="14288"/>
                    </a:lnTo>
                    <a:cubicBezTo>
                      <a:pt x="12382" y="15240"/>
                      <a:pt x="10478" y="16193"/>
                      <a:pt x="9525" y="17145"/>
                    </a:cubicBezTo>
                    <a:cubicBezTo>
                      <a:pt x="7620" y="18097"/>
                      <a:pt x="6668" y="19050"/>
                      <a:pt x="5715" y="20003"/>
                    </a:cubicBezTo>
                    <a:cubicBezTo>
                      <a:pt x="4763" y="20955"/>
                      <a:pt x="4763" y="21908"/>
                      <a:pt x="4763" y="23813"/>
                    </a:cubicBezTo>
                    <a:cubicBezTo>
                      <a:pt x="4763" y="25718"/>
                      <a:pt x="4763" y="26670"/>
                      <a:pt x="6668" y="27622"/>
                    </a:cubicBezTo>
                    <a:cubicBezTo>
                      <a:pt x="8573" y="28575"/>
                      <a:pt x="8573" y="29528"/>
                      <a:pt x="9525" y="29528"/>
                    </a:cubicBezTo>
                    <a:cubicBezTo>
                      <a:pt x="10478" y="29528"/>
                      <a:pt x="13335" y="28575"/>
                      <a:pt x="16193" y="257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9EAB497B-BD19-C62F-8604-2CF567BFE1EA}"/>
                  </a:ext>
                </a:extLst>
              </p:cNvPr>
              <p:cNvSpPr/>
              <p:nvPr/>
            </p:nvSpPr>
            <p:spPr>
              <a:xfrm>
                <a:off x="8085772" y="4724400"/>
                <a:ext cx="29527" cy="32384"/>
              </a:xfrm>
              <a:custGeom>
                <a:avLst/>
                <a:gdLst>
                  <a:gd name="connsiteX0" fmla="*/ 25717 w 29527"/>
                  <a:gd name="connsiteY0" fmla="*/ 20003 h 32384"/>
                  <a:gd name="connsiteX1" fmla="*/ 20955 w 29527"/>
                  <a:gd name="connsiteY1" fmla="*/ 29528 h 32384"/>
                  <a:gd name="connsiteX2" fmla="*/ 13335 w 29527"/>
                  <a:gd name="connsiteY2" fmla="*/ 32385 h 32384"/>
                  <a:gd name="connsiteX3" fmla="*/ 3810 w 29527"/>
                  <a:gd name="connsiteY3" fmla="*/ 27622 h 32384"/>
                  <a:gd name="connsiteX4" fmla="*/ 0 w 29527"/>
                  <a:gd name="connsiteY4" fmla="*/ 16193 h 32384"/>
                  <a:gd name="connsiteX5" fmla="*/ 4763 w 29527"/>
                  <a:gd name="connsiteY5" fmla="*/ 4763 h 32384"/>
                  <a:gd name="connsiteX6" fmla="*/ 15240 w 29527"/>
                  <a:gd name="connsiteY6" fmla="*/ 0 h 32384"/>
                  <a:gd name="connsiteX7" fmla="*/ 22860 w 29527"/>
                  <a:gd name="connsiteY7" fmla="*/ 2857 h 32384"/>
                  <a:gd name="connsiteX8" fmla="*/ 25717 w 29527"/>
                  <a:gd name="connsiteY8" fmla="*/ 7620 h 32384"/>
                  <a:gd name="connsiteX9" fmla="*/ 25717 w 29527"/>
                  <a:gd name="connsiteY9" fmla="*/ 9525 h 32384"/>
                  <a:gd name="connsiteX10" fmla="*/ 23813 w 29527"/>
                  <a:gd name="connsiteY10" fmla="*/ 9525 h 32384"/>
                  <a:gd name="connsiteX11" fmla="*/ 20955 w 29527"/>
                  <a:gd name="connsiteY11" fmla="*/ 8572 h 32384"/>
                  <a:gd name="connsiteX12" fmla="*/ 20955 w 29527"/>
                  <a:gd name="connsiteY12" fmla="*/ 5715 h 32384"/>
                  <a:gd name="connsiteX13" fmla="*/ 20002 w 29527"/>
                  <a:gd name="connsiteY13" fmla="*/ 2857 h 32384"/>
                  <a:gd name="connsiteX14" fmla="*/ 17145 w 29527"/>
                  <a:gd name="connsiteY14" fmla="*/ 1905 h 32384"/>
                  <a:gd name="connsiteX15" fmla="*/ 11430 w 29527"/>
                  <a:gd name="connsiteY15" fmla="*/ 4763 h 32384"/>
                  <a:gd name="connsiteX16" fmla="*/ 8572 w 29527"/>
                  <a:gd name="connsiteY16" fmla="*/ 13335 h 32384"/>
                  <a:gd name="connsiteX17" fmla="*/ 11430 w 29527"/>
                  <a:gd name="connsiteY17" fmla="*/ 22860 h 32384"/>
                  <a:gd name="connsiteX18" fmla="*/ 19050 w 29527"/>
                  <a:gd name="connsiteY18" fmla="*/ 26670 h 32384"/>
                  <a:gd name="connsiteX19" fmla="*/ 24765 w 29527"/>
                  <a:gd name="connsiteY19" fmla="*/ 24765 h 32384"/>
                  <a:gd name="connsiteX20" fmla="*/ 28575 w 29527"/>
                  <a:gd name="connsiteY20" fmla="*/ 19050 h 32384"/>
                  <a:gd name="connsiteX21" fmla="*/ 29527 w 29527"/>
                  <a:gd name="connsiteY21" fmla="*/ 19050 h 3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527" h="32384">
                    <a:moveTo>
                      <a:pt x="25717" y="20003"/>
                    </a:moveTo>
                    <a:cubicBezTo>
                      <a:pt x="25717" y="23813"/>
                      <a:pt x="22860" y="26670"/>
                      <a:pt x="20955" y="29528"/>
                    </a:cubicBezTo>
                    <a:cubicBezTo>
                      <a:pt x="19050" y="32385"/>
                      <a:pt x="16192" y="32385"/>
                      <a:pt x="13335" y="32385"/>
                    </a:cubicBezTo>
                    <a:cubicBezTo>
                      <a:pt x="10477" y="32385"/>
                      <a:pt x="6667" y="30480"/>
                      <a:pt x="3810" y="27622"/>
                    </a:cubicBezTo>
                    <a:cubicBezTo>
                      <a:pt x="952" y="24765"/>
                      <a:pt x="0" y="20955"/>
                      <a:pt x="0" y="16193"/>
                    </a:cubicBezTo>
                    <a:cubicBezTo>
                      <a:pt x="0" y="11430"/>
                      <a:pt x="1905" y="7620"/>
                      <a:pt x="4763" y="4763"/>
                    </a:cubicBezTo>
                    <a:cubicBezTo>
                      <a:pt x="7620" y="1905"/>
                      <a:pt x="11430" y="0"/>
                      <a:pt x="15240" y="0"/>
                    </a:cubicBezTo>
                    <a:cubicBezTo>
                      <a:pt x="19050" y="0"/>
                      <a:pt x="20955" y="0"/>
                      <a:pt x="22860" y="2857"/>
                    </a:cubicBezTo>
                    <a:cubicBezTo>
                      <a:pt x="24765" y="5715"/>
                      <a:pt x="25717" y="5715"/>
                      <a:pt x="25717" y="7620"/>
                    </a:cubicBezTo>
                    <a:cubicBezTo>
                      <a:pt x="25717" y="9525"/>
                      <a:pt x="25717" y="9525"/>
                      <a:pt x="25717" y="9525"/>
                    </a:cubicBezTo>
                    <a:cubicBezTo>
                      <a:pt x="25717" y="9525"/>
                      <a:pt x="24765" y="9525"/>
                      <a:pt x="23813" y="9525"/>
                    </a:cubicBezTo>
                    <a:cubicBezTo>
                      <a:pt x="22860" y="9525"/>
                      <a:pt x="21907" y="9525"/>
                      <a:pt x="20955" y="8572"/>
                    </a:cubicBezTo>
                    <a:cubicBezTo>
                      <a:pt x="20955" y="8572"/>
                      <a:pt x="20955" y="7620"/>
                      <a:pt x="20955" y="5715"/>
                    </a:cubicBezTo>
                    <a:cubicBezTo>
                      <a:pt x="20955" y="3810"/>
                      <a:pt x="20955" y="3810"/>
                      <a:pt x="20002" y="2857"/>
                    </a:cubicBezTo>
                    <a:cubicBezTo>
                      <a:pt x="20002" y="2857"/>
                      <a:pt x="18097" y="1905"/>
                      <a:pt x="17145" y="1905"/>
                    </a:cubicBezTo>
                    <a:cubicBezTo>
                      <a:pt x="15240" y="1905"/>
                      <a:pt x="13335" y="1905"/>
                      <a:pt x="11430" y="4763"/>
                    </a:cubicBezTo>
                    <a:cubicBezTo>
                      <a:pt x="9525" y="6668"/>
                      <a:pt x="8572" y="9525"/>
                      <a:pt x="8572" y="13335"/>
                    </a:cubicBezTo>
                    <a:cubicBezTo>
                      <a:pt x="8572" y="17145"/>
                      <a:pt x="8572" y="20003"/>
                      <a:pt x="11430" y="22860"/>
                    </a:cubicBezTo>
                    <a:cubicBezTo>
                      <a:pt x="14288" y="25718"/>
                      <a:pt x="15240" y="26670"/>
                      <a:pt x="19050" y="26670"/>
                    </a:cubicBezTo>
                    <a:cubicBezTo>
                      <a:pt x="22860" y="26670"/>
                      <a:pt x="22860" y="26670"/>
                      <a:pt x="24765" y="24765"/>
                    </a:cubicBezTo>
                    <a:cubicBezTo>
                      <a:pt x="25717" y="23813"/>
                      <a:pt x="27622" y="21907"/>
                      <a:pt x="28575" y="19050"/>
                    </a:cubicBezTo>
                    <a:lnTo>
                      <a:pt x="29527" y="1905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6B9C408E-EA7E-082F-CB48-2FBE022C49FF}"/>
                  </a:ext>
                </a:extLst>
              </p:cNvPr>
              <p:cNvSpPr/>
              <p:nvPr/>
            </p:nvSpPr>
            <p:spPr>
              <a:xfrm>
                <a:off x="8111489" y="4709159"/>
                <a:ext cx="35242" cy="47625"/>
              </a:xfrm>
              <a:custGeom>
                <a:avLst/>
                <a:gdLst>
                  <a:gd name="connsiteX0" fmla="*/ 13335 w 35242"/>
                  <a:gd name="connsiteY0" fmla="*/ 0 h 47625"/>
                  <a:gd name="connsiteX1" fmla="*/ 13335 w 35242"/>
                  <a:gd name="connsiteY1" fmla="*/ 21908 h 47625"/>
                  <a:gd name="connsiteX2" fmla="*/ 19050 w 35242"/>
                  <a:gd name="connsiteY2" fmla="*/ 17145 h 47625"/>
                  <a:gd name="connsiteX3" fmla="*/ 23813 w 35242"/>
                  <a:gd name="connsiteY3" fmla="*/ 16193 h 47625"/>
                  <a:gd name="connsiteX4" fmla="*/ 28575 w 35242"/>
                  <a:gd name="connsiteY4" fmla="*/ 18097 h 47625"/>
                  <a:gd name="connsiteX5" fmla="*/ 31433 w 35242"/>
                  <a:gd name="connsiteY5" fmla="*/ 22860 h 47625"/>
                  <a:gd name="connsiteX6" fmla="*/ 31433 w 35242"/>
                  <a:gd name="connsiteY6" fmla="*/ 30480 h 47625"/>
                  <a:gd name="connsiteX7" fmla="*/ 31433 w 35242"/>
                  <a:gd name="connsiteY7" fmla="*/ 40958 h 47625"/>
                  <a:gd name="connsiteX8" fmla="*/ 31433 w 35242"/>
                  <a:gd name="connsiteY8" fmla="*/ 44768 h 47625"/>
                  <a:gd name="connsiteX9" fmla="*/ 32385 w 35242"/>
                  <a:gd name="connsiteY9" fmla="*/ 45720 h 47625"/>
                  <a:gd name="connsiteX10" fmla="*/ 35243 w 35242"/>
                  <a:gd name="connsiteY10" fmla="*/ 45720 h 47625"/>
                  <a:gd name="connsiteX11" fmla="*/ 35243 w 35242"/>
                  <a:gd name="connsiteY11" fmla="*/ 45720 h 47625"/>
                  <a:gd name="connsiteX12" fmla="*/ 20003 w 35242"/>
                  <a:gd name="connsiteY12" fmla="*/ 46672 h 47625"/>
                  <a:gd name="connsiteX13" fmla="*/ 20003 w 35242"/>
                  <a:gd name="connsiteY13" fmla="*/ 46672 h 47625"/>
                  <a:gd name="connsiteX14" fmla="*/ 20003 w 35242"/>
                  <a:gd name="connsiteY14" fmla="*/ 45720 h 47625"/>
                  <a:gd name="connsiteX15" fmla="*/ 22860 w 35242"/>
                  <a:gd name="connsiteY15" fmla="*/ 45720 h 47625"/>
                  <a:gd name="connsiteX16" fmla="*/ 23813 w 35242"/>
                  <a:gd name="connsiteY16" fmla="*/ 43815 h 47625"/>
                  <a:gd name="connsiteX17" fmla="*/ 23813 w 35242"/>
                  <a:gd name="connsiteY17" fmla="*/ 40958 h 47625"/>
                  <a:gd name="connsiteX18" fmla="*/ 23813 w 35242"/>
                  <a:gd name="connsiteY18" fmla="*/ 30480 h 47625"/>
                  <a:gd name="connsiteX19" fmla="*/ 23813 w 35242"/>
                  <a:gd name="connsiteY19" fmla="*/ 23813 h 47625"/>
                  <a:gd name="connsiteX20" fmla="*/ 21908 w 35242"/>
                  <a:gd name="connsiteY20" fmla="*/ 21908 h 47625"/>
                  <a:gd name="connsiteX21" fmla="*/ 19050 w 35242"/>
                  <a:gd name="connsiteY21" fmla="*/ 21908 h 47625"/>
                  <a:gd name="connsiteX22" fmla="*/ 15240 w 35242"/>
                  <a:gd name="connsiteY22" fmla="*/ 21908 h 47625"/>
                  <a:gd name="connsiteX23" fmla="*/ 11430 w 35242"/>
                  <a:gd name="connsiteY23" fmla="*/ 25718 h 47625"/>
                  <a:gd name="connsiteX24" fmla="*/ 11430 w 35242"/>
                  <a:gd name="connsiteY24" fmla="*/ 41910 h 47625"/>
                  <a:gd name="connsiteX25" fmla="*/ 11430 w 35242"/>
                  <a:gd name="connsiteY25" fmla="*/ 45720 h 47625"/>
                  <a:gd name="connsiteX26" fmla="*/ 12383 w 35242"/>
                  <a:gd name="connsiteY26" fmla="*/ 46672 h 47625"/>
                  <a:gd name="connsiteX27" fmla="*/ 15240 w 35242"/>
                  <a:gd name="connsiteY27" fmla="*/ 46672 h 47625"/>
                  <a:gd name="connsiteX28" fmla="*/ 15240 w 35242"/>
                  <a:gd name="connsiteY28" fmla="*/ 46672 h 47625"/>
                  <a:gd name="connsiteX29" fmla="*/ 0 w 35242"/>
                  <a:gd name="connsiteY29" fmla="*/ 47625 h 47625"/>
                  <a:gd name="connsiteX30" fmla="*/ 0 w 35242"/>
                  <a:gd name="connsiteY30" fmla="*/ 47625 h 47625"/>
                  <a:gd name="connsiteX31" fmla="*/ 2858 w 35242"/>
                  <a:gd name="connsiteY31" fmla="*/ 45720 h 47625"/>
                  <a:gd name="connsiteX32" fmla="*/ 3810 w 35242"/>
                  <a:gd name="connsiteY32" fmla="*/ 44768 h 47625"/>
                  <a:gd name="connsiteX33" fmla="*/ 3810 w 35242"/>
                  <a:gd name="connsiteY33" fmla="*/ 40958 h 47625"/>
                  <a:gd name="connsiteX34" fmla="*/ 3810 w 35242"/>
                  <a:gd name="connsiteY34" fmla="*/ 13335 h 47625"/>
                  <a:gd name="connsiteX35" fmla="*/ 3810 w 35242"/>
                  <a:gd name="connsiteY35" fmla="*/ 6668 h 47625"/>
                  <a:gd name="connsiteX36" fmla="*/ 3810 w 35242"/>
                  <a:gd name="connsiteY36" fmla="*/ 4763 h 47625"/>
                  <a:gd name="connsiteX37" fmla="*/ 2858 w 35242"/>
                  <a:gd name="connsiteY37" fmla="*/ 4763 h 47625"/>
                  <a:gd name="connsiteX38" fmla="*/ 953 w 35242"/>
                  <a:gd name="connsiteY38" fmla="*/ 4763 h 47625"/>
                  <a:gd name="connsiteX39" fmla="*/ 953 w 35242"/>
                  <a:gd name="connsiteY39" fmla="*/ 4763 h 47625"/>
                  <a:gd name="connsiteX40" fmla="*/ 10478 w 35242"/>
                  <a:gd name="connsiteY40" fmla="*/ 0 h 47625"/>
                  <a:gd name="connsiteX41" fmla="*/ 12383 w 35242"/>
                  <a:gd name="connsiteY41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5242" h="47625">
                    <a:moveTo>
                      <a:pt x="13335" y="0"/>
                    </a:moveTo>
                    <a:lnTo>
                      <a:pt x="13335" y="21908"/>
                    </a:lnTo>
                    <a:cubicBezTo>
                      <a:pt x="16193" y="19050"/>
                      <a:pt x="18098" y="17145"/>
                      <a:pt x="19050" y="17145"/>
                    </a:cubicBezTo>
                    <a:cubicBezTo>
                      <a:pt x="20003" y="17145"/>
                      <a:pt x="21908" y="16193"/>
                      <a:pt x="23813" y="16193"/>
                    </a:cubicBezTo>
                    <a:cubicBezTo>
                      <a:pt x="25718" y="16193"/>
                      <a:pt x="26670" y="16193"/>
                      <a:pt x="28575" y="18097"/>
                    </a:cubicBezTo>
                    <a:cubicBezTo>
                      <a:pt x="30480" y="20003"/>
                      <a:pt x="30480" y="20955"/>
                      <a:pt x="31433" y="22860"/>
                    </a:cubicBezTo>
                    <a:cubicBezTo>
                      <a:pt x="31433" y="23813"/>
                      <a:pt x="31433" y="26670"/>
                      <a:pt x="31433" y="30480"/>
                    </a:cubicBezTo>
                    <a:lnTo>
                      <a:pt x="31433" y="40958"/>
                    </a:lnTo>
                    <a:cubicBezTo>
                      <a:pt x="31433" y="42863"/>
                      <a:pt x="31433" y="43815"/>
                      <a:pt x="31433" y="44768"/>
                    </a:cubicBezTo>
                    <a:cubicBezTo>
                      <a:pt x="31433" y="44768"/>
                      <a:pt x="31433" y="45720"/>
                      <a:pt x="32385" y="45720"/>
                    </a:cubicBezTo>
                    <a:cubicBezTo>
                      <a:pt x="33338" y="45720"/>
                      <a:pt x="34290" y="45720"/>
                      <a:pt x="35243" y="45720"/>
                    </a:cubicBezTo>
                    <a:lnTo>
                      <a:pt x="35243" y="45720"/>
                    </a:lnTo>
                    <a:cubicBezTo>
                      <a:pt x="35243" y="46672"/>
                      <a:pt x="20003" y="46672"/>
                      <a:pt x="20003" y="46672"/>
                    </a:cubicBezTo>
                    <a:lnTo>
                      <a:pt x="20003" y="46672"/>
                    </a:lnTo>
                    <a:cubicBezTo>
                      <a:pt x="20003" y="45720"/>
                      <a:pt x="20003" y="45720"/>
                      <a:pt x="20003" y="45720"/>
                    </a:cubicBezTo>
                    <a:cubicBezTo>
                      <a:pt x="20955" y="45720"/>
                      <a:pt x="22860" y="45720"/>
                      <a:pt x="22860" y="45720"/>
                    </a:cubicBezTo>
                    <a:cubicBezTo>
                      <a:pt x="22860" y="45720"/>
                      <a:pt x="22860" y="44768"/>
                      <a:pt x="23813" y="43815"/>
                    </a:cubicBezTo>
                    <a:cubicBezTo>
                      <a:pt x="23813" y="43815"/>
                      <a:pt x="23813" y="42863"/>
                      <a:pt x="23813" y="40958"/>
                    </a:cubicBezTo>
                    <a:lnTo>
                      <a:pt x="23813" y="30480"/>
                    </a:lnTo>
                    <a:cubicBezTo>
                      <a:pt x="23813" y="26670"/>
                      <a:pt x="23813" y="24765"/>
                      <a:pt x="23813" y="23813"/>
                    </a:cubicBezTo>
                    <a:cubicBezTo>
                      <a:pt x="23813" y="22860"/>
                      <a:pt x="23813" y="21908"/>
                      <a:pt x="21908" y="21908"/>
                    </a:cubicBezTo>
                    <a:cubicBezTo>
                      <a:pt x="20003" y="21908"/>
                      <a:pt x="20003" y="21908"/>
                      <a:pt x="19050" y="21908"/>
                    </a:cubicBezTo>
                    <a:cubicBezTo>
                      <a:pt x="18098" y="21908"/>
                      <a:pt x="17145" y="21908"/>
                      <a:pt x="15240" y="21908"/>
                    </a:cubicBezTo>
                    <a:cubicBezTo>
                      <a:pt x="13335" y="21908"/>
                      <a:pt x="12383" y="23813"/>
                      <a:pt x="11430" y="25718"/>
                    </a:cubicBezTo>
                    <a:lnTo>
                      <a:pt x="11430" y="41910"/>
                    </a:lnTo>
                    <a:cubicBezTo>
                      <a:pt x="11430" y="43815"/>
                      <a:pt x="11430" y="45720"/>
                      <a:pt x="11430" y="45720"/>
                    </a:cubicBezTo>
                    <a:cubicBezTo>
                      <a:pt x="11430" y="45720"/>
                      <a:pt x="11430" y="45720"/>
                      <a:pt x="12383" y="46672"/>
                    </a:cubicBezTo>
                    <a:cubicBezTo>
                      <a:pt x="13335" y="47625"/>
                      <a:pt x="14288" y="46672"/>
                      <a:pt x="15240" y="46672"/>
                    </a:cubicBezTo>
                    <a:lnTo>
                      <a:pt x="15240" y="46672"/>
                    </a:lnTo>
                    <a:cubicBezTo>
                      <a:pt x="15240" y="47625"/>
                      <a:pt x="0" y="47625"/>
                      <a:pt x="0" y="47625"/>
                    </a:cubicBezTo>
                    <a:lnTo>
                      <a:pt x="0" y="47625"/>
                    </a:lnTo>
                    <a:cubicBezTo>
                      <a:pt x="953" y="46672"/>
                      <a:pt x="2858" y="46672"/>
                      <a:pt x="2858" y="45720"/>
                    </a:cubicBezTo>
                    <a:cubicBezTo>
                      <a:pt x="2858" y="45720"/>
                      <a:pt x="2858" y="45720"/>
                      <a:pt x="3810" y="44768"/>
                    </a:cubicBezTo>
                    <a:cubicBezTo>
                      <a:pt x="4763" y="43815"/>
                      <a:pt x="3810" y="42863"/>
                      <a:pt x="3810" y="40958"/>
                    </a:cubicBezTo>
                    <a:lnTo>
                      <a:pt x="3810" y="13335"/>
                    </a:lnTo>
                    <a:cubicBezTo>
                      <a:pt x="3810" y="9525"/>
                      <a:pt x="3810" y="7620"/>
                      <a:pt x="3810" y="6668"/>
                    </a:cubicBezTo>
                    <a:cubicBezTo>
                      <a:pt x="3810" y="5715"/>
                      <a:pt x="3810" y="5715"/>
                      <a:pt x="3810" y="4763"/>
                    </a:cubicBezTo>
                    <a:cubicBezTo>
                      <a:pt x="3810" y="3810"/>
                      <a:pt x="3810" y="4763"/>
                      <a:pt x="2858" y="4763"/>
                    </a:cubicBezTo>
                    <a:cubicBezTo>
                      <a:pt x="1905" y="4763"/>
                      <a:pt x="1905" y="4763"/>
                      <a:pt x="953" y="4763"/>
                    </a:cubicBezTo>
                    <a:lnTo>
                      <a:pt x="953" y="4763"/>
                    </a:lnTo>
                    <a:cubicBezTo>
                      <a:pt x="953" y="3810"/>
                      <a:pt x="10478" y="0"/>
                      <a:pt x="10478" y="0"/>
                    </a:cubicBezTo>
                    <a:lnTo>
                      <a:pt x="123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C23BB437-6FDD-25AC-DAE1-69DFD406B24C}"/>
                  </a:ext>
                </a:extLst>
              </p:cNvPr>
              <p:cNvSpPr/>
              <p:nvPr/>
            </p:nvSpPr>
            <p:spPr>
              <a:xfrm>
                <a:off x="8149589" y="4722494"/>
                <a:ext cx="25717" cy="33337"/>
              </a:xfrm>
              <a:custGeom>
                <a:avLst/>
                <a:gdLst>
                  <a:gd name="connsiteX0" fmla="*/ 5715 w 25717"/>
                  <a:gd name="connsiteY0" fmla="*/ 14288 h 33337"/>
                  <a:gd name="connsiteX1" fmla="*/ 8573 w 25717"/>
                  <a:gd name="connsiteY1" fmla="*/ 24765 h 33337"/>
                  <a:gd name="connsiteX2" fmla="*/ 16193 w 25717"/>
                  <a:gd name="connsiteY2" fmla="*/ 28575 h 33337"/>
                  <a:gd name="connsiteX3" fmla="*/ 20955 w 25717"/>
                  <a:gd name="connsiteY3" fmla="*/ 26670 h 33337"/>
                  <a:gd name="connsiteX4" fmla="*/ 24765 w 25717"/>
                  <a:gd name="connsiteY4" fmla="*/ 20955 h 33337"/>
                  <a:gd name="connsiteX5" fmla="*/ 25718 w 25717"/>
                  <a:gd name="connsiteY5" fmla="*/ 20955 h 33337"/>
                  <a:gd name="connsiteX6" fmla="*/ 21908 w 25717"/>
                  <a:gd name="connsiteY6" fmla="*/ 29528 h 33337"/>
                  <a:gd name="connsiteX7" fmla="*/ 13335 w 25717"/>
                  <a:gd name="connsiteY7" fmla="*/ 33338 h 33337"/>
                  <a:gd name="connsiteX8" fmla="*/ 3810 w 25717"/>
                  <a:gd name="connsiteY8" fmla="*/ 28575 h 33337"/>
                  <a:gd name="connsiteX9" fmla="*/ 0 w 25717"/>
                  <a:gd name="connsiteY9" fmla="*/ 17145 h 33337"/>
                  <a:gd name="connsiteX10" fmla="*/ 3810 w 25717"/>
                  <a:gd name="connsiteY10" fmla="*/ 4763 h 33337"/>
                  <a:gd name="connsiteX11" fmla="*/ 14288 w 25717"/>
                  <a:gd name="connsiteY11" fmla="*/ 0 h 33337"/>
                  <a:gd name="connsiteX12" fmla="*/ 22860 w 25717"/>
                  <a:gd name="connsiteY12" fmla="*/ 3810 h 33337"/>
                  <a:gd name="connsiteX13" fmla="*/ 25718 w 25717"/>
                  <a:gd name="connsiteY13" fmla="*/ 13335 h 33337"/>
                  <a:gd name="connsiteX14" fmla="*/ 4763 w 25717"/>
                  <a:gd name="connsiteY14" fmla="*/ 13335 h 33337"/>
                  <a:gd name="connsiteX15" fmla="*/ 5715 w 25717"/>
                  <a:gd name="connsiteY15" fmla="*/ 12383 h 33337"/>
                  <a:gd name="connsiteX16" fmla="*/ 20003 w 25717"/>
                  <a:gd name="connsiteY16" fmla="*/ 12383 h 33337"/>
                  <a:gd name="connsiteX17" fmla="*/ 20003 w 25717"/>
                  <a:gd name="connsiteY17" fmla="*/ 8573 h 33337"/>
                  <a:gd name="connsiteX18" fmla="*/ 17145 w 25717"/>
                  <a:gd name="connsiteY18" fmla="*/ 5715 h 33337"/>
                  <a:gd name="connsiteX19" fmla="*/ 13335 w 25717"/>
                  <a:gd name="connsiteY19" fmla="*/ 4763 h 33337"/>
                  <a:gd name="connsiteX20" fmla="*/ 8573 w 25717"/>
                  <a:gd name="connsiteY20" fmla="*/ 6668 h 33337"/>
                  <a:gd name="connsiteX21" fmla="*/ 5715 w 25717"/>
                  <a:gd name="connsiteY21" fmla="*/ 12383 h 3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717" h="33337">
                    <a:moveTo>
                      <a:pt x="5715" y="14288"/>
                    </a:moveTo>
                    <a:cubicBezTo>
                      <a:pt x="5715" y="19050"/>
                      <a:pt x="6668" y="22860"/>
                      <a:pt x="8573" y="24765"/>
                    </a:cubicBezTo>
                    <a:cubicBezTo>
                      <a:pt x="10478" y="26670"/>
                      <a:pt x="13335" y="28575"/>
                      <a:pt x="16193" y="28575"/>
                    </a:cubicBezTo>
                    <a:cubicBezTo>
                      <a:pt x="19050" y="28575"/>
                      <a:pt x="20003" y="28575"/>
                      <a:pt x="20955" y="26670"/>
                    </a:cubicBezTo>
                    <a:cubicBezTo>
                      <a:pt x="21908" y="24765"/>
                      <a:pt x="23813" y="23813"/>
                      <a:pt x="24765" y="20955"/>
                    </a:cubicBezTo>
                    <a:lnTo>
                      <a:pt x="25718" y="20955"/>
                    </a:lnTo>
                    <a:cubicBezTo>
                      <a:pt x="25718" y="24765"/>
                      <a:pt x="23813" y="27623"/>
                      <a:pt x="21908" y="29528"/>
                    </a:cubicBezTo>
                    <a:cubicBezTo>
                      <a:pt x="20003" y="31433"/>
                      <a:pt x="17145" y="33338"/>
                      <a:pt x="13335" y="33338"/>
                    </a:cubicBezTo>
                    <a:cubicBezTo>
                      <a:pt x="9525" y="33338"/>
                      <a:pt x="6668" y="31433"/>
                      <a:pt x="3810" y="28575"/>
                    </a:cubicBezTo>
                    <a:cubicBezTo>
                      <a:pt x="953" y="25718"/>
                      <a:pt x="0" y="21908"/>
                      <a:pt x="0" y="17145"/>
                    </a:cubicBezTo>
                    <a:cubicBezTo>
                      <a:pt x="0" y="12383"/>
                      <a:pt x="953" y="7620"/>
                      <a:pt x="3810" y="4763"/>
                    </a:cubicBezTo>
                    <a:cubicBezTo>
                      <a:pt x="6668" y="1905"/>
                      <a:pt x="9525" y="0"/>
                      <a:pt x="14288" y="0"/>
                    </a:cubicBezTo>
                    <a:cubicBezTo>
                      <a:pt x="19050" y="0"/>
                      <a:pt x="20955" y="953"/>
                      <a:pt x="22860" y="3810"/>
                    </a:cubicBezTo>
                    <a:cubicBezTo>
                      <a:pt x="24765" y="6668"/>
                      <a:pt x="25718" y="9525"/>
                      <a:pt x="25718" y="13335"/>
                    </a:cubicBezTo>
                    <a:lnTo>
                      <a:pt x="4763" y="13335"/>
                    </a:lnTo>
                    <a:close/>
                    <a:moveTo>
                      <a:pt x="5715" y="12383"/>
                    </a:moveTo>
                    <a:lnTo>
                      <a:pt x="20003" y="12383"/>
                    </a:lnTo>
                    <a:cubicBezTo>
                      <a:pt x="20003" y="10478"/>
                      <a:pt x="20003" y="8573"/>
                      <a:pt x="20003" y="8573"/>
                    </a:cubicBezTo>
                    <a:cubicBezTo>
                      <a:pt x="20003" y="7620"/>
                      <a:pt x="19050" y="6668"/>
                      <a:pt x="17145" y="5715"/>
                    </a:cubicBezTo>
                    <a:cubicBezTo>
                      <a:pt x="15240" y="4763"/>
                      <a:pt x="15240" y="4763"/>
                      <a:pt x="13335" y="4763"/>
                    </a:cubicBezTo>
                    <a:cubicBezTo>
                      <a:pt x="11430" y="4763"/>
                      <a:pt x="9525" y="4763"/>
                      <a:pt x="8573" y="6668"/>
                    </a:cubicBezTo>
                    <a:cubicBezTo>
                      <a:pt x="7620" y="8573"/>
                      <a:pt x="6668" y="10478"/>
                      <a:pt x="5715" y="123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62222BEE-85C7-88D8-8A18-8DE5076C0DF3}"/>
                  </a:ext>
                </a:extLst>
              </p:cNvPr>
              <p:cNvSpPr/>
              <p:nvPr/>
            </p:nvSpPr>
            <p:spPr>
              <a:xfrm>
                <a:off x="8181022" y="4721542"/>
                <a:ext cx="20954" cy="34289"/>
              </a:xfrm>
              <a:custGeom>
                <a:avLst/>
                <a:gdLst>
                  <a:gd name="connsiteX0" fmla="*/ 19050 w 20954"/>
                  <a:gd name="connsiteY0" fmla="*/ 2857 h 34289"/>
                  <a:gd name="connsiteX1" fmla="*/ 19050 w 20954"/>
                  <a:gd name="connsiteY1" fmla="*/ 13335 h 34289"/>
                  <a:gd name="connsiteX2" fmla="*/ 18097 w 20954"/>
                  <a:gd name="connsiteY2" fmla="*/ 13335 h 34289"/>
                  <a:gd name="connsiteX3" fmla="*/ 15240 w 20954"/>
                  <a:gd name="connsiteY3" fmla="*/ 6667 h 34289"/>
                  <a:gd name="connsiteX4" fmla="*/ 10477 w 20954"/>
                  <a:gd name="connsiteY4" fmla="*/ 4763 h 34289"/>
                  <a:gd name="connsiteX5" fmla="*/ 6667 w 20954"/>
                  <a:gd name="connsiteY5" fmla="*/ 5715 h 34289"/>
                  <a:gd name="connsiteX6" fmla="*/ 4763 w 20954"/>
                  <a:gd name="connsiteY6" fmla="*/ 8572 h 34289"/>
                  <a:gd name="connsiteX7" fmla="*/ 5715 w 20954"/>
                  <a:gd name="connsiteY7" fmla="*/ 11430 h 34289"/>
                  <a:gd name="connsiteX8" fmla="*/ 9525 w 20954"/>
                  <a:gd name="connsiteY8" fmla="*/ 14288 h 34289"/>
                  <a:gd name="connsiteX9" fmla="*/ 14288 w 20954"/>
                  <a:gd name="connsiteY9" fmla="*/ 16192 h 34289"/>
                  <a:gd name="connsiteX10" fmla="*/ 20955 w 20954"/>
                  <a:gd name="connsiteY10" fmla="*/ 24765 h 34289"/>
                  <a:gd name="connsiteX11" fmla="*/ 18097 w 20954"/>
                  <a:gd name="connsiteY11" fmla="*/ 31432 h 34289"/>
                  <a:gd name="connsiteX12" fmla="*/ 11430 w 20954"/>
                  <a:gd name="connsiteY12" fmla="*/ 34290 h 34289"/>
                  <a:gd name="connsiteX13" fmla="*/ 4763 w 20954"/>
                  <a:gd name="connsiteY13" fmla="*/ 33338 h 34289"/>
                  <a:gd name="connsiteX14" fmla="*/ 2857 w 20954"/>
                  <a:gd name="connsiteY14" fmla="*/ 33338 h 34289"/>
                  <a:gd name="connsiteX15" fmla="*/ 1905 w 20954"/>
                  <a:gd name="connsiteY15" fmla="*/ 33338 h 34289"/>
                  <a:gd name="connsiteX16" fmla="*/ 952 w 20954"/>
                  <a:gd name="connsiteY16" fmla="*/ 33338 h 34289"/>
                  <a:gd name="connsiteX17" fmla="*/ 952 w 20954"/>
                  <a:gd name="connsiteY17" fmla="*/ 22860 h 34289"/>
                  <a:gd name="connsiteX18" fmla="*/ 1905 w 20954"/>
                  <a:gd name="connsiteY18" fmla="*/ 22860 h 34289"/>
                  <a:gd name="connsiteX19" fmla="*/ 5715 w 20954"/>
                  <a:gd name="connsiteY19" fmla="*/ 29527 h 34289"/>
                  <a:gd name="connsiteX20" fmla="*/ 11430 w 20954"/>
                  <a:gd name="connsiteY20" fmla="*/ 31432 h 34289"/>
                  <a:gd name="connsiteX21" fmla="*/ 15240 w 20954"/>
                  <a:gd name="connsiteY21" fmla="*/ 30480 h 34289"/>
                  <a:gd name="connsiteX22" fmla="*/ 17145 w 20954"/>
                  <a:gd name="connsiteY22" fmla="*/ 27622 h 34289"/>
                  <a:gd name="connsiteX23" fmla="*/ 15240 w 20954"/>
                  <a:gd name="connsiteY23" fmla="*/ 23813 h 34289"/>
                  <a:gd name="connsiteX24" fmla="*/ 8572 w 20954"/>
                  <a:gd name="connsiteY24" fmla="*/ 20002 h 34289"/>
                  <a:gd name="connsiteX25" fmla="*/ 1905 w 20954"/>
                  <a:gd name="connsiteY25" fmla="*/ 15240 h 34289"/>
                  <a:gd name="connsiteX26" fmla="*/ 0 w 20954"/>
                  <a:gd name="connsiteY26" fmla="*/ 10477 h 34289"/>
                  <a:gd name="connsiteX27" fmla="*/ 2857 w 20954"/>
                  <a:gd name="connsiteY27" fmla="*/ 3810 h 34289"/>
                  <a:gd name="connsiteX28" fmla="*/ 9525 w 20954"/>
                  <a:gd name="connsiteY28" fmla="*/ 952 h 34289"/>
                  <a:gd name="connsiteX29" fmla="*/ 14288 w 20954"/>
                  <a:gd name="connsiteY29" fmla="*/ 952 h 34289"/>
                  <a:gd name="connsiteX30" fmla="*/ 16192 w 20954"/>
                  <a:gd name="connsiteY30" fmla="*/ 952 h 34289"/>
                  <a:gd name="connsiteX31" fmla="*/ 16192 w 20954"/>
                  <a:gd name="connsiteY31" fmla="*/ 952 h 34289"/>
                  <a:gd name="connsiteX32" fmla="*/ 16192 w 20954"/>
                  <a:gd name="connsiteY32" fmla="*/ 0 h 34289"/>
                  <a:gd name="connsiteX33" fmla="*/ 17145 w 20954"/>
                  <a:gd name="connsiteY33" fmla="*/ 0 h 34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54" h="34289">
                    <a:moveTo>
                      <a:pt x="19050" y="2857"/>
                    </a:moveTo>
                    <a:lnTo>
                      <a:pt x="19050" y="13335"/>
                    </a:lnTo>
                    <a:lnTo>
                      <a:pt x="18097" y="13335"/>
                    </a:lnTo>
                    <a:cubicBezTo>
                      <a:pt x="18097" y="10477"/>
                      <a:pt x="16192" y="7620"/>
                      <a:pt x="15240" y="6667"/>
                    </a:cubicBezTo>
                    <a:cubicBezTo>
                      <a:pt x="14288" y="5715"/>
                      <a:pt x="12382" y="4763"/>
                      <a:pt x="10477" y="4763"/>
                    </a:cubicBezTo>
                    <a:cubicBezTo>
                      <a:pt x="8572" y="4763"/>
                      <a:pt x="7620" y="4763"/>
                      <a:pt x="6667" y="5715"/>
                    </a:cubicBezTo>
                    <a:cubicBezTo>
                      <a:pt x="5715" y="6667"/>
                      <a:pt x="4763" y="7620"/>
                      <a:pt x="4763" y="8572"/>
                    </a:cubicBezTo>
                    <a:cubicBezTo>
                      <a:pt x="4763" y="9525"/>
                      <a:pt x="4763" y="10477"/>
                      <a:pt x="5715" y="11430"/>
                    </a:cubicBezTo>
                    <a:cubicBezTo>
                      <a:pt x="5715" y="11430"/>
                      <a:pt x="7620" y="13335"/>
                      <a:pt x="9525" y="14288"/>
                    </a:cubicBezTo>
                    <a:lnTo>
                      <a:pt x="14288" y="16192"/>
                    </a:lnTo>
                    <a:cubicBezTo>
                      <a:pt x="19050" y="18097"/>
                      <a:pt x="20955" y="20955"/>
                      <a:pt x="20955" y="24765"/>
                    </a:cubicBezTo>
                    <a:cubicBezTo>
                      <a:pt x="20955" y="28575"/>
                      <a:pt x="20002" y="29527"/>
                      <a:pt x="18097" y="31432"/>
                    </a:cubicBezTo>
                    <a:cubicBezTo>
                      <a:pt x="16192" y="33338"/>
                      <a:pt x="13335" y="34290"/>
                      <a:pt x="11430" y="34290"/>
                    </a:cubicBezTo>
                    <a:cubicBezTo>
                      <a:pt x="9525" y="34290"/>
                      <a:pt x="7620" y="34290"/>
                      <a:pt x="4763" y="33338"/>
                    </a:cubicBezTo>
                    <a:cubicBezTo>
                      <a:pt x="4763" y="33338"/>
                      <a:pt x="3810" y="33338"/>
                      <a:pt x="2857" y="33338"/>
                    </a:cubicBezTo>
                    <a:cubicBezTo>
                      <a:pt x="1905" y="33338"/>
                      <a:pt x="2857" y="33338"/>
                      <a:pt x="1905" y="33338"/>
                    </a:cubicBezTo>
                    <a:lnTo>
                      <a:pt x="952" y="33338"/>
                    </a:lnTo>
                    <a:lnTo>
                      <a:pt x="952" y="22860"/>
                    </a:lnTo>
                    <a:lnTo>
                      <a:pt x="1905" y="22860"/>
                    </a:lnTo>
                    <a:cubicBezTo>
                      <a:pt x="1905" y="25717"/>
                      <a:pt x="3810" y="28575"/>
                      <a:pt x="5715" y="29527"/>
                    </a:cubicBezTo>
                    <a:cubicBezTo>
                      <a:pt x="7620" y="30480"/>
                      <a:pt x="9525" y="31432"/>
                      <a:pt x="11430" y="31432"/>
                    </a:cubicBezTo>
                    <a:cubicBezTo>
                      <a:pt x="13335" y="31432"/>
                      <a:pt x="14288" y="31432"/>
                      <a:pt x="15240" y="30480"/>
                    </a:cubicBezTo>
                    <a:cubicBezTo>
                      <a:pt x="16192" y="29527"/>
                      <a:pt x="17145" y="28575"/>
                      <a:pt x="17145" y="27622"/>
                    </a:cubicBezTo>
                    <a:cubicBezTo>
                      <a:pt x="17145" y="26670"/>
                      <a:pt x="17145" y="24765"/>
                      <a:pt x="15240" y="23813"/>
                    </a:cubicBezTo>
                    <a:cubicBezTo>
                      <a:pt x="13335" y="22860"/>
                      <a:pt x="12382" y="21907"/>
                      <a:pt x="8572" y="20002"/>
                    </a:cubicBezTo>
                    <a:cubicBezTo>
                      <a:pt x="4763" y="18097"/>
                      <a:pt x="2857" y="17145"/>
                      <a:pt x="1905" y="15240"/>
                    </a:cubicBezTo>
                    <a:cubicBezTo>
                      <a:pt x="952" y="14288"/>
                      <a:pt x="0" y="12382"/>
                      <a:pt x="0" y="10477"/>
                    </a:cubicBezTo>
                    <a:cubicBezTo>
                      <a:pt x="0" y="8572"/>
                      <a:pt x="0" y="5715"/>
                      <a:pt x="2857" y="3810"/>
                    </a:cubicBezTo>
                    <a:cubicBezTo>
                      <a:pt x="5715" y="1905"/>
                      <a:pt x="6667" y="952"/>
                      <a:pt x="9525" y="952"/>
                    </a:cubicBezTo>
                    <a:cubicBezTo>
                      <a:pt x="12382" y="952"/>
                      <a:pt x="12382" y="952"/>
                      <a:pt x="14288" y="952"/>
                    </a:cubicBezTo>
                    <a:cubicBezTo>
                      <a:pt x="15240" y="952"/>
                      <a:pt x="16192" y="952"/>
                      <a:pt x="16192" y="952"/>
                    </a:cubicBezTo>
                    <a:cubicBezTo>
                      <a:pt x="16192" y="952"/>
                      <a:pt x="16192" y="952"/>
                      <a:pt x="16192" y="952"/>
                    </a:cubicBezTo>
                    <a:cubicBezTo>
                      <a:pt x="16192" y="952"/>
                      <a:pt x="16192" y="952"/>
                      <a:pt x="16192" y="0"/>
                    </a:cubicBez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6" name="Graphic 4">
              <a:extLst>
                <a:ext uri="{FF2B5EF4-FFF2-40B4-BE49-F238E27FC236}">
                  <a16:creationId xmlns:a16="http://schemas.microsoft.com/office/drawing/2014/main" id="{8B65E62F-32EB-1628-DEA0-129A9E6FC0CC}"/>
                </a:ext>
              </a:extLst>
            </p:cNvPr>
            <p:cNvGrpSpPr/>
            <p:nvPr/>
          </p:nvGrpSpPr>
          <p:grpSpPr>
            <a:xfrm>
              <a:off x="6030277" y="4381500"/>
              <a:ext cx="460057" cy="294322"/>
              <a:chOff x="6030277" y="4381500"/>
              <a:chExt cx="460057" cy="294322"/>
            </a:xfrm>
            <a:solidFill>
              <a:srgbClr val="000000"/>
            </a:solidFill>
          </p:grpSpPr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B8E5AA64-204B-C848-0BAD-6A8E4231E887}"/>
                  </a:ext>
                </a:extLst>
              </p:cNvPr>
              <p:cNvSpPr/>
              <p:nvPr/>
            </p:nvSpPr>
            <p:spPr>
              <a:xfrm>
                <a:off x="6141719" y="4386262"/>
                <a:ext cx="80010" cy="63817"/>
              </a:xfrm>
              <a:custGeom>
                <a:avLst/>
                <a:gdLst>
                  <a:gd name="connsiteX0" fmla="*/ 37148 w 80010"/>
                  <a:gd name="connsiteY0" fmla="*/ 60960 h 63817"/>
                  <a:gd name="connsiteX1" fmla="*/ 13335 w 80010"/>
                  <a:gd name="connsiteY1" fmla="*/ 8572 h 63817"/>
                  <a:gd name="connsiteX2" fmla="*/ 13335 w 80010"/>
                  <a:gd name="connsiteY2" fmla="*/ 50482 h 63817"/>
                  <a:gd name="connsiteX3" fmla="*/ 14288 w 80010"/>
                  <a:gd name="connsiteY3" fmla="*/ 58103 h 63817"/>
                  <a:gd name="connsiteX4" fmla="*/ 20003 w 80010"/>
                  <a:gd name="connsiteY4" fmla="*/ 60007 h 63817"/>
                  <a:gd name="connsiteX5" fmla="*/ 21908 w 80010"/>
                  <a:gd name="connsiteY5" fmla="*/ 60007 h 63817"/>
                  <a:gd name="connsiteX6" fmla="*/ 21908 w 80010"/>
                  <a:gd name="connsiteY6" fmla="*/ 61913 h 63817"/>
                  <a:gd name="connsiteX7" fmla="*/ 0 w 80010"/>
                  <a:gd name="connsiteY7" fmla="*/ 61913 h 63817"/>
                  <a:gd name="connsiteX8" fmla="*/ 0 w 80010"/>
                  <a:gd name="connsiteY8" fmla="*/ 60007 h 63817"/>
                  <a:gd name="connsiteX9" fmla="*/ 1905 w 80010"/>
                  <a:gd name="connsiteY9" fmla="*/ 60007 h 63817"/>
                  <a:gd name="connsiteX10" fmla="*/ 7620 w 80010"/>
                  <a:gd name="connsiteY10" fmla="*/ 57150 h 63817"/>
                  <a:gd name="connsiteX11" fmla="*/ 8573 w 80010"/>
                  <a:gd name="connsiteY11" fmla="*/ 50482 h 63817"/>
                  <a:gd name="connsiteX12" fmla="*/ 8573 w 80010"/>
                  <a:gd name="connsiteY12" fmla="*/ 9525 h 63817"/>
                  <a:gd name="connsiteX13" fmla="*/ 8573 w 80010"/>
                  <a:gd name="connsiteY13" fmla="*/ 3810 h 63817"/>
                  <a:gd name="connsiteX14" fmla="*/ 6668 w 80010"/>
                  <a:gd name="connsiteY14" fmla="*/ 1905 h 63817"/>
                  <a:gd name="connsiteX15" fmla="*/ 953 w 80010"/>
                  <a:gd name="connsiteY15" fmla="*/ 1905 h 63817"/>
                  <a:gd name="connsiteX16" fmla="*/ 953 w 80010"/>
                  <a:gd name="connsiteY16" fmla="*/ 0 h 63817"/>
                  <a:gd name="connsiteX17" fmla="*/ 18098 w 80010"/>
                  <a:gd name="connsiteY17" fmla="*/ 0 h 63817"/>
                  <a:gd name="connsiteX18" fmla="*/ 40958 w 80010"/>
                  <a:gd name="connsiteY18" fmla="*/ 48578 h 63817"/>
                  <a:gd name="connsiteX19" fmla="*/ 62865 w 80010"/>
                  <a:gd name="connsiteY19" fmla="*/ 0 h 63817"/>
                  <a:gd name="connsiteX20" fmla="*/ 80010 w 80010"/>
                  <a:gd name="connsiteY20" fmla="*/ 0 h 63817"/>
                  <a:gd name="connsiteX21" fmla="*/ 80010 w 80010"/>
                  <a:gd name="connsiteY21" fmla="*/ 1905 h 63817"/>
                  <a:gd name="connsiteX22" fmla="*/ 78105 w 80010"/>
                  <a:gd name="connsiteY22" fmla="*/ 1905 h 63817"/>
                  <a:gd name="connsiteX23" fmla="*/ 72390 w 80010"/>
                  <a:gd name="connsiteY23" fmla="*/ 4763 h 63817"/>
                  <a:gd name="connsiteX24" fmla="*/ 71438 w 80010"/>
                  <a:gd name="connsiteY24" fmla="*/ 11430 h 63817"/>
                  <a:gd name="connsiteX25" fmla="*/ 71438 w 80010"/>
                  <a:gd name="connsiteY25" fmla="*/ 52388 h 63817"/>
                  <a:gd name="connsiteX26" fmla="*/ 72390 w 80010"/>
                  <a:gd name="connsiteY26" fmla="*/ 60007 h 63817"/>
                  <a:gd name="connsiteX27" fmla="*/ 78105 w 80010"/>
                  <a:gd name="connsiteY27" fmla="*/ 61913 h 63817"/>
                  <a:gd name="connsiteX28" fmla="*/ 80010 w 80010"/>
                  <a:gd name="connsiteY28" fmla="*/ 61913 h 63817"/>
                  <a:gd name="connsiteX29" fmla="*/ 80010 w 80010"/>
                  <a:gd name="connsiteY29" fmla="*/ 63818 h 63817"/>
                  <a:gd name="connsiteX30" fmla="*/ 53340 w 80010"/>
                  <a:gd name="connsiteY30" fmla="*/ 63818 h 63817"/>
                  <a:gd name="connsiteX31" fmla="*/ 53340 w 80010"/>
                  <a:gd name="connsiteY31" fmla="*/ 61913 h 63817"/>
                  <a:gd name="connsiteX32" fmla="*/ 55245 w 80010"/>
                  <a:gd name="connsiteY32" fmla="*/ 61913 h 63817"/>
                  <a:gd name="connsiteX33" fmla="*/ 60960 w 80010"/>
                  <a:gd name="connsiteY33" fmla="*/ 59055 h 63817"/>
                  <a:gd name="connsiteX34" fmla="*/ 61913 w 80010"/>
                  <a:gd name="connsiteY34" fmla="*/ 52388 h 63817"/>
                  <a:gd name="connsiteX35" fmla="*/ 61913 w 80010"/>
                  <a:gd name="connsiteY35" fmla="*/ 10478 h 63817"/>
                  <a:gd name="connsiteX36" fmla="*/ 38100 w 80010"/>
                  <a:gd name="connsiteY36" fmla="*/ 62865 h 63817"/>
                  <a:gd name="connsiteX37" fmla="*/ 36195 w 80010"/>
                  <a:gd name="connsiteY37" fmla="*/ 62865 h 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0010" h="63817">
                    <a:moveTo>
                      <a:pt x="37148" y="60960"/>
                    </a:moveTo>
                    <a:lnTo>
                      <a:pt x="13335" y="8572"/>
                    </a:lnTo>
                    <a:lnTo>
                      <a:pt x="13335" y="50482"/>
                    </a:lnTo>
                    <a:cubicBezTo>
                      <a:pt x="13335" y="54293"/>
                      <a:pt x="13335" y="57150"/>
                      <a:pt x="14288" y="58103"/>
                    </a:cubicBezTo>
                    <a:cubicBezTo>
                      <a:pt x="15240" y="59055"/>
                      <a:pt x="17145" y="60007"/>
                      <a:pt x="20003" y="60007"/>
                    </a:cubicBezTo>
                    <a:lnTo>
                      <a:pt x="21908" y="60007"/>
                    </a:lnTo>
                    <a:lnTo>
                      <a:pt x="21908" y="61913"/>
                    </a:lnTo>
                    <a:lnTo>
                      <a:pt x="0" y="61913"/>
                    </a:lnTo>
                    <a:lnTo>
                      <a:pt x="0" y="60007"/>
                    </a:lnTo>
                    <a:lnTo>
                      <a:pt x="1905" y="60007"/>
                    </a:lnTo>
                    <a:cubicBezTo>
                      <a:pt x="4763" y="60007"/>
                      <a:pt x="6668" y="60007"/>
                      <a:pt x="7620" y="57150"/>
                    </a:cubicBezTo>
                    <a:cubicBezTo>
                      <a:pt x="7620" y="56197"/>
                      <a:pt x="8573" y="54293"/>
                      <a:pt x="8573" y="50482"/>
                    </a:cubicBezTo>
                    <a:lnTo>
                      <a:pt x="8573" y="9525"/>
                    </a:lnTo>
                    <a:cubicBezTo>
                      <a:pt x="8573" y="6668"/>
                      <a:pt x="8573" y="4763"/>
                      <a:pt x="8573" y="3810"/>
                    </a:cubicBezTo>
                    <a:cubicBezTo>
                      <a:pt x="8573" y="3810"/>
                      <a:pt x="7620" y="1905"/>
                      <a:pt x="6668" y="1905"/>
                    </a:cubicBezTo>
                    <a:cubicBezTo>
                      <a:pt x="5715" y="1905"/>
                      <a:pt x="3810" y="1905"/>
                      <a:pt x="953" y="1905"/>
                    </a:cubicBezTo>
                    <a:lnTo>
                      <a:pt x="953" y="0"/>
                    </a:lnTo>
                    <a:lnTo>
                      <a:pt x="18098" y="0"/>
                    </a:lnTo>
                    <a:lnTo>
                      <a:pt x="40958" y="48578"/>
                    </a:lnTo>
                    <a:lnTo>
                      <a:pt x="62865" y="0"/>
                    </a:lnTo>
                    <a:lnTo>
                      <a:pt x="80010" y="0"/>
                    </a:lnTo>
                    <a:lnTo>
                      <a:pt x="80010" y="1905"/>
                    </a:lnTo>
                    <a:lnTo>
                      <a:pt x="78105" y="1905"/>
                    </a:lnTo>
                    <a:cubicBezTo>
                      <a:pt x="75248" y="1905"/>
                      <a:pt x="73343" y="1905"/>
                      <a:pt x="72390" y="4763"/>
                    </a:cubicBezTo>
                    <a:cubicBezTo>
                      <a:pt x="72390" y="5715"/>
                      <a:pt x="71438" y="7620"/>
                      <a:pt x="71438" y="11430"/>
                    </a:cubicBezTo>
                    <a:lnTo>
                      <a:pt x="71438" y="52388"/>
                    </a:lnTo>
                    <a:cubicBezTo>
                      <a:pt x="71438" y="56197"/>
                      <a:pt x="71438" y="59055"/>
                      <a:pt x="72390" y="60007"/>
                    </a:cubicBezTo>
                    <a:cubicBezTo>
                      <a:pt x="73343" y="60960"/>
                      <a:pt x="75248" y="61913"/>
                      <a:pt x="78105" y="61913"/>
                    </a:cubicBezTo>
                    <a:lnTo>
                      <a:pt x="80010" y="61913"/>
                    </a:lnTo>
                    <a:lnTo>
                      <a:pt x="80010" y="63818"/>
                    </a:lnTo>
                    <a:lnTo>
                      <a:pt x="53340" y="63818"/>
                    </a:lnTo>
                    <a:lnTo>
                      <a:pt x="53340" y="61913"/>
                    </a:lnTo>
                    <a:lnTo>
                      <a:pt x="55245" y="61913"/>
                    </a:lnTo>
                    <a:cubicBezTo>
                      <a:pt x="58103" y="61913"/>
                      <a:pt x="60008" y="61913"/>
                      <a:pt x="60960" y="59055"/>
                    </a:cubicBezTo>
                    <a:cubicBezTo>
                      <a:pt x="60960" y="58103"/>
                      <a:pt x="61913" y="56197"/>
                      <a:pt x="61913" y="52388"/>
                    </a:cubicBezTo>
                    <a:lnTo>
                      <a:pt x="61913" y="10478"/>
                    </a:lnTo>
                    <a:lnTo>
                      <a:pt x="38100" y="62865"/>
                    </a:lnTo>
                    <a:lnTo>
                      <a:pt x="36195" y="6286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A532C2D5-78A6-6062-857F-3A80FF38BE42}"/>
                  </a:ext>
                </a:extLst>
              </p:cNvPr>
              <p:cNvSpPr/>
              <p:nvPr/>
            </p:nvSpPr>
            <p:spPr>
              <a:xfrm>
                <a:off x="6223634" y="4405312"/>
                <a:ext cx="45720" cy="43815"/>
              </a:xfrm>
              <a:custGeom>
                <a:avLst/>
                <a:gdLst>
                  <a:gd name="connsiteX0" fmla="*/ 40005 w 45720"/>
                  <a:gd name="connsiteY0" fmla="*/ 0 h 43815"/>
                  <a:gd name="connsiteX1" fmla="*/ 40005 w 45720"/>
                  <a:gd name="connsiteY1" fmla="*/ 25718 h 43815"/>
                  <a:gd name="connsiteX2" fmla="*/ 40005 w 45720"/>
                  <a:gd name="connsiteY2" fmla="*/ 34290 h 43815"/>
                  <a:gd name="connsiteX3" fmla="*/ 40958 w 45720"/>
                  <a:gd name="connsiteY3" fmla="*/ 36195 h 43815"/>
                  <a:gd name="connsiteX4" fmla="*/ 42863 w 45720"/>
                  <a:gd name="connsiteY4" fmla="*/ 36195 h 43815"/>
                  <a:gd name="connsiteX5" fmla="*/ 45720 w 45720"/>
                  <a:gd name="connsiteY5" fmla="*/ 36195 h 43815"/>
                  <a:gd name="connsiteX6" fmla="*/ 45720 w 45720"/>
                  <a:gd name="connsiteY6" fmla="*/ 38100 h 43815"/>
                  <a:gd name="connsiteX7" fmla="*/ 33338 w 45720"/>
                  <a:gd name="connsiteY7" fmla="*/ 42863 h 43815"/>
                  <a:gd name="connsiteX8" fmla="*/ 31433 w 45720"/>
                  <a:gd name="connsiteY8" fmla="*/ 42863 h 43815"/>
                  <a:gd name="connsiteX9" fmla="*/ 31433 w 45720"/>
                  <a:gd name="connsiteY9" fmla="*/ 34290 h 43815"/>
                  <a:gd name="connsiteX10" fmla="*/ 22860 w 45720"/>
                  <a:gd name="connsiteY10" fmla="*/ 41910 h 43815"/>
                  <a:gd name="connsiteX11" fmla="*/ 17145 w 45720"/>
                  <a:gd name="connsiteY11" fmla="*/ 43815 h 43815"/>
                  <a:gd name="connsiteX12" fmla="*/ 11430 w 45720"/>
                  <a:gd name="connsiteY12" fmla="*/ 41910 h 43815"/>
                  <a:gd name="connsiteX13" fmla="*/ 7620 w 45720"/>
                  <a:gd name="connsiteY13" fmla="*/ 36195 h 43815"/>
                  <a:gd name="connsiteX14" fmla="*/ 6668 w 45720"/>
                  <a:gd name="connsiteY14" fmla="*/ 26670 h 43815"/>
                  <a:gd name="connsiteX15" fmla="*/ 6668 w 45720"/>
                  <a:gd name="connsiteY15" fmla="*/ 7620 h 43815"/>
                  <a:gd name="connsiteX16" fmla="*/ 6668 w 45720"/>
                  <a:gd name="connsiteY16" fmla="*/ 3810 h 43815"/>
                  <a:gd name="connsiteX17" fmla="*/ 4763 w 45720"/>
                  <a:gd name="connsiteY17" fmla="*/ 1905 h 43815"/>
                  <a:gd name="connsiteX18" fmla="*/ 0 w 45720"/>
                  <a:gd name="connsiteY18" fmla="*/ 1905 h 43815"/>
                  <a:gd name="connsiteX19" fmla="*/ 0 w 45720"/>
                  <a:gd name="connsiteY19" fmla="*/ 0 h 43815"/>
                  <a:gd name="connsiteX20" fmla="*/ 14288 w 45720"/>
                  <a:gd name="connsiteY20" fmla="*/ 0 h 43815"/>
                  <a:gd name="connsiteX21" fmla="*/ 14288 w 45720"/>
                  <a:gd name="connsiteY21" fmla="*/ 27622 h 43815"/>
                  <a:gd name="connsiteX22" fmla="*/ 16193 w 45720"/>
                  <a:gd name="connsiteY22" fmla="*/ 35243 h 43815"/>
                  <a:gd name="connsiteX23" fmla="*/ 20955 w 45720"/>
                  <a:gd name="connsiteY23" fmla="*/ 37147 h 43815"/>
                  <a:gd name="connsiteX24" fmla="*/ 25718 w 45720"/>
                  <a:gd name="connsiteY24" fmla="*/ 36195 h 43815"/>
                  <a:gd name="connsiteX25" fmla="*/ 31433 w 45720"/>
                  <a:gd name="connsiteY25" fmla="*/ 31432 h 43815"/>
                  <a:gd name="connsiteX26" fmla="*/ 31433 w 45720"/>
                  <a:gd name="connsiteY26" fmla="*/ 7620 h 43815"/>
                  <a:gd name="connsiteX27" fmla="*/ 30480 w 45720"/>
                  <a:gd name="connsiteY27" fmla="*/ 2857 h 43815"/>
                  <a:gd name="connsiteX28" fmla="*/ 24765 w 45720"/>
                  <a:gd name="connsiteY28" fmla="*/ 1905 h 43815"/>
                  <a:gd name="connsiteX29" fmla="*/ 24765 w 45720"/>
                  <a:gd name="connsiteY29" fmla="*/ 0 h 43815"/>
                  <a:gd name="connsiteX30" fmla="*/ 39053 w 45720"/>
                  <a:gd name="connsiteY30" fmla="*/ 0 h 43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5720" h="43815">
                    <a:moveTo>
                      <a:pt x="40005" y="0"/>
                    </a:moveTo>
                    <a:lnTo>
                      <a:pt x="40005" y="25718"/>
                    </a:lnTo>
                    <a:cubicBezTo>
                      <a:pt x="40005" y="30480"/>
                      <a:pt x="40005" y="33338"/>
                      <a:pt x="40005" y="34290"/>
                    </a:cubicBezTo>
                    <a:cubicBezTo>
                      <a:pt x="40005" y="35243"/>
                      <a:pt x="40005" y="36195"/>
                      <a:pt x="40958" y="36195"/>
                    </a:cubicBezTo>
                    <a:cubicBezTo>
                      <a:pt x="41910" y="36195"/>
                      <a:pt x="41910" y="36195"/>
                      <a:pt x="42863" y="36195"/>
                    </a:cubicBezTo>
                    <a:cubicBezTo>
                      <a:pt x="43815" y="36195"/>
                      <a:pt x="44768" y="36195"/>
                      <a:pt x="45720" y="36195"/>
                    </a:cubicBezTo>
                    <a:lnTo>
                      <a:pt x="45720" y="38100"/>
                    </a:lnTo>
                    <a:cubicBezTo>
                      <a:pt x="45720" y="38100"/>
                      <a:pt x="33338" y="42863"/>
                      <a:pt x="33338" y="42863"/>
                    </a:cubicBezTo>
                    <a:lnTo>
                      <a:pt x="31433" y="42863"/>
                    </a:lnTo>
                    <a:lnTo>
                      <a:pt x="31433" y="34290"/>
                    </a:lnTo>
                    <a:cubicBezTo>
                      <a:pt x="27622" y="38100"/>
                      <a:pt x="24765" y="40957"/>
                      <a:pt x="22860" y="41910"/>
                    </a:cubicBezTo>
                    <a:cubicBezTo>
                      <a:pt x="20955" y="42863"/>
                      <a:pt x="19050" y="43815"/>
                      <a:pt x="17145" y="43815"/>
                    </a:cubicBezTo>
                    <a:cubicBezTo>
                      <a:pt x="15240" y="43815"/>
                      <a:pt x="12383" y="43815"/>
                      <a:pt x="11430" y="41910"/>
                    </a:cubicBezTo>
                    <a:cubicBezTo>
                      <a:pt x="10478" y="40005"/>
                      <a:pt x="8572" y="39053"/>
                      <a:pt x="7620" y="36195"/>
                    </a:cubicBezTo>
                    <a:cubicBezTo>
                      <a:pt x="6668" y="33338"/>
                      <a:pt x="6668" y="31432"/>
                      <a:pt x="6668" y="26670"/>
                    </a:cubicBezTo>
                    <a:lnTo>
                      <a:pt x="6668" y="7620"/>
                    </a:lnTo>
                    <a:cubicBezTo>
                      <a:pt x="6668" y="5715"/>
                      <a:pt x="6668" y="3810"/>
                      <a:pt x="6668" y="3810"/>
                    </a:cubicBezTo>
                    <a:cubicBezTo>
                      <a:pt x="6668" y="3810"/>
                      <a:pt x="5715" y="2857"/>
                      <a:pt x="4763" y="1905"/>
                    </a:cubicBezTo>
                    <a:cubicBezTo>
                      <a:pt x="3810" y="953"/>
                      <a:pt x="2858" y="1905"/>
                      <a:pt x="0" y="1905"/>
                    </a:cubicBezTo>
                    <a:lnTo>
                      <a:pt x="0" y="0"/>
                    </a:lnTo>
                    <a:lnTo>
                      <a:pt x="14288" y="0"/>
                    </a:lnTo>
                    <a:lnTo>
                      <a:pt x="14288" y="27622"/>
                    </a:lnTo>
                    <a:cubicBezTo>
                      <a:pt x="14288" y="31432"/>
                      <a:pt x="14288" y="34290"/>
                      <a:pt x="16193" y="35243"/>
                    </a:cubicBezTo>
                    <a:cubicBezTo>
                      <a:pt x="18097" y="36195"/>
                      <a:pt x="19050" y="37147"/>
                      <a:pt x="20955" y="37147"/>
                    </a:cubicBezTo>
                    <a:cubicBezTo>
                      <a:pt x="22860" y="37147"/>
                      <a:pt x="23813" y="37147"/>
                      <a:pt x="25718" y="36195"/>
                    </a:cubicBezTo>
                    <a:cubicBezTo>
                      <a:pt x="27622" y="35243"/>
                      <a:pt x="29528" y="33338"/>
                      <a:pt x="31433" y="31432"/>
                    </a:cubicBezTo>
                    <a:lnTo>
                      <a:pt x="31433" y="7620"/>
                    </a:lnTo>
                    <a:cubicBezTo>
                      <a:pt x="31433" y="4763"/>
                      <a:pt x="31433" y="3810"/>
                      <a:pt x="30480" y="2857"/>
                    </a:cubicBezTo>
                    <a:cubicBezTo>
                      <a:pt x="29528" y="1905"/>
                      <a:pt x="27622" y="1905"/>
                      <a:pt x="24765" y="1905"/>
                    </a:cubicBezTo>
                    <a:lnTo>
                      <a:pt x="24765" y="0"/>
                    </a:lnTo>
                    <a:lnTo>
                      <a:pt x="390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1A95D6C5-CFF1-1E43-8D74-794267C2D230}"/>
                  </a:ext>
                </a:extLst>
              </p:cNvPr>
              <p:cNvSpPr/>
              <p:nvPr/>
            </p:nvSpPr>
            <p:spPr>
              <a:xfrm>
                <a:off x="6273165" y="4381500"/>
                <a:ext cx="20954" cy="64769"/>
              </a:xfrm>
              <a:custGeom>
                <a:avLst/>
                <a:gdLst>
                  <a:gd name="connsiteX0" fmla="*/ 14288 w 20954"/>
                  <a:gd name="connsiteY0" fmla="*/ 953 h 64769"/>
                  <a:gd name="connsiteX1" fmla="*/ 14288 w 20954"/>
                  <a:gd name="connsiteY1" fmla="*/ 56197 h 64769"/>
                  <a:gd name="connsiteX2" fmla="*/ 14288 w 20954"/>
                  <a:gd name="connsiteY2" fmla="*/ 60960 h 64769"/>
                  <a:gd name="connsiteX3" fmla="*/ 16192 w 20954"/>
                  <a:gd name="connsiteY3" fmla="*/ 62865 h 64769"/>
                  <a:gd name="connsiteX4" fmla="*/ 20955 w 20954"/>
                  <a:gd name="connsiteY4" fmla="*/ 62865 h 64769"/>
                  <a:gd name="connsiteX5" fmla="*/ 20955 w 20954"/>
                  <a:gd name="connsiteY5" fmla="*/ 64770 h 64769"/>
                  <a:gd name="connsiteX6" fmla="*/ 0 w 20954"/>
                  <a:gd name="connsiteY6" fmla="*/ 64770 h 64769"/>
                  <a:gd name="connsiteX7" fmla="*/ 0 w 20954"/>
                  <a:gd name="connsiteY7" fmla="*/ 62865 h 64769"/>
                  <a:gd name="connsiteX8" fmla="*/ 3810 w 20954"/>
                  <a:gd name="connsiteY8" fmla="*/ 62865 h 64769"/>
                  <a:gd name="connsiteX9" fmla="*/ 5715 w 20954"/>
                  <a:gd name="connsiteY9" fmla="*/ 60960 h 64769"/>
                  <a:gd name="connsiteX10" fmla="*/ 5715 w 20954"/>
                  <a:gd name="connsiteY10" fmla="*/ 55245 h 64769"/>
                  <a:gd name="connsiteX11" fmla="*/ 5715 w 20954"/>
                  <a:gd name="connsiteY11" fmla="*/ 17145 h 64769"/>
                  <a:gd name="connsiteX12" fmla="*/ 5715 w 20954"/>
                  <a:gd name="connsiteY12" fmla="*/ 8572 h 64769"/>
                  <a:gd name="connsiteX13" fmla="*/ 4763 w 20954"/>
                  <a:gd name="connsiteY13" fmla="*/ 6668 h 64769"/>
                  <a:gd name="connsiteX14" fmla="*/ 2857 w 20954"/>
                  <a:gd name="connsiteY14" fmla="*/ 6668 h 64769"/>
                  <a:gd name="connsiteX15" fmla="*/ 0 w 20954"/>
                  <a:gd name="connsiteY15" fmla="*/ 6668 h 64769"/>
                  <a:gd name="connsiteX16" fmla="*/ 0 w 20954"/>
                  <a:gd name="connsiteY16" fmla="*/ 4763 h 64769"/>
                  <a:gd name="connsiteX17" fmla="*/ 11430 w 20954"/>
                  <a:gd name="connsiteY17" fmla="*/ 0 h 64769"/>
                  <a:gd name="connsiteX18" fmla="*/ 13335 w 20954"/>
                  <a:gd name="connsiteY18" fmla="*/ 0 h 64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954" h="64769">
                    <a:moveTo>
                      <a:pt x="14288" y="953"/>
                    </a:moveTo>
                    <a:lnTo>
                      <a:pt x="14288" y="56197"/>
                    </a:lnTo>
                    <a:cubicBezTo>
                      <a:pt x="14288" y="59055"/>
                      <a:pt x="14288" y="60960"/>
                      <a:pt x="14288" y="60960"/>
                    </a:cubicBezTo>
                    <a:cubicBezTo>
                      <a:pt x="14288" y="60960"/>
                      <a:pt x="15240" y="62865"/>
                      <a:pt x="16192" y="62865"/>
                    </a:cubicBezTo>
                    <a:cubicBezTo>
                      <a:pt x="17145" y="62865"/>
                      <a:pt x="18097" y="62865"/>
                      <a:pt x="20955" y="62865"/>
                    </a:cubicBezTo>
                    <a:lnTo>
                      <a:pt x="20955" y="64770"/>
                    </a:lnTo>
                    <a:lnTo>
                      <a:pt x="0" y="64770"/>
                    </a:lnTo>
                    <a:lnTo>
                      <a:pt x="0" y="62865"/>
                    </a:lnTo>
                    <a:cubicBezTo>
                      <a:pt x="1905" y="62865"/>
                      <a:pt x="2857" y="62865"/>
                      <a:pt x="3810" y="62865"/>
                    </a:cubicBezTo>
                    <a:cubicBezTo>
                      <a:pt x="4763" y="62865"/>
                      <a:pt x="4763" y="61913"/>
                      <a:pt x="5715" y="60960"/>
                    </a:cubicBezTo>
                    <a:cubicBezTo>
                      <a:pt x="6667" y="60007"/>
                      <a:pt x="5715" y="58103"/>
                      <a:pt x="5715" y="55245"/>
                    </a:cubicBezTo>
                    <a:lnTo>
                      <a:pt x="5715" y="17145"/>
                    </a:lnTo>
                    <a:cubicBezTo>
                      <a:pt x="5715" y="12382"/>
                      <a:pt x="5715" y="9525"/>
                      <a:pt x="5715" y="8572"/>
                    </a:cubicBezTo>
                    <a:cubicBezTo>
                      <a:pt x="5715" y="7620"/>
                      <a:pt x="5715" y="6668"/>
                      <a:pt x="4763" y="6668"/>
                    </a:cubicBezTo>
                    <a:cubicBezTo>
                      <a:pt x="3810" y="6668"/>
                      <a:pt x="3810" y="6668"/>
                      <a:pt x="2857" y="6668"/>
                    </a:cubicBezTo>
                    <a:cubicBezTo>
                      <a:pt x="1905" y="6668"/>
                      <a:pt x="953" y="6668"/>
                      <a:pt x="0" y="6668"/>
                    </a:cubicBezTo>
                    <a:lnTo>
                      <a:pt x="0" y="4763"/>
                    </a:lnTo>
                    <a:cubicBezTo>
                      <a:pt x="0" y="4763"/>
                      <a:pt x="11430" y="0"/>
                      <a:pt x="11430" y="0"/>
                    </a:cubicBezTo>
                    <a:lnTo>
                      <a:pt x="133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0C0CA1CE-8D47-F05E-CB8F-AD03B236B1F9}"/>
                  </a:ext>
                </a:extLst>
              </p:cNvPr>
              <p:cNvSpPr/>
              <p:nvPr/>
            </p:nvSpPr>
            <p:spPr>
              <a:xfrm>
                <a:off x="6296977" y="4389119"/>
                <a:ext cx="24765" cy="58102"/>
              </a:xfrm>
              <a:custGeom>
                <a:avLst/>
                <a:gdLst>
                  <a:gd name="connsiteX0" fmla="*/ 14288 w 24765"/>
                  <a:gd name="connsiteY0" fmla="*/ 1905 h 58102"/>
                  <a:gd name="connsiteX1" fmla="*/ 14288 w 24765"/>
                  <a:gd name="connsiteY1" fmla="*/ 15240 h 58102"/>
                  <a:gd name="connsiteX2" fmla="*/ 23813 w 24765"/>
                  <a:gd name="connsiteY2" fmla="*/ 15240 h 58102"/>
                  <a:gd name="connsiteX3" fmla="*/ 23813 w 24765"/>
                  <a:gd name="connsiteY3" fmla="*/ 18098 h 58102"/>
                  <a:gd name="connsiteX4" fmla="*/ 14288 w 24765"/>
                  <a:gd name="connsiteY4" fmla="*/ 18098 h 58102"/>
                  <a:gd name="connsiteX5" fmla="*/ 14288 w 24765"/>
                  <a:gd name="connsiteY5" fmla="*/ 45720 h 58102"/>
                  <a:gd name="connsiteX6" fmla="*/ 15240 w 24765"/>
                  <a:gd name="connsiteY6" fmla="*/ 51435 h 58102"/>
                  <a:gd name="connsiteX7" fmla="*/ 18097 w 24765"/>
                  <a:gd name="connsiteY7" fmla="*/ 52388 h 58102"/>
                  <a:gd name="connsiteX8" fmla="*/ 20955 w 24765"/>
                  <a:gd name="connsiteY8" fmla="*/ 52388 h 58102"/>
                  <a:gd name="connsiteX9" fmla="*/ 22860 w 24765"/>
                  <a:gd name="connsiteY9" fmla="*/ 49530 h 58102"/>
                  <a:gd name="connsiteX10" fmla="*/ 24765 w 24765"/>
                  <a:gd name="connsiteY10" fmla="*/ 49530 h 58102"/>
                  <a:gd name="connsiteX11" fmla="*/ 20003 w 24765"/>
                  <a:gd name="connsiteY11" fmla="*/ 56198 h 58102"/>
                  <a:gd name="connsiteX12" fmla="*/ 14288 w 24765"/>
                  <a:gd name="connsiteY12" fmla="*/ 58103 h 58102"/>
                  <a:gd name="connsiteX13" fmla="*/ 10478 w 24765"/>
                  <a:gd name="connsiteY13" fmla="*/ 57150 h 58102"/>
                  <a:gd name="connsiteX14" fmla="*/ 7620 w 24765"/>
                  <a:gd name="connsiteY14" fmla="*/ 53340 h 58102"/>
                  <a:gd name="connsiteX15" fmla="*/ 6667 w 24765"/>
                  <a:gd name="connsiteY15" fmla="*/ 46673 h 58102"/>
                  <a:gd name="connsiteX16" fmla="*/ 6667 w 24765"/>
                  <a:gd name="connsiteY16" fmla="*/ 18098 h 58102"/>
                  <a:gd name="connsiteX17" fmla="*/ 0 w 24765"/>
                  <a:gd name="connsiteY17" fmla="*/ 18098 h 58102"/>
                  <a:gd name="connsiteX18" fmla="*/ 0 w 24765"/>
                  <a:gd name="connsiteY18" fmla="*/ 16193 h 58102"/>
                  <a:gd name="connsiteX19" fmla="*/ 4763 w 24765"/>
                  <a:gd name="connsiteY19" fmla="*/ 12383 h 58102"/>
                  <a:gd name="connsiteX20" fmla="*/ 9525 w 24765"/>
                  <a:gd name="connsiteY20" fmla="*/ 6668 h 58102"/>
                  <a:gd name="connsiteX21" fmla="*/ 12382 w 24765"/>
                  <a:gd name="connsiteY21" fmla="*/ 0 h 58102"/>
                  <a:gd name="connsiteX22" fmla="*/ 13335 w 24765"/>
                  <a:gd name="connsiteY22" fmla="*/ 0 h 5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4765" h="58102">
                    <a:moveTo>
                      <a:pt x="14288" y="1905"/>
                    </a:moveTo>
                    <a:lnTo>
                      <a:pt x="14288" y="15240"/>
                    </a:lnTo>
                    <a:lnTo>
                      <a:pt x="23813" y="15240"/>
                    </a:lnTo>
                    <a:lnTo>
                      <a:pt x="23813" y="18098"/>
                    </a:lnTo>
                    <a:lnTo>
                      <a:pt x="14288" y="18098"/>
                    </a:lnTo>
                    <a:lnTo>
                      <a:pt x="14288" y="45720"/>
                    </a:lnTo>
                    <a:cubicBezTo>
                      <a:pt x="14288" y="48578"/>
                      <a:pt x="14288" y="50483"/>
                      <a:pt x="15240" y="51435"/>
                    </a:cubicBezTo>
                    <a:cubicBezTo>
                      <a:pt x="16192" y="52388"/>
                      <a:pt x="17145" y="52388"/>
                      <a:pt x="18097" y="52388"/>
                    </a:cubicBezTo>
                    <a:cubicBezTo>
                      <a:pt x="19050" y="52388"/>
                      <a:pt x="20003" y="52388"/>
                      <a:pt x="20955" y="52388"/>
                    </a:cubicBezTo>
                    <a:cubicBezTo>
                      <a:pt x="21907" y="52388"/>
                      <a:pt x="22860" y="50483"/>
                      <a:pt x="22860" y="49530"/>
                    </a:cubicBezTo>
                    <a:lnTo>
                      <a:pt x="24765" y="49530"/>
                    </a:lnTo>
                    <a:cubicBezTo>
                      <a:pt x="23813" y="52388"/>
                      <a:pt x="21907" y="55245"/>
                      <a:pt x="20003" y="56198"/>
                    </a:cubicBezTo>
                    <a:cubicBezTo>
                      <a:pt x="18097" y="57150"/>
                      <a:pt x="16192" y="58103"/>
                      <a:pt x="14288" y="58103"/>
                    </a:cubicBezTo>
                    <a:cubicBezTo>
                      <a:pt x="12382" y="58103"/>
                      <a:pt x="11430" y="58103"/>
                      <a:pt x="10478" y="57150"/>
                    </a:cubicBezTo>
                    <a:cubicBezTo>
                      <a:pt x="9525" y="56198"/>
                      <a:pt x="8572" y="55245"/>
                      <a:pt x="7620" y="53340"/>
                    </a:cubicBezTo>
                    <a:cubicBezTo>
                      <a:pt x="6667" y="51435"/>
                      <a:pt x="6667" y="49530"/>
                      <a:pt x="6667" y="46673"/>
                    </a:cubicBezTo>
                    <a:lnTo>
                      <a:pt x="6667" y="18098"/>
                    </a:lnTo>
                    <a:lnTo>
                      <a:pt x="0" y="18098"/>
                    </a:lnTo>
                    <a:lnTo>
                      <a:pt x="0" y="16193"/>
                    </a:lnTo>
                    <a:cubicBezTo>
                      <a:pt x="1905" y="16193"/>
                      <a:pt x="3810" y="14288"/>
                      <a:pt x="4763" y="12383"/>
                    </a:cubicBezTo>
                    <a:cubicBezTo>
                      <a:pt x="5715" y="10478"/>
                      <a:pt x="7620" y="8573"/>
                      <a:pt x="9525" y="6668"/>
                    </a:cubicBezTo>
                    <a:cubicBezTo>
                      <a:pt x="9525" y="5715"/>
                      <a:pt x="11430" y="3810"/>
                      <a:pt x="12382" y="0"/>
                    </a:cubicBezTo>
                    <a:lnTo>
                      <a:pt x="133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62DC2DA4-E319-0D30-88D1-F091EB7B157B}"/>
                  </a:ext>
                </a:extLst>
              </p:cNvPr>
              <p:cNvSpPr/>
              <p:nvPr/>
            </p:nvSpPr>
            <p:spPr>
              <a:xfrm>
                <a:off x="6325552" y="4382452"/>
                <a:ext cx="20002" cy="64769"/>
              </a:xfrm>
              <a:custGeom>
                <a:avLst/>
                <a:gdLst>
                  <a:gd name="connsiteX0" fmla="*/ 14288 w 20002"/>
                  <a:gd name="connsiteY0" fmla="*/ 21907 h 64769"/>
                  <a:gd name="connsiteX1" fmla="*/ 14288 w 20002"/>
                  <a:gd name="connsiteY1" fmla="*/ 55245 h 64769"/>
                  <a:gd name="connsiteX2" fmla="*/ 14288 w 20002"/>
                  <a:gd name="connsiteY2" fmla="*/ 60960 h 64769"/>
                  <a:gd name="connsiteX3" fmla="*/ 16192 w 20002"/>
                  <a:gd name="connsiteY3" fmla="*/ 62865 h 64769"/>
                  <a:gd name="connsiteX4" fmla="*/ 20003 w 20002"/>
                  <a:gd name="connsiteY4" fmla="*/ 62865 h 64769"/>
                  <a:gd name="connsiteX5" fmla="*/ 20003 w 20002"/>
                  <a:gd name="connsiteY5" fmla="*/ 64770 h 64769"/>
                  <a:gd name="connsiteX6" fmla="*/ 0 w 20002"/>
                  <a:gd name="connsiteY6" fmla="*/ 64770 h 64769"/>
                  <a:gd name="connsiteX7" fmla="*/ 0 w 20002"/>
                  <a:gd name="connsiteY7" fmla="*/ 62865 h 64769"/>
                  <a:gd name="connsiteX8" fmla="*/ 3810 w 20002"/>
                  <a:gd name="connsiteY8" fmla="*/ 62865 h 64769"/>
                  <a:gd name="connsiteX9" fmla="*/ 5715 w 20002"/>
                  <a:gd name="connsiteY9" fmla="*/ 60960 h 64769"/>
                  <a:gd name="connsiteX10" fmla="*/ 5715 w 20002"/>
                  <a:gd name="connsiteY10" fmla="*/ 55245 h 64769"/>
                  <a:gd name="connsiteX11" fmla="*/ 5715 w 20002"/>
                  <a:gd name="connsiteY11" fmla="*/ 39053 h 64769"/>
                  <a:gd name="connsiteX12" fmla="*/ 5715 w 20002"/>
                  <a:gd name="connsiteY12" fmla="*/ 30480 h 64769"/>
                  <a:gd name="connsiteX13" fmla="*/ 4763 w 20002"/>
                  <a:gd name="connsiteY13" fmla="*/ 28575 h 64769"/>
                  <a:gd name="connsiteX14" fmla="*/ 2857 w 20002"/>
                  <a:gd name="connsiteY14" fmla="*/ 28575 h 64769"/>
                  <a:gd name="connsiteX15" fmla="*/ 0 w 20002"/>
                  <a:gd name="connsiteY15" fmla="*/ 28575 h 64769"/>
                  <a:gd name="connsiteX16" fmla="*/ 0 w 20002"/>
                  <a:gd name="connsiteY16" fmla="*/ 26670 h 64769"/>
                  <a:gd name="connsiteX17" fmla="*/ 12382 w 20002"/>
                  <a:gd name="connsiteY17" fmla="*/ 21907 h 64769"/>
                  <a:gd name="connsiteX18" fmla="*/ 14288 w 20002"/>
                  <a:gd name="connsiteY18" fmla="*/ 21907 h 64769"/>
                  <a:gd name="connsiteX19" fmla="*/ 10478 w 20002"/>
                  <a:gd name="connsiteY19" fmla="*/ 0 h 64769"/>
                  <a:gd name="connsiteX20" fmla="*/ 13335 w 20002"/>
                  <a:gd name="connsiteY20" fmla="*/ 953 h 64769"/>
                  <a:gd name="connsiteX21" fmla="*/ 14288 w 20002"/>
                  <a:gd name="connsiteY21" fmla="*/ 3810 h 64769"/>
                  <a:gd name="connsiteX22" fmla="*/ 13335 w 20002"/>
                  <a:gd name="connsiteY22" fmla="*/ 6667 h 64769"/>
                  <a:gd name="connsiteX23" fmla="*/ 10478 w 20002"/>
                  <a:gd name="connsiteY23" fmla="*/ 7620 h 64769"/>
                  <a:gd name="connsiteX24" fmla="*/ 7620 w 20002"/>
                  <a:gd name="connsiteY24" fmla="*/ 6667 h 64769"/>
                  <a:gd name="connsiteX25" fmla="*/ 6667 w 20002"/>
                  <a:gd name="connsiteY25" fmla="*/ 3810 h 64769"/>
                  <a:gd name="connsiteX26" fmla="*/ 7620 w 20002"/>
                  <a:gd name="connsiteY26" fmla="*/ 953 h 64769"/>
                  <a:gd name="connsiteX27" fmla="*/ 10478 w 20002"/>
                  <a:gd name="connsiteY27" fmla="*/ 0 h 64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0002" h="64769">
                    <a:moveTo>
                      <a:pt x="14288" y="21907"/>
                    </a:moveTo>
                    <a:lnTo>
                      <a:pt x="14288" y="55245"/>
                    </a:lnTo>
                    <a:cubicBezTo>
                      <a:pt x="14288" y="58103"/>
                      <a:pt x="14288" y="60007"/>
                      <a:pt x="14288" y="60960"/>
                    </a:cubicBezTo>
                    <a:cubicBezTo>
                      <a:pt x="14288" y="61913"/>
                      <a:pt x="14288" y="62865"/>
                      <a:pt x="16192" y="62865"/>
                    </a:cubicBezTo>
                    <a:cubicBezTo>
                      <a:pt x="18097" y="62865"/>
                      <a:pt x="18097" y="62865"/>
                      <a:pt x="20003" y="62865"/>
                    </a:cubicBezTo>
                    <a:lnTo>
                      <a:pt x="20003" y="64770"/>
                    </a:lnTo>
                    <a:lnTo>
                      <a:pt x="0" y="64770"/>
                    </a:lnTo>
                    <a:lnTo>
                      <a:pt x="0" y="62865"/>
                    </a:lnTo>
                    <a:cubicBezTo>
                      <a:pt x="1905" y="62865"/>
                      <a:pt x="3810" y="62865"/>
                      <a:pt x="3810" y="62865"/>
                    </a:cubicBezTo>
                    <a:cubicBezTo>
                      <a:pt x="3810" y="62865"/>
                      <a:pt x="4763" y="61913"/>
                      <a:pt x="5715" y="60960"/>
                    </a:cubicBezTo>
                    <a:cubicBezTo>
                      <a:pt x="6667" y="60007"/>
                      <a:pt x="5715" y="58103"/>
                      <a:pt x="5715" y="55245"/>
                    </a:cubicBezTo>
                    <a:lnTo>
                      <a:pt x="5715" y="39053"/>
                    </a:lnTo>
                    <a:cubicBezTo>
                      <a:pt x="5715" y="34290"/>
                      <a:pt x="5715" y="31432"/>
                      <a:pt x="5715" y="30480"/>
                    </a:cubicBezTo>
                    <a:cubicBezTo>
                      <a:pt x="5715" y="29528"/>
                      <a:pt x="5715" y="28575"/>
                      <a:pt x="4763" y="28575"/>
                    </a:cubicBezTo>
                    <a:cubicBezTo>
                      <a:pt x="3810" y="28575"/>
                      <a:pt x="3810" y="28575"/>
                      <a:pt x="2857" y="28575"/>
                    </a:cubicBezTo>
                    <a:cubicBezTo>
                      <a:pt x="1905" y="28575"/>
                      <a:pt x="953" y="28575"/>
                      <a:pt x="0" y="28575"/>
                    </a:cubicBezTo>
                    <a:lnTo>
                      <a:pt x="0" y="26670"/>
                    </a:lnTo>
                    <a:cubicBezTo>
                      <a:pt x="0" y="26670"/>
                      <a:pt x="12382" y="21907"/>
                      <a:pt x="12382" y="21907"/>
                    </a:cubicBezTo>
                    <a:lnTo>
                      <a:pt x="14288" y="21907"/>
                    </a:lnTo>
                    <a:close/>
                    <a:moveTo>
                      <a:pt x="10478" y="0"/>
                    </a:moveTo>
                    <a:cubicBezTo>
                      <a:pt x="11430" y="0"/>
                      <a:pt x="12382" y="0"/>
                      <a:pt x="13335" y="953"/>
                    </a:cubicBezTo>
                    <a:cubicBezTo>
                      <a:pt x="14288" y="1905"/>
                      <a:pt x="14288" y="2857"/>
                      <a:pt x="14288" y="3810"/>
                    </a:cubicBezTo>
                    <a:cubicBezTo>
                      <a:pt x="14288" y="4763"/>
                      <a:pt x="14288" y="6667"/>
                      <a:pt x="13335" y="6667"/>
                    </a:cubicBezTo>
                    <a:cubicBezTo>
                      <a:pt x="12382" y="6667"/>
                      <a:pt x="11430" y="7620"/>
                      <a:pt x="10478" y="7620"/>
                    </a:cubicBezTo>
                    <a:cubicBezTo>
                      <a:pt x="9525" y="7620"/>
                      <a:pt x="7620" y="7620"/>
                      <a:pt x="7620" y="6667"/>
                    </a:cubicBezTo>
                    <a:cubicBezTo>
                      <a:pt x="7620" y="5715"/>
                      <a:pt x="6667" y="4763"/>
                      <a:pt x="6667" y="3810"/>
                    </a:cubicBezTo>
                    <a:cubicBezTo>
                      <a:pt x="6667" y="2857"/>
                      <a:pt x="6667" y="1905"/>
                      <a:pt x="7620" y="953"/>
                    </a:cubicBezTo>
                    <a:cubicBezTo>
                      <a:pt x="8572" y="0"/>
                      <a:pt x="9525" y="0"/>
                      <a:pt x="1047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0F9D8BA9-40F7-F787-1526-05C27CF75898}"/>
                  </a:ext>
                </a:extLst>
              </p:cNvPr>
              <p:cNvSpPr/>
              <p:nvPr/>
            </p:nvSpPr>
            <p:spPr>
              <a:xfrm>
                <a:off x="6352222" y="4422457"/>
                <a:ext cx="23812" cy="6667"/>
              </a:xfrm>
              <a:custGeom>
                <a:avLst/>
                <a:gdLst>
                  <a:gd name="connsiteX0" fmla="*/ 0 w 23812"/>
                  <a:gd name="connsiteY0" fmla="*/ 0 h 6667"/>
                  <a:gd name="connsiteX1" fmla="*/ 23813 w 23812"/>
                  <a:gd name="connsiteY1" fmla="*/ 0 h 6667"/>
                  <a:gd name="connsiteX2" fmla="*/ 23813 w 23812"/>
                  <a:gd name="connsiteY2" fmla="*/ 6668 h 6667"/>
                  <a:gd name="connsiteX3" fmla="*/ 0 w 23812"/>
                  <a:gd name="connsiteY3" fmla="*/ 6668 h 6667"/>
                  <a:gd name="connsiteX4" fmla="*/ 0 w 23812"/>
                  <a:gd name="connsiteY4" fmla="*/ 0 h 6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12" h="6667">
                    <a:moveTo>
                      <a:pt x="0" y="0"/>
                    </a:moveTo>
                    <a:lnTo>
                      <a:pt x="23813" y="0"/>
                    </a:lnTo>
                    <a:lnTo>
                      <a:pt x="23813" y="6668"/>
                    </a:lnTo>
                    <a:lnTo>
                      <a:pt x="0" y="66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7BD6BC37-FADC-FCBB-59A4-86DDC7B805C2}"/>
                  </a:ext>
                </a:extLst>
              </p:cNvPr>
              <p:cNvSpPr/>
              <p:nvPr/>
            </p:nvSpPr>
            <p:spPr>
              <a:xfrm>
                <a:off x="6030277" y="4515802"/>
                <a:ext cx="42862" cy="62865"/>
              </a:xfrm>
              <a:custGeom>
                <a:avLst/>
                <a:gdLst>
                  <a:gd name="connsiteX0" fmla="*/ 12382 w 42862"/>
                  <a:gd name="connsiteY0" fmla="*/ 28575 h 62865"/>
                  <a:gd name="connsiteX1" fmla="*/ 6667 w 42862"/>
                  <a:gd name="connsiteY1" fmla="*/ 22860 h 62865"/>
                  <a:gd name="connsiteX2" fmla="*/ 4763 w 42862"/>
                  <a:gd name="connsiteY2" fmla="*/ 15240 h 62865"/>
                  <a:gd name="connsiteX3" fmla="*/ 9525 w 42862"/>
                  <a:gd name="connsiteY3" fmla="*/ 4763 h 62865"/>
                  <a:gd name="connsiteX4" fmla="*/ 21907 w 42862"/>
                  <a:gd name="connsiteY4" fmla="*/ 0 h 62865"/>
                  <a:gd name="connsiteX5" fmla="*/ 32385 w 42862"/>
                  <a:gd name="connsiteY5" fmla="*/ 2857 h 62865"/>
                  <a:gd name="connsiteX6" fmla="*/ 40957 w 42862"/>
                  <a:gd name="connsiteY6" fmla="*/ 2857 h 62865"/>
                  <a:gd name="connsiteX7" fmla="*/ 42863 w 42862"/>
                  <a:gd name="connsiteY7" fmla="*/ 2857 h 62865"/>
                  <a:gd name="connsiteX8" fmla="*/ 42863 w 42862"/>
                  <a:gd name="connsiteY8" fmla="*/ 2857 h 62865"/>
                  <a:gd name="connsiteX9" fmla="*/ 42863 w 42862"/>
                  <a:gd name="connsiteY9" fmla="*/ 4763 h 62865"/>
                  <a:gd name="connsiteX10" fmla="*/ 42863 w 42862"/>
                  <a:gd name="connsiteY10" fmla="*/ 6667 h 62865"/>
                  <a:gd name="connsiteX11" fmla="*/ 42863 w 42862"/>
                  <a:gd name="connsiteY11" fmla="*/ 6667 h 62865"/>
                  <a:gd name="connsiteX12" fmla="*/ 40957 w 42862"/>
                  <a:gd name="connsiteY12" fmla="*/ 6667 h 62865"/>
                  <a:gd name="connsiteX13" fmla="*/ 35242 w 42862"/>
                  <a:gd name="connsiteY13" fmla="*/ 6667 h 62865"/>
                  <a:gd name="connsiteX14" fmla="*/ 38100 w 42862"/>
                  <a:gd name="connsiteY14" fmla="*/ 15240 h 62865"/>
                  <a:gd name="connsiteX15" fmla="*/ 33338 w 42862"/>
                  <a:gd name="connsiteY15" fmla="*/ 25717 h 62865"/>
                  <a:gd name="connsiteX16" fmla="*/ 20955 w 42862"/>
                  <a:gd name="connsiteY16" fmla="*/ 29528 h 62865"/>
                  <a:gd name="connsiteX17" fmla="*/ 14288 w 42862"/>
                  <a:gd name="connsiteY17" fmla="*/ 29528 h 62865"/>
                  <a:gd name="connsiteX18" fmla="*/ 11430 w 42862"/>
                  <a:gd name="connsiteY18" fmla="*/ 32385 h 62865"/>
                  <a:gd name="connsiteX19" fmla="*/ 11430 w 42862"/>
                  <a:gd name="connsiteY19" fmla="*/ 34290 h 62865"/>
                  <a:gd name="connsiteX20" fmla="*/ 11430 w 42862"/>
                  <a:gd name="connsiteY20" fmla="*/ 36195 h 62865"/>
                  <a:gd name="connsiteX21" fmla="*/ 14288 w 42862"/>
                  <a:gd name="connsiteY21" fmla="*/ 37147 h 62865"/>
                  <a:gd name="connsiteX22" fmla="*/ 20955 w 42862"/>
                  <a:gd name="connsiteY22" fmla="*/ 37147 h 62865"/>
                  <a:gd name="connsiteX23" fmla="*/ 33338 w 42862"/>
                  <a:gd name="connsiteY23" fmla="*/ 37147 h 62865"/>
                  <a:gd name="connsiteX24" fmla="*/ 40005 w 42862"/>
                  <a:gd name="connsiteY24" fmla="*/ 40005 h 62865"/>
                  <a:gd name="connsiteX25" fmla="*/ 42863 w 42862"/>
                  <a:gd name="connsiteY25" fmla="*/ 46672 h 62865"/>
                  <a:gd name="connsiteX26" fmla="*/ 38100 w 42862"/>
                  <a:gd name="connsiteY26" fmla="*/ 56197 h 62865"/>
                  <a:gd name="connsiteX27" fmla="*/ 19050 w 42862"/>
                  <a:gd name="connsiteY27" fmla="*/ 62865 h 62865"/>
                  <a:gd name="connsiteX28" fmla="*/ 3810 w 42862"/>
                  <a:gd name="connsiteY28" fmla="*/ 59055 h 62865"/>
                  <a:gd name="connsiteX29" fmla="*/ 0 w 42862"/>
                  <a:gd name="connsiteY29" fmla="*/ 54292 h 62865"/>
                  <a:gd name="connsiteX30" fmla="*/ 0 w 42862"/>
                  <a:gd name="connsiteY30" fmla="*/ 52388 h 62865"/>
                  <a:gd name="connsiteX31" fmla="*/ 2857 w 42862"/>
                  <a:gd name="connsiteY31" fmla="*/ 47625 h 62865"/>
                  <a:gd name="connsiteX32" fmla="*/ 7620 w 42862"/>
                  <a:gd name="connsiteY32" fmla="*/ 42863 h 62865"/>
                  <a:gd name="connsiteX33" fmla="*/ 3810 w 42862"/>
                  <a:gd name="connsiteY33" fmla="*/ 40005 h 62865"/>
                  <a:gd name="connsiteX34" fmla="*/ 2857 w 42862"/>
                  <a:gd name="connsiteY34" fmla="*/ 37147 h 62865"/>
                  <a:gd name="connsiteX35" fmla="*/ 3810 w 42862"/>
                  <a:gd name="connsiteY35" fmla="*/ 33338 h 62865"/>
                  <a:gd name="connsiteX36" fmla="*/ 9525 w 42862"/>
                  <a:gd name="connsiteY36" fmla="*/ 27622 h 62865"/>
                  <a:gd name="connsiteX37" fmla="*/ 11430 w 42862"/>
                  <a:gd name="connsiteY37" fmla="*/ 43815 h 62865"/>
                  <a:gd name="connsiteX38" fmla="*/ 8572 w 42862"/>
                  <a:gd name="connsiteY38" fmla="*/ 48578 h 62865"/>
                  <a:gd name="connsiteX39" fmla="*/ 7620 w 42862"/>
                  <a:gd name="connsiteY39" fmla="*/ 52388 h 62865"/>
                  <a:gd name="connsiteX40" fmla="*/ 10478 w 42862"/>
                  <a:gd name="connsiteY40" fmla="*/ 56197 h 62865"/>
                  <a:gd name="connsiteX41" fmla="*/ 23813 w 42862"/>
                  <a:gd name="connsiteY41" fmla="*/ 59055 h 62865"/>
                  <a:gd name="connsiteX42" fmla="*/ 36195 w 42862"/>
                  <a:gd name="connsiteY42" fmla="*/ 56197 h 62865"/>
                  <a:gd name="connsiteX43" fmla="*/ 40005 w 42862"/>
                  <a:gd name="connsiteY43" fmla="*/ 49530 h 62865"/>
                  <a:gd name="connsiteX44" fmla="*/ 38100 w 42862"/>
                  <a:gd name="connsiteY44" fmla="*/ 45720 h 62865"/>
                  <a:gd name="connsiteX45" fmla="*/ 28575 w 42862"/>
                  <a:gd name="connsiteY45" fmla="*/ 44767 h 62865"/>
                  <a:gd name="connsiteX46" fmla="*/ 12382 w 42862"/>
                  <a:gd name="connsiteY46" fmla="*/ 43815 h 62865"/>
                  <a:gd name="connsiteX47" fmla="*/ 20003 w 42862"/>
                  <a:gd name="connsiteY47" fmla="*/ 2857 h 62865"/>
                  <a:gd name="connsiteX48" fmla="*/ 14288 w 42862"/>
                  <a:gd name="connsiteY48" fmla="*/ 5715 h 62865"/>
                  <a:gd name="connsiteX49" fmla="*/ 12382 w 42862"/>
                  <a:gd name="connsiteY49" fmla="*/ 14288 h 62865"/>
                  <a:gd name="connsiteX50" fmla="*/ 15240 w 42862"/>
                  <a:gd name="connsiteY50" fmla="*/ 25717 h 62865"/>
                  <a:gd name="connsiteX51" fmla="*/ 20955 w 42862"/>
                  <a:gd name="connsiteY51" fmla="*/ 28575 h 62865"/>
                  <a:gd name="connsiteX52" fmla="*/ 26670 w 42862"/>
                  <a:gd name="connsiteY52" fmla="*/ 25717 h 62865"/>
                  <a:gd name="connsiteX53" fmla="*/ 28575 w 42862"/>
                  <a:gd name="connsiteY53" fmla="*/ 17145 h 62865"/>
                  <a:gd name="connsiteX54" fmla="*/ 25717 w 42862"/>
                  <a:gd name="connsiteY54" fmla="*/ 5715 h 62865"/>
                  <a:gd name="connsiteX55" fmla="*/ 20003 w 42862"/>
                  <a:gd name="connsiteY55" fmla="*/ 2857 h 62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42862" h="62865">
                    <a:moveTo>
                      <a:pt x="12382" y="28575"/>
                    </a:moveTo>
                    <a:cubicBezTo>
                      <a:pt x="9525" y="27622"/>
                      <a:pt x="7620" y="25717"/>
                      <a:pt x="6667" y="22860"/>
                    </a:cubicBezTo>
                    <a:cubicBezTo>
                      <a:pt x="5715" y="20003"/>
                      <a:pt x="4763" y="18097"/>
                      <a:pt x="4763" y="15240"/>
                    </a:cubicBezTo>
                    <a:cubicBezTo>
                      <a:pt x="4763" y="11430"/>
                      <a:pt x="6667" y="7620"/>
                      <a:pt x="9525" y="4763"/>
                    </a:cubicBezTo>
                    <a:cubicBezTo>
                      <a:pt x="12382" y="1905"/>
                      <a:pt x="16192" y="0"/>
                      <a:pt x="21907" y="0"/>
                    </a:cubicBezTo>
                    <a:cubicBezTo>
                      <a:pt x="27622" y="0"/>
                      <a:pt x="29528" y="953"/>
                      <a:pt x="32385" y="2857"/>
                    </a:cubicBezTo>
                    <a:lnTo>
                      <a:pt x="40957" y="2857"/>
                    </a:lnTo>
                    <a:cubicBezTo>
                      <a:pt x="41910" y="2857"/>
                      <a:pt x="42863" y="2857"/>
                      <a:pt x="42863" y="2857"/>
                    </a:cubicBezTo>
                    <a:cubicBezTo>
                      <a:pt x="42863" y="2857"/>
                      <a:pt x="42863" y="2857"/>
                      <a:pt x="42863" y="2857"/>
                    </a:cubicBezTo>
                    <a:cubicBezTo>
                      <a:pt x="42863" y="2857"/>
                      <a:pt x="42863" y="2857"/>
                      <a:pt x="42863" y="4763"/>
                    </a:cubicBezTo>
                    <a:cubicBezTo>
                      <a:pt x="42863" y="6667"/>
                      <a:pt x="42863" y="5715"/>
                      <a:pt x="42863" y="6667"/>
                    </a:cubicBezTo>
                    <a:cubicBezTo>
                      <a:pt x="42863" y="6667"/>
                      <a:pt x="42863" y="6667"/>
                      <a:pt x="42863" y="6667"/>
                    </a:cubicBezTo>
                    <a:cubicBezTo>
                      <a:pt x="42863" y="6667"/>
                      <a:pt x="41910" y="6667"/>
                      <a:pt x="40957" y="6667"/>
                    </a:cubicBezTo>
                    <a:lnTo>
                      <a:pt x="35242" y="6667"/>
                    </a:lnTo>
                    <a:cubicBezTo>
                      <a:pt x="37147" y="8572"/>
                      <a:pt x="38100" y="11430"/>
                      <a:pt x="38100" y="15240"/>
                    </a:cubicBezTo>
                    <a:cubicBezTo>
                      <a:pt x="38100" y="19050"/>
                      <a:pt x="36195" y="22860"/>
                      <a:pt x="33338" y="25717"/>
                    </a:cubicBezTo>
                    <a:cubicBezTo>
                      <a:pt x="30480" y="28575"/>
                      <a:pt x="26670" y="29528"/>
                      <a:pt x="20955" y="29528"/>
                    </a:cubicBezTo>
                    <a:cubicBezTo>
                      <a:pt x="15240" y="29528"/>
                      <a:pt x="17145" y="29528"/>
                      <a:pt x="14288" y="29528"/>
                    </a:cubicBezTo>
                    <a:cubicBezTo>
                      <a:pt x="13335" y="30480"/>
                      <a:pt x="12382" y="31432"/>
                      <a:pt x="11430" y="32385"/>
                    </a:cubicBezTo>
                    <a:cubicBezTo>
                      <a:pt x="10478" y="33338"/>
                      <a:pt x="11430" y="34290"/>
                      <a:pt x="11430" y="34290"/>
                    </a:cubicBezTo>
                    <a:cubicBezTo>
                      <a:pt x="11430" y="34290"/>
                      <a:pt x="11430" y="35242"/>
                      <a:pt x="11430" y="36195"/>
                    </a:cubicBezTo>
                    <a:cubicBezTo>
                      <a:pt x="11430" y="37147"/>
                      <a:pt x="13335" y="36195"/>
                      <a:pt x="14288" y="37147"/>
                    </a:cubicBezTo>
                    <a:cubicBezTo>
                      <a:pt x="14288" y="37147"/>
                      <a:pt x="17145" y="37147"/>
                      <a:pt x="20955" y="37147"/>
                    </a:cubicBezTo>
                    <a:cubicBezTo>
                      <a:pt x="27622" y="37147"/>
                      <a:pt x="31432" y="37147"/>
                      <a:pt x="33338" y="37147"/>
                    </a:cubicBezTo>
                    <a:cubicBezTo>
                      <a:pt x="36195" y="37147"/>
                      <a:pt x="38100" y="39053"/>
                      <a:pt x="40005" y="40005"/>
                    </a:cubicBezTo>
                    <a:cubicBezTo>
                      <a:pt x="41910" y="40957"/>
                      <a:pt x="42863" y="43815"/>
                      <a:pt x="42863" y="46672"/>
                    </a:cubicBezTo>
                    <a:cubicBezTo>
                      <a:pt x="42863" y="49530"/>
                      <a:pt x="40957" y="53340"/>
                      <a:pt x="38100" y="56197"/>
                    </a:cubicBezTo>
                    <a:cubicBezTo>
                      <a:pt x="33338" y="60960"/>
                      <a:pt x="26670" y="62865"/>
                      <a:pt x="19050" y="62865"/>
                    </a:cubicBezTo>
                    <a:cubicBezTo>
                      <a:pt x="11430" y="62865"/>
                      <a:pt x="8572" y="61913"/>
                      <a:pt x="3810" y="59055"/>
                    </a:cubicBezTo>
                    <a:cubicBezTo>
                      <a:pt x="1905" y="57150"/>
                      <a:pt x="0" y="56197"/>
                      <a:pt x="0" y="54292"/>
                    </a:cubicBezTo>
                    <a:cubicBezTo>
                      <a:pt x="0" y="52388"/>
                      <a:pt x="0" y="52388"/>
                      <a:pt x="0" y="52388"/>
                    </a:cubicBezTo>
                    <a:cubicBezTo>
                      <a:pt x="0" y="51435"/>
                      <a:pt x="1905" y="49530"/>
                      <a:pt x="2857" y="47625"/>
                    </a:cubicBezTo>
                    <a:cubicBezTo>
                      <a:pt x="2857" y="47625"/>
                      <a:pt x="4763" y="45720"/>
                      <a:pt x="7620" y="42863"/>
                    </a:cubicBezTo>
                    <a:cubicBezTo>
                      <a:pt x="5715" y="42863"/>
                      <a:pt x="4763" y="40957"/>
                      <a:pt x="3810" y="40005"/>
                    </a:cubicBezTo>
                    <a:cubicBezTo>
                      <a:pt x="2857" y="39053"/>
                      <a:pt x="2857" y="38100"/>
                      <a:pt x="2857" y="37147"/>
                    </a:cubicBezTo>
                    <a:cubicBezTo>
                      <a:pt x="2857" y="36195"/>
                      <a:pt x="2857" y="35242"/>
                      <a:pt x="3810" y="33338"/>
                    </a:cubicBezTo>
                    <a:cubicBezTo>
                      <a:pt x="4763" y="31432"/>
                      <a:pt x="6667" y="29528"/>
                      <a:pt x="9525" y="27622"/>
                    </a:cubicBezTo>
                    <a:close/>
                    <a:moveTo>
                      <a:pt x="11430" y="43815"/>
                    </a:moveTo>
                    <a:cubicBezTo>
                      <a:pt x="9525" y="45720"/>
                      <a:pt x="8572" y="46672"/>
                      <a:pt x="8572" y="48578"/>
                    </a:cubicBezTo>
                    <a:cubicBezTo>
                      <a:pt x="8572" y="50482"/>
                      <a:pt x="7620" y="51435"/>
                      <a:pt x="7620" y="52388"/>
                    </a:cubicBezTo>
                    <a:cubicBezTo>
                      <a:pt x="7620" y="53340"/>
                      <a:pt x="7620" y="55245"/>
                      <a:pt x="10478" y="56197"/>
                    </a:cubicBezTo>
                    <a:cubicBezTo>
                      <a:pt x="13335" y="58103"/>
                      <a:pt x="18097" y="59055"/>
                      <a:pt x="23813" y="59055"/>
                    </a:cubicBezTo>
                    <a:cubicBezTo>
                      <a:pt x="29528" y="59055"/>
                      <a:pt x="33338" y="58103"/>
                      <a:pt x="36195" y="56197"/>
                    </a:cubicBezTo>
                    <a:cubicBezTo>
                      <a:pt x="39053" y="54292"/>
                      <a:pt x="40005" y="52388"/>
                      <a:pt x="40005" y="49530"/>
                    </a:cubicBezTo>
                    <a:cubicBezTo>
                      <a:pt x="40005" y="46672"/>
                      <a:pt x="40005" y="46672"/>
                      <a:pt x="38100" y="45720"/>
                    </a:cubicBezTo>
                    <a:cubicBezTo>
                      <a:pt x="36195" y="45720"/>
                      <a:pt x="33338" y="44767"/>
                      <a:pt x="28575" y="44767"/>
                    </a:cubicBezTo>
                    <a:cubicBezTo>
                      <a:pt x="21907" y="44767"/>
                      <a:pt x="16192" y="44767"/>
                      <a:pt x="12382" y="43815"/>
                    </a:cubicBezTo>
                    <a:close/>
                    <a:moveTo>
                      <a:pt x="20003" y="2857"/>
                    </a:moveTo>
                    <a:cubicBezTo>
                      <a:pt x="18097" y="2857"/>
                      <a:pt x="16192" y="2857"/>
                      <a:pt x="14288" y="5715"/>
                    </a:cubicBezTo>
                    <a:cubicBezTo>
                      <a:pt x="12382" y="8572"/>
                      <a:pt x="12382" y="10478"/>
                      <a:pt x="12382" y="14288"/>
                    </a:cubicBezTo>
                    <a:cubicBezTo>
                      <a:pt x="12382" y="18097"/>
                      <a:pt x="13335" y="22860"/>
                      <a:pt x="15240" y="25717"/>
                    </a:cubicBezTo>
                    <a:cubicBezTo>
                      <a:pt x="17145" y="27622"/>
                      <a:pt x="19050" y="28575"/>
                      <a:pt x="20955" y="28575"/>
                    </a:cubicBezTo>
                    <a:cubicBezTo>
                      <a:pt x="22860" y="28575"/>
                      <a:pt x="24765" y="28575"/>
                      <a:pt x="26670" y="25717"/>
                    </a:cubicBezTo>
                    <a:cubicBezTo>
                      <a:pt x="28575" y="22860"/>
                      <a:pt x="28575" y="20955"/>
                      <a:pt x="28575" y="17145"/>
                    </a:cubicBezTo>
                    <a:cubicBezTo>
                      <a:pt x="28575" y="13335"/>
                      <a:pt x="27622" y="8572"/>
                      <a:pt x="25717" y="5715"/>
                    </a:cubicBezTo>
                    <a:cubicBezTo>
                      <a:pt x="23813" y="3810"/>
                      <a:pt x="21907" y="2857"/>
                      <a:pt x="20003" y="28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9ED0FD92-8A36-9036-D3CE-955A9B2A45BA}"/>
                  </a:ext>
                </a:extLst>
              </p:cNvPr>
              <p:cNvSpPr/>
              <p:nvPr/>
            </p:nvSpPr>
            <p:spPr>
              <a:xfrm>
                <a:off x="6076950" y="4516755"/>
                <a:ext cx="36194" cy="44767"/>
              </a:xfrm>
              <a:custGeom>
                <a:avLst/>
                <a:gdLst>
                  <a:gd name="connsiteX0" fmla="*/ 7620 w 36194"/>
                  <a:gd name="connsiteY0" fmla="*/ 17145 h 44767"/>
                  <a:gd name="connsiteX1" fmla="*/ 12382 w 36194"/>
                  <a:gd name="connsiteY1" fmla="*/ 31432 h 44767"/>
                  <a:gd name="connsiteX2" fmla="*/ 22860 w 36194"/>
                  <a:gd name="connsiteY2" fmla="*/ 37147 h 44767"/>
                  <a:gd name="connsiteX3" fmla="*/ 30480 w 36194"/>
                  <a:gd name="connsiteY3" fmla="*/ 35242 h 44767"/>
                  <a:gd name="connsiteX4" fmla="*/ 35243 w 36194"/>
                  <a:gd name="connsiteY4" fmla="*/ 27622 h 44767"/>
                  <a:gd name="connsiteX5" fmla="*/ 36195 w 36194"/>
                  <a:gd name="connsiteY5" fmla="*/ 27622 h 44767"/>
                  <a:gd name="connsiteX6" fmla="*/ 30480 w 36194"/>
                  <a:gd name="connsiteY6" fmla="*/ 40005 h 44767"/>
                  <a:gd name="connsiteX7" fmla="*/ 19050 w 36194"/>
                  <a:gd name="connsiteY7" fmla="*/ 44767 h 44767"/>
                  <a:gd name="connsiteX8" fmla="*/ 5715 w 36194"/>
                  <a:gd name="connsiteY8" fmla="*/ 39052 h 44767"/>
                  <a:gd name="connsiteX9" fmla="*/ 0 w 36194"/>
                  <a:gd name="connsiteY9" fmla="*/ 22860 h 44767"/>
                  <a:gd name="connsiteX10" fmla="*/ 5715 w 36194"/>
                  <a:gd name="connsiteY10" fmla="*/ 5715 h 44767"/>
                  <a:gd name="connsiteX11" fmla="*/ 20003 w 36194"/>
                  <a:gd name="connsiteY11" fmla="*/ 0 h 44767"/>
                  <a:gd name="connsiteX12" fmla="*/ 31432 w 36194"/>
                  <a:gd name="connsiteY12" fmla="*/ 4763 h 44767"/>
                  <a:gd name="connsiteX13" fmla="*/ 36195 w 36194"/>
                  <a:gd name="connsiteY13" fmla="*/ 17145 h 44767"/>
                  <a:gd name="connsiteX14" fmla="*/ 7620 w 36194"/>
                  <a:gd name="connsiteY14" fmla="*/ 17145 h 44767"/>
                  <a:gd name="connsiteX15" fmla="*/ 7620 w 36194"/>
                  <a:gd name="connsiteY15" fmla="*/ 14288 h 44767"/>
                  <a:gd name="connsiteX16" fmla="*/ 26670 w 36194"/>
                  <a:gd name="connsiteY16" fmla="*/ 14288 h 44767"/>
                  <a:gd name="connsiteX17" fmla="*/ 25718 w 36194"/>
                  <a:gd name="connsiteY17" fmla="*/ 8572 h 44767"/>
                  <a:gd name="connsiteX18" fmla="*/ 21907 w 36194"/>
                  <a:gd name="connsiteY18" fmla="*/ 4763 h 44767"/>
                  <a:gd name="connsiteX19" fmla="*/ 17145 w 36194"/>
                  <a:gd name="connsiteY19" fmla="*/ 2857 h 44767"/>
                  <a:gd name="connsiteX20" fmla="*/ 10478 w 36194"/>
                  <a:gd name="connsiteY20" fmla="*/ 5715 h 44767"/>
                  <a:gd name="connsiteX21" fmla="*/ 6668 w 36194"/>
                  <a:gd name="connsiteY21" fmla="*/ 14288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194" h="44767">
                    <a:moveTo>
                      <a:pt x="7620" y="17145"/>
                    </a:moveTo>
                    <a:cubicBezTo>
                      <a:pt x="7620" y="23813"/>
                      <a:pt x="9525" y="28575"/>
                      <a:pt x="12382" y="31432"/>
                    </a:cubicBezTo>
                    <a:cubicBezTo>
                      <a:pt x="15240" y="34290"/>
                      <a:pt x="19050" y="37147"/>
                      <a:pt x="22860" y="37147"/>
                    </a:cubicBezTo>
                    <a:cubicBezTo>
                      <a:pt x="26670" y="37147"/>
                      <a:pt x="27622" y="37147"/>
                      <a:pt x="30480" y="35242"/>
                    </a:cubicBezTo>
                    <a:cubicBezTo>
                      <a:pt x="33338" y="33338"/>
                      <a:pt x="34290" y="31432"/>
                      <a:pt x="35243" y="27622"/>
                    </a:cubicBezTo>
                    <a:lnTo>
                      <a:pt x="36195" y="27622"/>
                    </a:lnTo>
                    <a:cubicBezTo>
                      <a:pt x="36195" y="32385"/>
                      <a:pt x="33338" y="36195"/>
                      <a:pt x="30480" y="40005"/>
                    </a:cubicBezTo>
                    <a:cubicBezTo>
                      <a:pt x="27622" y="43815"/>
                      <a:pt x="23813" y="44767"/>
                      <a:pt x="19050" y="44767"/>
                    </a:cubicBezTo>
                    <a:cubicBezTo>
                      <a:pt x="14288" y="44767"/>
                      <a:pt x="9525" y="42863"/>
                      <a:pt x="5715" y="39052"/>
                    </a:cubicBezTo>
                    <a:cubicBezTo>
                      <a:pt x="1905" y="35242"/>
                      <a:pt x="0" y="29527"/>
                      <a:pt x="0" y="22860"/>
                    </a:cubicBezTo>
                    <a:cubicBezTo>
                      <a:pt x="0" y="16192"/>
                      <a:pt x="1905" y="10477"/>
                      <a:pt x="5715" y="5715"/>
                    </a:cubicBezTo>
                    <a:cubicBezTo>
                      <a:pt x="9525" y="952"/>
                      <a:pt x="14288" y="0"/>
                      <a:pt x="20003" y="0"/>
                    </a:cubicBezTo>
                    <a:cubicBezTo>
                      <a:pt x="25718" y="0"/>
                      <a:pt x="28575" y="1905"/>
                      <a:pt x="31432" y="4763"/>
                    </a:cubicBezTo>
                    <a:cubicBezTo>
                      <a:pt x="34290" y="7620"/>
                      <a:pt x="36195" y="12382"/>
                      <a:pt x="36195" y="17145"/>
                    </a:cubicBezTo>
                    <a:lnTo>
                      <a:pt x="7620" y="17145"/>
                    </a:lnTo>
                    <a:close/>
                    <a:moveTo>
                      <a:pt x="7620" y="14288"/>
                    </a:moveTo>
                    <a:lnTo>
                      <a:pt x="26670" y="14288"/>
                    </a:lnTo>
                    <a:cubicBezTo>
                      <a:pt x="26670" y="11430"/>
                      <a:pt x="26670" y="9525"/>
                      <a:pt x="25718" y="8572"/>
                    </a:cubicBezTo>
                    <a:cubicBezTo>
                      <a:pt x="25718" y="6667"/>
                      <a:pt x="23813" y="5715"/>
                      <a:pt x="21907" y="4763"/>
                    </a:cubicBezTo>
                    <a:cubicBezTo>
                      <a:pt x="20003" y="3810"/>
                      <a:pt x="19050" y="2857"/>
                      <a:pt x="17145" y="2857"/>
                    </a:cubicBezTo>
                    <a:cubicBezTo>
                      <a:pt x="14288" y="2857"/>
                      <a:pt x="12382" y="3810"/>
                      <a:pt x="10478" y="5715"/>
                    </a:cubicBezTo>
                    <a:cubicBezTo>
                      <a:pt x="8572" y="7620"/>
                      <a:pt x="7620" y="10477"/>
                      <a:pt x="6668" y="142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1B3B136C-DA79-92FE-206E-86D790ED1B31}"/>
                  </a:ext>
                </a:extLst>
              </p:cNvPr>
              <p:cNvSpPr/>
              <p:nvPr/>
            </p:nvSpPr>
            <p:spPr>
              <a:xfrm>
                <a:off x="6116002" y="4515802"/>
                <a:ext cx="46672" cy="44767"/>
              </a:xfrm>
              <a:custGeom>
                <a:avLst/>
                <a:gdLst>
                  <a:gd name="connsiteX0" fmla="*/ 16192 w 46672"/>
                  <a:gd name="connsiteY0" fmla="*/ 9525 h 44767"/>
                  <a:gd name="connsiteX1" fmla="*/ 30480 w 46672"/>
                  <a:gd name="connsiteY1" fmla="*/ 953 h 44767"/>
                  <a:gd name="connsiteX2" fmla="*/ 36195 w 46672"/>
                  <a:gd name="connsiteY2" fmla="*/ 2857 h 44767"/>
                  <a:gd name="connsiteX3" fmla="*/ 40005 w 46672"/>
                  <a:gd name="connsiteY3" fmla="*/ 8572 h 44767"/>
                  <a:gd name="connsiteX4" fmla="*/ 40957 w 46672"/>
                  <a:gd name="connsiteY4" fmla="*/ 17145 h 44767"/>
                  <a:gd name="connsiteX5" fmla="*/ 40957 w 46672"/>
                  <a:gd name="connsiteY5" fmla="*/ 35242 h 44767"/>
                  <a:gd name="connsiteX6" fmla="*/ 40957 w 46672"/>
                  <a:gd name="connsiteY6" fmla="*/ 40957 h 44767"/>
                  <a:gd name="connsiteX7" fmla="*/ 42863 w 46672"/>
                  <a:gd name="connsiteY7" fmla="*/ 42863 h 44767"/>
                  <a:gd name="connsiteX8" fmla="*/ 46672 w 46672"/>
                  <a:gd name="connsiteY8" fmla="*/ 42863 h 44767"/>
                  <a:gd name="connsiteX9" fmla="*/ 46672 w 46672"/>
                  <a:gd name="connsiteY9" fmla="*/ 44767 h 44767"/>
                  <a:gd name="connsiteX10" fmla="*/ 25717 w 46672"/>
                  <a:gd name="connsiteY10" fmla="*/ 44767 h 44767"/>
                  <a:gd name="connsiteX11" fmla="*/ 25717 w 46672"/>
                  <a:gd name="connsiteY11" fmla="*/ 42863 h 44767"/>
                  <a:gd name="connsiteX12" fmla="*/ 25717 w 46672"/>
                  <a:gd name="connsiteY12" fmla="*/ 42863 h 44767"/>
                  <a:gd name="connsiteX13" fmla="*/ 29528 w 46672"/>
                  <a:gd name="connsiteY13" fmla="*/ 42863 h 44767"/>
                  <a:gd name="connsiteX14" fmla="*/ 31432 w 46672"/>
                  <a:gd name="connsiteY14" fmla="*/ 40005 h 44767"/>
                  <a:gd name="connsiteX15" fmla="*/ 31432 w 46672"/>
                  <a:gd name="connsiteY15" fmla="*/ 35242 h 44767"/>
                  <a:gd name="connsiteX16" fmla="*/ 31432 w 46672"/>
                  <a:gd name="connsiteY16" fmla="*/ 18097 h 44767"/>
                  <a:gd name="connsiteX17" fmla="*/ 29528 w 46672"/>
                  <a:gd name="connsiteY17" fmla="*/ 9525 h 44767"/>
                  <a:gd name="connsiteX18" fmla="*/ 24765 w 46672"/>
                  <a:gd name="connsiteY18" fmla="*/ 6667 h 44767"/>
                  <a:gd name="connsiteX19" fmla="*/ 14288 w 46672"/>
                  <a:gd name="connsiteY19" fmla="*/ 12382 h 44767"/>
                  <a:gd name="connsiteX20" fmla="*/ 14288 w 46672"/>
                  <a:gd name="connsiteY20" fmla="*/ 34290 h 44767"/>
                  <a:gd name="connsiteX21" fmla="*/ 14288 w 46672"/>
                  <a:gd name="connsiteY21" fmla="*/ 40005 h 44767"/>
                  <a:gd name="connsiteX22" fmla="*/ 16192 w 46672"/>
                  <a:gd name="connsiteY22" fmla="*/ 41910 h 44767"/>
                  <a:gd name="connsiteX23" fmla="*/ 20955 w 46672"/>
                  <a:gd name="connsiteY23" fmla="*/ 41910 h 44767"/>
                  <a:gd name="connsiteX24" fmla="*/ 20955 w 46672"/>
                  <a:gd name="connsiteY24" fmla="*/ 43815 h 44767"/>
                  <a:gd name="connsiteX25" fmla="*/ 0 w 46672"/>
                  <a:gd name="connsiteY25" fmla="*/ 43815 h 44767"/>
                  <a:gd name="connsiteX26" fmla="*/ 0 w 46672"/>
                  <a:gd name="connsiteY26" fmla="*/ 41910 h 44767"/>
                  <a:gd name="connsiteX27" fmla="*/ 0 w 46672"/>
                  <a:gd name="connsiteY27" fmla="*/ 41910 h 44767"/>
                  <a:gd name="connsiteX28" fmla="*/ 4763 w 46672"/>
                  <a:gd name="connsiteY28" fmla="*/ 40005 h 44767"/>
                  <a:gd name="connsiteX29" fmla="*/ 5715 w 46672"/>
                  <a:gd name="connsiteY29" fmla="*/ 33338 h 44767"/>
                  <a:gd name="connsiteX30" fmla="*/ 5715 w 46672"/>
                  <a:gd name="connsiteY30" fmla="*/ 18097 h 44767"/>
                  <a:gd name="connsiteX31" fmla="*/ 5715 w 46672"/>
                  <a:gd name="connsiteY31" fmla="*/ 8572 h 44767"/>
                  <a:gd name="connsiteX32" fmla="*/ 4763 w 46672"/>
                  <a:gd name="connsiteY32" fmla="*/ 6667 h 44767"/>
                  <a:gd name="connsiteX33" fmla="*/ 2857 w 46672"/>
                  <a:gd name="connsiteY33" fmla="*/ 6667 h 44767"/>
                  <a:gd name="connsiteX34" fmla="*/ 0 w 46672"/>
                  <a:gd name="connsiteY34" fmla="*/ 6667 h 44767"/>
                  <a:gd name="connsiteX35" fmla="*/ 0 w 46672"/>
                  <a:gd name="connsiteY35" fmla="*/ 4763 h 44767"/>
                  <a:gd name="connsiteX36" fmla="*/ 12382 w 46672"/>
                  <a:gd name="connsiteY36" fmla="*/ 0 h 44767"/>
                  <a:gd name="connsiteX37" fmla="*/ 14288 w 46672"/>
                  <a:gd name="connsiteY37" fmla="*/ 0 h 44767"/>
                  <a:gd name="connsiteX38" fmla="*/ 14288 w 46672"/>
                  <a:gd name="connsiteY38" fmla="*/ 8572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6672" h="44767">
                    <a:moveTo>
                      <a:pt x="16192" y="9525"/>
                    </a:moveTo>
                    <a:cubicBezTo>
                      <a:pt x="20955" y="3810"/>
                      <a:pt x="25717" y="953"/>
                      <a:pt x="30480" y="953"/>
                    </a:cubicBezTo>
                    <a:cubicBezTo>
                      <a:pt x="35242" y="953"/>
                      <a:pt x="34290" y="953"/>
                      <a:pt x="36195" y="2857"/>
                    </a:cubicBezTo>
                    <a:cubicBezTo>
                      <a:pt x="38100" y="4763"/>
                      <a:pt x="39053" y="5715"/>
                      <a:pt x="40005" y="8572"/>
                    </a:cubicBezTo>
                    <a:cubicBezTo>
                      <a:pt x="40005" y="10478"/>
                      <a:pt x="40957" y="13335"/>
                      <a:pt x="40957" y="17145"/>
                    </a:cubicBezTo>
                    <a:lnTo>
                      <a:pt x="40957" y="35242"/>
                    </a:lnTo>
                    <a:cubicBezTo>
                      <a:pt x="40957" y="38100"/>
                      <a:pt x="40957" y="40005"/>
                      <a:pt x="40957" y="40957"/>
                    </a:cubicBezTo>
                    <a:cubicBezTo>
                      <a:pt x="40957" y="40957"/>
                      <a:pt x="40957" y="41910"/>
                      <a:pt x="42863" y="42863"/>
                    </a:cubicBezTo>
                    <a:cubicBezTo>
                      <a:pt x="44767" y="43815"/>
                      <a:pt x="44767" y="42863"/>
                      <a:pt x="46672" y="42863"/>
                    </a:cubicBezTo>
                    <a:lnTo>
                      <a:pt x="46672" y="44767"/>
                    </a:lnTo>
                    <a:lnTo>
                      <a:pt x="25717" y="44767"/>
                    </a:lnTo>
                    <a:lnTo>
                      <a:pt x="25717" y="42863"/>
                    </a:lnTo>
                    <a:lnTo>
                      <a:pt x="25717" y="42863"/>
                    </a:lnTo>
                    <a:cubicBezTo>
                      <a:pt x="27622" y="42863"/>
                      <a:pt x="28575" y="42863"/>
                      <a:pt x="29528" y="42863"/>
                    </a:cubicBezTo>
                    <a:cubicBezTo>
                      <a:pt x="30480" y="42863"/>
                      <a:pt x="30480" y="40957"/>
                      <a:pt x="31432" y="40005"/>
                    </a:cubicBezTo>
                    <a:cubicBezTo>
                      <a:pt x="31432" y="40005"/>
                      <a:pt x="31432" y="38100"/>
                      <a:pt x="31432" y="35242"/>
                    </a:cubicBezTo>
                    <a:lnTo>
                      <a:pt x="31432" y="18097"/>
                    </a:lnTo>
                    <a:cubicBezTo>
                      <a:pt x="31432" y="14288"/>
                      <a:pt x="31432" y="11430"/>
                      <a:pt x="29528" y="9525"/>
                    </a:cubicBezTo>
                    <a:cubicBezTo>
                      <a:pt x="27622" y="7620"/>
                      <a:pt x="26670" y="6667"/>
                      <a:pt x="24765" y="6667"/>
                    </a:cubicBezTo>
                    <a:cubicBezTo>
                      <a:pt x="20955" y="6667"/>
                      <a:pt x="17145" y="8572"/>
                      <a:pt x="14288" y="12382"/>
                    </a:cubicBezTo>
                    <a:lnTo>
                      <a:pt x="14288" y="34290"/>
                    </a:lnTo>
                    <a:cubicBezTo>
                      <a:pt x="14288" y="37147"/>
                      <a:pt x="14288" y="39053"/>
                      <a:pt x="14288" y="40005"/>
                    </a:cubicBezTo>
                    <a:cubicBezTo>
                      <a:pt x="14288" y="40005"/>
                      <a:pt x="15240" y="41910"/>
                      <a:pt x="16192" y="41910"/>
                    </a:cubicBezTo>
                    <a:cubicBezTo>
                      <a:pt x="17145" y="41910"/>
                      <a:pt x="18097" y="41910"/>
                      <a:pt x="20955" y="41910"/>
                    </a:cubicBezTo>
                    <a:lnTo>
                      <a:pt x="20955" y="43815"/>
                    </a:lnTo>
                    <a:lnTo>
                      <a:pt x="0" y="43815"/>
                    </a:lnTo>
                    <a:lnTo>
                      <a:pt x="0" y="41910"/>
                    </a:lnTo>
                    <a:lnTo>
                      <a:pt x="0" y="41910"/>
                    </a:lnTo>
                    <a:cubicBezTo>
                      <a:pt x="1905" y="41910"/>
                      <a:pt x="3810" y="41910"/>
                      <a:pt x="4763" y="40005"/>
                    </a:cubicBezTo>
                    <a:cubicBezTo>
                      <a:pt x="5715" y="38100"/>
                      <a:pt x="5715" y="37147"/>
                      <a:pt x="5715" y="33338"/>
                    </a:cubicBezTo>
                    <a:lnTo>
                      <a:pt x="5715" y="18097"/>
                    </a:lnTo>
                    <a:cubicBezTo>
                      <a:pt x="5715" y="13335"/>
                      <a:pt x="5715" y="9525"/>
                      <a:pt x="5715" y="8572"/>
                    </a:cubicBezTo>
                    <a:cubicBezTo>
                      <a:pt x="5715" y="7620"/>
                      <a:pt x="5715" y="6667"/>
                      <a:pt x="4763" y="6667"/>
                    </a:cubicBezTo>
                    <a:cubicBezTo>
                      <a:pt x="3810" y="6667"/>
                      <a:pt x="3810" y="6667"/>
                      <a:pt x="2857" y="6667"/>
                    </a:cubicBezTo>
                    <a:cubicBezTo>
                      <a:pt x="1905" y="6667"/>
                      <a:pt x="953" y="6667"/>
                      <a:pt x="0" y="6667"/>
                    </a:cubicBezTo>
                    <a:lnTo>
                      <a:pt x="0" y="4763"/>
                    </a:lnTo>
                    <a:cubicBezTo>
                      <a:pt x="0" y="4763"/>
                      <a:pt x="12382" y="0"/>
                      <a:pt x="12382" y="0"/>
                    </a:cubicBezTo>
                    <a:lnTo>
                      <a:pt x="14288" y="0"/>
                    </a:lnTo>
                    <a:lnTo>
                      <a:pt x="14288" y="85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C24C4F9B-3DC8-A6FC-00CA-B0EE5AE8177A}"/>
                  </a:ext>
                </a:extLst>
              </p:cNvPr>
              <p:cNvSpPr/>
              <p:nvPr/>
            </p:nvSpPr>
            <p:spPr>
              <a:xfrm>
                <a:off x="6165532" y="4516755"/>
                <a:ext cx="36195" cy="44767"/>
              </a:xfrm>
              <a:custGeom>
                <a:avLst/>
                <a:gdLst>
                  <a:gd name="connsiteX0" fmla="*/ 7620 w 36195"/>
                  <a:gd name="connsiteY0" fmla="*/ 17145 h 44767"/>
                  <a:gd name="connsiteX1" fmla="*/ 12383 w 36195"/>
                  <a:gd name="connsiteY1" fmla="*/ 31432 h 44767"/>
                  <a:gd name="connsiteX2" fmla="*/ 22860 w 36195"/>
                  <a:gd name="connsiteY2" fmla="*/ 37147 h 44767"/>
                  <a:gd name="connsiteX3" fmla="*/ 30480 w 36195"/>
                  <a:gd name="connsiteY3" fmla="*/ 35242 h 44767"/>
                  <a:gd name="connsiteX4" fmla="*/ 35243 w 36195"/>
                  <a:gd name="connsiteY4" fmla="*/ 27622 h 44767"/>
                  <a:gd name="connsiteX5" fmla="*/ 36195 w 36195"/>
                  <a:gd name="connsiteY5" fmla="*/ 27622 h 44767"/>
                  <a:gd name="connsiteX6" fmla="*/ 30480 w 36195"/>
                  <a:gd name="connsiteY6" fmla="*/ 40005 h 44767"/>
                  <a:gd name="connsiteX7" fmla="*/ 19050 w 36195"/>
                  <a:gd name="connsiteY7" fmla="*/ 44767 h 44767"/>
                  <a:gd name="connsiteX8" fmla="*/ 5715 w 36195"/>
                  <a:gd name="connsiteY8" fmla="*/ 39052 h 44767"/>
                  <a:gd name="connsiteX9" fmla="*/ 0 w 36195"/>
                  <a:gd name="connsiteY9" fmla="*/ 22860 h 44767"/>
                  <a:gd name="connsiteX10" fmla="*/ 5715 w 36195"/>
                  <a:gd name="connsiteY10" fmla="*/ 5715 h 44767"/>
                  <a:gd name="connsiteX11" fmla="*/ 20003 w 36195"/>
                  <a:gd name="connsiteY11" fmla="*/ 0 h 44767"/>
                  <a:gd name="connsiteX12" fmla="*/ 31433 w 36195"/>
                  <a:gd name="connsiteY12" fmla="*/ 4763 h 44767"/>
                  <a:gd name="connsiteX13" fmla="*/ 36195 w 36195"/>
                  <a:gd name="connsiteY13" fmla="*/ 17145 h 44767"/>
                  <a:gd name="connsiteX14" fmla="*/ 7620 w 36195"/>
                  <a:gd name="connsiteY14" fmla="*/ 17145 h 44767"/>
                  <a:gd name="connsiteX15" fmla="*/ 7620 w 36195"/>
                  <a:gd name="connsiteY15" fmla="*/ 14288 h 44767"/>
                  <a:gd name="connsiteX16" fmla="*/ 26670 w 36195"/>
                  <a:gd name="connsiteY16" fmla="*/ 14288 h 44767"/>
                  <a:gd name="connsiteX17" fmla="*/ 25718 w 36195"/>
                  <a:gd name="connsiteY17" fmla="*/ 8572 h 44767"/>
                  <a:gd name="connsiteX18" fmla="*/ 21908 w 36195"/>
                  <a:gd name="connsiteY18" fmla="*/ 4763 h 44767"/>
                  <a:gd name="connsiteX19" fmla="*/ 17145 w 36195"/>
                  <a:gd name="connsiteY19" fmla="*/ 2857 h 44767"/>
                  <a:gd name="connsiteX20" fmla="*/ 10478 w 36195"/>
                  <a:gd name="connsiteY20" fmla="*/ 5715 h 44767"/>
                  <a:gd name="connsiteX21" fmla="*/ 6668 w 36195"/>
                  <a:gd name="connsiteY21" fmla="*/ 14288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195" h="44767">
                    <a:moveTo>
                      <a:pt x="7620" y="17145"/>
                    </a:moveTo>
                    <a:cubicBezTo>
                      <a:pt x="7620" y="23813"/>
                      <a:pt x="9525" y="28575"/>
                      <a:pt x="12383" y="31432"/>
                    </a:cubicBezTo>
                    <a:cubicBezTo>
                      <a:pt x="15240" y="34290"/>
                      <a:pt x="19050" y="37147"/>
                      <a:pt x="22860" y="37147"/>
                    </a:cubicBezTo>
                    <a:cubicBezTo>
                      <a:pt x="26670" y="37147"/>
                      <a:pt x="27623" y="37147"/>
                      <a:pt x="30480" y="35242"/>
                    </a:cubicBezTo>
                    <a:cubicBezTo>
                      <a:pt x="33338" y="33338"/>
                      <a:pt x="34290" y="31432"/>
                      <a:pt x="35243" y="27622"/>
                    </a:cubicBezTo>
                    <a:lnTo>
                      <a:pt x="36195" y="27622"/>
                    </a:lnTo>
                    <a:cubicBezTo>
                      <a:pt x="36195" y="32385"/>
                      <a:pt x="33338" y="36195"/>
                      <a:pt x="30480" y="40005"/>
                    </a:cubicBezTo>
                    <a:cubicBezTo>
                      <a:pt x="27623" y="43815"/>
                      <a:pt x="23813" y="44767"/>
                      <a:pt x="19050" y="44767"/>
                    </a:cubicBezTo>
                    <a:cubicBezTo>
                      <a:pt x="14288" y="44767"/>
                      <a:pt x="9525" y="42863"/>
                      <a:pt x="5715" y="39052"/>
                    </a:cubicBezTo>
                    <a:cubicBezTo>
                      <a:pt x="1905" y="35242"/>
                      <a:pt x="0" y="29527"/>
                      <a:pt x="0" y="22860"/>
                    </a:cubicBezTo>
                    <a:cubicBezTo>
                      <a:pt x="0" y="16192"/>
                      <a:pt x="1905" y="10477"/>
                      <a:pt x="5715" y="5715"/>
                    </a:cubicBezTo>
                    <a:cubicBezTo>
                      <a:pt x="9525" y="952"/>
                      <a:pt x="14288" y="0"/>
                      <a:pt x="20003" y="0"/>
                    </a:cubicBezTo>
                    <a:cubicBezTo>
                      <a:pt x="25718" y="0"/>
                      <a:pt x="28575" y="1905"/>
                      <a:pt x="31433" y="4763"/>
                    </a:cubicBezTo>
                    <a:cubicBezTo>
                      <a:pt x="34290" y="7620"/>
                      <a:pt x="36195" y="12382"/>
                      <a:pt x="36195" y="17145"/>
                    </a:cubicBezTo>
                    <a:lnTo>
                      <a:pt x="7620" y="17145"/>
                    </a:lnTo>
                    <a:close/>
                    <a:moveTo>
                      <a:pt x="7620" y="14288"/>
                    </a:moveTo>
                    <a:lnTo>
                      <a:pt x="26670" y="14288"/>
                    </a:lnTo>
                    <a:cubicBezTo>
                      <a:pt x="26670" y="11430"/>
                      <a:pt x="26670" y="9525"/>
                      <a:pt x="25718" y="8572"/>
                    </a:cubicBezTo>
                    <a:cubicBezTo>
                      <a:pt x="25718" y="6667"/>
                      <a:pt x="23813" y="5715"/>
                      <a:pt x="21908" y="4763"/>
                    </a:cubicBezTo>
                    <a:cubicBezTo>
                      <a:pt x="20003" y="3810"/>
                      <a:pt x="19050" y="2857"/>
                      <a:pt x="17145" y="2857"/>
                    </a:cubicBezTo>
                    <a:cubicBezTo>
                      <a:pt x="14288" y="2857"/>
                      <a:pt x="12383" y="3810"/>
                      <a:pt x="10478" y="5715"/>
                    </a:cubicBezTo>
                    <a:cubicBezTo>
                      <a:pt x="8573" y="7620"/>
                      <a:pt x="7620" y="10477"/>
                      <a:pt x="6668" y="142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DFD9F8BC-DF14-5600-79B5-5AFE5355DD72}"/>
                  </a:ext>
                </a:extLst>
              </p:cNvPr>
              <p:cNvSpPr/>
              <p:nvPr/>
            </p:nvSpPr>
            <p:spPr>
              <a:xfrm>
                <a:off x="6205537" y="4514850"/>
                <a:ext cx="31432" cy="42862"/>
              </a:xfrm>
              <a:custGeom>
                <a:avLst/>
                <a:gdLst>
                  <a:gd name="connsiteX0" fmla="*/ 15240 w 31432"/>
                  <a:gd name="connsiteY0" fmla="*/ 1905 h 42862"/>
                  <a:gd name="connsiteX1" fmla="*/ 15240 w 31432"/>
                  <a:gd name="connsiteY1" fmla="*/ 11430 h 42862"/>
                  <a:gd name="connsiteX2" fmla="*/ 25718 w 31432"/>
                  <a:gd name="connsiteY2" fmla="*/ 1905 h 42862"/>
                  <a:gd name="connsiteX3" fmla="*/ 29528 w 31432"/>
                  <a:gd name="connsiteY3" fmla="*/ 3810 h 42862"/>
                  <a:gd name="connsiteX4" fmla="*/ 31432 w 31432"/>
                  <a:gd name="connsiteY4" fmla="*/ 7620 h 42862"/>
                  <a:gd name="connsiteX5" fmla="*/ 30480 w 31432"/>
                  <a:gd name="connsiteY5" fmla="*/ 10478 h 42862"/>
                  <a:gd name="connsiteX6" fmla="*/ 27622 w 31432"/>
                  <a:gd name="connsiteY6" fmla="*/ 11430 h 42862"/>
                  <a:gd name="connsiteX7" fmla="*/ 23813 w 31432"/>
                  <a:gd name="connsiteY7" fmla="*/ 9525 h 42862"/>
                  <a:gd name="connsiteX8" fmla="*/ 20955 w 31432"/>
                  <a:gd name="connsiteY8" fmla="*/ 7620 h 42862"/>
                  <a:gd name="connsiteX9" fmla="*/ 19050 w 31432"/>
                  <a:gd name="connsiteY9" fmla="*/ 7620 h 42862"/>
                  <a:gd name="connsiteX10" fmla="*/ 15240 w 31432"/>
                  <a:gd name="connsiteY10" fmla="*/ 13335 h 42862"/>
                  <a:gd name="connsiteX11" fmla="*/ 15240 w 31432"/>
                  <a:gd name="connsiteY11" fmla="*/ 33338 h 42862"/>
                  <a:gd name="connsiteX12" fmla="*/ 15240 w 31432"/>
                  <a:gd name="connsiteY12" fmla="*/ 39053 h 42862"/>
                  <a:gd name="connsiteX13" fmla="*/ 17145 w 31432"/>
                  <a:gd name="connsiteY13" fmla="*/ 40957 h 42862"/>
                  <a:gd name="connsiteX14" fmla="*/ 21907 w 31432"/>
                  <a:gd name="connsiteY14" fmla="*/ 40957 h 42862"/>
                  <a:gd name="connsiteX15" fmla="*/ 21907 w 31432"/>
                  <a:gd name="connsiteY15" fmla="*/ 42863 h 42862"/>
                  <a:gd name="connsiteX16" fmla="*/ 0 w 31432"/>
                  <a:gd name="connsiteY16" fmla="*/ 42863 h 42862"/>
                  <a:gd name="connsiteX17" fmla="*/ 0 w 31432"/>
                  <a:gd name="connsiteY17" fmla="*/ 40957 h 42862"/>
                  <a:gd name="connsiteX18" fmla="*/ 4763 w 31432"/>
                  <a:gd name="connsiteY18" fmla="*/ 40005 h 42862"/>
                  <a:gd name="connsiteX19" fmla="*/ 6668 w 31432"/>
                  <a:gd name="connsiteY19" fmla="*/ 38100 h 42862"/>
                  <a:gd name="connsiteX20" fmla="*/ 6668 w 31432"/>
                  <a:gd name="connsiteY20" fmla="*/ 33338 h 42862"/>
                  <a:gd name="connsiteX21" fmla="*/ 6668 w 31432"/>
                  <a:gd name="connsiteY21" fmla="*/ 17145 h 42862"/>
                  <a:gd name="connsiteX22" fmla="*/ 6668 w 31432"/>
                  <a:gd name="connsiteY22" fmla="*/ 8572 h 42862"/>
                  <a:gd name="connsiteX23" fmla="*/ 5715 w 31432"/>
                  <a:gd name="connsiteY23" fmla="*/ 6668 h 42862"/>
                  <a:gd name="connsiteX24" fmla="*/ 3810 w 31432"/>
                  <a:gd name="connsiteY24" fmla="*/ 6668 h 42862"/>
                  <a:gd name="connsiteX25" fmla="*/ 953 w 31432"/>
                  <a:gd name="connsiteY25" fmla="*/ 6668 h 42862"/>
                  <a:gd name="connsiteX26" fmla="*/ 953 w 31432"/>
                  <a:gd name="connsiteY26" fmla="*/ 4763 h 42862"/>
                  <a:gd name="connsiteX27" fmla="*/ 13335 w 31432"/>
                  <a:gd name="connsiteY27" fmla="*/ 0 h 42862"/>
                  <a:gd name="connsiteX28" fmla="*/ 15240 w 31432"/>
                  <a:gd name="connsiteY28" fmla="*/ 0 h 4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432" h="42862">
                    <a:moveTo>
                      <a:pt x="15240" y="1905"/>
                    </a:moveTo>
                    <a:lnTo>
                      <a:pt x="15240" y="11430"/>
                    </a:lnTo>
                    <a:cubicBezTo>
                      <a:pt x="19050" y="4763"/>
                      <a:pt x="21907" y="1905"/>
                      <a:pt x="25718" y="1905"/>
                    </a:cubicBezTo>
                    <a:cubicBezTo>
                      <a:pt x="29528" y="1905"/>
                      <a:pt x="28575" y="1905"/>
                      <a:pt x="29528" y="3810"/>
                    </a:cubicBezTo>
                    <a:cubicBezTo>
                      <a:pt x="30480" y="5715"/>
                      <a:pt x="31432" y="5715"/>
                      <a:pt x="31432" y="7620"/>
                    </a:cubicBezTo>
                    <a:cubicBezTo>
                      <a:pt x="31432" y="9525"/>
                      <a:pt x="31432" y="9525"/>
                      <a:pt x="30480" y="10478"/>
                    </a:cubicBezTo>
                    <a:cubicBezTo>
                      <a:pt x="29528" y="11430"/>
                      <a:pt x="28575" y="11430"/>
                      <a:pt x="27622" y="11430"/>
                    </a:cubicBezTo>
                    <a:cubicBezTo>
                      <a:pt x="26670" y="11430"/>
                      <a:pt x="25718" y="11430"/>
                      <a:pt x="23813" y="9525"/>
                    </a:cubicBezTo>
                    <a:cubicBezTo>
                      <a:pt x="21907" y="7620"/>
                      <a:pt x="21907" y="7620"/>
                      <a:pt x="20955" y="7620"/>
                    </a:cubicBezTo>
                    <a:cubicBezTo>
                      <a:pt x="20003" y="7620"/>
                      <a:pt x="20003" y="7620"/>
                      <a:pt x="19050" y="7620"/>
                    </a:cubicBezTo>
                    <a:cubicBezTo>
                      <a:pt x="18097" y="8572"/>
                      <a:pt x="16193" y="10478"/>
                      <a:pt x="15240" y="13335"/>
                    </a:cubicBezTo>
                    <a:lnTo>
                      <a:pt x="15240" y="33338"/>
                    </a:lnTo>
                    <a:cubicBezTo>
                      <a:pt x="15240" y="35243"/>
                      <a:pt x="15240" y="37147"/>
                      <a:pt x="15240" y="39053"/>
                    </a:cubicBezTo>
                    <a:cubicBezTo>
                      <a:pt x="15240" y="39053"/>
                      <a:pt x="16193" y="40957"/>
                      <a:pt x="17145" y="40957"/>
                    </a:cubicBezTo>
                    <a:cubicBezTo>
                      <a:pt x="18097" y="40957"/>
                      <a:pt x="20003" y="40957"/>
                      <a:pt x="21907" y="40957"/>
                    </a:cubicBezTo>
                    <a:lnTo>
                      <a:pt x="21907" y="42863"/>
                    </a:lnTo>
                    <a:lnTo>
                      <a:pt x="0" y="42863"/>
                    </a:lnTo>
                    <a:lnTo>
                      <a:pt x="0" y="40957"/>
                    </a:lnTo>
                    <a:cubicBezTo>
                      <a:pt x="1905" y="40957"/>
                      <a:pt x="3810" y="40957"/>
                      <a:pt x="4763" y="40005"/>
                    </a:cubicBezTo>
                    <a:cubicBezTo>
                      <a:pt x="4763" y="40005"/>
                      <a:pt x="5715" y="39053"/>
                      <a:pt x="6668" y="38100"/>
                    </a:cubicBezTo>
                    <a:cubicBezTo>
                      <a:pt x="6668" y="38100"/>
                      <a:pt x="6668" y="36195"/>
                      <a:pt x="6668" y="33338"/>
                    </a:cubicBezTo>
                    <a:lnTo>
                      <a:pt x="6668" y="17145"/>
                    </a:lnTo>
                    <a:cubicBezTo>
                      <a:pt x="6668" y="12382"/>
                      <a:pt x="6668" y="9525"/>
                      <a:pt x="6668" y="8572"/>
                    </a:cubicBezTo>
                    <a:cubicBezTo>
                      <a:pt x="6668" y="7620"/>
                      <a:pt x="6668" y="6668"/>
                      <a:pt x="5715" y="6668"/>
                    </a:cubicBezTo>
                    <a:cubicBezTo>
                      <a:pt x="4763" y="6668"/>
                      <a:pt x="4763" y="6668"/>
                      <a:pt x="3810" y="6668"/>
                    </a:cubicBezTo>
                    <a:cubicBezTo>
                      <a:pt x="2857" y="6668"/>
                      <a:pt x="1905" y="6668"/>
                      <a:pt x="953" y="6668"/>
                    </a:cubicBezTo>
                    <a:lnTo>
                      <a:pt x="953" y="4763"/>
                    </a:lnTo>
                    <a:cubicBezTo>
                      <a:pt x="953" y="4763"/>
                      <a:pt x="13335" y="0"/>
                      <a:pt x="13335" y="0"/>
                    </a:cubicBezTo>
                    <a:lnTo>
                      <a:pt x="1524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548C20BC-157D-DFA4-0018-80FC90E2338C}"/>
                  </a:ext>
                </a:extLst>
              </p:cNvPr>
              <p:cNvSpPr/>
              <p:nvPr/>
            </p:nvSpPr>
            <p:spPr>
              <a:xfrm>
                <a:off x="6238875" y="4517707"/>
                <a:ext cx="35242" cy="43815"/>
              </a:xfrm>
              <a:custGeom>
                <a:avLst/>
                <a:gdLst>
                  <a:gd name="connsiteX0" fmla="*/ 24765 w 35242"/>
                  <a:gd name="connsiteY0" fmla="*/ 36195 h 43815"/>
                  <a:gd name="connsiteX1" fmla="*/ 16193 w 35242"/>
                  <a:gd name="connsiteY1" fmla="*/ 41910 h 43815"/>
                  <a:gd name="connsiteX2" fmla="*/ 10478 w 35242"/>
                  <a:gd name="connsiteY2" fmla="*/ 42863 h 43815"/>
                  <a:gd name="connsiteX3" fmla="*/ 2857 w 35242"/>
                  <a:gd name="connsiteY3" fmla="*/ 40005 h 43815"/>
                  <a:gd name="connsiteX4" fmla="*/ 0 w 35242"/>
                  <a:gd name="connsiteY4" fmla="*/ 32385 h 43815"/>
                  <a:gd name="connsiteX5" fmla="*/ 953 w 35242"/>
                  <a:gd name="connsiteY5" fmla="*/ 26670 h 43815"/>
                  <a:gd name="connsiteX6" fmla="*/ 7620 w 35242"/>
                  <a:gd name="connsiteY6" fmla="*/ 20955 h 43815"/>
                  <a:gd name="connsiteX7" fmla="*/ 22860 w 35242"/>
                  <a:gd name="connsiteY7" fmla="*/ 14288 h 43815"/>
                  <a:gd name="connsiteX8" fmla="*/ 22860 w 35242"/>
                  <a:gd name="connsiteY8" fmla="*/ 12383 h 43815"/>
                  <a:gd name="connsiteX9" fmla="*/ 20955 w 35242"/>
                  <a:gd name="connsiteY9" fmla="*/ 3810 h 43815"/>
                  <a:gd name="connsiteX10" fmla="*/ 15240 w 35242"/>
                  <a:gd name="connsiteY10" fmla="*/ 1905 h 43815"/>
                  <a:gd name="connsiteX11" fmla="*/ 10478 w 35242"/>
                  <a:gd name="connsiteY11" fmla="*/ 3810 h 43815"/>
                  <a:gd name="connsiteX12" fmla="*/ 8572 w 35242"/>
                  <a:gd name="connsiteY12" fmla="*/ 7620 h 43815"/>
                  <a:gd name="connsiteX13" fmla="*/ 8572 w 35242"/>
                  <a:gd name="connsiteY13" fmla="*/ 10478 h 43815"/>
                  <a:gd name="connsiteX14" fmla="*/ 7620 w 35242"/>
                  <a:gd name="connsiteY14" fmla="*/ 13335 h 43815"/>
                  <a:gd name="connsiteX15" fmla="*/ 4763 w 35242"/>
                  <a:gd name="connsiteY15" fmla="*/ 14288 h 43815"/>
                  <a:gd name="connsiteX16" fmla="*/ 1905 w 35242"/>
                  <a:gd name="connsiteY16" fmla="*/ 13335 h 43815"/>
                  <a:gd name="connsiteX17" fmla="*/ 953 w 35242"/>
                  <a:gd name="connsiteY17" fmla="*/ 10478 h 43815"/>
                  <a:gd name="connsiteX18" fmla="*/ 4763 w 35242"/>
                  <a:gd name="connsiteY18" fmla="*/ 2858 h 43815"/>
                  <a:gd name="connsiteX19" fmla="*/ 16193 w 35242"/>
                  <a:gd name="connsiteY19" fmla="*/ 0 h 43815"/>
                  <a:gd name="connsiteX20" fmla="*/ 25718 w 35242"/>
                  <a:gd name="connsiteY20" fmla="*/ 1905 h 43815"/>
                  <a:gd name="connsiteX21" fmla="*/ 29528 w 35242"/>
                  <a:gd name="connsiteY21" fmla="*/ 6668 h 43815"/>
                  <a:gd name="connsiteX22" fmla="*/ 29528 w 35242"/>
                  <a:gd name="connsiteY22" fmla="*/ 14288 h 43815"/>
                  <a:gd name="connsiteX23" fmla="*/ 29528 w 35242"/>
                  <a:gd name="connsiteY23" fmla="*/ 28575 h 43815"/>
                  <a:gd name="connsiteX24" fmla="*/ 29528 w 35242"/>
                  <a:gd name="connsiteY24" fmla="*/ 36195 h 43815"/>
                  <a:gd name="connsiteX25" fmla="*/ 29528 w 35242"/>
                  <a:gd name="connsiteY25" fmla="*/ 38100 h 43815"/>
                  <a:gd name="connsiteX26" fmla="*/ 30480 w 35242"/>
                  <a:gd name="connsiteY26" fmla="*/ 38100 h 43815"/>
                  <a:gd name="connsiteX27" fmla="*/ 31432 w 35242"/>
                  <a:gd name="connsiteY27" fmla="*/ 38100 h 43815"/>
                  <a:gd name="connsiteX28" fmla="*/ 35243 w 35242"/>
                  <a:gd name="connsiteY28" fmla="*/ 34290 h 43815"/>
                  <a:gd name="connsiteX29" fmla="*/ 35243 w 35242"/>
                  <a:gd name="connsiteY29" fmla="*/ 37148 h 43815"/>
                  <a:gd name="connsiteX30" fmla="*/ 25718 w 35242"/>
                  <a:gd name="connsiteY30" fmla="*/ 43815 h 43815"/>
                  <a:gd name="connsiteX31" fmla="*/ 21907 w 35242"/>
                  <a:gd name="connsiteY31" fmla="*/ 41910 h 43815"/>
                  <a:gd name="connsiteX32" fmla="*/ 20955 w 35242"/>
                  <a:gd name="connsiteY32" fmla="*/ 36195 h 43815"/>
                  <a:gd name="connsiteX33" fmla="*/ 24765 w 35242"/>
                  <a:gd name="connsiteY33" fmla="*/ 33338 h 43815"/>
                  <a:gd name="connsiteX34" fmla="*/ 24765 w 35242"/>
                  <a:gd name="connsiteY34" fmla="*/ 17145 h 43815"/>
                  <a:gd name="connsiteX35" fmla="*/ 16193 w 35242"/>
                  <a:gd name="connsiteY35" fmla="*/ 20955 h 43815"/>
                  <a:gd name="connsiteX36" fmla="*/ 11430 w 35242"/>
                  <a:gd name="connsiteY36" fmla="*/ 24765 h 43815"/>
                  <a:gd name="connsiteX37" fmla="*/ 9525 w 35242"/>
                  <a:gd name="connsiteY37" fmla="*/ 29528 h 43815"/>
                  <a:gd name="connsiteX38" fmla="*/ 11430 w 35242"/>
                  <a:gd name="connsiteY38" fmla="*/ 35243 h 43815"/>
                  <a:gd name="connsiteX39" fmla="*/ 16193 w 35242"/>
                  <a:gd name="connsiteY39" fmla="*/ 37148 h 43815"/>
                  <a:gd name="connsiteX40" fmla="*/ 25718 w 35242"/>
                  <a:gd name="connsiteY40" fmla="*/ 32385 h 43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5242" h="43815">
                    <a:moveTo>
                      <a:pt x="24765" y="36195"/>
                    </a:moveTo>
                    <a:cubicBezTo>
                      <a:pt x="20003" y="39053"/>
                      <a:pt x="18097" y="41910"/>
                      <a:pt x="16193" y="41910"/>
                    </a:cubicBezTo>
                    <a:cubicBezTo>
                      <a:pt x="14288" y="41910"/>
                      <a:pt x="12382" y="42863"/>
                      <a:pt x="10478" y="42863"/>
                    </a:cubicBezTo>
                    <a:cubicBezTo>
                      <a:pt x="7620" y="42863"/>
                      <a:pt x="4763" y="41910"/>
                      <a:pt x="2857" y="40005"/>
                    </a:cubicBezTo>
                    <a:cubicBezTo>
                      <a:pt x="953" y="38100"/>
                      <a:pt x="0" y="35243"/>
                      <a:pt x="0" y="32385"/>
                    </a:cubicBezTo>
                    <a:cubicBezTo>
                      <a:pt x="0" y="29528"/>
                      <a:pt x="0" y="28575"/>
                      <a:pt x="953" y="26670"/>
                    </a:cubicBezTo>
                    <a:cubicBezTo>
                      <a:pt x="1905" y="24765"/>
                      <a:pt x="4763" y="22860"/>
                      <a:pt x="7620" y="20955"/>
                    </a:cubicBezTo>
                    <a:cubicBezTo>
                      <a:pt x="10478" y="19050"/>
                      <a:pt x="16193" y="17145"/>
                      <a:pt x="22860" y="14288"/>
                    </a:cubicBezTo>
                    <a:lnTo>
                      <a:pt x="22860" y="12383"/>
                    </a:lnTo>
                    <a:cubicBezTo>
                      <a:pt x="22860" y="8573"/>
                      <a:pt x="22860" y="5715"/>
                      <a:pt x="20955" y="3810"/>
                    </a:cubicBezTo>
                    <a:cubicBezTo>
                      <a:pt x="19050" y="1905"/>
                      <a:pt x="18097" y="1905"/>
                      <a:pt x="15240" y="1905"/>
                    </a:cubicBezTo>
                    <a:cubicBezTo>
                      <a:pt x="12382" y="1905"/>
                      <a:pt x="11430" y="1905"/>
                      <a:pt x="10478" y="3810"/>
                    </a:cubicBezTo>
                    <a:cubicBezTo>
                      <a:pt x="9525" y="4763"/>
                      <a:pt x="8572" y="5715"/>
                      <a:pt x="8572" y="7620"/>
                    </a:cubicBezTo>
                    <a:lnTo>
                      <a:pt x="8572" y="10478"/>
                    </a:lnTo>
                    <a:cubicBezTo>
                      <a:pt x="8572" y="11430"/>
                      <a:pt x="8572" y="13335"/>
                      <a:pt x="7620" y="13335"/>
                    </a:cubicBezTo>
                    <a:cubicBezTo>
                      <a:pt x="6668" y="13335"/>
                      <a:pt x="5715" y="14288"/>
                      <a:pt x="4763" y="14288"/>
                    </a:cubicBezTo>
                    <a:cubicBezTo>
                      <a:pt x="3810" y="14288"/>
                      <a:pt x="2857" y="14288"/>
                      <a:pt x="1905" y="13335"/>
                    </a:cubicBezTo>
                    <a:cubicBezTo>
                      <a:pt x="953" y="12383"/>
                      <a:pt x="953" y="11430"/>
                      <a:pt x="953" y="10478"/>
                    </a:cubicBezTo>
                    <a:cubicBezTo>
                      <a:pt x="953" y="7620"/>
                      <a:pt x="1905" y="5715"/>
                      <a:pt x="4763" y="2858"/>
                    </a:cubicBezTo>
                    <a:cubicBezTo>
                      <a:pt x="7620" y="0"/>
                      <a:pt x="11430" y="0"/>
                      <a:pt x="16193" y="0"/>
                    </a:cubicBezTo>
                    <a:cubicBezTo>
                      <a:pt x="20955" y="0"/>
                      <a:pt x="22860" y="0"/>
                      <a:pt x="25718" y="1905"/>
                    </a:cubicBezTo>
                    <a:cubicBezTo>
                      <a:pt x="27622" y="1905"/>
                      <a:pt x="28575" y="4763"/>
                      <a:pt x="29528" y="6668"/>
                    </a:cubicBezTo>
                    <a:cubicBezTo>
                      <a:pt x="29528" y="7620"/>
                      <a:pt x="29528" y="10478"/>
                      <a:pt x="29528" y="14288"/>
                    </a:cubicBezTo>
                    <a:lnTo>
                      <a:pt x="29528" y="28575"/>
                    </a:lnTo>
                    <a:cubicBezTo>
                      <a:pt x="29528" y="32385"/>
                      <a:pt x="29528" y="35243"/>
                      <a:pt x="29528" y="36195"/>
                    </a:cubicBezTo>
                    <a:cubicBezTo>
                      <a:pt x="29528" y="37148"/>
                      <a:pt x="29528" y="38100"/>
                      <a:pt x="29528" y="38100"/>
                    </a:cubicBezTo>
                    <a:cubicBezTo>
                      <a:pt x="29528" y="38100"/>
                      <a:pt x="29528" y="38100"/>
                      <a:pt x="30480" y="38100"/>
                    </a:cubicBezTo>
                    <a:cubicBezTo>
                      <a:pt x="31432" y="38100"/>
                      <a:pt x="30480" y="38100"/>
                      <a:pt x="31432" y="38100"/>
                    </a:cubicBezTo>
                    <a:cubicBezTo>
                      <a:pt x="31432" y="38100"/>
                      <a:pt x="33338" y="36195"/>
                      <a:pt x="35243" y="34290"/>
                    </a:cubicBezTo>
                    <a:lnTo>
                      <a:pt x="35243" y="37148"/>
                    </a:lnTo>
                    <a:cubicBezTo>
                      <a:pt x="31432" y="41910"/>
                      <a:pt x="28575" y="43815"/>
                      <a:pt x="25718" y="43815"/>
                    </a:cubicBezTo>
                    <a:cubicBezTo>
                      <a:pt x="22860" y="43815"/>
                      <a:pt x="22860" y="43815"/>
                      <a:pt x="21907" y="41910"/>
                    </a:cubicBezTo>
                    <a:cubicBezTo>
                      <a:pt x="20955" y="40005"/>
                      <a:pt x="20955" y="39053"/>
                      <a:pt x="20955" y="36195"/>
                    </a:cubicBezTo>
                    <a:close/>
                    <a:moveTo>
                      <a:pt x="24765" y="33338"/>
                    </a:moveTo>
                    <a:lnTo>
                      <a:pt x="24765" y="17145"/>
                    </a:lnTo>
                    <a:cubicBezTo>
                      <a:pt x="20003" y="19050"/>
                      <a:pt x="17145" y="20003"/>
                      <a:pt x="16193" y="20955"/>
                    </a:cubicBezTo>
                    <a:cubicBezTo>
                      <a:pt x="13335" y="21908"/>
                      <a:pt x="12382" y="23813"/>
                      <a:pt x="11430" y="24765"/>
                    </a:cubicBezTo>
                    <a:cubicBezTo>
                      <a:pt x="10478" y="25718"/>
                      <a:pt x="9525" y="27623"/>
                      <a:pt x="9525" y="29528"/>
                    </a:cubicBezTo>
                    <a:cubicBezTo>
                      <a:pt x="9525" y="31433"/>
                      <a:pt x="9525" y="33338"/>
                      <a:pt x="11430" y="35243"/>
                    </a:cubicBezTo>
                    <a:cubicBezTo>
                      <a:pt x="13335" y="37148"/>
                      <a:pt x="14288" y="37148"/>
                      <a:pt x="16193" y="37148"/>
                    </a:cubicBezTo>
                    <a:cubicBezTo>
                      <a:pt x="18097" y="37148"/>
                      <a:pt x="21907" y="35243"/>
                      <a:pt x="25718" y="323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644B06AF-018D-82C5-BDB2-2BF78162A492}"/>
                  </a:ext>
                </a:extLst>
              </p:cNvPr>
              <p:cNvSpPr/>
              <p:nvPr/>
            </p:nvSpPr>
            <p:spPr>
              <a:xfrm>
                <a:off x="6278880" y="4502467"/>
                <a:ext cx="24764" cy="58102"/>
              </a:xfrm>
              <a:custGeom>
                <a:avLst/>
                <a:gdLst>
                  <a:gd name="connsiteX0" fmla="*/ 14288 w 24764"/>
                  <a:gd name="connsiteY0" fmla="*/ 1905 h 58102"/>
                  <a:gd name="connsiteX1" fmla="*/ 14288 w 24764"/>
                  <a:gd name="connsiteY1" fmla="*/ 15240 h 58102"/>
                  <a:gd name="connsiteX2" fmla="*/ 23813 w 24764"/>
                  <a:gd name="connsiteY2" fmla="*/ 15240 h 58102"/>
                  <a:gd name="connsiteX3" fmla="*/ 23813 w 24764"/>
                  <a:gd name="connsiteY3" fmla="*/ 18097 h 58102"/>
                  <a:gd name="connsiteX4" fmla="*/ 14288 w 24764"/>
                  <a:gd name="connsiteY4" fmla="*/ 18097 h 58102"/>
                  <a:gd name="connsiteX5" fmla="*/ 14288 w 24764"/>
                  <a:gd name="connsiteY5" fmla="*/ 45720 h 58102"/>
                  <a:gd name="connsiteX6" fmla="*/ 15240 w 24764"/>
                  <a:gd name="connsiteY6" fmla="*/ 51435 h 58102"/>
                  <a:gd name="connsiteX7" fmla="*/ 18097 w 24764"/>
                  <a:gd name="connsiteY7" fmla="*/ 52388 h 58102"/>
                  <a:gd name="connsiteX8" fmla="*/ 20955 w 24764"/>
                  <a:gd name="connsiteY8" fmla="*/ 52388 h 58102"/>
                  <a:gd name="connsiteX9" fmla="*/ 22860 w 24764"/>
                  <a:gd name="connsiteY9" fmla="*/ 49530 h 58102"/>
                  <a:gd name="connsiteX10" fmla="*/ 24765 w 24764"/>
                  <a:gd name="connsiteY10" fmla="*/ 49530 h 58102"/>
                  <a:gd name="connsiteX11" fmla="*/ 20002 w 24764"/>
                  <a:gd name="connsiteY11" fmla="*/ 56197 h 58102"/>
                  <a:gd name="connsiteX12" fmla="*/ 14288 w 24764"/>
                  <a:gd name="connsiteY12" fmla="*/ 58102 h 58102"/>
                  <a:gd name="connsiteX13" fmla="*/ 10477 w 24764"/>
                  <a:gd name="connsiteY13" fmla="*/ 57150 h 58102"/>
                  <a:gd name="connsiteX14" fmla="*/ 7620 w 24764"/>
                  <a:gd name="connsiteY14" fmla="*/ 53340 h 58102"/>
                  <a:gd name="connsiteX15" fmla="*/ 6667 w 24764"/>
                  <a:gd name="connsiteY15" fmla="*/ 46672 h 58102"/>
                  <a:gd name="connsiteX16" fmla="*/ 6667 w 24764"/>
                  <a:gd name="connsiteY16" fmla="*/ 18097 h 58102"/>
                  <a:gd name="connsiteX17" fmla="*/ 0 w 24764"/>
                  <a:gd name="connsiteY17" fmla="*/ 18097 h 58102"/>
                  <a:gd name="connsiteX18" fmla="*/ 0 w 24764"/>
                  <a:gd name="connsiteY18" fmla="*/ 16192 h 58102"/>
                  <a:gd name="connsiteX19" fmla="*/ 4763 w 24764"/>
                  <a:gd name="connsiteY19" fmla="*/ 12382 h 58102"/>
                  <a:gd name="connsiteX20" fmla="*/ 9525 w 24764"/>
                  <a:gd name="connsiteY20" fmla="*/ 6667 h 58102"/>
                  <a:gd name="connsiteX21" fmla="*/ 12382 w 24764"/>
                  <a:gd name="connsiteY21" fmla="*/ 0 h 58102"/>
                  <a:gd name="connsiteX22" fmla="*/ 13335 w 24764"/>
                  <a:gd name="connsiteY22" fmla="*/ 0 h 5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4764" h="58102">
                    <a:moveTo>
                      <a:pt x="14288" y="1905"/>
                    </a:moveTo>
                    <a:lnTo>
                      <a:pt x="14288" y="15240"/>
                    </a:lnTo>
                    <a:lnTo>
                      <a:pt x="23813" y="15240"/>
                    </a:lnTo>
                    <a:lnTo>
                      <a:pt x="23813" y="18097"/>
                    </a:lnTo>
                    <a:lnTo>
                      <a:pt x="14288" y="18097"/>
                    </a:lnTo>
                    <a:lnTo>
                      <a:pt x="14288" y="45720"/>
                    </a:lnTo>
                    <a:cubicBezTo>
                      <a:pt x="14288" y="48577"/>
                      <a:pt x="14288" y="50482"/>
                      <a:pt x="15240" y="51435"/>
                    </a:cubicBezTo>
                    <a:cubicBezTo>
                      <a:pt x="16192" y="52388"/>
                      <a:pt x="17145" y="52388"/>
                      <a:pt x="18097" y="52388"/>
                    </a:cubicBezTo>
                    <a:cubicBezTo>
                      <a:pt x="19050" y="52388"/>
                      <a:pt x="20002" y="52388"/>
                      <a:pt x="20955" y="52388"/>
                    </a:cubicBezTo>
                    <a:cubicBezTo>
                      <a:pt x="21907" y="52388"/>
                      <a:pt x="22860" y="50482"/>
                      <a:pt x="22860" y="49530"/>
                    </a:cubicBezTo>
                    <a:lnTo>
                      <a:pt x="24765" y="49530"/>
                    </a:lnTo>
                    <a:cubicBezTo>
                      <a:pt x="23813" y="52388"/>
                      <a:pt x="21907" y="55245"/>
                      <a:pt x="20002" y="56197"/>
                    </a:cubicBezTo>
                    <a:cubicBezTo>
                      <a:pt x="18097" y="57150"/>
                      <a:pt x="16192" y="58102"/>
                      <a:pt x="14288" y="58102"/>
                    </a:cubicBezTo>
                    <a:cubicBezTo>
                      <a:pt x="12382" y="58102"/>
                      <a:pt x="11430" y="58102"/>
                      <a:pt x="10477" y="57150"/>
                    </a:cubicBezTo>
                    <a:cubicBezTo>
                      <a:pt x="9525" y="56197"/>
                      <a:pt x="8572" y="55245"/>
                      <a:pt x="7620" y="53340"/>
                    </a:cubicBezTo>
                    <a:cubicBezTo>
                      <a:pt x="6667" y="51435"/>
                      <a:pt x="6667" y="49530"/>
                      <a:pt x="6667" y="46672"/>
                    </a:cubicBezTo>
                    <a:lnTo>
                      <a:pt x="6667" y="18097"/>
                    </a:lnTo>
                    <a:lnTo>
                      <a:pt x="0" y="18097"/>
                    </a:lnTo>
                    <a:lnTo>
                      <a:pt x="0" y="16192"/>
                    </a:lnTo>
                    <a:cubicBezTo>
                      <a:pt x="1905" y="16192"/>
                      <a:pt x="3810" y="14288"/>
                      <a:pt x="4763" y="12382"/>
                    </a:cubicBezTo>
                    <a:cubicBezTo>
                      <a:pt x="5715" y="10477"/>
                      <a:pt x="7620" y="8572"/>
                      <a:pt x="9525" y="6667"/>
                    </a:cubicBezTo>
                    <a:cubicBezTo>
                      <a:pt x="9525" y="5715"/>
                      <a:pt x="11430" y="3810"/>
                      <a:pt x="12382" y="0"/>
                    </a:cubicBezTo>
                    <a:lnTo>
                      <a:pt x="133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E7E30D40-222D-5D05-63C4-D1F9DB96C1A7}"/>
                  </a:ext>
                </a:extLst>
              </p:cNvPr>
              <p:cNvSpPr/>
              <p:nvPr/>
            </p:nvSpPr>
            <p:spPr>
              <a:xfrm>
                <a:off x="6307455" y="4494847"/>
                <a:ext cx="20002" cy="64770"/>
              </a:xfrm>
              <a:custGeom>
                <a:avLst/>
                <a:gdLst>
                  <a:gd name="connsiteX0" fmla="*/ 14288 w 20002"/>
                  <a:gd name="connsiteY0" fmla="*/ 21908 h 64770"/>
                  <a:gd name="connsiteX1" fmla="*/ 14288 w 20002"/>
                  <a:gd name="connsiteY1" fmla="*/ 55245 h 64770"/>
                  <a:gd name="connsiteX2" fmla="*/ 14288 w 20002"/>
                  <a:gd name="connsiteY2" fmla="*/ 60960 h 64770"/>
                  <a:gd name="connsiteX3" fmla="*/ 16192 w 20002"/>
                  <a:gd name="connsiteY3" fmla="*/ 62865 h 64770"/>
                  <a:gd name="connsiteX4" fmla="*/ 20002 w 20002"/>
                  <a:gd name="connsiteY4" fmla="*/ 62865 h 64770"/>
                  <a:gd name="connsiteX5" fmla="*/ 20002 w 20002"/>
                  <a:gd name="connsiteY5" fmla="*/ 64770 h 64770"/>
                  <a:gd name="connsiteX6" fmla="*/ 0 w 20002"/>
                  <a:gd name="connsiteY6" fmla="*/ 64770 h 64770"/>
                  <a:gd name="connsiteX7" fmla="*/ 0 w 20002"/>
                  <a:gd name="connsiteY7" fmla="*/ 62865 h 64770"/>
                  <a:gd name="connsiteX8" fmla="*/ 3810 w 20002"/>
                  <a:gd name="connsiteY8" fmla="*/ 62865 h 64770"/>
                  <a:gd name="connsiteX9" fmla="*/ 5715 w 20002"/>
                  <a:gd name="connsiteY9" fmla="*/ 60960 h 64770"/>
                  <a:gd name="connsiteX10" fmla="*/ 5715 w 20002"/>
                  <a:gd name="connsiteY10" fmla="*/ 55245 h 64770"/>
                  <a:gd name="connsiteX11" fmla="*/ 5715 w 20002"/>
                  <a:gd name="connsiteY11" fmla="*/ 39053 h 64770"/>
                  <a:gd name="connsiteX12" fmla="*/ 5715 w 20002"/>
                  <a:gd name="connsiteY12" fmla="*/ 30480 h 64770"/>
                  <a:gd name="connsiteX13" fmla="*/ 4763 w 20002"/>
                  <a:gd name="connsiteY13" fmla="*/ 28575 h 64770"/>
                  <a:gd name="connsiteX14" fmla="*/ 2857 w 20002"/>
                  <a:gd name="connsiteY14" fmla="*/ 28575 h 64770"/>
                  <a:gd name="connsiteX15" fmla="*/ 0 w 20002"/>
                  <a:gd name="connsiteY15" fmla="*/ 28575 h 64770"/>
                  <a:gd name="connsiteX16" fmla="*/ 0 w 20002"/>
                  <a:gd name="connsiteY16" fmla="*/ 26670 h 64770"/>
                  <a:gd name="connsiteX17" fmla="*/ 12382 w 20002"/>
                  <a:gd name="connsiteY17" fmla="*/ 21908 h 64770"/>
                  <a:gd name="connsiteX18" fmla="*/ 14288 w 20002"/>
                  <a:gd name="connsiteY18" fmla="*/ 21908 h 64770"/>
                  <a:gd name="connsiteX19" fmla="*/ 10477 w 20002"/>
                  <a:gd name="connsiteY19" fmla="*/ 0 h 64770"/>
                  <a:gd name="connsiteX20" fmla="*/ 13335 w 20002"/>
                  <a:gd name="connsiteY20" fmla="*/ 953 h 64770"/>
                  <a:gd name="connsiteX21" fmla="*/ 14288 w 20002"/>
                  <a:gd name="connsiteY21" fmla="*/ 3810 h 64770"/>
                  <a:gd name="connsiteX22" fmla="*/ 13335 w 20002"/>
                  <a:gd name="connsiteY22" fmla="*/ 6668 h 64770"/>
                  <a:gd name="connsiteX23" fmla="*/ 10477 w 20002"/>
                  <a:gd name="connsiteY23" fmla="*/ 7620 h 64770"/>
                  <a:gd name="connsiteX24" fmla="*/ 7620 w 20002"/>
                  <a:gd name="connsiteY24" fmla="*/ 6668 h 64770"/>
                  <a:gd name="connsiteX25" fmla="*/ 6667 w 20002"/>
                  <a:gd name="connsiteY25" fmla="*/ 3810 h 64770"/>
                  <a:gd name="connsiteX26" fmla="*/ 7620 w 20002"/>
                  <a:gd name="connsiteY26" fmla="*/ 953 h 64770"/>
                  <a:gd name="connsiteX27" fmla="*/ 10477 w 20002"/>
                  <a:gd name="connsiteY27" fmla="*/ 0 h 64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0002" h="64770">
                    <a:moveTo>
                      <a:pt x="14288" y="21908"/>
                    </a:moveTo>
                    <a:lnTo>
                      <a:pt x="14288" y="55245"/>
                    </a:lnTo>
                    <a:cubicBezTo>
                      <a:pt x="14288" y="58103"/>
                      <a:pt x="14288" y="60008"/>
                      <a:pt x="14288" y="60960"/>
                    </a:cubicBezTo>
                    <a:cubicBezTo>
                      <a:pt x="14288" y="61913"/>
                      <a:pt x="14288" y="62865"/>
                      <a:pt x="16192" y="62865"/>
                    </a:cubicBezTo>
                    <a:cubicBezTo>
                      <a:pt x="18097" y="62865"/>
                      <a:pt x="18097" y="62865"/>
                      <a:pt x="20002" y="62865"/>
                    </a:cubicBezTo>
                    <a:lnTo>
                      <a:pt x="20002" y="64770"/>
                    </a:lnTo>
                    <a:lnTo>
                      <a:pt x="0" y="64770"/>
                    </a:lnTo>
                    <a:lnTo>
                      <a:pt x="0" y="62865"/>
                    </a:lnTo>
                    <a:cubicBezTo>
                      <a:pt x="1905" y="62865"/>
                      <a:pt x="3810" y="62865"/>
                      <a:pt x="3810" y="62865"/>
                    </a:cubicBezTo>
                    <a:cubicBezTo>
                      <a:pt x="3810" y="62865"/>
                      <a:pt x="4763" y="61913"/>
                      <a:pt x="5715" y="60960"/>
                    </a:cubicBezTo>
                    <a:cubicBezTo>
                      <a:pt x="6667" y="60008"/>
                      <a:pt x="5715" y="58103"/>
                      <a:pt x="5715" y="55245"/>
                    </a:cubicBezTo>
                    <a:lnTo>
                      <a:pt x="5715" y="39053"/>
                    </a:lnTo>
                    <a:cubicBezTo>
                      <a:pt x="5715" y="34290"/>
                      <a:pt x="5715" y="31433"/>
                      <a:pt x="5715" y="30480"/>
                    </a:cubicBezTo>
                    <a:cubicBezTo>
                      <a:pt x="5715" y="29528"/>
                      <a:pt x="5715" y="28575"/>
                      <a:pt x="4763" y="28575"/>
                    </a:cubicBezTo>
                    <a:cubicBezTo>
                      <a:pt x="3810" y="28575"/>
                      <a:pt x="3810" y="28575"/>
                      <a:pt x="2857" y="28575"/>
                    </a:cubicBezTo>
                    <a:cubicBezTo>
                      <a:pt x="1905" y="28575"/>
                      <a:pt x="952" y="28575"/>
                      <a:pt x="0" y="28575"/>
                    </a:cubicBezTo>
                    <a:lnTo>
                      <a:pt x="0" y="26670"/>
                    </a:lnTo>
                    <a:cubicBezTo>
                      <a:pt x="0" y="26670"/>
                      <a:pt x="12382" y="21908"/>
                      <a:pt x="12382" y="21908"/>
                    </a:cubicBezTo>
                    <a:lnTo>
                      <a:pt x="14288" y="21908"/>
                    </a:lnTo>
                    <a:close/>
                    <a:moveTo>
                      <a:pt x="10477" y="0"/>
                    </a:moveTo>
                    <a:cubicBezTo>
                      <a:pt x="11430" y="0"/>
                      <a:pt x="12382" y="0"/>
                      <a:pt x="13335" y="953"/>
                    </a:cubicBezTo>
                    <a:cubicBezTo>
                      <a:pt x="14288" y="1905"/>
                      <a:pt x="14288" y="2858"/>
                      <a:pt x="14288" y="3810"/>
                    </a:cubicBezTo>
                    <a:cubicBezTo>
                      <a:pt x="14288" y="4763"/>
                      <a:pt x="14288" y="6668"/>
                      <a:pt x="13335" y="6668"/>
                    </a:cubicBezTo>
                    <a:cubicBezTo>
                      <a:pt x="12382" y="6668"/>
                      <a:pt x="11430" y="7620"/>
                      <a:pt x="10477" y="7620"/>
                    </a:cubicBezTo>
                    <a:cubicBezTo>
                      <a:pt x="9525" y="7620"/>
                      <a:pt x="7620" y="7620"/>
                      <a:pt x="7620" y="6668"/>
                    </a:cubicBezTo>
                    <a:cubicBezTo>
                      <a:pt x="7620" y="5715"/>
                      <a:pt x="6667" y="4763"/>
                      <a:pt x="6667" y="3810"/>
                    </a:cubicBezTo>
                    <a:cubicBezTo>
                      <a:pt x="6667" y="2858"/>
                      <a:pt x="6667" y="1905"/>
                      <a:pt x="7620" y="953"/>
                    </a:cubicBezTo>
                    <a:cubicBezTo>
                      <a:pt x="8572" y="0"/>
                      <a:pt x="9525" y="0"/>
                      <a:pt x="1047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D262A163-4BC7-F2D6-1603-F130A5E3D5F1}"/>
                  </a:ext>
                </a:extLst>
              </p:cNvPr>
              <p:cNvSpPr/>
              <p:nvPr/>
            </p:nvSpPr>
            <p:spPr>
              <a:xfrm>
                <a:off x="6333172" y="4516755"/>
                <a:ext cx="40957" cy="44767"/>
              </a:xfrm>
              <a:custGeom>
                <a:avLst/>
                <a:gdLst>
                  <a:gd name="connsiteX0" fmla="*/ 20955 w 40957"/>
                  <a:gd name="connsiteY0" fmla="*/ 0 h 44767"/>
                  <a:gd name="connsiteX1" fmla="*/ 36195 w 40957"/>
                  <a:gd name="connsiteY1" fmla="*/ 7620 h 44767"/>
                  <a:gd name="connsiteX2" fmla="*/ 40958 w 40957"/>
                  <a:gd name="connsiteY2" fmla="*/ 21907 h 44767"/>
                  <a:gd name="connsiteX3" fmla="*/ 38100 w 40957"/>
                  <a:gd name="connsiteY3" fmla="*/ 33338 h 44767"/>
                  <a:gd name="connsiteX4" fmla="*/ 30480 w 40957"/>
                  <a:gd name="connsiteY4" fmla="*/ 41910 h 44767"/>
                  <a:gd name="connsiteX5" fmla="*/ 20003 w 40957"/>
                  <a:gd name="connsiteY5" fmla="*/ 44767 h 44767"/>
                  <a:gd name="connsiteX6" fmla="*/ 4763 w 40957"/>
                  <a:gd name="connsiteY6" fmla="*/ 37147 h 44767"/>
                  <a:gd name="connsiteX7" fmla="*/ 0 w 40957"/>
                  <a:gd name="connsiteY7" fmla="*/ 22860 h 44767"/>
                  <a:gd name="connsiteX8" fmla="*/ 2858 w 40957"/>
                  <a:gd name="connsiteY8" fmla="*/ 11430 h 44767"/>
                  <a:gd name="connsiteX9" fmla="*/ 10478 w 40957"/>
                  <a:gd name="connsiteY9" fmla="*/ 2857 h 44767"/>
                  <a:gd name="connsiteX10" fmla="*/ 20003 w 40957"/>
                  <a:gd name="connsiteY10" fmla="*/ 0 h 44767"/>
                  <a:gd name="connsiteX11" fmla="*/ 19050 w 40957"/>
                  <a:gd name="connsiteY11" fmla="*/ 2857 h 44767"/>
                  <a:gd name="connsiteX12" fmla="*/ 14288 w 40957"/>
                  <a:gd name="connsiteY12" fmla="*/ 4763 h 44767"/>
                  <a:gd name="connsiteX13" fmla="*/ 10478 w 40957"/>
                  <a:gd name="connsiteY13" fmla="*/ 9525 h 44767"/>
                  <a:gd name="connsiteX14" fmla="*/ 8572 w 40957"/>
                  <a:gd name="connsiteY14" fmla="*/ 19050 h 44767"/>
                  <a:gd name="connsiteX15" fmla="*/ 12383 w 40957"/>
                  <a:gd name="connsiteY15" fmla="*/ 35242 h 44767"/>
                  <a:gd name="connsiteX16" fmla="*/ 21908 w 40957"/>
                  <a:gd name="connsiteY16" fmla="*/ 41910 h 44767"/>
                  <a:gd name="connsiteX17" fmla="*/ 29528 w 40957"/>
                  <a:gd name="connsiteY17" fmla="*/ 38100 h 44767"/>
                  <a:gd name="connsiteX18" fmla="*/ 32385 w 40957"/>
                  <a:gd name="connsiteY18" fmla="*/ 25717 h 44767"/>
                  <a:gd name="connsiteX19" fmla="*/ 27622 w 40957"/>
                  <a:gd name="connsiteY19" fmla="*/ 8572 h 44767"/>
                  <a:gd name="connsiteX20" fmla="*/ 19050 w 40957"/>
                  <a:gd name="connsiteY20" fmla="*/ 3810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0957" h="44767">
                    <a:moveTo>
                      <a:pt x="20955" y="0"/>
                    </a:moveTo>
                    <a:cubicBezTo>
                      <a:pt x="27622" y="0"/>
                      <a:pt x="32385" y="2857"/>
                      <a:pt x="36195" y="7620"/>
                    </a:cubicBezTo>
                    <a:cubicBezTo>
                      <a:pt x="39053" y="11430"/>
                      <a:pt x="40958" y="16192"/>
                      <a:pt x="40958" y="21907"/>
                    </a:cubicBezTo>
                    <a:cubicBezTo>
                      <a:pt x="40958" y="27622"/>
                      <a:pt x="40958" y="29527"/>
                      <a:pt x="38100" y="33338"/>
                    </a:cubicBezTo>
                    <a:cubicBezTo>
                      <a:pt x="35243" y="37147"/>
                      <a:pt x="34290" y="40005"/>
                      <a:pt x="30480" y="41910"/>
                    </a:cubicBezTo>
                    <a:cubicBezTo>
                      <a:pt x="26670" y="43815"/>
                      <a:pt x="23813" y="44767"/>
                      <a:pt x="20003" y="44767"/>
                    </a:cubicBezTo>
                    <a:cubicBezTo>
                      <a:pt x="13335" y="44767"/>
                      <a:pt x="8572" y="41910"/>
                      <a:pt x="4763" y="37147"/>
                    </a:cubicBezTo>
                    <a:cubicBezTo>
                      <a:pt x="1905" y="33338"/>
                      <a:pt x="0" y="28575"/>
                      <a:pt x="0" y="22860"/>
                    </a:cubicBezTo>
                    <a:cubicBezTo>
                      <a:pt x="0" y="17145"/>
                      <a:pt x="953" y="15240"/>
                      <a:pt x="2858" y="11430"/>
                    </a:cubicBezTo>
                    <a:cubicBezTo>
                      <a:pt x="4763" y="7620"/>
                      <a:pt x="7620" y="4763"/>
                      <a:pt x="10478" y="2857"/>
                    </a:cubicBezTo>
                    <a:cubicBezTo>
                      <a:pt x="13335" y="952"/>
                      <a:pt x="17145" y="0"/>
                      <a:pt x="20003" y="0"/>
                    </a:cubicBezTo>
                    <a:close/>
                    <a:moveTo>
                      <a:pt x="19050" y="2857"/>
                    </a:moveTo>
                    <a:cubicBezTo>
                      <a:pt x="17145" y="2857"/>
                      <a:pt x="16193" y="2857"/>
                      <a:pt x="14288" y="4763"/>
                    </a:cubicBezTo>
                    <a:cubicBezTo>
                      <a:pt x="12383" y="6667"/>
                      <a:pt x="11430" y="7620"/>
                      <a:pt x="10478" y="9525"/>
                    </a:cubicBezTo>
                    <a:cubicBezTo>
                      <a:pt x="9525" y="11430"/>
                      <a:pt x="8572" y="15240"/>
                      <a:pt x="8572" y="19050"/>
                    </a:cubicBezTo>
                    <a:cubicBezTo>
                      <a:pt x="8572" y="24765"/>
                      <a:pt x="9525" y="30480"/>
                      <a:pt x="12383" y="35242"/>
                    </a:cubicBezTo>
                    <a:cubicBezTo>
                      <a:pt x="15240" y="40005"/>
                      <a:pt x="18097" y="41910"/>
                      <a:pt x="21908" y="41910"/>
                    </a:cubicBezTo>
                    <a:cubicBezTo>
                      <a:pt x="25718" y="41910"/>
                      <a:pt x="27622" y="40957"/>
                      <a:pt x="29528" y="38100"/>
                    </a:cubicBezTo>
                    <a:cubicBezTo>
                      <a:pt x="31433" y="35242"/>
                      <a:pt x="32385" y="31432"/>
                      <a:pt x="32385" y="25717"/>
                    </a:cubicBezTo>
                    <a:cubicBezTo>
                      <a:pt x="32385" y="20002"/>
                      <a:pt x="30480" y="12382"/>
                      <a:pt x="27622" y="8572"/>
                    </a:cubicBezTo>
                    <a:cubicBezTo>
                      <a:pt x="25718" y="5715"/>
                      <a:pt x="22860" y="3810"/>
                      <a:pt x="19050" y="38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1620DECB-A6D2-641A-3ED6-BE598EEFAA7C}"/>
                  </a:ext>
                </a:extLst>
              </p:cNvPr>
              <p:cNvSpPr/>
              <p:nvPr/>
            </p:nvSpPr>
            <p:spPr>
              <a:xfrm>
                <a:off x="6376034" y="4515802"/>
                <a:ext cx="46672" cy="44767"/>
              </a:xfrm>
              <a:custGeom>
                <a:avLst/>
                <a:gdLst>
                  <a:gd name="connsiteX0" fmla="*/ 16193 w 46672"/>
                  <a:gd name="connsiteY0" fmla="*/ 9525 h 44767"/>
                  <a:gd name="connsiteX1" fmla="*/ 30480 w 46672"/>
                  <a:gd name="connsiteY1" fmla="*/ 953 h 44767"/>
                  <a:gd name="connsiteX2" fmla="*/ 36195 w 46672"/>
                  <a:gd name="connsiteY2" fmla="*/ 2857 h 44767"/>
                  <a:gd name="connsiteX3" fmla="*/ 40005 w 46672"/>
                  <a:gd name="connsiteY3" fmla="*/ 8572 h 44767"/>
                  <a:gd name="connsiteX4" fmla="*/ 40958 w 46672"/>
                  <a:gd name="connsiteY4" fmla="*/ 17145 h 44767"/>
                  <a:gd name="connsiteX5" fmla="*/ 40958 w 46672"/>
                  <a:gd name="connsiteY5" fmla="*/ 35242 h 44767"/>
                  <a:gd name="connsiteX6" fmla="*/ 40958 w 46672"/>
                  <a:gd name="connsiteY6" fmla="*/ 40957 h 44767"/>
                  <a:gd name="connsiteX7" fmla="*/ 42863 w 46672"/>
                  <a:gd name="connsiteY7" fmla="*/ 42863 h 44767"/>
                  <a:gd name="connsiteX8" fmla="*/ 46672 w 46672"/>
                  <a:gd name="connsiteY8" fmla="*/ 42863 h 44767"/>
                  <a:gd name="connsiteX9" fmla="*/ 46672 w 46672"/>
                  <a:gd name="connsiteY9" fmla="*/ 44767 h 44767"/>
                  <a:gd name="connsiteX10" fmla="*/ 25718 w 46672"/>
                  <a:gd name="connsiteY10" fmla="*/ 44767 h 44767"/>
                  <a:gd name="connsiteX11" fmla="*/ 25718 w 46672"/>
                  <a:gd name="connsiteY11" fmla="*/ 42863 h 44767"/>
                  <a:gd name="connsiteX12" fmla="*/ 25718 w 46672"/>
                  <a:gd name="connsiteY12" fmla="*/ 42863 h 44767"/>
                  <a:gd name="connsiteX13" fmla="*/ 29528 w 46672"/>
                  <a:gd name="connsiteY13" fmla="*/ 42863 h 44767"/>
                  <a:gd name="connsiteX14" fmla="*/ 31433 w 46672"/>
                  <a:gd name="connsiteY14" fmla="*/ 40005 h 44767"/>
                  <a:gd name="connsiteX15" fmla="*/ 31433 w 46672"/>
                  <a:gd name="connsiteY15" fmla="*/ 35242 h 44767"/>
                  <a:gd name="connsiteX16" fmla="*/ 31433 w 46672"/>
                  <a:gd name="connsiteY16" fmla="*/ 18097 h 44767"/>
                  <a:gd name="connsiteX17" fmla="*/ 29528 w 46672"/>
                  <a:gd name="connsiteY17" fmla="*/ 9525 h 44767"/>
                  <a:gd name="connsiteX18" fmla="*/ 24765 w 46672"/>
                  <a:gd name="connsiteY18" fmla="*/ 6667 h 44767"/>
                  <a:gd name="connsiteX19" fmla="*/ 14288 w 46672"/>
                  <a:gd name="connsiteY19" fmla="*/ 12382 h 44767"/>
                  <a:gd name="connsiteX20" fmla="*/ 14288 w 46672"/>
                  <a:gd name="connsiteY20" fmla="*/ 34290 h 44767"/>
                  <a:gd name="connsiteX21" fmla="*/ 14288 w 46672"/>
                  <a:gd name="connsiteY21" fmla="*/ 40005 h 44767"/>
                  <a:gd name="connsiteX22" fmla="*/ 16193 w 46672"/>
                  <a:gd name="connsiteY22" fmla="*/ 41910 h 44767"/>
                  <a:gd name="connsiteX23" fmla="*/ 20955 w 46672"/>
                  <a:gd name="connsiteY23" fmla="*/ 41910 h 44767"/>
                  <a:gd name="connsiteX24" fmla="*/ 20955 w 46672"/>
                  <a:gd name="connsiteY24" fmla="*/ 43815 h 44767"/>
                  <a:gd name="connsiteX25" fmla="*/ 0 w 46672"/>
                  <a:gd name="connsiteY25" fmla="*/ 43815 h 44767"/>
                  <a:gd name="connsiteX26" fmla="*/ 0 w 46672"/>
                  <a:gd name="connsiteY26" fmla="*/ 41910 h 44767"/>
                  <a:gd name="connsiteX27" fmla="*/ 0 w 46672"/>
                  <a:gd name="connsiteY27" fmla="*/ 41910 h 44767"/>
                  <a:gd name="connsiteX28" fmla="*/ 4763 w 46672"/>
                  <a:gd name="connsiteY28" fmla="*/ 40005 h 44767"/>
                  <a:gd name="connsiteX29" fmla="*/ 5715 w 46672"/>
                  <a:gd name="connsiteY29" fmla="*/ 33338 h 44767"/>
                  <a:gd name="connsiteX30" fmla="*/ 5715 w 46672"/>
                  <a:gd name="connsiteY30" fmla="*/ 18097 h 44767"/>
                  <a:gd name="connsiteX31" fmla="*/ 5715 w 46672"/>
                  <a:gd name="connsiteY31" fmla="*/ 8572 h 44767"/>
                  <a:gd name="connsiteX32" fmla="*/ 4763 w 46672"/>
                  <a:gd name="connsiteY32" fmla="*/ 6667 h 44767"/>
                  <a:gd name="connsiteX33" fmla="*/ 2858 w 46672"/>
                  <a:gd name="connsiteY33" fmla="*/ 6667 h 44767"/>
                  <a:gd name="connsiteX34" fmla="*/ 0 w 46672"/>
                  <a:gd name="connsiteY34" fmla="*/ 6667 h 44767"/>
                  <a:gd name="connsiteX35" fmla="*/ 0 w 46672"/>
                  <a:gd name="connsiteY35" fmla="*/ 4763 h 44767"/>
                  <a:gd name="connsiteX36" fmla="*/ 12383 w 46672"/>
                  <a:gd name="connsiteY36" fmla="*/ 0 h 44767"/>
                  <a:gd name="connsiteX37" fmla="*/ 14288 w 46672"/>
                  <a:gd name="connsiteY37" fmla="*/ 0 h 44767"/>
                  <a:gd name="connsiteX38" fmla="*/ 14288 w 46672"/>
                  <a:gd name="connsiteY38" fmla="*/ 8572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6672" h="44767">
                    <a:moveTo>
                      <a:pt x="16193" y="9525"/>
                    </a:moveTo>
                    <a:cubicBezTo>
                      <a:pt x="20955" y="3810"/>
                      <a:pt x="25718" y="953"/>
                      <a:pt x="30480" y="953"/>
                    </a:cubicBezTo>
                    <a:cubicBezTo>
                      <a:pt x="35243" y="953"/>
                      <a:pt x="34290" y="953"/>
                      <a:pt x="36195" y="2857"/>
                    </a:cubicBezTo>
                    <a:cubicBezTo>
                      <a:pt x="38100" y="4763"/>
                      <a:pt x="39053" y="5715"/>
                      <a:pt x="40005" y="8572"/>
                    </a:cubicBezTo>
                    <a:cubicBezTo>
                      <a:pt x="40005" y="10478"/>
                      <a:pt x="40958" y="13335"/>
                      <a:pt x="40958" y="17145"/>
                    </a:cubicBezTo>
                    <a:lnTo>
                      <a:pt x="40958" y="35242"/>
                    </a:lnTo>
                    <a:cubicBezTo>
                      <a:pt x="40958" y="38100"/>
                      <a:pt x="40958" y="40005"/>
                      <a:pt x="40958" y="40957"/>
                    </a:cubicBezTo>
                    <a:cubicBezTo>
                      <a:pt x="40958" y="40957"/>
                      <a:pt x="40958" y="41910"/>
                      <a:pt x="42863" y="42863"/>
                    </a:cubicBezTo>
                    <a:cubicBezTo>
                      <a:pt x="44768" y="43815"/>
                      <a:pt x="44768" y="42863"/>
                      <a:pt x="46672" y="42863"/>
                    </a:cubicBezTo>
                    <a:lnTo>
                      <a:pt x="46672" y="44767"/>
                    </a:lnTo>
                    <a:lnTo>
                      <a:pt x="25718" y="44767"/>
                    </a:lnTo>
                    <a:lnTo>
                      <a:pt x="25718" y="42863"/>
                    </a:lnTo>
                    <a:lnTo>
                      <a:pt x="25718" y="42863"/>
                    </a:lnTo>
                    <a:cubicBezTo>
                      <a:pt x="27622" y="42863"/>
                      <a:pt x="28575" y="42863"/>
                      <a:pt x="29528" y="42863"/>
                    </a:cubicBezTo>
                    <a:cubicBezTo>
                      <a:pt x="30480" y="42863"/>
                      <a:pt x="30480" y="40957"/>
                      <a:pt x="31433" y="40005"/>
                    </a:cubicBezTo>
                    <a:cubicBezTo>
                      <a:pt x="31433" y="40005"/>
                      <a:pt x="31433" y="38100"/>
                      <a:pt x="31433" y="35242"/>
                    </a:cubicBezTo>
                    <a:lnTo>
                      <a:pt x="31433" y="18097"/>
                    </a:lnTo>
                    <a:cubicBezTo>
                      <a:pt x="31433" y="14288"/>
                      <a:pt x="31433" y="11430"/>
                      <a:pt x="29528" y="9525"/>
                    </a:cubicBezTo>
                    <a:cubicBezTo>
                      <a:pt x="27622" y="7620"/>
                      <a:pt x="26670" y="6667"/>
                      <a:pt x="24765" y="6667"/>
                    </a:cubicBezTo>
                    <a:cubicBezTo>
                      <a:pt x="20955" y="6667"/>
                      <a:pt x="17145" y="8572"/>
                      <a:pt x="14288" y="12382"/>
                    </a:cubicBezTo>
                    <a:lnTo>
                      <a:pt x="14288" y="34290"/>
                    </a:lnTo>
                    <a:cubicBezTo>
                      <a:pt x="14288" y="37147"/>
                      <a:pt x="14288" y="39053"/>
                      <a:pt x="14288" y="40005"/>
                    </a:cubicBezTo>
                    <a:cubicBezTo>
                      <a:pt x="14288" y="40005"/>
                      <a:pt x="15240" y="41910"/>
                      <a:pt x="16193" y="41910"/>
                    </a:cubicBezTo>
                    <a:cubicBezTo>
                      <a:pt x="17145" y="41910"/>
                      <a:pt x="18097" y="41910"/>
                      <a:pt x="20955" y="41910"/>
                    </a:cubicBezTo>
                    <a:lnTo>
                      <a:pt x="20955" y="43815"/>
                    </a:lnTo>
                    <a:lnTo>
                      <a:pt x="0" y="43815"/>
                    </a:lnTo>
                    <a:lnTo>
                      <a:pt x="0" y="41910"/>
                    </a:lnTo>
                    <a:lnTo>
                      <a:pt x="0" y="41910"/>
                    </a:lnTo>
                    <a:cubicBezTo>
                      <a:pt x="1905" y="41910"/>
                      <a:pt x="3810" y="41910"/>
                      <a:pt x="4763" y="40005"/>
                    </a:cubicBezTo>
                    <a:cubicBezTo>
                      <a:pt x="5715" y="38100"/>
                      <a:pt x="5715" y="37147"/>
                      <a:pt x="5715" y="33338"/>
                    </a:cubicBezTo>
                    <a:lnTo>
                      <a:pt x="5715" y="18097"/>
                    </a:lnTo>
                    <a:cubicBezTo>
                      <a:pt x="5715" y="13335"/>
                      <a:pt x="5715" y="9525"/>
                      <a:pt x="5715" y="8572"/>
                    </a:cubicBezTo>
                    <a:cubicBezTo>
                      <a:pt x="5715" y="7620"/>
                      <a:pt x="5715" y="6667"/>
                      <a:pt x="4763" y="6667"/>
                    </a:cubicBezTo>
                    <a:cubicBezTo>
                      <a:pt x="3810" y="6667"/>
                      <a:pt x="3810" y="6667"/>
                      <a:pt x="2858" y="6667"/>
                    </a:cubicBezTo>
                    <a:cubicBezTo>
                      <a:pt x="1905" y="6667"/>
                      <a:pt x="953" y="6667"/>
                      <a:pt x="0" y="6667"/>
                    </a:cubicBezTo>
                    <a:lnTo>
                      <a:pt x="0" y="4763"/>
                    </a:lnTo>
                    <a:cubicBezTo>
                      <a:pt x="0" y="4763"/>
                      <a:pt x="12383" y="0"/>
                      <a:pt x="12383" y="0"/>
                    </a:cubicBezTo>
                    <a:lnTo>
                      <a:pt x="14288" y="0"/>
                    </a:lnTo>
                    <a:lnTo>
                      <a:pt x="14288" y="85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CBC8CE73-D570-B7FC-2E44-57FB78AC8FC9}"/>
                  </a:ext>
                </a:extLst>
              </p:cNvPr>
              <p:cNvSpPr/>
              <p:nvPr/>
            </p:nvSpPr>
            <p:spPr>
              <a:xfrm>
                <a:off x="6426517" y="4517707"/>
                <a:ext cx="35242" cy="43815"/>
              </a:xfrm>
              <a:custGeom>
                <a:avLst/>
                <a:gdLst>
                  <a:gd name="connsiteX0" fmla="*/ 24765 w 35242"/>
                  <a:gd name="connsiteY0" fmla="*/ 36195 h 43815"/>
                  <a:gd name="connsiteX1" fmla="*/ 16192 w 35242"/>
                  <a:gd name="connsiteY1" fmla="*/ 41910 h 43815"/>
                  <a:gd name="connsiteX2" fmla="*/ 10477 w 35242"/>
                  <a:gd name="connsiteY2" fmla="*/ 42863 h 43815"/>
                  <a:gd name="connsiteX3" fmla="*/ 2857 w 35242"/>
                  <a:gd name="connsiteY3" fmla="*/ 40005 h 43815"/>
                  <a:gd name="connsiteX4" fmla="*/ 0 w 35242"/>
                  <a:gd name="connsiteY4" fmla="*/ 32385 h 43815"/>
                  <a:gd name="connsiteX5" fmla="*/ 952 w 35242"/>
                  <a:gd name="connsiteY5" fmla="*/ 26670 h 43815"/>
                  <a:gd name="connsiteX6" fmla="*/ 7620 w 35242"/>
                  <a:gd name="connsiteY6" fmla="*/ 20955 h 43815"/>
                  <a:gd name="connsiteX7" fmla="*/ 22860 w 35242"/>
                  <a:gd name="connsiteY7" fmla="*/ 14288 h 43815"/>
                  <a:gd name="connsiteX8" fmla="*/ 22860 w 35242"/>
                  <a:gd name="connsiteY8" fmla="*/ 12383 h 43815"/>
                  <a:gd name="connsiteX9" fmla="*/ 20955 w 35242"/>
                  <a:gd name="connsiteY9" fmla="*/ 3810 h 43815"/>
                  <a:gd name="connsiteX10" fmla="*/ 15240 w 35242"/>
                  <a:gd name="connsiteY10" fmla="*/ 1905 h 43815"/>
                  <a:gd name="connsiteX11" fmla="*/ 10477 w 35242"/>
                  <a:gd name="connsiteY11" fmla="*/ 3810 h 43815"/>
                  <a:gd name="connsiteX12" fmla="*/ 8572 w 35242"/>
                  <a:gd name="connsiteY12" fmla="*/ 7620 h 43815"/>
                  <a:gd name="connsiteX13" fmla="*/ 8572 w 35242"/>
                  <a:gd name="connsiteY13" fmla="*/ 10478 h 43815"/>
                  <a:gd name="connsiteX14" fmla="*/ 7620 w 35242"/>
                  <a:gd name="connsiteY14" fmla="*/ 13335 h 43815"/>
                  <a:gd name="connsiteX15" fmla="*/ 4763 w 35242"/>
                  <a:gd name="connsiteY15" fmla="*/ 14288 h 43815"/>
                  <a:gd name="connsiteX16" fmla="*/ 1905 w 35242"/>
                  <a:gd name="connsiteY16" fmla="*/ 13335 h 43815"/>
                  <a:gd name="connsiteX17" fmla="*/ 952 w 35242"/>
                  <a:gd name="connsiteY17" fmla="*/ 10478 h 43815"/>
                  <a:gd name="connsiteX18" fmla="*/ 4763 w 35242"/>
                  <a:gd name="connsiteY18" fmla="*/ 2858 h 43815"/>
                  <a:gd name="connsiteX19" fmla="*/ 16192 w 35242"/>
                  <a:gd name="connsiteY19" fmla="*/ 0 h 43815"/>
                  <a:gd name="connsiteX20" fmla="*/ 25717 w 35242"/>
                  <a:gd name="connsiteY20" fmla="*/ 1905 h 43815"/>
                  <a:gd name="connsiteX21" fmla="*/ 29527 w 35242"/>
                  <a:gd name="connsiteY21" fmla="*/ 6668 h 43815"/>
                  <a:gd name="connsiteX22" fmla="*/ 29527 w 35242"/>
                  <a:gd name="connsiteY22" fmla="*/ 14288 h 43815"/>
                  <a:gd name="connsiteX23" fmla="*/ 29527 w 35242"/>
                  <a:gd name="connsiteY23" fmla="*/ 28575 h 43815"/>
                  <a:gd name="connsiteX24" fmla="*/ 29527 w 35242"/>
                  <a:gd name="connsiteY24" fmla="*/ 36195 h 43815"/>
                  <a:gd name="connsiteX25" fmla="*/ 29527 w 35242"/>
                  <a:gd name="connsiteY25" fmla="*/ 38100 h 43815"/>
                  <a:gd name="connsiteX26" fmla="*/ 30480 w 35242"/>
                  <a:gd name="connsiteY26" fmla="*/ 38100 h 43815"/>
                  <a:gd name="connsiteX27" fmla="*/ 31432 w 35242"/>
                  <a:gd name="connsiteY27" fmla="*/ 38100 h 43815"/>
                  <a:gd name="connsiteX28" fmla="*/ 35242 w 35242"/>
                  <a:gd name="connsiteY28" fmla="*/ 34290 h 43815"/>
                  <a:gd name="connsiteX29" fmla="*/ 35242 w 35242"/>
                  <a:gd name="connsiteY29" fmla="*/ 37148 h 43815"/>
                  <a:gd name="connsiteX30" fmla="*/ 25717 w 35242"/>
                  <a:gd name="connsiteY30" fmla="*/ 43815 h 43815"/>
                  <a:gd name="connsiteX31" fmla="*/ 21907 w 35242"/>
                  <a:gd name="connsiteY31" fmla="*/ 41910 h 43815"/>
                  <a:gd name="connsiteX32" fmla="*/ 20955 w 35242"/>
                  <a:gd name="connsiteY32" fmla="*/ 36195 h 43815"/>
                  <a:gd name="connsiteX33" fmla="*/ 24765 w 35242"/>
                  <a:gd name="connsiteY33" fmla="*/ 33338 h 43815"/>
                  <a:gd name="connsiteX34" fmla="*/ 24765 w 35242"/>
                  <a:gd name="connsiteY34" fmla="*/ 17145 h 43815"/>
                  <a:gd name="connsiteX35" fmla="*/ 16192 w 35242"/>
                  <a:gd name="connsiteY35" fmla="*/ 20955 h 43815"/>
                  <a:gd name="connsiteX36" fmla="*/ 11430 w 35242"/>
                  <a:gd name="connsiteY36" fmla="*/ 24765 h 43815"/>
                  <a:gd name="connsiteX37" fmla="*/ 9525 w 35242"/>
                  <a:gd name="connsiteY37" fmla="*/ 29528 h 43815"/>
                  <a:gd name="connsiteX38" fmla="*/ 11430 w 35242"/>
                  <a:gd name="connsiteY38" fmla="*/ 35243 h 43815"/>
                  <a:gd name="connsiteX39" fmla="*/ 16192 w 35242"/>
                  <a:gd name="connsiteY39" fmla="*/ 37148 h 43815"/>
                  <a:gd name="connsiteX40" fmla="*/ 25717 w 35242"/>
                  <a:gd name="connsiteY40" fmla="*/ 32385 h 43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5242" h="43815">
                    <a:moveTo>
                      <a:pt x="24765" y="36195"/>
                    </a:moveTo>
                    <a:cubicBezTo>
                      <a:pt x="20002" y="39053"/>
                      <a:pt x="18097" y="41910"/>
                      <a:pt x="16192" y="41910"/>
                    </a:cubicBezTo>
                    <a:cubicBezTo>
                      <a:pt x="14288" y="41910"/>
                      <a:pt x="12382" y="42863"/>
                      <a:pt x="10477" y="42863"/>
                    </a:cubicBezTo>
                    <a:cubicBezTo>
                      <a:pt x="7620" y="42863"/>
                      <a:pt x="4763" y="41910"/>
                      <a:pt x="2857" y="40005"/>
                    </a:cubicBezTo>
                    <a:cubicBezTo>
                      <a:pt x="952" y="38100"/>
                      <a:pt x="0" y="35243"/>
                      <a:pt x="0" y="32385"/>
                    </a:cubicBezTo>
                    <a:cubicBezTo>
                      <a:pt x="0" y="29528"/>
                      <a:pt x="0" y="28575"/>
                      <a:pt x="952" y="26670"/>
                    </a:cubicBezTo>
                    <a:cubicBezTo>
                      <a:pt x="1905" y="24765"/>
                      <a:pt x="4763" y="22860"/>
                      <a:pt x="7620" y="20955"/>
                    </a:cubicBezTo>
                    <a:cubicBezTo>
                      <a:pt x="10477" y="19050"/>
                      <a:pt x="16192" y="17145"/>
                      <a:pt x="22860" y="14288"/>
                    </a:cubicBezTo>
                    <a:lnTo>
                      <a:pt x="22860" y="12383"/>
                    </a:lnTo>
                    <a:cubicBezTo>
                      <a:pt x="22860" y="8573"/>
                      <a:pt x="22860" y="5715"/>
                      <a:pt x="20955" y="3810"/>
                    </a:cubicBezTo>
                    <a:cubicBezTo>
                      <a:pt x="19050" y="1905"/>
                      <a:pt x="18097" y="1905"/>
                      <a:pt x="15240" y="1905"/>
                    </a:cubicBezTo>
                    <a:cubicBezTo>
                      <a:pt x="12382" y="1905"/>
                      <a:pt x="11430" y="1905"/>
                      <a:pt x="10477" y="3810"/>
                    </a:cubicBezTo>
                    <a:cubicBezTo>
                      <a:pt x="9525" y="4763"/>
                      <a:pt x="8572" y="5715"/>
                      <a:pt x="8572" y="7620"/>
                    </a:cubicBezTo>
                    <a:lnTo>
                      <a:pt x="8572" y="10478"/>
                    </a:lnTo>
                    <a:cubicBezTo>
                      <a:pt x="8572" y="11430"/>
                      <a:pt x="8572" y="13335"/>
                      <a:pt x="7620" y="13335"/>
                    </a:cubicBezTo>
                    <a:cubicBezTo>
                      <a:pt x="6667" y="13335"/>
                      <a:pt x="5715" y="14288"/>
                      <a:pt x="4763" y="14288"/>
                    </a:cubicBezTo>
                    <a:cubicBezTo>
                      <a:pt x="3810" y="14288"/>
                      <a:pt x="2857" y="14288"/>
                      <a:pt x="1905" y="13335"/>
                    </a:cubicBezTo>
                    <a:cubicBezTo>
                      <a:pt x="952" y="12383"/>
                      <a:pt x="952" y="11430"/>
                      <a:pt x="952" y="10478"/>
                    </a:cubicBezTo>
                    <a:cubicBezTo>
                      <a:pt x="952" y="7620"/>
                      <a:pt x="1905" y="5715"/>
                      <a:pt x="4763" y="2858"/>
                    </a:cubicBezTo>
                    <a:cubicBezTo>
                      <a:pt x="7620" y="0"/>
                      <a:pt x="11430" y="0"/>
                      <a:pt x="16192" y="0"/>
                    </a:cubicBezTo>
                    <a:cubicBezTo>
                      <a:pt x="20955" y="0"/>
                      <a:pt x="22860" y="0"/>
                      <a:pt x="25717" y="1905"/>
                    </a:cubicBezTo>
                    <a:cubicBezTo>
                      <a:pt x="27622" y="1905"/>
                      <a:pt x="28575" y="4763"/>
                      <a:pt x="29527" y="6668"/>
                    </a:cubicBezTo>
                    <a:cubicBezTo>
                      <a:pt x="29527" y="7620"/>
                      <a:pt x="29527" y="10478"/>
                      <a:pt x="29527" y="14288"/>
                    </a:cubicBezTo>
                    <a:lnTo>
                      <a:pt x="29527" y="28575"/>
                    </a:lnTo>
                    <a:cubicBezTo>
                      <a:pt x="29527" y="32385"/>
                      <a:pt x="29527" y="35243"/>
                      <a:pt x="29527" y="36195"/>
                    </a:cubicBezTo>
                    <a:cubicBezTo>
                      <a:pt x="29527" y="37148"/>
                      <a:pt x="29527" y="38100"/>
                      <a:pt x="29527" y="38100"/>
                    </a:cubicBezTo>
                    <a:cubicBezTo>
                      <a:pt x="29527" y="38100"/>
                      <a:pt x="29527" y="38100"/>
                      <a:pt x="30480" y="38100"/>
                    </a:cubicBezTo>
                    <a:cubicBezTo>
                      <a:pt x="31432" y="38100"/>
                      <a:pt x="30480" y="38100"/>
                      <a:pt x="31432" y="38100"/>
                    </a:cubicBezTo>
                    <a:cubicBezTo>
                      <a:pt x="31432" y="38100"/>
                      <a:pt x="33338" y="36195"/>
                      <a:pt x="35242" y="34290"/>
                    </a:cubicBezTo>
                    <a:lnTo>
                      <a:pt x="35242" y="37148"/>
                    </a:lnTo>
                    <a:cubicBezTo>
                      <a:pt x="31432" y="41910"/>
                      <a:pt x="28575" y="43815"/>
                      <a:pt x="25717" y="43815"/>
                    </a:cubicBezTo>
                    <a:cubicBezTo>
                      <a:pt x="22860" y="43815"/>
                      <a:pt x="22860" y="43815"/>
                      <a:pt x="21907" y="41910"/>
                    </a:cubicBezTo>
                    <a:cubicBezTo>
                      <a:pt x="20955" y="40005"/>
                      <a:pt x="20955" y="39053"/>
                      <a:pt x="20955" y="36195"/>
                    </a:cubicBezTo>
                    <a:close/>
                    <a:moveTo>
                      <a:pt x="24765" y="33338"/>
                    </a:moveTo>
                    <a:lnTo>
                      <a:pt x="24765" y="17145"/>
                    </a:lnTo>
                    <a:cubicBezTo>
                      <a:pt x="20002" y="19050"/>
                      <a:pt x="17145" y="20003"/>
                      <a:pt x="16192" y="20955"/>
                    </a:cubicBezTo>
                    <a:cubicBezTo>
                      <a:pt x="13335" y="21908"/>
                      <a:pt x="12382" y="23813"/>
                      <a:pt x="11430" y="24765"/>
                    </a:cubicBezTo>
                    <a:cubicBezTo>
                      <a:pt x="10477" y="25718"/>
                      <a:pt x="9525" y="27623"/>
                      <a:pt x="9525" y="29528"/>
                    </a:cubicBezTo>
                    <a:cubicBezTo>
                      <a:pt x="9525" y="31433"/>
                      <a:pt x="9525" y="33338"/>
                      <a:pt x="11430" y="35243"/>
                    </a:cubicBezTo>
                    <a:cubicBezTo>
                      <a:pt x="13335" y="37148"/>
                      <a:pt x="14288" y="37148"/>
                      <a:pt x="16192" y="37148"/>
                    </a:cubicBezTo>
                    <a:cubicBezTo>
                      <a:pt x="18097" y="37148"/>
                      <a:pt x="21907" y="35243"/>
                      <a:pt x="25717" y="323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3348F647-0DAC-F188-B952-ECFB878AC7A0}"/>
                  </a:ext>
                </a:extLst>
              </p:cNvPr>
              <p:cNvSpPr/>
              <p:nvPr/>
            </p:nvSpPr>
            <p:spPr>
              <a:xfrm>
                <a:off x="6469380" y="4493894"/>
                <a:ext cx="20954" cy="64770"/>
              </a:xfrm>
              <a:custGeom>
                <a:avLst/>
                <a:gdLst>
                  <a:gd name="connsiteX0" fmla="*/ 14288 w 20954"/>
                  <a:gd name="connsiteY0" fmla="*/ 953 h 64770"/>
                  <a:gd name="connsiteX1" fmla="*/ 14288 w 20954"/>
                  <a:gd name="connsiteY1" fmla="*/ 56198 h 64770"/>
                  <a:gd name="connsiteX2" fmla="*/ 14288 w 20954"/>
                  <a:gd name="connsiteY2" fmla="*/ 60960 h 64770"/>
                  <a:gd name="connsiteX3" fmla="*/ 16192 w 20954"/>
                  <a:gd name="connsiteY3" fmla="*/ 62865 h 64770"/>
                  <a:gd name="connsiteX4" fmla="*/ 20955 w 20954"/>
                  <a:gd name="connsiteY4" fmla="*/ 62865 h 64770"/>
                  <a:gd name="connsiteX5" fmla="*/ 20955 w 20954"/>
                  <a:gd name="connsiteY5" fmla="*/ 64770 h 64770"/>
                  <a:gd name="connsiteX6" fmla="*/ 0 w 20954"/>
                  <a:gd name="connsiteY6" fmla="*/ 64770 h 64770"/>
                  <a:gd name="connsiteX7" fmla="*/ 0 w 20954"/>
                  <a:gd name="connsiteY7" fmla="*/ 62865 h 64770"/>
                  <a:gd name="connsiteX8" fmla="*/ 3810 w 20954"/>
                  <a:gd name="connsiteY8" fmla="*/ 62865 h 64770"/>
                  <a:gd name="connsiteX9" fmla="*/ 5715 w 20954"/>
                  <a:gd name="connsiteY9" fmla="*/ 60960 h 64770"/>
                  <a:gd name="connsiteX10" fmla="*/ 5715 w 20954"/>
                  <a:gd name="connsiteY10" fmla="*/ 55245 h 64770"/>
                  <a:gd name="connsiteX11" fmla="*/ 5715 w 20954"/>
                  <a:gd name="connsiteY11" fmla="*/ 17145 h 64770"/>
                  <a:gd name="connsiteX12" fmla="*/ 5715 w 20954"/>
                  <a:gd name="connsiteY12" fmla="*/ 8573 h 64770"/>
                  <a:gd name="connsiteX13" fmla="*/ 4763 w 20954"/>
                  <a:gd name="connsiteY13" fmla="*/ 6668 h 64770"/>
                  <a:gd name="connsiteX14" fmla="*/ 2857 w 20954"/>
                  <a:gd name="connsiteY14" fmla="*/ 6668 h 64770"/>
                  <a:gd name="connsiteX15" fmla="*/ 0 w 20954"/>
                  <a:gd name="connsiteY15" fmla="*/ 6668 h 64770"/>
                  <a:gd name="connsiteX16" fmla="*/ 0 w 20954"/>
                  <a:gd name="connsiteY16" fmla="*/ 4763 h 64770"/>
                  <a:gd name="connsiteX17" fmla="*/ 11430 w 20954"/>
                  <a:gd name="connsiteY17" fmla="*/ 0 h 64770"/>
                  <a:gd name="connsiteX18" fmla="*/ 13335 w 20954"/>
                  <a:gd name="connsiteY18" fmla="*/ 0 h 64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954" h="64770">
                    <a:moveTo>
                      <a:pt x="14288" y="953"/>
                    </a:moveTo>
                    <a:lnTo>
                      <a:pt x="14288" y="56198"/>
                    </a:lnTo>
                    <a:cubicBezTo>
                      <a:pt x="14288" y="59055"/>
                      <a:pt x="14288" y="60960"/>
                      <a:pt x="14288" y="60960"/>
                    </a:cubicBezTo>
                    <a:cubicBezTo>
                      <a:pt x="14288" y="60960"/>
                      <a:pt x="15240" y="62865"/>
                      <a:pt x="16192" y="62865"/>
                    </a:cubicBezTo>
                    <a:cubicBezTo>
                      <a:pt x="17145" y="62865"/>
                      <a:pt x="18097" y="62865"/>
                      <a:pt x="20955" y="62865"/>
                    </a:cubicBezTo>
                    <a:lnTo>
                      <a:pt x="20955" y="64770"/>
                    </a:lnTo>
                    <a:lnTo>
                      <a:pt x="0" y="64770"/>
                    </a:lnTo>
                    <a:lnTo>
                      <a:pt x="0" y="62865"/>
                    </a:lnTo>
                    <a:cubicBezTo>
                      <a:pt x="1905" y="62865"/>
                      <a:pt x="2857" y="62865"/>
                      <a:pt x="3810" y="62865"/>
                    </a:cubicBezTo>
                    <a:cubicBezTo>
                      <a:pt x="4763" y="62865"/>
                      <a:pt x="4763" y="61913"/>
                      <a:pt x="5715" y="60960"/>
                    </a:cubicBezTo>
                    <a:cubicBezTo>
                      <a:pt x="6667" y="60008"/>
                      <a:pt x="5715" y="58103"/>
                      <a:pt x="5715" y="55245"/>
                    </a:cubicBezTo>
                    <a:lnTo>
                      <a:pt x="5715" y="17145"/>
                    </a:lnTo>
                    <a:cubicBezTo>
                      <a:pt x="5715" y="12383"/>
                      <a:pt x="5715" y="9525"/>
                      <a:pt x="5715" y="8573"/>
                    </a:cubicBezTo>
                    <a:cubicBezTo>
                      <a:pt x="5715" y="7620"/>
                      <a:pt x="5715" y="6668"/>
                      <a:pt x="4763" y="6668"/>
                    </a:cubicBezTo>
                    <a:cubicBezTo>
                      <a:pt x="3810" y="6668"/>
                      <a:pt x="3810" y="6668"/>
                      <a:pt x="2857" y="6668"/>
                    </a:cubicBezTo>
                    <a:cubicBezTo>
                      <a:pt x="1905" y="6668"/>
                      <a:pt x="952" y="6668"/>
                      <a:pt x="0" y="6668"/>
                    </a:cubicBezTo>
                    <a:lnTo>
                      <a:pt x="0" y="4763"/>
                    </a:lnTo>
                    <a:cubicBezTo>
                      <a:pt x="0" y="4763"/>
                      <a:pt x="11430" y="0"/>
                      <a:pt x="11430" y="0"/>
                    </a:cubicBezTo>
                    <a:lnTo>
                      <a:pt x="133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53BF6018-BBA2-DD5A-B147-8F22E9A5A549}"/>
                  </a:ext>
                </a:extLst>
              </p:cNvPr>
              <p:cNvSpPr/>
              <p:nvPr/>
            </p:nvSpPr>
            <p:spPr>
              <a:xfrm>
                <a:off x="6081712" y="4612005"/>
                <a:ext cx="80009" cy="63817"/>
              </a:xfrm>
              <a:custGeom>
                <a:avLst/>
                <a:gdLst>
                  <a:gd name="connsiteX0" fmla="*/ 37147 w 80009"/>
                  <a:gd name="connsiteY0" fmla="*/ 60960 h 63817"/>
                  <a:gd name="connsiteX1" fmla="*/ 13335 w 80009"/>
                  <a:gd name="connsiteY1" fmla="*/ 8572 h 63817"/>
                  <a:gd name="connsiteX2" fmla="*/ 13335 w 80009"/>
                  <a:gd name="connsiteY2" fmla="*/ 50482 h 63817"/>
                  <a:gd name="connsiteX3" fmla="*/ 14288 w 80009"/>
                  <a:gd name="connsiteY3" fmla="*/ 58102 h 63817"/>
                  <a:gd name="connsiteX4" fmla="*/ 20003 w 80009"/>
                  <a:gd name="connsiteY4" fmla="*/ 60007 h 63817"/>
                  <a:gd name="connsiteX5" fmla="*/ 21907 w 80009"/>
                  <a:gd name="connsiteY5" fmla="*/ 60007 h 63817"/>
                  <a:gd name="connsiteX6" fmla="*/ 21907 w 80009"/>
                  <a:gd name="connsiteY6" fmla="*/ 61913 h 63817"/>
                  <a:gd name="connsiteX7" fmla="*/ 0 w 80009"/>
                  <a:gd name="connsiteY7" fmla="*/ 61913 h 63817"/>
                  <a:gd name="connsiteX8" fmla="*/ 0 w 80009"/>
                  <a:gd name="connsiteY8" fmla="*/ 60007 h 63817"/>
                  <a:gd name="connsiteX9" fmla="*/ 1905 w 80009"/>
                  <a:gd name="connsiteY9" fmla="*/ 60007 h 63817"/>
                  <a:gd name="connsiteX10" fmla="*/ 7620 w 80009"/>
                  <a:gd name="connsiteY10" fmla="*/ 57150 h 63817"/>
                  <a:gd name="connsiteX11" fmla="*/ 8572 w 80009"/>
                  <a:gd name="connsiteY11" fmla="*/ 50482 h 63817"/>
                  <a:gd name="connsiteX12" fmla="*/ 8572 w 80009"/>
                  <a:gd name="connsiteY12" fmla="*/ 9525 h 63817"/>
                  <a:gd name="connsiteX13" fmla="*/ 8572 w 80009"/>
                  <a:gd name="connsiteY13" fmla="*/ 3810 h 63817"/>
                  <a:gd name="connsiteX14" fmla="*/ 6668 w 80009"/>
                  <a:gd name="connsiteY14" fmla="*/ 1905 h 63817"/>
                  <a:gd name="connsiteX15" fmla="*/ 953 w 80009"/>
                  <a:gd name="connsiteY15" fmla="*/ 1905 h 63817"/>
                  <a:gd name="connsiteX16" fmla="*/ 953 w 80009"/>
                  <a:gd name="connsiteY16" fmla="*/ 0 h 63817"/>
                  <a:gd name="connsiteX17" fmla="*/ 18097 w 80009"/>
                  <a:gd name="connsiteY17" fmla="*/ 0 h 63817"/>
                  <a:gd name="connsiteX18" fmla="*/ 40957 w 80009"/>
                  <a:gd name="connsiteY18" fmla="*/ 48577 h 63817"/>
                  <a:gd name="connsiteX19" fmla="*/ 62865 w 80009"/>
                  <a:gd name="connsiteY19" fmla="*/ 0 h 63817"/>
                  <a:gd name="connsiteX20" fmla="*/ 80010 w 80009"/>
                  <a:gd name="connsiteY20" fmla="*/ 0 h 63817"/>
                  <a:gd name="connsiteX21" fmla="*/ 80010 w 80009"/>
                  <a:gd name="connsiteY21" fmla="*/ 1905 h 63817"/>
                  <a:gd name="connsiteX22" fmla="*/ 78105 w 80009"/>
                  <a:gd name="connsiteY22" fmla="*/ 1905 h 63817"/>
                  <a:gd name="connsiteX23" fmla="*/ 72390 w 80009"/>
                  <a:gd name="connsiteY23" fmla="*/ 4763 h 63817"/>
                  <a:gd name="connsiteX24" fmla="*/ 71438 w 80009"/>
                  <a:gd name="connsiteY24" fmla="*/ 11430 h 63817"/>
                  <a:gd name="connsiteX25" fmla="*/ 71438 w 80009"/>
                  <a:gd name="connsiteY25" fmla="*/ 52388 h 63817"/>
                  <a:gd name="connsiteX26" fmla="*/ 72390 w 80009"/>
                  <a:gd name="connsiteY26" fmla="*/ 60007 h 63817"/>
                  <a:gd name="connsiteX27" fmla="*/ 78105 w 80009"/>
                  <a:gd name="connsiteY27" fmla="*/ 61913 h 63817"/>
                  <a:gd name="connsiteX28" fmla="*/ 80010 w 80009"/>
                  <a:gd name="connsiteY28" fmla="*/ 61913 h 63817"/>
                  <a:gd name="connsiteX29" fmla="*/ 80010 w 80009"/>
                  <a:gd name="connsiteY29" fmla="*/ 63817 h 63817"/>
                  <a:gd name="connsiteX30" fmla="*/ 53340 w 80009"/>
                  <a:gd name="connsiteY30" fmla="*/ 63817 h 63817"/>
                  <a:gd name="connsiteX31" fmla="*/ 53340 w 80009"/>
                  <a:gd name="connsiteY31" fmla="*/ 61913 h 63817"/>
                  <a:gd name="connsiteX32" fmla="*/ 55245 w 80009"/>
                  <a:gd name="connsiteY32" fmla="*/ 61913 h 63817"/>
                  <a:gd name="connsiteX33" fmla="*/ 60960 w 80009"/>
                  <a:gd name="connsiteY33" fmla="*/ 59055 h 63817"/>
                  <a:gd name="connsiteX34" fmla="*/ 61913 w 80009"/>
                  <a:gd name="connsiteY34" fmla="*/ 52388 h 63817"/>
                  <a:gd name="connsiteX35" fmla="*/ 61913 w 80009"/>
                  <a:gd name="connsiteY35" fmla="*/ 10477 h 63817"/>
                  <a:gd name="connsiteX36" fmla="*/ 38100 w 80009"/>
                  <a:gd name="connsiteY36" fmla="*/ 62865 h 63817"/>
                  <a:gd name="connsiteX37" fmla="*/ 36195 w 80009"/>
                  <a:gd name="connsiteY37" fmla="*/ 62865 h 6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0009" h="63817">
                    <a:moveTo>
                      <a:pt x="37147" y="60960"/>
                    </a:moveTo>
                    <a:lnTo>
                      <a:pt x="13335" y="8572"/>
                    </a:lnTo>
                    <a:lnTo>
                      <a:pt x="13335" y="50482"/>
                    </a:lnTo>
                    <a:cubicBezTo>
                      <a:pt x="13335" y="54292"/>
                      <a:pt x="13335" y="57150"/>
                      <a:pt x="14288" y="58102"/>
                    </a:cubicBezTo>
                    <a:cubicBezTo>
                      <a:pt x="15240" y="59055"/>
                      <a:pt x="17145" y="60007"/>
                      <a:pt x="20003" y="60007"/>
                    </a:cubicBezTo>
                    <a:lnTo>
                      <a:pt x="21907" y="60007"/>
                    </a:lnTo>
                    <a:lnTo>
                      <a:pt x="21907" y="61913"/>
                    </a:lnTo>
                    <a:lnTo>
                      <a:pt x="0" y="61913"/>
                    </a:lnTo>
                    <a:lnTo>
                      <a:pt x="0" y="60007"/>
                    </a:lnTo>
                    <a:lnTo>
                      <a:pt x="1905" y="60007"/>
                    </a:lnTo>
                    <a:cubicBezTo>
                      <a:pt x="4763" y="60007"/>
                      <a:pt x="6668" y="60007"/>
                      <a:pt x="7620" y="57150"/>
                    </a:cubicBezTo>
                    <a:cubicBezTo>
                      <a:pt x="7620" y="56197"/>
                      <a:pt x="8572" y="54292"/>
                      <a:pt x="8572" y="50482"/>
                    </a:cubicBezTo>
                    <a:lnTo>
                      <a:pt x="8572" y="9525"/>
                    </a:lnTo>
                    <a:cubicBezTo>
                      <a:pt x="8572" y="6667"/>
                      <a:pt x="8572" y="4763"/>
                      <a:pt x="8572" y="3810"/>
                    </a:cubicBezTo>
                    <a:cubicBezTo>
                      <a:pt x="8572" y="3810"/>
                      <a:pt x="7620" y="1905"/>
                      <a:pt x="6668" y="1905"/>
                    </a:cubicBezTo>
                    <a:cubicBezTo>
                      <a:pt x="5715" y="1905"/>
                      <a:pt x="3810" y="1905"/>
                      <a:pt x="953" y="1905"/>
                    </a:cubicBezTo>
                    <a:lnTo>
                      <a:pt x="953" y="0"/>
                    </a:lnTo>
                    <a:lnTo>
                      <a:pt x="18097" y="0"/>
                    </a:lnTo>
                    <a:lnTo>
                      <a:pt x="40957" y="48577"/>
                    </a:lnTo>
                    <a:lnTo>
                      <a:pt x="62865" y="0"/>
                    </a:lnTo>
                    <a:lnTo>
                      <a:pt x="80010" y="0"/>
                    </a:lnTo>
                    <a:lnTo>
                      <a:pt x="80010" y="1905"/>
                    </a:lnTo>
                    <a:lnTo>
                      <a:pt x="78105" y="1905"/>
                    </a:lnTo>
                    <a:cubicBezTo>
                      <a:pt x="75247" y="1905"/>
                      <a:pt x="73343" y="1905"/>
                      <a:pt x="72390" y="4763"/>
                    </a:cubicBezTo>
                    <a:cubicBezTo>
                      <a:pt x="72390" y="5715"/>
                      <a:pt x="71438" y="7620"/>
                      <a:pt x="71438" y="11430"/>
                    </a:cubicBezTo>
                    <a:lnTo>
                      <a:pt x="71438" y="52388"/>
                    </a:lnTo>
                    <a:cubicBezTo>
                      <a:pt x="71438" y="56197"/>
                      <a:pt x="71438" y="59055"/>
                      <a:pt x="72390" y="60007"/>
                    </a:cubicBezTo>
                    <a:cubicBezTo>
                      <a:pt x="73343" y="60960"/>
                      <a:pt x="75247" y="61913"/>
                      <a:pt x="78105" y="61913"/>
                    </a:cubicBezTo>
                    <a:lnTo>
                      <a:pt x="80010" y="61913"/>
                    </a:lnTo>
                    <a:lnTo>
                      <a:pt x="80010" y="63817"/>
                    </a:lnTo>
                    <a:lnTo>
                      <a:pt x="53340" y="63817"/>
                    </a:lnTo>
                    <a:lnTo>
                      <a:pt x="53340" y="61913"/>
                    </a:lnTo>
                    <a:lnTo>
                      <a:pt x="55245" y="61913"/>
                    </a:lnTo>
                    <a:cubicBezTo>
                      <a:pt x="58103" y="61913"/>
                      <a:pt x="60007" y="61913"/>
                      <a:pt x="60960" y="59055"/>
                    </a:cubicBezTo>
                    <a:cubicBezTo>
                      <a:pt x="60960" y="58102"/>
                      <a:pt x="61913" y="56197"/>
                      <a:pt x="61913" y="52388"/>
                    </a:cubicBezTo>
                    <a:lnTo>
                      <a:pt x="61913" y="10477"/>
                    </a:lnTo>
                    <a:lnTo>
                      <a:pt x="38100" y="62865"/>
                    </a:lnTo>
                    <a:lnTo>
                      <a:pt x="36195" y="6286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BF1CF0B9-DD0A-9D6F-ED10-B7CDF01BD487}"/>
                  </a:ext>
                </a:extLst>
              </p:cNvPr>
              <p:cNvSpPr/>
              <p:nvPr/>
            </p:nvSpPr>
            <p:spPr>
              <a:xfrm>
                <a:off x="6165532" y="4629150"/>
                <a:ext cx="36195" cy="44767"/>
              </a:xfrm>
              <a:custGeom>
                <a:avLst/>
                <a:gdLst>
                  <a:gd name="connsiteX0" fmla="*/ 7620 w 36195"/>
                  <a:gd name="connsiteY0" fmla="*/ 17145 h 44767"/>
                  <a:gd name="connsiteX1" fmla="*/ 12383 w 36195"/>
                  <a:gd name="connsiteY1" fmla="*/ 31432 h 44767"/>
                  <a:gd name="connsiteX2" fmla="*/ 22860 w 36195"/>
                  <a:gd name="connsiteY2" fmla="*/ 37147 h 44767"/>
                  <a:gd name="connsiteX3" fmla="*/ 30480 w 36195"/>
                  <a:gd name="connsiteY3" fmla="*/ 35243 h 44767"/>
                  <a:gd name="connsiteX4" fmla="*/ 35243 w 36195"/>
                  <a:gd name="connsiteY4" fmla="*/ 27622 h 44767"/>
                  <a:gd name="connsiteX5" fmla="*/ 36195 w 36195"/>
                  <a:gd name="connsiteY5" fmla="*/ 27622 h 44767"/>
                  <a:gd name="connsiteX6" fmla="*/ 30480 w 36195"/>
                  <a:gd name="connsiteY6" fmla="*/ 40005 h 44767"/>
                  <a:gd name="connsiteX7" fmla="*/ 19050 w 36195"/>
                  <a:gd name="connsiteY7" fmla="*/ 44768 h 44767"/>
                  <a:gd name="connsiteX8" fmla="*/ 5715 w 36195"/>
                  <a:gd name="connsiteY8" fmla="*/ 39053 h 44767"/>
                  <a:gd name="connsiteX9" fmla="*/ 0 w 36195"/>
                  <a:gd name="connsiteY9" fmla="*/ 22860 h 44767"/>
                  <a:gd name="connsiteX10" fmla="*/ 5715 w 36195"/>
                  <a:gd name="connsiteY10" fmla="*/ 5715 h 44767"/>
                  <a:gd name="connsiteX11" fmla="*/ 20003 w 36195"/>
                  <a:gd name="connsiteY11" fmla="*/ 0 h 44767"/>
                  <a:gd name="connsiteX12" fmla="*/ 31433 w 36195"/>
                  <a:gd name="connsiteY12" fmla="*/ 4763 h 44767"/>
                  <a:gd name="connsiteX13" fmla="*/ 36195 w 36195"/>
                  <a:gd name="connsiteY13" fmla="*/ 17145 h 44767"/>
                  <a:gd name="connsiteX14" fmla="*/ 7620 w 36195"/>
                  <a:gd name="connsiteY14" fmla="*/ 17145 h 44767"/>
                  <a:gd name="connsiteX15" fmla="*/ 7620 w 36195"/>
                  <a:gd name="connsiteY15" fmla="*/ 14288 h 44767"/>
                  <a:gd name="connsiteX16" fmla="*/ 26670 w 36195"/>
                  <a:gd name="connsiteY16" fmla="*/ 14288 h 44767"/>
                  <a:gd name="connsiteX17" fmla="*/ 25718 w 36195"/>
                  <a:gd name="connsiteY17" fmla="*/ 8572 h 44767"/>
                  <a:gd name="connsiteX18" fmla="*/ 21908 w 36195"/>
                  <a:gd name="connsiteY18" fmla="*/ 4763 h 44767"/>
                  <a:gd name="connsiteX19" fmla="*/ 17145 w 36195"/>
                  <a:gd name="connsiteY19" fmla="*/ 2857 h 44767"/>
                  <a:gd name="connsiteX20" fmla="*/ 10478 w 36195"/>
                  <a:gd name="connsiteY20" fmla="*/ 5715 h 44767"/>
                  <a:gd name="connsiteX21" fmla="*/ 6668 w 36195"/>
                  <a:gd name="connsiteY21" fmla="*/ 14288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195" h="44767">
                    <a:moveTo>
                      <a:pt x="7620" y="17145"/>
                    </a:moveTo>
                    <a:cubicBezTo>
                      <a:pt x="7620" y="23813"/>
                      <a:pt x="9525" y="28575"/>
                      <a:pt x="12383" y="31432"/>
                    </a:cubicBezTo>
                    <a:cubicBezTo>
                      <a:pt x="15240" y="34290"/>
                      <a:pt x="19050" y="37147"/>
                      <a:pt x="22860" y="37147"/>
                    </a:cubicBezTo>
                    <a:cubicBezTo>
                      <a:pt x="26670" y="37147"/>
                      <a:pt x="27623" y="37147"/>
                      <a:pt x="30480" y="35243"/>
                    </a:cubicBezTo>
                    <a:cubicBezTo>
                      <a:pt x="33338" y="33338"/>
                      <a:pt x="34290" y="31432"/>
                      <a:pt x="35243" y="27622"/>
                    </a:cubicBezTo>
                    <a:lnTo>
                      <a:pt x="36195" y="27622"/>
                    </a:lnTo>
                    <a:cubicBezTo>
                      <a:pt x="36195" y="32385"/>
                      <a:pt x="33338" y="36195"/>
                      <a:pt x="30480" y="40005"/>
                    </a:cubicBezTo>
                    <a:cubicBezTo>
                      <a:pt x="27623" y="43815"/>
                      <a:pt x="23813" y="44768"/>
                      <a:pt x="19050" y="44768"/>
                    </a:cubicBezTo>
                    <a:cubicBezTo>
                      <a:pt x="14288" y="44768"/>
                      <a:pt x="9525" y="42863"/>
                      <a:pt x="5715" y="39053"/>
                    </a:cubicBezTo>
                    <a:cubicBezTo>
                      <a:pt x="1905" y="35243"/>
                      <a:pt x="0" y="29528"/>
                      <a:pt x="0" y="22860"/>
                    </a:cubicBezTo>
                    <a:cubicBezTo>
                      <a:pt x="0" y="16193"/>
                      <a:pt x="1905" y="10478"/>
                      <a:pt x="5715" y="5715"/>
                    </a:cubicBezTo>
                    <a:cubicBezTo>
                      <a:pt x="9525" y="953"/>
                      <a:pt x="14288" y="0"/>
                      <a:pt x="20003" y="0"/>
                    </a:cubicBezTo>
                    <a:cubicBezTo>
                      <a:pt x="25718" y="0"/>
                      <a:pt x="28575" y="1905"/>
                      <a:pt x="31433" y="4763"/>
                    </a:cubicBezTo>
                    <a:cubicBezTo>
                      <a:pt x="34290" y="7620"/>
                      <a:pt x="36195" y="12382"/>
                      <a:pt x="36195" y="17145"/>
                    </a:cubicBezTo>
                    <a:lnTo>
                      <a:pt x="7620" y="17145"/>
                    </a:lnTo>
                    <a:close/>
                    <a:moveTo>
                      <a:pt x="7620" y="14288"/>
                    </a:moveTo>
                    <a:lnTo>
                      <a:pt x="26670" y="14288"/>
                    </a:lnTo>
                    <a:cubicBezTo>
                      <a:pt x="26670" y="11430"/>
                      <a:pt x="26670" y="9525"/>
                      <a:pt x="25718" y="8572"/>
                    </a:cubicBezTo>
                    <a:cubicBezTo>
                      <a:pt x="25718" y="6668"/>
                      <a:pt x="23813" y="5715"/>
                      <a:pt x="21908" y="4763"/>
                    </a:cubicBezTo>
                    <a:cubicBezTo>
                      <a:pt x="20003" y="3810"/>
                      <a:pt x="19050" y="2857"/>
                      <a:pt x="17145" y="2857"/>
                    </a:cubicBezTo>
                    <a:cubicBezTo>
                      <a:pt x="14288" y="2857"/>
                      <a:pt x="12383" y="3810"/>
                      <a:pt x="10478" y="5715"/>
                    </a:cubicBezTo>
                    <a:cubicBezTo>
                      <a:pt x="8573" y="7620"/>
                      <a:pt x="7620" y="10478"/>
                      <a:pt x="6668" y="142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34FC6DFA-7F50-B33A-317D-5C0DC89B240B}"/>
                  </a:ext>
                </a:extLst>
              </p:cNvPr>
              <p:cNvSpPr/>
              <p:nvPr/>
            </p:nvSpPr>
            <p:spPr>
              <a:xfrm>
                <a:off x="6207442" y="4630102"/>
                <a:ext cx="35242" cy="43815"/>
              </a:xfrm>
              <a:custGeom>
                <a:avLst/>
                <a:gdLst>
                  <a:gd name="connsiteX0" fmla="*/ 24765 w 35242"/>
                  <a:gd name="connsiteY0" fmla="*/ 36195 h 43815"/>
                  <a:gd name="connsiteX1" fmla="*/ 16192 w 35242"/>
                  <a:gd name="connsiteY1" fmla="*/ 41910 h 43815"/>
                  <a:gd name="connsiteX2" fmla="*/ 10477 w 35242"/>
                  <a:gd name="connsiteY2" fmla="*/ 42863 h 43815"/>
                  <a:gd name="connsiteX3" fmla="*/ 2857 w 35242"/>
                  <a:gd name="connsiteY3" fmla="*/ 40005 h 43815"/>
                  <a:gd name="connsiteX4" fmla="*/ 0 w 35242"/>
                  <a:gd name="connsiteY4" fmla="*/ 32385 h 43815"/>
                  <a:gd name="connsiteX5" fmla="*/ 952 w 35242"/>
                  <a:gd name="connsiteY5" fmla="*/ 26670 h 43815"/>
                  <a:gd name="connsiteX6" fmla="*/ 7620 w 35242"/>
                  <a:gd name="connsiteY6" fmla="*/ 20955 h 43815"/>
                  <a:gd name="connsiteX7" fmla="*/ 22860 w 35242"/>
                  <a:gd name="connsiteY7" fmla="*/ 14288 h 43815"/>
                  <a:gd name="connsiteX8" fmla="*/ 22860 w 35242"/>
                  <a:gd name="connsiteY8" fmla="*/ 12382 h 43815"/>
                  <a:gd name="connsiteX9" fmla="*/ 20955 w 35242"/>
                  <a:gd name="connsiteY9" fmla="*/ 3810 h 43815"/>
                  <a:gd name="connsiteX10" fmla="*/ 15240 w 35242"/>
                  <a:gd name="connsiteY10" fmla="*/ 1905 h 43815"/>
                  <a:gd name="connsiteX11" fmla="*/ 10477 w 35242"/>
                  <a:gd name="connsiteY11" fmla="*/ 3810 h 43815"/>
                  <a:gd name="connsiteX12" fmla="*/ 8572 w 35242"/>
                  <a:gd name="connsiteY12" fmla="*/ 7620 h 43815"/>
                  <a:gd name="connsiteX13" fmla="*/ 8572 w 35242"/>
                  <a:gd name="connsiteY13" fmla="*/ 10478 h 43815"/>
                  <a:gd name="connsiteX14" fmla="*/ 7620 w 35242"/>
                  <a:gd name="connsiteY14" fmla="*/ 13335 h 43815"/>
                  <a:gd name="connsiteX15" fmla="*/ 4763 w 35242"/>
                  <a:gd name="connsiteY15" fmla="*/ 14288 h 43815"/>
                  <a:gd name="connsiteX16" fmla="*/ 1905 w 35242"/>
                  <a:gd name="connsiteY16" fmla="*/ 13335 h 43815"/>
                  <a:gd name="connsiteX17" fmla="*/ 952 w 35242"/>
                  <a:gd name="connsiteY17" fmla="*/ 10478 h 43815"/>
                  <a:gd name="connsiteX18" fmla="*/ 4763 w 35242"/>
                  <a:gd name="connsiteY18" fmla="*/ 2857 h 43815"/>
                  <a:gd name="connsiteX19" fmla="*/ 16192 w 35242"/>
                  <a:gd name="connsiteY19" fmla="*/ 0 h 43815"/>
                  <a:gd name="connsiteX20" fmla="*/ 25717 w 35242"/>
                  <a:gd name="connsiteY20" fmla="*/ 1905 h 43815"/>
                  <a:gd name="connsiteX21" fmla="*/ 29527 w 35242"/>
                  <a:gd name="connsiteY21" fmla="*/ 6667 h 43815"/>
                  <a:gd name="connsiteX22" fmla="*/ 29527 w 35242"/>
                  <a:gd name="connsiteY22" fmla="*/ 14288 h 43815"/>
                  <a:gd name="connsiteX23" fmla="*/ 29527 w 35242"/>
                  <a:gd name="connsiteY23" fmla="*/ 28575 h 43815"/>
                  <a:gd name="connsiteX24" fmla="*/ 29527 w 35242"/>
                  <a:gd name="connsiteY24" fmla="*/ 36195 h 43815"/>
                  <a:gd name="connsiteX25" fmla="*/ 29527 w 35242"/>
                  <a:gd name="connsiteY25" fmla="*/ 38100 h 43815"/>
                  <a:gd name="connsiteX26" fmla="*/ 30480 w 35242"/>
                  <a:gd name="connsiteY26" fmla="*/ 38100 h 43815"/>
                  <a:gd name="connsiteX27" fmla="*/ 31432 w 35242"/>
                  <a:gd name="connsiteY27" fmla="*/ 38100 h 43815"/>
                  <a:gd name="connsiteX28" fmla="*/ 35242 w 35242"/>
                  <a:gd name="connsiteY28" fmla="*/ 34290 h 43815"/>
                  <a:gd name="connsiteX29" fmla="*/ 35242 w 35242"/>
                  <a:gd name="connsiteY29" fmla="*/ 37147 h 43815"/>
                  <a:gd name="connsiteX30" fmla="*/ 25717 w 35242"/>
                  <a:gd name="connsiteY30" fmla="*/ 43815 h 43815"/>
                  <a:gd name="connsiteX31" fmla="*/ 21907 w 35242"/>
                  <a:gd name="connsiteY31" fmla="*/ 41910 h 43815"/>
                  <a:gd name="connsiteX32" fmla="*/ 20955 w 35242"/>
                  <a:gd name="connsiteY32" fmla="*/ 36195 h 43815"/>
                  <a:gd name="connsiteX33" fmla="*/ 24765 w 35242"/>
                  <a:gd name="connsiteY33" fmla="*/ 33338 h 43815"/>
                  <a:gd name="connsiteX34" fmla="*/ 24765 w 35242"/>
                  <a:gd name="connsiteY34" fmla="*/ 17145 h 43815"/>
                  <a:gd name="connsiteX35" fmla="*/ 16192 w 35242"/>
                  <a:gd name="connsiteY35" fmla="*/ 20955 h 43815"/>
                  <a:gd name="connsiteX36" fmla="*/ 11430 w 35242"/>
                  <a:gd name="connsiteY36" fmla="*/ 24765 h 43815"/>
                  <a:gd name="connsiteX37" fmla="*/ 9525 w 35242"/>
                  <a:gd name="connsiteY37" fmla="*/ 29528 h 43815"/>
                  <a:gd name="connsiteX38" fmla="*/ 11430 w 35242"/>
                  <a:gd name="connsiteY38" fmla="*/ 35242 h 43815"/>
                  <a:gd name="connsiteX39" fmla="*/ 16192 w 35242"/>
                  <a:gd name="connsiteY39" fmla="*/ 37147 h 43815"/>
                  <a:gd name="connsiteX40" fmla="*/ 25717 w 35242"/>
                  <a:gd name="connsiteY40" fmla="*/ 32385 h 43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5242" h="43815">
                    <a:moveTo>
                      <a:pt x="24765" y="36195"/>
                    </a:moveTo>
                    <a:cubicBezTo>
                      <a:pt x="20002" y="39053"/>
                      <a:pt x="18097" y="41910"/>
                      <a:pt x="16192" y="41910"/>
                    </a:cubicBezTo>
                    <a:cubicBezTo>
                      <a:pt x="14288" y="41910"/>
                      <a:pt x="12382" y="42863"/>
                      <a:pt x="10477" y="42863"/>
                    </a:cubicBezTo>
                    <a:cubicBezTo>
                      <a:pt x="7620" y="42863"/>
                      <a:pt x="4763" y="41910"/>
                      <a:pt x="2857" y="40005"/>
                    </a:cubicBezTo>
                    <a:cubicBezTo>
                      <a:pt x="952" y="38100"/>
                      <a:pt x="0" y="35242"/>
                      <a:pt x="0" y="32385"/>
                    </a:cubicBezTo>
                    <a:cubicBezTo>
                      <a:pt x="0" y="29528"/>
                      <a:pt x="0" y="28575"/>
                      <a:pt x="952" y="26670"/>
                    </a:cubicBezTo>
                    <a:cubicBezTo>
                      <a:pt x="1905" y="24765"/>
                      <a:pt x="4763" y="22860"/>
                      <a:pt x="7620" y="20955"/>
                    </a:cubicBezTo>
                    <a:cubicBezTo>
                      <a:pt x="10477" y="19050"/>
                      <a:pt x="16192" y="17145"/>
                      <a:pt x="22860" y="14288"/>
                    </a:cubicBezTo>
                    <a:lnTo>
                      <a:pt x="22860" y="12382"/>
                    </a:lnTo>
                    <a:cubicBezTo>
                      <a:pt x="22860" y="8572"/>
                      <a:pt x="22860" y="5715"/>
                      <a:pt x="20955" y="3810"/>
                    </a:cubicBezTo>
                    <a:cubicBezTo>
                      <a:pt x="19050" y="1905"/>
                      <a:pt x="18097" y="1905"/>
                      <a:pt x="15240" y="1905"/>
                    </a:cubicBezTo>
                    <a:cubicBezTo>
                      <a:pt x="12382" y="1905"/>
                      <a:pt x="11430" y="1905"/>
                      <a:pt x="10477" y="3810"/>
                    </a:cubicBezTo>
                    <a:cubicBezTo>
                      <a:pt x="9525" y="4763"/>
                      <a:pt x="8572" y="5715"/>
                      <a:pt x="8572" y="7620"/>
                    </a:cubicBezTo>
                    <a:lnTo>
                      <a:pt x="8572" y="10478"/>
                    </a:lnTo>
                    <a:cubicBezTo>
                      <a:pt x="8572" y="11430"/>
                      <a:pt x="8572" y="13335"/>
                      <a:pt x="7620" y="13335"/>
                    </a:cubicBezTo>
                    <a:cubicBezTo>
                      <a:pt x="6667" y="13335"/>
                      <a:pt x="5715" y="14288"/>
                      <a:pt x="4763" y="14288"/>
                    </a:cubicBezTo>
                    <a:cubicBezTo>
                      <a:pt x="3810" y="14288"/>
                      <a:pt x="2857" y="14288"/>
                      <a:pt x="1905" y="13335"/>
                    </a:cubicBezTo>
                    <a:cubicBezTo>
                      <a:pt x="952" y="12382"/>
                      <a:pt x="952" y="11430"/>
                      <a:pt x="952" y="10478"/>
                    </a:cubicBezTo>
                    <a:cubicBezTo>
                      <a:pt x="952" y="7620"/>
                      <a:pt x="1905" y="5715"/>
                      <a:pt x="4763" y="2857"/>
                    </a:cubicBezTo>
                    <a:cubicBezTo>
                      <a:pt x="7620" y="0"/>
                      <a:pt x="11430" y="0"/>
                      <a:pt x="16192" y="0"/>
                    </a:cubicBezTo>
                    <a:cubicBezTo>
                      <a:pt x="20955" y="0"/>
                      <a:pt x="22860" y="0"/>
                      <a:pt x="25717" y="1905"/>
                    </a:cubicBezTo>
                    <a:cubicBezTo>
                      <a:pt x="27622" y="1905"/>
                      <a:pt x="28575" y="4763"/>
                      <a:pt x="29527" y="6667"/>
                    </a:cubicBezTo>
                    <a:cubicBezTo>
                      <a:pt x="29527" y="7620"/>
                      <a:pt x="29527" y="10478"/>
                      <a:pt x="29527" y="14288"/>
                    </a:cubicBezTo>
                    <a:lnTo>
                      <a:pt x="29527" y="28575"/>
                    </a:lnTo>
                    <a:cubicBezTo>
                      <a:pt x="29527" y="32385"/>
                      <a:pt x="29527" y="35242"/>
                      <a:pt x="29527" y="36195"/>
                    </a:cubicBezTo>
                    <a:cubicBezTo>
                      <a:pt x="29527" y="37147"/>
                      <a:pt x="29527" y="38100"/>
                      <a:pt x="29527" y="38100"/>
                    </a:cubicBezTo>
                    <a:cubicBezTo>
                      <a:pt x="29527" y="38100"/>
                      <a:pt x="29527" y="38100"/>
                      <a:pt x="30480" y="38100"/>
                    </a:cubicBezTo>
                    <a:cubicBezTo>
                      <a:pt x="31432" y="38100"/>
                      <a:pt x="30480" y="38100"/>
                      <a:pt x="31432" y="38100"/>
                    </a:cubicBezTo>
                    <a:cubicBezTo>
                      <a:pt x="31432" y="38100"/>
                      <a:pt x="33338" y="36195"/>
                      <a:pt x="35242" y="34290"/>
                    </a:cubicBezTo>
                    <a:lnTo>
                      <a:pt x="35242" y="37147"/>
                    </a:lnTo>
                    <a:cubicBezTo>
                      <a:pt x="31432" y="41910"/>
                      <a:pt x="28575" y="43815"/>
                      <a:pt x="25717" y="43815"/>
                    </a:cubicBezTo>
                    <a:cubicBezTo>
                      <a:pt x="22860" y="43815"/>
                      <a:pt x="22860" y="43815"/>
                      <a:pt x="21907" y="41910"/>
                    </a:cubicBezTo>
                    <a:cubicBezTo>
                      <a:pt x="20955" y="40005"/>
                      <a:pt x="20955" y="39053"/>
                      <a:pt x="20955" y="36195"/>
                    </a:cubicBezTo>
                    <a:close/>
                    <a:moveTo>
                      <a:pt x="24765" y="33338"/>
                    </a:moveTo>
                    <a:lnTo>
                      <a:pt x="24765" y="17145"/>
                    </a:lnTo>
                    <a:cubicBezTo>
                      <a:pt x="20002" y="19050"/>
                      <a:pt x="17145" y="20003"/>
                      <a:pt x="16192" y="20955"/>
                    </a:cubicBezTo>
                    <a:cubicBezTo>
                      <a:pt x="13335" y="21907"/>
                      <a:pt x="12382" y="23813"/>
                      <a:pt x="11430" y="24765"/>
                    </a:cubicBezTo>
                    <a:cubicBezTo>
                      <a:pt x="10477" y="25717"/>
                      <a:pt x="9525" y="27622"/>
                      <a:pt x="9525" y="29528"/>
                    </a:cubicBezTo>
                    <a:cubicBezTo>
                      <a:pt x="9525" y="31432"/>
                      <a:pt x="9525" y="33338"/>
                      <a:pt x="11430" y="35242"/>
                    </a:cubicBezTo>
                    <a:cubicBezTo>
                      <a:pt x="13335" y="37147"/>
                      <a:pt x="14288" y="37147"/>
                      <a:pt x="16192" y="37147"/>
                    </a:cubicBezTo>
                    <a:cubicBezTo>
                      <a:pt x="18097" y="37147"/>
                      <a:pt x="21907" y="35242"/>
                      <a:pt x="25717" y="323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93F82B3C-E26C-EBDD-1A3F-46389E8FCFCA}"/>
                  </a:ext>
                </a:extLst>
              </p:cNvPr>
              <p:cNvSpPr/>
              <p:nvPr/>
            </p:nvSpPr>
            <p:spPr>
              <a:xfrm>
                <a:off x="6251257" y="4628197"/>
                <a:ext cx="29527" cy="45720"/>
              </a:xfrm>
              <a:custGeom>
                <a:avLst/>
                <a:gdLst>
                  <a:gd name="connsiteX0" fmla="*/ 25718 w 29527"/>
                  <a:gd name="connsiteY0" fmla="*/ 953 h 45720"/>
                  <a:gd name="connsiteX1" fmla="*/ 25718 w 29527"/>
                  <a:gd name="connsiteY1" fmla="*/ 15240 h 45720"/>
                  <a:gd name="connsiteX2" fmla="*/ 23813 w 29527"/>
                  <a:gd name="connsiteY2" fmla="*/ 15240 h 45720"/>
                  <a:gd name="connsiteX3" fmla="*/ 19050 w 29527"/>
                  <a:gd name="connsiteY3" fmla="*/ 5715 h 45720"/>
                  <a:gd name="connsiteX4" fmla="*/ 12383 w 29527"/>
                  <a:gd name="connsiteY4" fmla="*/ 2858 h 45720"/>
                  <a:gd name="connsiteX5" fmla="*/ 7620 w 29527"/>
                  <a:gd name="connsiteY5" fmla="*/ 4763 h 45720"/>
                  <a:gd name="connsiteX6" fmla="*/ 5715 w 29527"/>
                  <a:gd name="connsiteY6" fmla="*/ 8572 h 45720"/>
                  <a:gd name="connsiteX7" fmla="*/ 7620 w 29527"/>
                  <a:gd name="connsiteY7" fmla="*/ 13335 h 45720"/>
                  <a:gd name="connsiteX8" fmla="*/ 13335 w 29527"/>
                  <a:gd name="connsiteY8" fmla="*/ 17145 h 45720"/>
                  <a:gd name="connsiteX9" fmla="*/ 20003 w 29527"/>
                  <a:gd name="connsiteY9" fmla="*/ 20003 h 45720"/>
                  <a:gd name="connsiteX10" fmla="*/ 29528 w 29527"/>
                  <a:gd name="connsiteY10" fmla="*/ 32385 h 45720"/>
                  <a:gd name="connsiteX11" fmla="*/ 24765 w 29527"/>
                  <a:gd name="connsiteY11" fmla="*/ 41910 h 45720"/>
                  <a:gd name="connsiteX12" fmla="*/ 15240 w 29527"/>
                  <a:gd name="connsiteY12" fmla="*/ 45720 h 45720"/>
                  <a:gd name="connsiteX13" fmla="*/ 6668 w 29527"/>
                  <a:gd name="connsiteY13" fmla="*/ 44768 h 45720"/>
                  <a:gd name="connsiteX14" fmla="*/ 3810 w 29527"/>
                  <a:gd name="connsiteY14" fmla="*/ 44768 h 45720"/>
                  <a:gd name="connsiteX15" fmla="*/ 1905 w 29527"/>
                  <a:gd name="connsiteY15" fmla="*/ 45720 h 45720"/>
                  <a:gd name="connsiteX16" fmla="*/ 0 w 29527"/>
                  <a:gd name="connsiteY16" fmla="*/ 45720 h 45720"/>
                  <a:gd name="connsiteX17" fmla="*/ 0 w 29527"/>
                  <a:gd name="connsiteY17" fmla="*/ 30480 h 45720"/>
                  <a:gd name="connsiteX18" fmla="*/ 1905 w 29527"/>
                  <a:gd name="connsiteY18" fmla="*/ 30480 h 45720"/>
                  <a:gd name="connsiteX19" fmla="*/ 6668 w 29527"/>
                  <a:gd name="connsiteY19" fmla="*/ 40005 h 45720"/>
                  <a:gd name="connsiteX20" fmla="*/ 15240 w 29527"/>
                  <a:gd name="connsiteY20" fmla="*/ 42863 h 45720"/>
                  <a:gd name="connsiteX21" fmla="*/ 20003 w 29527"/>
                  <a:gd name="connsiteY21" fmla="*/ 40958 h 45720"/>
                  <a:gd name="connsiteX22" fmla="*/ 21908 w 29527"/>
                  <a:gd name="connsiteY22" fmla="*/ 36195 h 45720"/>
                  <a:gd name="connsiteX23" fmla="*/ 20003 w 29527"/>
                  <a:gd name="connsiteY23" fmla="*/ 30480 h 45720"/>
                  <a:gd name="connsiteX24" fmla="*/ 11430 w 29527"/>
                  <a:gd name="connsiteY24" fmla="*/ 24765 h 45720"/>
                  <a:gd name="connsiteX25" fmla="*/ 2858 w 29527"/>
                  <a:gd name="connsiteY25" fmla="*/ 19050 h 45720"/>
                  <a:gd name="connsiteX26" fmla="*/ 953 w 29527"/>
                  <a:gd name="connsiteY26" fmla="*/ 12383 h 45720"/>
                  <a:gd name="connsiteX27" fmla="*/ 4763 w 29527"/>
                  <a:gd name="connsiteY27" fmla="*/ 3810 h 45720"/>
                  <a:gd name="connsiteX28" fmla="*/ 14288 w 29527"/>
                  <a:gd name="connsiteY28" fmla="*/ 0 h 45720"/>
                  <a:gd name="connsiteX29" fmla="*/ 20003 w 29527"/>
                  <a:gd name="connsiteY29" fmla="*/ 953 h 45720"/>
                  <a:gd name="connsiteX30" fmla="*/ 22860 w 29527"/>
                  <a:gd name="connsiteY30" fmla="*/ 953 h 45720"/>
                  <a:gd name="connsiteX31" fmla="*/ 23813 w 29527"/>
                  <a:gd name="connsiteY31" fmla="*/ 953 h 45720"/>
                  <a:gd name="connsiteX32" fmla="*/ 24765 w 29527"/>
                  <a:gd name="connsiteY32" fmla="*/ 0 h 45720"/>
                  <a:gd name="connsiteX33" fmla="*/ 26670 w 29527"/>
                  <a:gd name="connsiteY33" fmla="*/ 0 h 4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527" h="45720">
                    <a:moveTo>
                      <a:pt x="25718" y="953"/>
                    </a:moveTo>
                    <a:lnTo>
                      <a:pt x="25718" y="15240"/>
                    </a:lnTo>
                    <a:lnTo>
                      <a:pt x="23813" y="15240"/>
                    </a:lnTo>
                    <a:cubicBezTo>
                      <a:pt x="22860" y="10478"/>
                      <a:pt x="20955" y="7620"/>
                      <a:pt x="19050" y="5715"/>
                    </a:cubicBezTo>
                    <a:cubicBezTo>
                      <a:pt x="17145" y="3810"/>
                      <a:pt x="15240" y="2858"/>
                      <a:pt x="12383" y="2858"/>
                    </a:cubicBezTo>
                    <a:cubicBezTo>
                      <a:pt x="9525" y="2858"/>
                      <a:pt x="8573" y="2858"/>
                      <a:pt x="7620" y="4763"/>
                    </a:cubicBezTo>
                    <a:cubicBezTo>
                      <a:pt x="6668" y="6668"/>
                      <a:pt x="5715" y="7620"/>
                      <a:pt x="5715" y="8572"/>
                    </a:cubicBezTo>
                    <a:cubicBezTo>
                      <a:pt x="5715" y="9525"/>
                      <a:pt x="5715" y="11430"/>
                      <a:pt x="7620" y="13335"/>
                    </a:cubicBezTo>
                    <a:cubicBezTo>
                      <a:pt x="7620" y="14288"/>
                      <a:pt x="10478" y="16193"/>
                      <a:pt x="13335" y="17145"/>
                    </a:cubicBezTo>
                    <a:lnTo>
                      <a:pt x="20003" y="20003"/>
                    </a:lnTo>
                    <a:cubicBezTo>
                      <a:pt x="26670" y="22860"/>
                      <a:pt x="29528" y="26670"/>
                      <a:pt x="29528" y="32385"/>
                    </a:cubicBezTo>
                    <a:cubicBezTo>
                      <a:pt x="29528" y="38100"/>
                      <a:pt x="27623" y="39053"/>
                      <a:pt x="24765" y="41910"/>
                    </a:cubicBezTo>
                    <a:cubicBezTo>
                      <a:pt x="21908" y="44768"/>
                      <a:pt x="19050" y="45720"/>
                      <a:pt x="15240" y="45720"/>
                    </a:cubicBezTo>
                    <a:cubicBezTo>
                      <a:pt x="11430" y="45720"/>
                      <a:pt x="9525" y="45720"/>
                      <a:pt x="6668" y="44768"/>
                    </a:cubicBezTo>
                    <a:cubicBezTo>
                      <a:pt x="5715" y="44768"/>
                      <a:pt x="4763" y="44768"/>
                      <a:pt x="3810" y="44768"/>
                    </a:cubicBezTo>
                    <a:cubicBezTo>
                      <a:pt x="2858" y="44768"/>
                      <a:pt x="2858" y="44768"/>
                      <a:pt x="1905" y="45720"/>
                    </a:cubicBezTo>
                    <a:lnTo>
                      <a:pt x="0" y="45720"/>
                    </a:lnTo>
                    <a:lnTo>
                      <a:pt x="0" y="30480"/>
                    </a:lnTo>
                    <a:lnTo>
                      <a:pt x="1905" y="30480"/>
                    </a:lnTo>
                    <a:cubicBezTo>
                      <a:pt x="1905" y="34290"/>
                      <a:pt x="4763" y="38100"/>
                      <a:pt x="6668" y="40005"/>
                    </a:cubicBezTo>
                    <a:cubicBezTo>
                      <a:pt x="8573" y="41910"/>
                      <a:pt x="11430" y="42863"/>
                      <a:pt x="15240" y="42863"/>
                    </a:cubicBezTo>
                    <a:cubicBezTo>
                      <a:pt x="19050" y="42863"/>
                      <a:pt x="19050" y="42863"/>
                      <a:pt x="20003" y="40958"/>
                    </a:cubicBezTo>
                    <a:cubicBezTo>
                      <a:pt x="20955" y="39053"/>
                      <a:pt x="21908" y="38100"/>
                      <a:pt x="21908" y="36195"/>
                    </a:cubicBezTo>
                    <a:cubicBezTo>
                      <a:pt x="21908" y="34290"/>
                      <a:pt x="21908" y="32385"/>
                      <a:pt x="20003" y="30480"/>
                    </a:cubicBezTo>
                    <a:cubicBezTo>
                      <a:pt x="18098" y="28575"/>
                      <a:pt x="15240" y="27622"/>
                      <a:pt x="11430" y="24765"/>
                    </a:cubicBezTo>
                    <a:cubicBezTo>
                      <a:pt x="7620" y="21908"/>
                      <a:pt x="3810" y="20955"/>
                      <a:pt x="2858" y="19050"/>
                    </a:cubicBezTo>
                    <a:cubicBezTo>
                      <a:pt x="1905" y="17145"/>
                      <a:pt x="953" y="15240"/>
                      <a:pt x="953" y="12383"/>
                    </a:cubicBezTo>
                    <a:cubicBezTo>
                      <a:pt x="953" y="9525"/>
                      <a:pt x="1905" y="5715"/>
                      <a:pt x="4763" y="3810"/>
                    </a:cubicBezTo>
                    <a:cubicBezTo>
                      <a:pt x="7620" y="1905"/>
                      <a:pt x="10478" y="0"/>
                      <a:pt x="14288" y="0"/>
                    </a:cubicBezTo>
                    <a:cubicBezTo>
                      <a:pt x="18098" y="0"/>
                      <a:pt x="18098" y="0"/>
                      <a:pt x="20003" y="953"/>
                    </a:cubicBezTo>
                    <a:cubicBezTo>
                      <a:pt x="21908" y="953"/>
                      <a:pt x="22860" y="953"/>
                      <a:pt x="22860" y="953"/>
                    </a:cubicBezTo>
                    <a:cubicBezTo>
                      <a:pt x="22860" y="953"/>
                      <a:pt x="22860" y="953"/>
                      <a:pt x="23813" y="953"/>
                    </a:cubicBezTo>
                    <a:cubicBezTo>
                      <a:pt x="24765" y="953"/>
                      <a:pt x="23813" y="953"/>
                      <a:pt x="24765" y="0"/>
                    </a:cubicBezTo>
                    <a:lnTo>
                      <a:pt x="2667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E969EC33-DBE5-2799-3CA3-AFF6EF064D2A}"/>
                  </a:ext>
                </a:extLst>
              </p:cNvPr>
              <p:cNvSpPr/>
              <p:nvPr/>
            </p:nvSpPr>
            <p:spPr>
              <a:xfrm>
                <a:off x="6283642" y="4630102"/>
                <a:ext cx="45719" cy="43815"/>
              </a:xfrm>
              <a:custGeom>
                <a:avLst/>
                <a:gdLst>
                  <a:gd name="connsiteX0" fmla="*/ 40005 w 45719"/>
                  <a:gd name="connsiteY0" fmla="*/ 0 h 43815"/>
                  <a:gd name="connsiteX1" fmla="*/ 40005 w 45719"/>
                  <a:gd name="connsiteY1" fmla="*/ 25717 h 43815"/>
                  <a:gd name="connsiteX2" fmla="*/ 40005 w 45719"/>
                  <a:gd name="connsiteY2" fmla="*/ 34290 h 43815"/>
                  <a:gd name="connsiteX3" fmla="*/ 40957 w 45719"/>
                  <a:gd name="connsiteY3" fmla="*/ 36195 h 43815"/>
                  <a:gd name="connsiteX4" fmla="*/ 42863 w 45719"/>
                  <a:gd name="connsiteY4" fmla="*/ 36195 h 43815"/>
                  <a:gd name="connsiteX5" fmla="*/ 45720 w 45719"/>
                  <a:gd name="connsiteY5" fmla="*/ 36195 h 43815"/>
                  <a:gd name="connsiteX6" fmla="*/ 45720 w 45719"/>
                  <a:gd name="connsiteY6" fmla="*/ 38100 h 43815"/>
                  <a:gd name="connsiteX7" fmla="*/ 33338 w 45719"/>
                  <a:gd name="connsiteY7" fmla="*/ 42863 h 43815"/>
                  <a:gd name="connsiteX8" fmla="*/ 31432 w 45719"/>
                  <a:gd name="connsiteY8" fmla="*/ 42863 h 43815"/>
                  <a:gd name="connsiteX9" fmla="*/ 31432 w 45719"/>
                  <a:gd name="connsiteY9" fmla="*/ 34290 h 43815"/>
                  <a:gd name="connsiteX10" fmla="*/ 22860 w 45719"/>
                  <a:gd name="connsiteY10" fmla="*/ 41910 h 43815"/>
                  <a:gd name="connsiteX11" fmla="*/ 17145 w 45719"/>
                  <a:gd name="connsiteY11" fmla="*/ 43815 h 43815"/>
                  <a:gd name="connsiteX12" fmla="*/ 11430 w 45719"/>
                  <a:gd name="connsiteY12" fmla="*/ 41910 h 43815"/>
                  <a:gd name="connsiteX13" fmla="*/ 7620 w 45719"/>
                  <a:gd name="connsiteY13" fmla="*/ 36195 h 43815"/>
                  <a:gd name="connsiteX14" fmla="*/ 6667 w 45719"/>
                  <a:gd name="connsiteY14" fmla="*/ 26670 h 43815"/>
                  <a:gd name="connsiteX15" fmla="*/ 6667 w 45719"/>
                  <a:gd name="connsiteY15" fmla="*/ 7620 h 43815"/>
                  <a:gd name="connsiteX16" fmla="*/ 6667 w 45719"/>
                  <a:gd name="connsiteY16" fmla="*/ 3810 h 43815"/>
                  <a:gd name="connsiteX17" fmla="*/ 4763 w 45719"/>
                  <a:gd name="connsiteY17" fmla="*/ 1905 h 43815"/>
                  <a:gd name="connsiteX18" fmla="*/ 0 w 45719"/>
                  <a:gd name="connsiteY18" fmla="*/ 1905 h 43815"/>
                  <a:gd name="connsiteX19" fmla="*/ 0 w 45719"/>
                  <a:gd name="connsiteY19" fmla="*/ 0 h 43815"/>
                  <a:gd name="connsiteX20" fmla="*/ 14288 w 45719"/>
                  <a:gd name="connsiteY20" fmla="*/ 0 h 43815"/>
                  <a:gd name="connsiteX21" fmla="*/ 14288 w 45719"/>
                  <a:gd name="connsiteY21" fmla="*/ 27622 h 43815"/>
                  <a:gd name="connsiteX22" fmla="*/ 16192 w 45719"/>
                  <a:gd name="connsiteY22" fmla="*/ 35242 h 43815"/>
                  <a:gd name="connsiteX23" fmla="*/ 20955 w 45719"/>
                  <a:gd name="connsiteY23" fmla="*/ 37147 h 43815"/>
                  <a:gd name="connsiteX24" fmla="*/ 25717 w 45719"/>
                  <a:gd name="connsiteY24" fmla="*/ 36195 h 43815"/>
                  <a:gd name="connsiteX25" fmla="*/ 31432 w 45719"/>
                  <a:gd name="connsiteY25" fmla="*/ 31432 h 43815"/>
                  <a:gd name="connsiteX26" fmla="*/ 31432 w 45719"/>
                  <a:gd name="connsiteY26" fmla="*/ 7620 h 43815"/>
                  <a:gd name="connsiteX27" fmla="*/ 30480 w 45719"/>
                  <a:gd name="connsiteY27" fmla="*/ 2857 h 43815"/>
                  <a:gd name="connsiteX28" fmla="*/ 24765 w 45719"/>
                  <a:gd name="connsiteY28" fmla="*/ 1905 h 43815"/>
                  <a:gd name="connsiteX29" fmla="*/ 24765 w 45719"/>
                  <a:gd name="connsiteY29" fmla="*/ 0 h 43815"/>
                  <a:gd name="connsiteX30" fmla="*/ 39052 w 45719"/>
                  <a:gd name="connsiteY30" fmla="*/ 0 h 43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5719" h="43815">
                    <a:moveTo>
                      <a:pt x="40005" y="0"/>
                    </a:moveTo>
                    <a:lnTo>
                      <a:pt x="40005" y="25717"/>
                    </a:lnTo>
                    <a:cubicBezTo>
                      <a:pt x="40005" y="30480"/>
                      <a:pt x="40005" y="33338"/>
                      <a:pt x="40005" y="34290"/>
                    </a:cubicBezTo>
                    <a:cubicBezTo>
                      <a:pt x="40005" y="35242"/>
                      <a:pt x="40005" y="36195"/>
                      <a:pt x="40957" y="36195"/>
                    </a:cubicBezTo>
                    <a:cubicBezTo>
                      <a:pt x="41910" y="36195"/>
                      <a:pt x="41910" y="36195"/>
                      <a:pt x="42863" y="36195"/>
                    </a:cubicBezTo>
                    <a:cubicBezTo>
                      <a:pt x="43815" y="36195"/>
                      <a:pt x="44767" y="36195"/>
                      <a:pt x="45720" y="36195"/>
                    </a:cubicBezTo>
                    <a:lnTo>
                      <a:pt x="45720" y="38100"/>
                    </a:lnTo>
                    <a:cubicBezTo>
                      <a:pt x="45720" y="38100"/>
                      <a:pt x="33338" y="42863"/>
                      <a:pt x="33338" y="42863"/>
                    </a:cubicBezTo>
                    <a:lnTo>
                      <a:pt x="31432" y="42863"/>
                    </a:lnTo>
                    <a:lnTo>
                      <a:pt x="31432" y="34290"/>
                    </a:lnTo>
                    <a:cubicBezTo>
                      <a:pt x="27622" y="38100"/>
                      <a:pt x="24765" y="40957"/>
                      <a:pt x="22860" y="41910"/>
                    </a:cubicBezTo>
                    <a:cubicBezTo>
                      <a:pt x="20955" y="42863"/>
                      <a:pt x="19050" y="43815"/>
                      <a:pt x="17145" y="43815"/>
                    </a:cubicBezTo>
                    <a:cubicBezTo>
                      <a:pt x="15240" y="43815"/>
                      <a:pt x="12382" y="43815"/>
                      <a:pt x="11430" y="41910"/>
                    </a:cubicBezTo>
                    <a:cubicBezTo>
                      <a:pt x="10477" y="40005"/>
                      <a:pt x="8572" y="39053"/>
                      <a:pt x="7620" y="36195"/>
                    </a:cubicBezTo>
                    <a:cubicBezTo>
                      <a:pt x="6667" y="33338"/>
                      <a:pt x="6667" y="31432"/>
                      <a:pt x="6667" y="26670"/>
                    </a:cubicBezTo>
                    <a:lnTo>
                      <a:pt x="6667" y="7620"/>
                    </a:lnTo>
                    <a:cubicBezTo>
                      <a:pt x="6667" y="5715"/>
                      <a:pt x="6667" y="3810"/>
                      <a:pt x="6667" y="3810"/>
                    </a:cubicBezTo>
                    <a:cubicBezTo>
                      <a:pt x="6667" y="3810"/>
                      <a:pt x="5715" y="2857"/>
                      <a:pt x="4763" y="1905"/>
                    </a:cubicBezTo>
                    <a:cubicBezTo>
                      <a:pt x="3810" y="953"/>
                      <a:pt x="2857" y="1905"/>
                      <a:pt x="0" y="1905"/>
                    </a:cubicBezTo>
                    <a:lnTo>
                      <a:pt x="0" y="0"/>
                    </a:lnTo>
                    <a:lnTo>
                      <a:pt x="14288" y="0"/>
                    </a:lnTo>
                    <a:lnTo>
                      <a:pt x="14288" y="27622"/>
                    </a:lnTo>
                    <a:cubicBezTo>
                      <a:pt x="14288" y="31432"/>
                      <a:pt x="14288" y="34290"/>
                      <a:pt x="16192" y="35242"/>
                    </a:cubicBezTo>
                    <a:cubicBezTo>
                      <a:pt x="18097" y="36195"/>
                      <a:pt x="19050" y="37147"/>
                      <a:pt x="20955" y="37147"/>
                    </a:cubicBezTo>
                    <a:cubicBezTo>
                      <a:pt x="22860" y="37147"/>
                      <a:pt x="23813" y="37147"/>
                      <a:pt x="25717" y="36195"/>
                    </a:cubicBezTo>
                    <a:cubicBezTo>
                      <a:pt x="27622" y="35242"/>
                      <a:pt x="29527" y="33338"/>
                      <a:pt x="31432" y="31432"/>
                    </a:cubicBezTo>
                    <a:lnTo>
                      <a:pt x="31432" y="7620"/>
                    </a:lnTo>
                    <a:cubicBezTo>
                      <a:pt x="31432" y="4763"/>
                      <a:pt x="31432" y="3810"/>
                      <a:pt x="30480" y="2857"/>
                    </a:cubicBezTo>
                    <a:cubicBezTo>
                      <a:pt x="29527" y="1905"/>
                      <a:pt x="27622" y="1905"/>
                      <a:pt x="24765" y="1905"/>
                    </a:cubicBezTo>
                    <a:lnTo>
                      <a:pt x="24765" y="0"/>
                    </a:lnTo>
                    <a:lnTo>
                      <a:pt x="390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7CB035F2-32EC-518E-6211-274128ED392C}"/>
                  </a:ext>
                </a:extLst>
              </p:cNvPr>
              <p:cNvSpPr/>
              <p:nvPr/>
            </p:nvSpPr>
            <p:spPr>
              <a:xfrm>
                <a:off x="6330315" y="4627244"/>
                <a:ext cx="31432" cy="42862"/>
              </a:xfrm>
              <a:custGeom>
                <a:avLst/>
                <a:gdLst>
                  <a:gd name="connsiteX0" fmla="*/ 15240 w 31432"/>
                  <a:gd name="connsiteY0" fmla="*/ 1905 h 42862"/>
                  <a:gd name="connsiteX1" fmla="*/ 15240 w 31432"/>
                  <a:gd name="connsiteY1" fmla="*/ 11430 h 42862"/>
                  <a:gd name="connsiteX2" fmla="*/ 25717 w 31432"/>
                  <a:gd name="connsiteY2" fmla="*/ 1905 h 42862"/>
                  <a:gd name="connsiteX3" fmla="*/ 29528 w 31432"/>
                  <a:gd name="connsiteY3" fmla="*/ 3810 h 42862"/>
                  <a:gd name="connsiteX4" fmla="*/ 31432 w 31432"/>
                  <a:gd name="connsiteY4" fmla="*/ 7620 h 42862"/>
                  <a:gd name="connsiteX5" fmla="*/ 30480 w 31432"/>
                  <a:gd name="connsiteY5" fmla="*/ 10478 h 42862"/>
                  <a:gd name="connsiteX6" fmla="*/ 27622 w 31432"/>
                  <a:gd name="connsiteY6" fmla="*/ 11430 h 42862"/>
                  <a:gd name="connsiteX7" fmla="*/ 23813 w 31432"/>
                  <a:gd name="connsiteY7" fmla="*/ 9525 h 42862"/>
                  <a:gd name="connsiteX8" fmla="*/ 20955 w 31432"/>
                  <a:gd name="connsiteY8" fmla="*/ 7620 h 42862"/>
                  <a:gd name="connsiteX9" fmla="*/ 19050 w 31432"/>
                  <a:gd name="connsiteY9" fmla="*/ 7620 h 42862"/>
                  <a:gd name="connsiteX10" fmla="*/ 15240 w 31432"/>
                  <a:gd name="connsiteY10" fmla="*/ 13335 h 42862"/>
                  <a:gd name="connsiteX11" fmla="*/ 15240 w 31432"/>
                  <a:gd name="connsiteY11" fmla="*/ 33338 h 42862"/>
                  <a:gd name="connsiteX12" fmla="*/ 15240 w 31432"/>
                  <a:gd name="connsiteY12" fmla="*/ 39053 h 42862"/>
                  <a:gd name="connsiteX13" fmla="*/ 17145 w 31432"/>
                  <a:gd name="connsiteY13" fmla="*/ 40958 h 42862"/>
                  <a:gd name="connsiteX14" fmla="*/ 21907 w 31432"/>
                  <a:gd name="connsiteY14" fmla="*/ 40958 h 42862"/>
                  <a:gd name="connsiteX15" fmla="*/ 21907 w 31432"/>
                  <a:gd name="connsiteY15" fmla="*/ 42863 h 42862"/>
                  <a:gd name="connsiteX16" fmla="*/ 0 w 31432"/>
                  <a:gd name="connsiteY16" fmla="*/ 42863 h 42862"/>
                  <a:gd name="connsiteX17" fmla="*/ 0 w 31432"/>
                  <a:gd name="connsiteY17" fmla="*/ 40958 h 42862"/>
                  <a:gd name="connsiteX18" fmla="*/ 4763 w 31432"/>
                  <a:gd name="connsiteY18" fmla="*/ 40005 h 42862"/>
                  <a:gd name="connsiteX19" fmla="*/ 6667 w 31432"/>
                  <a:gd name="connsiteY19" fmla="*/ 38100 h 42862"/>
                  <a:gd name="connsiteX20" fmla="*/ 6667 w 31432"/>
                  <a:gd name="connsiteY20" fmla="*/ 33338 h 42862"/>
                  <a:gd name="connsiteX21" fmla="*/ 6667 w 31432"/>
                  <a:gd name="connsiteY21" fmla="*/ 17145 h 42862"/>
                  <a:gd name="connsiteX22" fmla="*/ 6667 w 31432"/>
                  <a:gd name="connsiteY22" fmla="*/ 8573 h 42862"/>
                  <a:gd name="connsiteX23" fmla="*/ 5715 w 31432"/>
                  <a:gd name="connsiteY23" fmla="*/ 6668 h 42862"/>
                  <a:gd name="connsiteX24" fmla="*/ 3810 w 31432"/>
                  <a:gd name="connsiteY24" fmla="*/ 6668 h 42862"/>
                  <a:gd name="connsiteX25" fmla="*/ 953 w 31432"/>
                  <a:gd name="connsiteY25" fmla="*/ 6668 h 42862"/>
                  <a:gd name="connsiteX26" fmla="*/ 953 w 31432"/>
                  <a:gd name="connsiteY26" fmla="*/ 4763 h 42862"/>
                  <a:gd name="connsiteX27" fmla="*/ 13335 w 31432"/>
                  <a:gd name="connsiteY27" fmla="*/ 0 h 42862"/>
                  <a:gd name="connsiteX28" fmla="*/ 15240 w 31432"/>
                  <a:gd name="connsiteY28" fmla="*/ 0 h 4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432" h="42862">
                    <a:moveTo>
                      <a:pt x="15240" y="1905"/>
                    </a:moveTo>
                    <a:lnTo>
                      <a:pt x="15240" y="11430"/>
                    </a:lnTo>
                    <a:cubicBezTo>
                      <a:pt x="19050" y="4763"/>
                      <a:pt x="21907" y="1905"/>
                      <a:pt x="25717" y="1905"/>
                    </a:cubicBezTo>
                    <a:cubicBezTo>
                      <a:pt x="29528" y="1905"/>
                      <a:pt x="28575" y="1905"/>
                      <a:pt x="29528" y="3810"/>
                    </a:cubicBezTo>
                    <a:cubicBezTo>
                      <a:pt x="30480" y="5715"/>
                      <a:pt x="31432" y="5715"/>
                      <a:pt x="31432" y="7620"/>
                    </a:cubicBezTo>
                    <a:cubicBezTo>
                      <a:pt x="31432" y="9525"/>
                      <a:pt x="31432" y="9525"/>
                      <a:pt x="30480" y="10478"/>
                    </a:cubicBezTo>
                    <a:cubicBezTo>
                      <a:pt x="29528" y="11430"/>
                      <a:pt x="28575" y="11430"/>
                      <a:pt x="27622" y="11430"/>
                    </a:cubicBezTo>
                    <a:cubicBezTo>
                      <a:pt x="26670" y="11430"/>
                      <a:pt x="25717" y="11430"/>
                      <a:pt x="23813" y="9525"/>
                    </a:cubicBezTo>
                    <a:cubicBezTo>
                      <a:pt x="21907" y="7620"/>
                      <a:pt x="21907" y="7620"/>
                      <a:pt x="20955" y="7620"/>
                    </a:cubicBezTo>
                    <a:cubicBezTo>
                      <a:pt x="20003" y="7620"/>
                      <a:pt x="20003" y="7620"/>
                      <a:pt x="19050" y="7620"/>
                    </a:cubicBezTo>
                    <a:cubicBezTo>
                      <a:pt x="18097" y="8573"/>
                      <a:pt x="16192" y="10478"/>
                      <a:pt x="15240" y="13335"/>
                    </a:cubicBezTo>
                    <a:lnTo>
                      <a:pt x="15240" y="33338"/>
                    </a:lnTo>
                    <a:cubicBezTo>
                      <a:pt x="15240" y="35243"/>
                      <a:pt x="15240" y="37148"/>
                      <a:pt x="15240" y="39053"/>
                    </a:cubicBezTo>
                    <a:cubicBezTo>
                      <a:pt x="15240" y="39053"/>
                      <a:pt x="16192" y="40958"/>
                      <a:pt x="17145" y="40958"/>
                    </a:cubicBezTo>
                    <a:cubicBezTo>
                      <a:pt x="18097" y="40958"/>
                      <a:pt x="20003" y="40958"/>
                      <a:pt x="21907" y="40958"/>
                    </a:cubicBezTo>
                    <a:lnTo>
                      <a:pt x="21907" y="42863"/>
                    </a:lnTo>
                    <a:lnTo>
                      <a:pt x="0" y="42863"/>
                    </a:lnTo>
                    <a:lnTo>
                      <a:pt x="0" y="40958"/>
                    </a:lnTo>
                    <a:cubicBezTo>
                      <a:pt x="1905" y="40958"/>
                      <a:pt x="3810" y="40958"/>
                      <a:pt x="4763" y="40005"/>
                    </a:cubicBezTo>
                    <a:cubicBezTo>
                      <a:pt x="4763" y="40005"/>
                      <a:pt x="5715" y="39053"/>
                      <a:pt x="6667" y="38100"/>
                    </a:cubicBezTo>
                    <a:cubicBezTo>
                      <a:pt x="6667" y="38100"/>
                      <a:pt x="6667" y="36195"/>
                      <a:pt x="6667" y="33338"/>
                    </a:cubicBezTo>
                    <a:lnTo>
                      <a:pt x="6667" y="17145"/>
                    </a:lnTo>
                    <a:cubicBezTo>
                      <a:pt x="6667" y="12383"/>
                      <a:pt x="6667" y="9525"/>
                      <a:pt x="6667" y="8573"/>
                    </a:cubicBezTo>
                    <a:cubicBezTo>
                      <a:pt x="6667" y="7620"/>
                      <a:pt x="6667" y="6668"/>
                      <a:pt x="5715" y="6668"/>
                    </a:cubicBezTo>
                    <a:cubicBezTo>
                      <a:pt x="4763" y="6668"/>
                      <a:pt x="4763" y="6668"/>
                      <a:pt x="3810" y="6668"/>
                    </a:cubicBezTo>
                    <a:cubicBezTo>
                      <a:pt x="2857" y="6668"/>
                      <a:pt x="1905" y="6668"/>
                      <a:pt x="953" y="6668"/>
                    </a:cubicBezTo>
                    <a:lnTo>
                      <a:pt x="953" y="4763"/>
                    </a:lnTo>
                    <a:cubicBezTo>
                      <a:pt x="953" y="4763"/>
                      <a:pt x="13335" y="0"/>
                      <a:pt x="13335" y="0"/>
                    </a:cubicBezTo>
                    <a:lnTo>
                      <a:pt x="1524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35B873E4-D1C1-710E-9FCF-A569D7983FFF}"/>
                  </a:ext>
                </a:extLst>
              </p:cNvPr>
              <p:cNvSpPr/>
              <p:nvPr/>
            </p:nvSpPr>
            <p:spPr>
              <a:xfrm>
                <a:off x="6363652" y="4629150"/>
                <a:ext cx="36194" cy="44767"/>
              </a:xfrm>
              <a:custGeom>
                <a:avLst/>
                <a:gdLst>
                  <a:gd name="connsiteX0" fmla="*/ 7620 w 36194"/>
                  <a:gd name="connsiteY0" fmla="*/ 17145 h 44767"/>
                  <a:gd name="connsiteX1" fmla="*/ 12382 w 36194"/>
                  <a:gd name="connsiteY1" fmla="*/ 31432 h 44767"/>
                  <a:gd name="connsiteX2" fmla="*/ 22860 w 36194"/>
                  <a:gd name="connsiteY2" fmla="*/ 37147 h 44767"/>
                  <a:gd name="connsiteX3" fmla="*/ 30480 w 36194"/>
                  <a:gd name="connsiteY3" fmla="*/ 35243 h 44767"/>
                  <a:gd name="connsiteX4" fmla="*/ 35242 w 36194"/>
                  <a:gd name="connsiteY4" fmla="*/ 27622 h 44767"/>
                  <a:gd name="connsiteX5" fmla="*/ 36195 w 36194"/>
                  <a:gd name="connsiteY5" fmla="*/ 27622 h 44767"/>
                  <a:gd name="connsiteX6" fmla="*/ 30480 w 36194"/>
                  <a:gd name="connsiteY6" fmla="*/ 40005 h 44767"/>
                  <a:gd name="connsiteX7" fmla="*/ 19050 w 36194"/>
                  <a:gd name="connsiteY7" fmla="*/ 44768 h 44767"/>
                  <a:gd name="connsiteX8" fmla="*/ 5715 w 36194"/>
                  <a:gd name="connsiteY8" fmla="*/ 39053 h 44767"/>
                  <a:gd name="connsiteX9" fmla="*/ 0 w 36194"/>
                  <a:gd name="connsiteY9" fmla="*/ 22860 h 44767"/>
                  <a:gd name="connsiteX10" fmla="*/ 5715 w 36194"/>
                  <a:gd name="connsiteY10" fmla="*/ 5715 h 44767"/>
                  <a:gd name="connsiteX11" fmla="*/ 20003 w 36194"/>
                  <a:gd name="connsiteY11" fmla="*/ 0 h 44767"/>
                  <a:gd name="connsiteX12" fmla="*/ 31432 w 36194"/>
                  <a:gd name="connsiteY12" fmla="*/ 4763 h 44767"/>
                  <a:gd name="connsiteX13" fmla="*/ 36195 w 36194"/>
                  <a:gd name="connsiteY13" fmla="*/ 17145 h 44767"/>
                  <a:gd name="connsiteX14" fmla="*/ 7620 w 36194"/>
                  <a:gd name="connsiteY14" fmla="*/ 17145 h 44767"/>
                  <a:gd name="connsiteX15" fmla="*/ 7620 w 36194"/>
                  <a:gd name="connsiteY15" fmla="*/ 14288 h 44767"/>
                  <a:gd name="connsiteX16" fmla="*/ 26670 w 36194"/>
                  <a:gd name="connsiteY16" fmla="*/ 14288 h 44767"/>
                  <a:gd name="connsiteX17" fmla="*/ 25717 w 36194"/>
                  <a:gd name="connsiteY17" fmla="*/ 8572 h 44767"/>
                  <a:gd name="connsiteX18" fmla="*/ 21907 w 36194"/>
                  <a:gd name="connsiteY18" fmla="*/ 4763 h 44767"/>
                  <a:gd name="connsiteX19" fmla="*/ 17145 w 36194"/>
                  <a:gd name="connsiteY19" fmla="*/ 2857 h 44767"/>
                  <a:gd name="connsiteX20" fmla="*/ 10478 w 36194"/>
                  <a:gd name="connsiteY20" fmla="*/ 5715 h 44767"/>
                  <a:gd name="connsiteX21" fmla="*/ 6667 w 36194"/>
                  <a:gd name="connsiteY21" fmla="*/ 14288 h 4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194" h="44767">
                    <a:moveTo>
                      <a:pt x="7620" y="17145"/>
                    </a:moveTo>
                    <a:cubicBezTo>
                      <a:pt x="7620" y="23813"/>
                      <a:pt x="9525" y="28575"/>
                      <a:pt x="12382" y="31432"/>
                    </a:cubicBezTo>
                    <a:cubicBezTo>
                      <a:pt x="15240" y="34290"/>
                      <a:pt x="19050" y="37147"/>
                      <a:pt x="22860" y="37147"/>
                    </a:cubicBezTo>
                    <a:cubicBezTo>
                      <a:pt x="26670" y="37147"/>
                      <a:pt x="27622" y="37147"/>
                      <a:pt x="30480" y="35243"/>
                    </a:cubicBezTo>
                    <a:cubicBezTo>
                      <a:pt x="33338" y="33338"/>
                      <a:pt x="34290" y="31432"/>
                      <a:pt x="35242" y="27622"/>
                    </a:cubicBezTo>
                    <a:lnTo>
                      <a:pt x="36195" y="27622"/>
                    </a:lnTo>
                    <a:cubicBezTo>
                      <a:pt x="36195" y="32385"/>
                      <a:pt x="33338" y="36195"/>
                      <a:pt x="30480" y="40005"/>
                    </a:cubicBezTo>
                    <a:cubicBezTo>
                      <a:pt x="27622" y="43815"/>
                      <a:pt x="23813" y="44768"/>
                      <a:pt x="19050" y="44768"/>
                    </a:cubicBezTo>
                    <a:cubicBezTo>
                      <a:pt x="14288" y="44768"/>
                      <a:pt x="9525" y="42863"/>
                      <a:pt x="5715" y="39053"/>
                    </a:cubicBezTo>
                    <a:cubicBezTo>
                      <a:pt x="1905" y="35243"/>
                      <a:pt x="0" y="29528"/>
                      <a:pt x="0" y="22860"/>
                    </a:cubicBezTo>
                    <a:cubicBezTo>
                      <a:pt x="0" y="16193"/>
                      <a:pt x="1905" y="10478"/>
                      <a:pt x="5715" y="5715"/>
                    </a:cubicBezTo>
                    <a:cubicBezTo>
                      <a:pt x="9525" y="953"/>
                      <a:pt x="14288" y="0"/>
                      <a:pt x="20003" y="0"/>
                    </a:cubicBezTo>
                    <a:cubicBezTo>
                      <a:pt x="25717" y="0"/>
                      <a:pt x="28575" y="1905"/>
                      <a:pt x="31432" y="4763"/>
                    </a:cubicBezTo>
                    <a:cubicBezTo>
                      <a:pt x="34290" y="7620"/>
                      <a:pt x="36195" y="12382"/>
                      <a:pt x="36195" y="17145"/>
                    </a:cubicBezTo>
                    <a:lnTo>
                      <a:pt x="7620" y="17145"/>
                    </a:lnTo>
                    <a:close/>
                    <a:moveTo>
                      <a:pt x="7620" y="14288"/>
                    </a:moveTo>
                    <a:lnTo>
                      <a:pt x="26670" y="14288"/>
                    </a:lnTo>
                    <a:cubicBezTo>
                      <a:pt x="26670" y="11430"/>
                      <a:pt x="26670" y="9525"/>
                      <a:pt x="25717" y="8572"/>
                    </a:cubicBezTo>
                    <a:cubicBezTo>
                      <a:pt x="25717" y="6668"/>
                      <a:pt x="23813" y="5715"/>
                      <a:pt x="21907" y="4763"/>
                    </a:cubicBezTo>
                    <a:cubicBezTo>
                      <a:pt x="20003" y="3810"/>
                      <a:pt x="19050" y="2857"/>
                      <a:pt x="17145" y="2857"/>
                    </a:cubicBezTo>
                    <a:cubicBezTo>
                      <a:pt x="14288" y="2857"/>
                      <a:pt x="12382" y="3810"/>
                      <a:pt x="10478" y="5715"/>
                    </a:cubicBezTo>
                    <a:cubicBezTo>
                      <a:pt x="8572" y="7620"/>
                      <a:pt x="7620" y="10478"/>
                      <a:pt x="6667" y="142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1A9502EB-A593-8889-39BB-B7DF5880859B}"/>
                  </a:ext>
                </a:extLst>
              </p:cNvPr>
              <p:cNvSpPr/>
              <p:nvPr/>
            </p:nvSpPr>
            <p:spPr>
              <a:xfrm>
                <a:off x="6407467" y="4628197"/>
                <a:ext cx="29527" cy="45720"/>
              </a:xfrm>
              <a:custGeom>
                <a:avLst/>
                <a:gdLst>
                  <a:gd name="connsiteX0" fmla="*/ 25717 w 29527"/>
                  <a:gd name="connsiteY0" fmla="*/ 953 h 45720"/>
                  <a:gd name="connsiteX1" fmla="*/ 25717 w 29527"/>
                  <a:gd name="connsiteY1" fmla="*/ 15240 h 45720"/>
                  <a:gd name="connsiteX2" fmla="*/ 23813 w 29527"/>
                  <a:gd name="connsiteY2" fmla="*/ 15240 h 45720"/>
                  <a:gd name="connsiteX3" fmla="*/ 19050 w 29527"/>
                  <a:gd name="connsiteY3" fmla="*/ 5715 h 45720"/>
                  <a:gd name="connsiteX4" fmla="*/ 12382 w 29527"/>
                  <a:gd name="connsiteY4" fmla="*/ 2858 h 45720"/>
                  <a:gd name="connsiteX5" fmla="*/ 7620 w 29527"/>
                  <a:gd name="connsiteY5" fmla="*/ 4763 h 45720"/>
                  <a:gd name="connsiteX6" fmla="*/ 5715 w 29527"/>
                  <a:gd name="connsiteY6" fmla="*/ 8572 h 45720"/>
                  <a:gd name="connsiteX7" fmla="*/ 7620 w 29527"/>
                  <a:gd name="connsiteY7" fmla="*/ 13335 h 45720"/>
                  <a:gd name="connsiteX8" fmla="*/ 13335 w 29527"/>
                  <a:gd name="connsiteY8" fmla="*/ 17145 h 45720"/>
                  <a:gd name="connsiteX9" fmla="*/ 20002 w 29527"/>
                  <a:gd name="connsiteY9" fmla="*/ 20003 h 45720"/>
                  <a:gd name="connsiteX10" fmla="*/ 29527 w 29527"/>
                  <a:gd name="connsiteY10" fmla="*/ 32385 h 45720"/>
                  <a:gd name="connsiteX11" fmla="*/ 24765 w 29527"/>
                  <a:gd name="connsiteY11" fmla="*/ 41910 h 45720"/>
                  <a:gd name="connsiteX12" fmla="*/ 15240 w 29527"/>
                  <a:gd name="connsiteY12" fmla="*/ 45720 h 45720"/>
                  <a:gd name="connsiteX13" fmla="*/ 6667 w 29527"/>
                  <a:gd name="connsiteY13" fmla="*/ 44768 h 45720"/>
                  <a:gd name="connsiteX14" fmla="*/ 3810 w 29527"/>
                  <a:gd name="connsiteY14" fmla="*/ 44768 h 45720"/>
                  <a:gd name="connsiteX15" fmla="*/ 1905 w 29527"/>
                  <a:gd name="connsiteY15" fmla="*/ 45720 h 45720"/>
                  <a:gd name="connsiteX16" fmla="*/ 0 w 29527"/>
                  <a:gd name="connsiteY16" fmla="*/ 45720 h 45720"/>
                  <a:gd name="connsiteX17" fmla="*/ 0 w 29527"/>
                  <a:gd name="connsiteY17" fmla="*/ 30480 h 45720"/>
                  <a:gd name="connsiteX18" fmla="*/ 1905 w 29527"/>
                  <a:gd name="connsiteY18" fmla="*/ 30480 h 45720"/>
                  <a:gd name="connsiteX19" fmla="*/ 6667 w 29527"/>
                  <a:gd name="connsiteY19" fmla="*/ 40005 h 45720"/>
                  <a:gd name="connsiteX20" fmla="*/ 15240 w 29527"/>
                  <a:gd name="connsiteY20" fmla="*/ 42863 h 45720"/>
                  <a:gd name="connsiteX21" fmla="*/ 20002 w 29527"/>
                  <a:gd name="connsiteY21" fmla="*/ 40958 h 45720"/>
                  <a:gd name="connsiteX22" fmla="*/ 21907 w 29527"/>
                  <a:gd name="connsiteY22" fmla="*/ 36195 h 45720"/>
                  <a:gd name="connsiteX23" fmla="*/ 20002 w 29527"/>
                  <a:gd name="connsiteY23" fmla="*/ 30480 h 45720"/>
                  <a:gd name="connsiteX24" fmla="*/ 11430 w 29527"/>
                  <a:gd name="connsiteY24" fmla="*/ 24765 h 45720"/>
                  <a:gd name="connsiteX25" fmla="*/ 2857 w 29527"/>
                  <a:gd name="connsiteY25" fmla="*/ 19050 h 45720"/>
                  <a:gd name="connsiteX26" fmla="*/ 952 w 29527"/>
                  <a:gd name="connsiteY26" fmla="*/ 12383 h 45720"/>
                  <a:gd name="connsiteX27" fmla="*/ 4763 w 29527"/>
                  <a:gd name="connsiteY27" fmla="*/ 3810 h 45720"/>
                  <a:gd name="connsiteX28" fmla="*/ 14288 w 29527"/>
                  <a:gd name="connsiteY28" fmla="*/ 0 h 45720"/>
                  <a:gd name="connsiteX29" fmla="*/ 20002 w 29527"/>
                  <a:gd name="connsiteY29" fmla="*/ 953 h 45720"/>
                  <a:gd name="connsiteX30" fmla="*/ 22860 w 29527"/>
                  <a:gd name="connsiteY30" fmla="*/ 953 h 45720"/>
                  <a:gd name="connsiteX31" fmla="*/ 23813 w 29527"/>
                  <a:gd name="connsiteY31" fmla="*/ 953 h 45720"/>
                  <a:gd name="connsiteX32" fmla="*/ 24765 w 29527"/>
                  <a:gd name="connsiteY32" fmla="*/ 0 h 45720"/>
                  <a:gd name="connsiteX33" fmla="*/ 26670 w 29527"/>
                  <a:gd name="connsiteY33" fmla="*/ 0 h 4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527" h="45720">
                    <a:moveTo>
                      <a:pt x="25717" y="953"/>
                    </a:moveTo>
                    <a:lnTo>
                      <a:pt x="25717" y="15240"/>
                    </a:lnTo>
                    <a:lnTo>
                      <a:pt x="23813" y="15240"/>
                    </a:lnTo>
                    <a:cubicBezTo>
                      <a:pt x="22860" y="10478"/>
                      <a:pt x="20955" y="7620"/>
                      <a:pt x="19050" y="5715"/>
                    </a:cubicBezTo>
                    <a:cubicBezTo>
                      <a:pt x="17145" y="3810"/>
                      <a:pt x="15240" y="2858"/>
                      <a:pt x="12382" y="2858"/>
                    </a:cubicBezTo>
                    <a:cubicBezTo>
                      <a:pt x="9525" y="2858"/>
                      <a:pt x="8572" y="2858"/>
                      <a:pt x="7620" y="4763"/>
                    </a:cubicBezTo>
                    <a:cubicBezTo>
                      <a:pt x="6667" y="6668"/>
                      <a:pt x="5715" y="7620"/>
                      <a:pt x="5715" y="8572"/>
                    </a:cubicBezTo>
                    <a:cubicBezTo>
                      <a:pt x="5715" y="9525"/>
                      <a:pt x="5715" y="11430"/>
                      <a:pt x="7620" y="13335"/>
                    </a:cubicBezTo>
                    <a:cubicBezTo>
                      <a:pt x="7620" y="14288"/>
                      <a:pt x="10477" y="16193"/>
                      <a:pt x="13335" y="17145"/>
                    </a:cubicBezTo>
                    <a:lnTo>
                      <a:pt x="20002" y="20003"/>
                    </a:lnTo>
                    <a:cubicBezTo>
                      <a:pt x="26670" y="22860"/>
                      <a:pt x="29527" y="26670"/>
                      <a:pt x="29527" y="32385"/>
                    </a:cubicBezTo>
                    <a:cubicBezTo>
                      <a:pt x="29527" y="38100"/>
                      <a:pt x="27622" y="39053"/>
                      <a:pt x="24765" y="41910"/>
                    </a:cubicBezTo>
                    <a:cubicBezTo>
                      <a:pt x="21907" y="44768"/>
                      <a:pt x="19050" y="45720"/>
                      <a:pt x="15240" y="45720"/>
                    </a:cubicBezTo>
                    <a:cubicBezTo>
                      <a:pt x="11430" y="45720"/>
                      <a:pt x="9525" y="45720"/>
                      <a:pt x="6667" y="44768"/>
                    </a:cubicBezTo>
                    <a:cubicBezTo>
                      <a:pt x="5715" y="44768"/>
                      <a:pt x="4763" y="44768"/>
                      <a:pt x="3810" y="44768"/>
                    </a:cubicBezTo>
                    <a:cubicBezTo>
                      <a:pt x="2857" y="44768"/>
                      <a:pt x="2857" y="44768"/>
                      <a:pt x="1905" y="45720"/>
                    </a:cubicBezTo>
                    <a:lnTo>
                      <a:pt x="0" y="45720"/>
                    </a:lnTo>
                    <a:lnTo>
                      <a:pt x="0" y="30480"/>
                    </a:lnTo>
                    <a:lnTo>
                      <a:pt x="1905" y="30480"/>
                    </a:lnTo>
                    <a:cubicBezTo>
                      <a:pt x="1905" y="34290"/>
                      <a:pt x="4763" y="38100"/>
                      <a:pt x="6667" y="40005"/>
                    </a:cubicBezTo>
                    <a:cubicBezTo>
                      <a:pt x="8572" y="41910"/>
                      <a:pt x="11430" y="42863"/>
                      <a:pt x="15240" y="42863"/>
                    </a:cubicBezTo>
                    <a:cubicBezTo>
                      <a:pt x="19050" y="42863"/>
                      <a:pt x="19050" y="42863"/>
                      <a:pt x="20002" y="40958"/>
                    </a:cubicBezTo>
                    <a:cubicBezTo>
                      <a:pt x="20955" y="39053"/>
                      <a:pt x="21907" y="38100"/>
                      <a:pt x="21907" y="36195"/>
                    </a:cubicBezTo>
                    <a:cubicBezTo>
                      <a:pt x="21907" y="34290"/>
                      <a:pt x="21907" y="32385"/>
                      <a:pt x="20002" y="30480"/>
                    </a:cubicBezTo>
                    <a:cubicBezTo>
                      <a:pt x="18097" y="28575"/>
                      <a:pt x="15240" y="27622"/>
                      <a:pt x="11430" y="24765"/>
                    </a:cubicBezTo>
                    <a:cubicBezTo>
                      <a:pt x="7620" y="21908"/>
                      <a:pt x="3810" y="20955"/>
                      <a:pt x="2857" y="19050"/>
                    </a:cubicBezTo>
                    <a:cubicBezTo>
                      <a:pt x="1905" y="17145"/>
                      <a:pt x="952" y="15240"/>
                      <a:pt x="952" y="12383"/>
                    </a:cubicBezTo>
                    <a:cubicBezTo>
                      <a:pt x="952" y="9525"/>
                      <a:pt x="1905" y="5715"/>
                      <a:pt x="4763" y="3810"/>
                    </a:cubicBezTo>
                    <a:cubicBezTo>
                      <a:pt x="7620" y="1905"/>
                      <a:pt x="10477" y="0"/>
                      <a:pt x="14288" y="0"/>
                    </a:cubicBezTo>
                    <a:cubicBezTo>
                      <a:pt x="18097" y="0"/>
                      <a:pt x="18097" y="0"/>
                      <a:pt x="20002" y="953"/>
                    </a:cubicBezTo>
                    <a:cubicBezTo>
                      <a:pt x="21907" y="953"/>
                      <a:pt x="22860" y="953"/>
                      <a:pt x="22860" y="953"/>
                    </a:cubicBezTo>
                    <a:cubicBezTo>
                      <a:pt x="22860" y="953"/>
                      <a:pt x="22860" y="953"/>
                      <a:pt x="23813" y="953"/>
                    </a:cubicBezTo>
                    <a:cubicBezTo>
                      <a:pt x="24765" y="953"/>
                      <a:pt x="23813" y="953"/>
                      <a:pt x="24765" y="0"/>
                    </a:cubicBezTo>
                    <a:lnTo>
                      <a:pt x="2667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7443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7362</TotalTime>
  <Words>743</Words>
  <Application>Microsoft Macintosh PowerPoint</Application>
  <PresentationFormat>Widescreen</PresentationFormat>
  <Paragraphs>342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Seorin Kim</dc:creator>
  <cp:lastModifiedBy>Seorin Kim</cp:lastModifiedBy>
  <cp:revision>12</cp:revision>
  <dcterms:created xsi:type="dcterms:W3CDTF">2025-03-14T14:53:01Z</dcterms:created>
  <dcterms:modified xsi:type="dcterms:W3CDTF">2025-04-08T11:00:14Z</dcterms:modified>
</cp:coreProperties>
</file>