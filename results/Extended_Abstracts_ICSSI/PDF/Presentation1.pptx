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notesSlides/notesSlide1.xml" ContentType="application/vnd.openxmlformats-officedocument.presentationml.notesSlid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9" r:id="rId2"/>
    <p:sldId id="261" r:id="rId3"/>
    <p:sldId id="260" r:id="rId4"/>
    <p:sldId id="271" r:id="rId5"/>
    <p:sldId id="273" r:id="rId6"/>
    <p:sldId id="274" r:id="rId7"/>
    <p:sldId id="272" r:id="rId8"/>
    <p:sldId id="268" r:id="rId9"/>
    <p:sldId id="266" r:id="rId10"/>
    <p:sldId id="267" r:id="rId11"/>
    <p:sldId id="263" r:id="rId12"/>
    <p:sldId id="264" r:id="rId13"/>
    <p:sldId id="265" r:id="rId14"/>
    <p:sldId id="262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298A"/>
    <a:srgbClr val="7570B3"/>
    <a:srgbClr val="D95F02"/>
    <a:srgbClr val="1B9E77"/>
    <a:srgbClr val="F4A05B"/>
    <a:srgbClr val="B5DBA5"/>
    <a:srgbClr val="F5A987"/>
    <a:srgbClr val="339999"/>
    <a:srgbClr val="EEE3B7"/>
    <a:srgbClr val="005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1"/>
    <p:restoredTop sz="96534"/>
  </p:normalViewPr>
  <p:slideViewPr>
    <p:cSldViewPr snapToGrid="0">
      <p:cViewPr>
        <p:scale>
          <a:sx n="115" d="100"/>
          <a:sy n="115" d="100"/>
        </p:scale>
        <p:origin x="416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the difference between the cited and </a:t>
            </a:r>
            <a:r>
              <a:rPr lang="en-US"/>
              <a:t>citing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6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5.xml"/><Relationship Id="rId18" Type="http://schemas.openxmlformats.org/officeDocument/2006/relationships/chart" Target="../charts/chart80.xml"/><Relationship Id="rId26" Type="http://schemas.openxmlformats.org/officeDocument/2006/relationships/chart" Target="../charts/chart88.xml"/><Relationship Id="rId3" Type="http://schemas.openxmlformats.org/officeDocument/2006/relationships/chart" Target="../charts/chart65.xml"/><Relationship Id="rId21" Type="http://schemas.openxmlformats.org/officeDocument/2006/relationships/chart" Target="../charts/chart83.xml"/><Relationship Id="rId34" Type="http://schemas.openxmlformats.org/officeDocument/2006/relationships/chart" Target="../charts/chart96.xml"/><Relationship Id="rId7" Type="http://schemas.openxmlformats.org/officeDocument/2006/relationships/chart" Target="../charts/chart69.xml"/><Relationship Id="rId12" Type="http://schemas.openxmlformats.org/officeDocument/2006/relationships/chart" Target="../charts/chart74.xml"/><Relationship Id="rId17" Type="http://schemas.openxmlformats.org/officeDocument/2006/relationships/chart" Target="../charts/chart79.xml"/><Relationship Id="rId25" Type="http://schemas.openxmlformats.org/officeDocument/2006/relationships/chart" Target="../charts/chart87.xml"/><Relationship Id="rId33" Type="http://schemas.openxmlformats.org/officeDocument/2006/relationships/chart" Target="../charts/chart95.xml"/><Relationship Id="rId2" Type="http://schemas.openxmlformats.org/officeDocument/2006/relationships/notesSlide" Target="../notesSlides/notesSlide1.xml"/><Relationship Id="rId16" Type="http://schemas.openxmlformats.org/officeDocument/2006/relationships/chart" Target="../charts/chart78.xml"/><Relationship Id="rId20" Type="http://schemas.openxmlformats.org/officeDocument/2006/relationships/chart" Target="../charts/chart82.xml"/><Relationship Id="rId29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11" Type="http://schemas.openxmlformats.org/officeDocument/2006/relationships/chart" Target="../charts/chart73.xml"/><Relationship Id="rId24" Type="http://schemas.openxmlformats.org/officeDocument/2006/relationships/chart" Target="../charts/chart86.xml"/><Relationship Id="rId32" Type="http://schemas.openxmlformats.org/officeDocument/2006/relationships/chart" Target="../charts/chart94.xml"/><Relationship Id="rId5" Type="http://schemas.openxmlformats.org/officeDocument/2006/relationships/chart" Target="../charts/chart67.xml"/><Relationship Id="rId15" Type="http://schemas.openxmlformats.org/officeDocument/2006/relationships/chart" Target="../charts/chart77.xml"/><Relationship Id="rId23" Type="http://schemas.openxmlformats.org/officeDocument/2006/relationships/chart" Target="../charts/chart85.xml"/><Relationship Id="rId28" Type="http://schemas.openxmlformats.org/officeDocument/2006/relationships/chart" Target="../charts/chart90.xml"/><Relationship Id="rId10" Type="http://schemas.openxmlformats.org/officeDocument/2006/relationships/chart" Target="../charts/chart72.xml"/><Relationship Id="rId19" Type="http://schemas.openxmlformats.org/officeDocument/2006/relationships/chart" Target="../charts/chart81.xml"/><Relationship Id="rId31" Type="http://schemas.openxmlformats.org/officeDocument/2006/relationships/chart" Target="../charts/chart93.xml"/><Relationship Id="rId4" Type="http://schemas.openxmlformats.org/officeDocument/2006/relationships/chart" Target="../charts/chart66.xml"/><Relationship Id="rId9" Type="http://schemas.openxmlformats.org/officeDocument/2006/relationships/chart" Target="../charts/chart71.xml"/><Relationship Id="rId14" Type="http://schemas.openxmlformats.org/officeDocument/2006/relationships/chart" Target="../charts/chart76.xml"/><Relationship Id="rId22" Type="http://schemas.openxmlformats.org/officeDocument/2006/relationships/chart" Target="../charts/chart84.xml"/><Relationship Id="rId27" Type="http://schemas.openxmlformats.org/officeDocument/2006/relationships/chart" Target="../charts/chart89.xml"/><Relationship Id="rId30" Type="http://schemas.openxmlformats.org/officeDocument/2006/relationships/chart" Target="../charts/chart92.xml"/><Relationship Id="rId8" Type="http://schemas.openxmlformats.org/officeDocument/2006/relationships/chart" Target="../charts/chart7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2CD3B3E-745D-B076-CF9B-FA702753A754}"/>
              </a:ext>
            </a:extLst>
          </p:cNvPr>
          <p:cNvGrpSpPr/>
          <p:nvPr/>
        </p:nvGrpSpPr>
        <p:grpSpPr>
          <a:xfrm>
            <a:off x="1346200" y="868677"/>
            <a:ext cx="7996856" cy="5760721"/>
            <a:chOff x="1346200" y="868677"/>
            <a:chExt cx="7996856" cy="576072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F35A27E-6171-0969-8872-16103102C5B0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>
              <a:off x="4335833" y="1879462"/>
              <a:ext cx="2263565" cy="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2BCFE-97DB-CF6F-1B05-B4E54AE0660E}"/>
                </a:ext>
              </a:extLst>
            </p:cNvPr>
            <p:cNvSpPr/>
            <p:nvPr/>
          </p:nvSpPr>
          <p:spPr>
            <a:xfrm>
              <a:off x="1346200" y="3056466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411326E-3B9D-FE46-C21B-0EBEBB85089E}"/>
                </a:ext>
              </a:extLst>
            </p:cNvPr>
            <p:cNvSpPr/>
            <p:nvPr/>
          </p:nvSpPr>
          <p:spPr>
            <a:xfrm>
              <a:off x="3272367" y="868677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CF849-5E94-B060-6EFF-1848CB990FCE}"/>
                </a:ext>
              </a:extLst>
            </p:cNvPr>
            <p:cNvSpPr/>
            <p:nvPr/>
          </p:nvSpPr>
          <p:spPr>
            <a:xfrm>
              <a:off x="6599398" y="986229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EE5FC92-AECA-86DB-8A9B-BA7950E68A86}"/>
                </a:ext>
              </a:extLst>
            </p:cNvPr>
            <p:cNvSpPr/>
            <p:nvPr/>
          </p:nvSpPr>
          <p:spPr>
            <a:xfrm>
              <a:off x="4812932" y="3228929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3D323DE-2087-783E-CBCB-6A68E46AB112}"/>
                </a:ext>
              </a:extLst>
            </p:cNvPr>
            <p:cNvSpPr/>
            <p:nvPr/>
          </p:nvSpPr>
          <p:spPr>
            <a:xfrm>
              <a:off x="7556590" y="3626534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5C595E-3B8A-3816-F499-DD49EBCCA0C2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2871044" y="2393521"/>
              <a:ext cx="662945" cy="924567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C5EEF5-8B42-D844-A517-22A11C616AA5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 flipV="1">
              <a:off x="3132666" y="2241007"/>
              <a:ext cx="3530691" cy="1708692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6D3E235-115C-B4BD-C7E7-D0450D4D1ED3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6337776" y="2511073"/>
              <a:ext cx="523244" cy="979478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1F0DC5D-841B-70EE-080D-C64550C34FF5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6571338" y="4285458"/>
              <a:ext cx="985252" cy="23430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8CC4470-EC80-0FD0-8D68-B9615B1978F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7878341" y="2700059"/>
              <a:ext cx="571482" cy="92647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4BEB753-DD21-0F70-4F84-5355211F53CD}"/>
                </a:ext>
              </a:extLst>
            </p:cNvPr>
            <p:cNvSpPr txBox="1"/>
            <p:nvPr/>
          </p:nvSpPr>
          <p:spPr>
            <a:xfrm>
              <a:off x="3509010" y="1592633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ECECEE-7D60-C1C2-7C5C-47FED5771A06}"/>
                </a:ext>
              </a:extLst>
            </p:cNvPr>
            <p:cNvSpPr txBox="1"/>
            <p:nvPr/>
          </p:nvSpPr>
          <p:spPr>
            <a:xfrm>
              <a:off x="5049575" y="3952885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5E68D85-AE3D-A608-0CC4-971ABCA4484B}"/>
                </a:ext>
              </a:extLst>
            </p:cNvPr>
            <p:cNvSpPr txBox="1"/>
            <p:nvPr/>
          </p:nvSpPr>
          <p:spPr>
            <a:xfrm>
              <a:off x="1508047" y="3780422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4DBBBD1-CE54-7EAA-ABC9-745976A2CB64}"/>
                </a:ext>
              </a:extLst>
            </p:cNvPr>
            <p:cNvSpPr txBox="1"/>
            <p:nvPr/>
          </p:nvSpPr>
          <p:spPr>
            <a:xfrm>
              <a:off x="7718437" y="4350490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B33402E-5907-577B-2AAC-90B66F2EBE1F}"/>
                </a:ext>
              </a:extLst>
            </p:cNvPr>
            <p:cNvSpPr txBox="1"/>
            <p:nvPr/>
          </p:nvSpPr>
          <p:spPr>
            <a:xfrm>
              <a:off x="6609634" y="1587075"/>
              <a:ext cx="1765996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2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5B66899-3CE3-2719-7F4D-B182ADE85395}"/>
                </a:ext>
              </a:extLst>
            </p:cNvPr>
            <p:cNvSpPr/>
            <p:nvPr/>
          </p:nvSpPr>
          <p:spPr>
            <a:xfrm>
              <a:off x="3071312" y="4842932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BFC83B1-1FDA-04AC-2304-3D9130EAD0A8}"/>
                </a:ext>
              </a:extLst>
            </p:cNvPr>
            <p:cNvSpPr txBox="1"/>
            <p:nvPr/>
          </p:nvSpPr>
          <p:spPr>
            <a:xfrm>
              <a:off x="3081547" y="5443778"/>
              <a:ext cx="1765997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1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DDAAA43-5150-B72D-41E5-940B0E056425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5013987" y="2081330"/>
              <a:ext cx="2804225" cy="1806826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760272C-408F-8042-A0E5-B127ADB96089}"/>
                </a:ext>
              </a:extLst>
            </p:cNvPr>
            <p:cNvCxnSpPr>
              <a:cxnSpLocks/>
              <a:stCxn id="4" idx="5"/>
              <a:endCxn id="60" idx="1"/>
            </p:cNvCxnSpPr>
            <p:nvPr/>
          </p:nvCxnSpPr>
          <p:spPr>
            <a:xfrm>
              <a:off x="2871044" y="4581310"/>
              <a:ext cx="461890" cy="523244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9871F80-C0C6-5976-E20F-66B00860E0E1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3132666" y="4122162"/>
              <a:ext cx="1680266" cy="43303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ABF9C0-DDC7-0078-AD49-2324A8742274}"/>
                </a:ext>
              </a:extLst>
            </p:cNvPr>
            <p:cNvCxnSpPr>
              <a:stCxn id="5" idx="4"/>
              <a:endCxn id="60" idx="0"/>
            </p:cNvCxnSpPr>
            <p:nvPr/>
          </p:nvCxnSpPr>
          <p:spPr>
            <a:xfrm flipH="1">
              <a:off x="3964545" y="2655143"/>
              <a:ext cx="201055" cy="21877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3395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873F-FDF2-2312-370C-FF4B5E2F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0EEB19-B392-6482-AB16-AD09B10F905D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5959708" y="2048540"/>
            <a:ext cx="1014488" cy="606603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31B7716-4B72-FF65-AEAA-91781F4F189D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>
            <a:off x="3692233" y="2033151"/>
            <a:ext cx="1004253" cy="621992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ED3585-99C4-76E0-0A21-1153F17B4A7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7867429" y="2941773"/>
            <a:ext cx="10236" cy="661688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93C53A-5823-D74F-0C6F-B1C68D80B2A3}"/>
              </a:ext>
            </a:extLst>
          </p:cNvPr>
          <p:cNvGrpSpPr/>
          <p:nvPr/>
        </p:nvGrpSpPr>
        <p:grpSpPr>
          <a:xfrm>
            <a:off x="4434864" y="2393521"/>
            <a:ext cx="1786466" cy="1786466"/>
            <a:chOff x="4434864" y="2393521"/>
            <a:chExt cx="1786466" cy="178646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5EBBD12-489D-A09A-9146-EC2820F0CEB5}"/>
                </a:ext>
              </a:extLst>
            </p:cNvPr>
            <p:cNvSpPr/>
            <p:nvPr/>
          </p:nvSpPr>
          <p:spPr>
            <a:xfrm>
              <a:off x="4434864" y="2393521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EEE75BA-16D3-AD1D-33B0-991A5361EB6E}"/>
                </a:ext>
              </a:extLst>
            </p:cNvPr>
            <p:cNvSpPr txBox="1"/>
            <p:nvPr/>
          </p:nvSpPr>
          <p:spPr>
            <a:xfrm>
              <a:off x="4671507" y="3117477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905ED29-D720-2A47-0056-8D8A0A35B5E7}"/>
              </a:ext>
            </a:extLst>
          </p:cNvPr>
          <p:cNvGrpSpPr/>
          <p:nvPr/>
        </p:nvGrpSpPr>
        <p:grpSpPr>
          <a:xfrm>
            <a:off x="1905767" y="1139918"/>
            <a:ext cx="1786466" cy="1786466"/>
            <a:chOff x="335340" y="1475579"/>
            <a:chExt cx="1786466" cy="178646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43BFF67-6848-96DC-434D-33E0DA64C569}"/>
                </a:ext>
              </a:extLst>
            </p:cNvPr>
            <p:cNvSpPr/>
            <p:nvPr/>
          </p:nvSpPr>
          <p:spPr>
            <a:xfrm>
              <a:off x="335340" y="1475579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7C441C9-1C38-F095-3FAE-3BFE3AE80556}"/>
                </a:ext>
              </a:extLst>
            </p:cNvPr>
            <p:cNvSpPr txBox="1"/>
            <p:nvPr/>
          </p:nvSpPr>
          <p:spPr>
            <a:xfrm>
              <a:off x="497187" y="2199535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1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A4C697B-4B2C-E8DA-D09F-0C91032AD6C2}"/>
              </a:ext>
            </a:extLst>
          </p:cNvPr>
          <p:cNvGrpSpPr/>
          <p:nvPr/>
        </p:nvGrpSpPr>
        <p:grpSpPr>
          <a:xfrm>
            <a:off x="6984432" y="3603461"/>
            <a:ext cx="1786466" cy="1786466"/>
            <a:chOff x="7556590" y="3626534"/>
            <a:chExt cx="1786466" cy="178646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F1C2F1A-71C1-B2AC-D54B-5118D5F7D290}"/>
                </a:ext>
              </a:extLst>
            </p:cNvPr>
            <p:cNvSpPr/>
            <p:nvPr/>
          </p:nvSpPr>
          <p:spPr>
            <a:xfrm>
              <a:off x="7556590" y="3626534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0A5BB03-CF04-F2C2-57A8-6B6D5C2997D5}"/>
                </a:ext>
              </a:extLst>
            </p:cNvPr>
            <p:cNvSpPr txBox="1"/>
            <p:nvPr/>
          </p:nvSpPr>
          <p:spPr>
            <a:xfrm>
              <a:off x="7718437" y="4350490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2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4FD4AE-E649-6E02-B665-D1569A7A05C0}"/>
              </a:ext>
            </a:extLst>
          </p:cNvPr>
          <p:cNvGrpSpPr/>
          <p:nvPr/>
        </p:nvGrpSpPr>
        <p:grpSpPr>
          <a:xfrm>
            <a:off x="6974196" y="1155307"/>
            <a:ext cx="1786466" cy="1786466"/>
            <a:chOff x="6599398" y="986229"/>
            <a:chExt cx="1786466" cy="178646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B83F02-E875-1D8A-6C03-9991D753593E}"/>
                </a:ext>
              </a:extLst>
            </p:cNvPr>
            <p:cNvSpPr/>
            <p:nvPr/>
          </p:nvSpPr>
          <p:spPr>
            <a:xfrm>
              <a:off x="6599398" y="986229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DFA3694-0017-4815-1672-0E9C645F02A5}"/>
                </a:ext>
              </a:extLst>
            </p:cNvPr>
            <p:cNvSpPr txBox="1"/>
            <p:nvPr/>
          </p:nvSpPr>
          <p:spPr>
            <a:xfrm>
              <a:off x="6609634" y="1587075"/>
              <a:ext cx="1765996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2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685520E-2080-62F1-1D6A-00797892FBB5}"/>
              </a:ext>
            </a:extLst>
          </p:cNvPr>
          <p:cNvGrpSpPr/>
          <p:nvPr/>
        </p:nvGrpSpPr>
        <p:grpSpPr>
          <a:xfrm>
            <a:off x="1895532" y="3573693"/>
            <a:ext cx="1786466" cy="1786466"/>
            <a:chOff x="2060452" y="3262045"/>
            <a:chExt cx="1786466" cy="1786466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7A44783D-5B36-DC9D-0D75-FD697C766497}"/>
                </a:ext>
              </a:extLst>
            </p:cNvPr>
            <p:cNvSpPr/>
            <p:nvPr/>
          </p:nvSpPr>
          <p:spPr>
            <a:xfrm>
              <a:off x="2060452" y="3262045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6D75CB6-25F1-0810-2FF9-BCD7C78706B1}"/>
                </a:ext>
              </a:extLst>
            </p:cNvPr>
            <p:cNvSpPr txBox="1"/>
            <p:nvPr/>
          </p:nvSpPr>
          <p:spPr>
            <a:xfrm>
              <a:off x="2070687" y="3862891"/>
              <a:ext cx="1765997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1</a:t>
              </a:r>
            </a:p>
          </p:txBody>
        </p:sp>
      </p:grp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1D8B6C0-B471-FAF9-983A-C1AF3518C395}"/>
              </a:ext>
            </a:extLst>
          </p:cNvPr>
          <p:cNvCxnSpPr>
            <a:cxnSpLocks/>
            <a:stCxn id="5" idx="5"/>
            <a:endCxn id="8" idx="2"/>
          </p:cNvCxnSpPr>
          <p:nvPr/>
        </p:nvCxnSpPr>
        <p:spPr>
          <a:xfrm>
            <a:off x="5959708" y="3918365"/>
            <a:ext cx="1024724" cy="57832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EAD119-06F7-7275-5E3D-523FA9CA375A}"/>
              </a:ext>
            </a:extLst>
          </p:cNvPr>
          <p:cNvCxnSpPr>
            <a:cxnSpLocks/>
            <a:stCxn id="4" idx="4"/>
            <a:endCxn id="60" idx="0"/>
          </p:cNvCxnSpPr>
          <p:nvPr/>
        </p:nvCxnSpPr>
        <p:spPr>
          <a:xfrm flipH="1">
            <a:off x="2788765" y="2926384"/>
            <a:ext cx="10235" cy="64730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C780881-B29C-EDBC-68A6-0EE463DAD5BE}"/>
              </a:ext>
            </a:extLst>
          </p:cNvPr>
          <p:cNvCxnSpPr>
            <a:cxnSpLocks/>
            <a:stCxn id="5" idx="3"/>
            <a:endCxn id="60" idx="6"/>
          </p:cNvCxnSpPr>
          <p:nvPr/>
        </p:nvCxnSpPr>
        <p:spPr>
          <a:xfrm flipH="1">
            <a:off x="3681998" y="3918365"/>
            <a:ext cx="1014488" cy="54856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675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2ED6C-5191-0245-8791-07A7E07DA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DE12F5-F31B-DF96-4857-FA32F4A68994}"/>
              </a:ext>
            </a:extLst>
          </p:cNvPr>
          <p:cNvGrpSpPr/>
          <p:nvPr/>
        </p:nvGrpSpPr>
        <p:grpSpPr>
          <a:xfrm>
            <a:off x="1701472" y="1198402"/>
            <a:ext cx="6664157" cy="4603934"/>
            <a:chOff x="1701472" y="1198402"/>
            <a:chExt cx="6664157" cy="4603934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290E7DB-4953-AD5B-A411-03C6B4A209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5813" y="4125951"/>
              <a:ext cx="951036" cy="53098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9A65BED-94F1-9534-C32F-AA799E81B7C0}"/>
                </a:ext>
              </a:extLst>
            </p:cNvPr>
            <p:cNvCxnSpPr>
              <a:cxnSpLocks/>
            </p:cNvCxnSpPr>
            <p:nvPr/>
          </p:nvCxnSpPr>
          <p:spPr>
            <a:xfrm>
              <a:off x="5006899" y="2995957"/>
              <a:ext cx="0" cy="103654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2663349-2367-DCB6-1295-2CECF3CE28DB}"/>
                </a:ext>
              </a:extLst>
            </p:cNvPr>
            <p:cNvGrpSpPr/>
            <p:nvPr/>
          </p:nvGrpSpPr>
          <p:grpSpPr>
            <a:xfrm rot="3607917">
              <a:off x="4140317" y="4015870"/>
              <a:ext cx="1786466" cy="1786466"/>
              <a:chOff x="4434864" y="2393521"/>
              <a:chExt cx="1786466" cy="1786466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81CFA4A-1767-3DC2-ECAB-6A68CAB626F7}"/>
                  </a:ext>
                </a:extLst>
              </p:cNvPr>
              <p:cNvSpPr/>
              <p:nvPr/>
            </p:nvSpPr>
            <p:spPr>
              <a:xfrm>
                <a:off x="4434864" y="2393521"/>
                <a:ext cx="1786466" cy="1786466"/>
              </a:xfrm>
              <a:prstGeom prst="ellipse">
                <a:avLst/>
              </a:prstGeom>
              <a:solidFill>
                <a:srgbClr val="1B9E77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7BF45F2-A095-950A-F661-1C1B5434DDE0}"/>
                  </a:ext>
                </a:extLst>
              </p:cNvPr>
              <p:cNvSpPr txBox="1"/>
              <p:nvPr/>
            </p:nvSpPr>
            <p:spPr>
              <a:xfrm rot="17992083">
                <a:off x="4671507" y="3117477"/>
                <a:ext cx="1313180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 1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A70BC45-2990-3E3A-F407-8923BC1D4966}"/>
                </a:ext>
              </a:extLst>
            </p:cNvPr>
            <p:cNvGrpSpPr/>
            <p:nvPr/>
          </p:nvGrpSpPr>
          <p:grpSpPr>
            <a:xfrm rot="3607917">
              <a:off x="4140317" y="1198402"/>
              <a:ext cx="1786466" cy="1786466"/>
              <a:chOff x="335340" y="1475579"/>
              <a:chExt cx="1786466" cy="178646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C01AC21-40A7-3138-CE07-74183BA1D124}"/>
                  </a:ext>
                </a:extLst>
              </p:cNvPr>
              <p:cNvSpPr/>
              <p:nvPr/>
            </p:nvSpPr>
            <p:spPr>
              <a:xfrm>
                <a:off x="335340" y="1475579"/>
                <a:ext cx="1786466" cy="1786466"/>
              </a:xfrm>
              <a:prstGeom prst="ellipse">
                <a:avLst/>
              </a:prstGeom>
              <a:solidFill>
                <a:srgbClr val="D95F02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FA8F205-9443-757A-ECD9-3BD0622D085A}"/>
                  </a:ext>
                </a:extLst>
              </p:cNvPr>
              <p:cNvSpPr txBox="1"/>
              <p:nvPr/>
            </p:nvSpPr>
            <p:spPr>
              <a:xfrm rot="17992083">
                <a:off x="497187" y="2199535"/>
                <a:ext cx="1462773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Type 1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DEF0A3C-4B6D-046C-64A4-AEEFE79D8781}"/>
                </a:ext>
              </a:extLst>
            </p:cNvPr>
            <p:cNvGrpSpPr/>
            <p:nvPr/>
          </p:nvGrpSpPr>
          <p:grpSpPr>
            <a:xfrm rot="3607917">
              <a:off x="6579163" y="2562359"/>
              <a:ext cx="1786466" cy="1786466"/>
              <a:chOff x="6446720" y="996493"/>
              <a:chExt cx="1786466" cy="1786466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E36C8FD-A680-9F1B-E0A6-B1E019155DDC}"/>
                  </a:ext>
                </a:extLst>
              </p:cNvPr>
              <p:cNvSpPr/>
              <p:nvPr/>
            </p:nvSpPr>
            <p:spPr>
              <a:xfrm>
                <a:off x="6446720" y="996493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9507B36-D7E1-119A-C1F0-3A75D9FC378E}"/>
                  </a:ext>
                </a:extLst>
              </p:cNvPr>
              <p:cNvSpPr txBox="1"/>
              <p:nvPr/>
            </p:nvSpPr>
            <p:spPr>
              <a:xfrm rot="17992083">
                <a:off x="6456956" y="1597339"/>
                <a:ext cx="1765996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2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1F678A-1340-DC02-EFA9-FF8705F95CE9}"/>
                </a:ext>
              </a:extLst>
            </p:cNvPr>
            <p:cNvGrpSpPr/>
            <p:nvPr/>
          </p:nvGrpSpPr>
          <p:grpSpPr>
            <a:xfrm rot="3607917">
              <a:off x="1701472" y="2562359"/>
              <a:ext cx="1786466" cy="1786466"/>
              <a:chOff x="2088397" y="3388191"/>
              <a:chExt cx="1786466" cy="178646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6048206-D399-99DB-5C12-DD3E3F8442AD}"/>
                  </a:ext>
                </a:extLst>
              </p:cNvPr>
              <p:cNvSpPr/>
              <p:nvPr/>
            </p:nvSpPr>
            <p:spPr>
              <a:xfrm>
                <a:off x="2088397" y="3388191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336472-BC9F-598C-8632-FA9DE6632C6C}"/>
                  </a:ext>
                </a:extLst>
              </p:cNvPr>
              <p:cNvSpPr txBox="1"/>
              <p:nvPr/>
            </p:nvSpPr>
            <p:spPr>
              <a:xfrm rot="17992083">
                <a:off x="2098632" y="3989038"/>
                <a:ext cx="1765997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1</a:t>
                </a:r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DBB103A-828B-8947-8B71-BCFA45BC30D4}"/>
                </a:ext>
              </a:extLst>
            </p:cNvPr>
            <p:cNvCxnSpPr>
              <a:cxnSpLocks/>
              <a:stCxn id="4" idx="4"/>
              <a:endCxn id="60" idx="0"/>
            </p:cNvCxnSpPr>
            <p:nvPr/>
          </p:nvCxnSpPr>
          <p:spPr>
            <a:xfrm flipH="1">
              <a:off x="3369294" y="2536469"/>
              <a:ext cx="889667" cy="4742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38A8972-902C-196C-BF2A-48BA24B5BFF4}"/>
                </a:ext>
              </a:extLst>
            </p:cNvPr>
            <p:cNvCxnSpPr>
              <a:cxnSpLocks/>
              <a:stCxn id="5" idx="3"/>
              <a:endCxn id="60" idx="6"/>
            </p:cNvCxnSpPr>
            <p:nvPr/>
          </p:nvCxnSpPr>
          <p:spPr>
            <a:xfrm flipH="1" flipV="1">
              <a:off x="3039539" y="4230181"/>
              <a:ext cx="1131749" cy="44575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F5820E-802A-A503-AD3A-86079155FE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9866" y="2599697"/>
              <a:ext cx="917940" cy="411061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280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7918A-DB78-CD32-EC70-686067F16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182">
            <a:extLst>
              <a:ext uri="{FF2B5EF4-FFF2-40B4-BE49-F238E27FC236}">
                <a16:creationId xmlns:a16="http://schemas.microsoft.com/office/drawing/2014/main" id="{9A03BE7E-CAEC-5AD0-BD3D-99647B94996C}"/>
              </a:ext>
            </a:extLst>
          </p:cNvPr>
          <p:cNvGrpSpPr/>
          <p:nvPr/>
        </p:nvGrpSpPr>
        <p:grpSpPr>
          <a:xfrm>
            <a:off x="1574912" y="1956748"/>
            <a:ext cx="1282334" cy="1282334"/>
            <a:chOff x="1590329" y="1152001"/>
            <a:chExt cx="1282334" cy="1282334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7F3A2F8-A04C-C7CF-E971-4497F03D20DB}"/>
                </a:ext>
              </a:extLst>
            </p:cNvPr>
            <p:cNvSpPr/>
            <p:nvPr/>
          </p:nvSpPr>
          <p:spPr>
            <a:xfrm>
              <a:off x="1590329" y="1152001"/>
              <a:ext cx="1282334" cy="1282334"/>
            </a:xfrm>
            <a:prstGeom prst="ellipse">
              <a:avLst/>
            </a:prstGeom>
            <a:solidFill>
              <a:srgbClr val="E7298A"/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EE16D0-4AE5-8588-D28C-FAAEB5276297}"/>
                </a:ext>
              </a:extLst>
            </p:cNvPr>
            <p:cNvSpPr txBox="1"/>
            <p:nvPr/>
          </p:nvSpPr>
          <p:spPr>
            <a:xfrm>
              <a:off x="1657881" y="1623891"/>
              <a:ext cx="11304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M1-D1-R1</a:t>
              </a:r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6F9B8550-C707-15D4-725C-CA0A41F7A10E}"/>
              </a:ext>
            </a:extLst>
          </p:cNvPr>
          <p:cNvGrpSpPr/>
          <p:nvPr/>
        </p:nvGrpSpPr>
        <p:grpSpPr>
          <a:xfrm>
            <a:off x="5224620" y="1202683"/>
            <a:ext cx="1282334" cy="1282334"/>
            <a:chOff x="4891991" y="1038869"/>
            <a:chExt cx="1282334" cy="1282334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B21742-D826-4BA6-D313-771AA2682283}"/>
                </a:ext>
              </a:extLst>
            </p:cNvPr>
            <p:cNvSpPr/>
            <p:nvPr/>
          </p:nvSpPr>
          <p:spPr>
            <a:xfrm>
              <a:off x="4891991" y="1038869"/>
              <a:ext cx="1282334" cy="1282334"/>
            </a:xfrm>
            <a:prstGeom prst="ellipse">
              <a:avLst/>
            </a:prstGeom>
            <a:solidFill>
              <a:srgbClr val="E7298A"/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A1CBD9-405E-8215-3E20-78674F603D24}"/>
                </a:ext>
              </a:extLst>
            </p:cNvPr>
            <p:cNvSpPr txBox="1"/>
            <p:nvPr/>
          </p:nvSpPr>
          <p:spPr>
            <a:xfrm>
              <a:off x="4967691" y="1510759"/>
              <a:ext cx="11309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M2-D2-R2</a:t>
              </a: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ED042F3-0DF2-767C-4262-41274E0406A3}"/>
              </a:ext>
            </a:extLst>
          </p:cNvPr>
          <p:cNvCxnSpPr>
            <a:cxnSpLocks/>
            <a:stCxn id="21" idx="6"/>
            <a:endCxn id="22" idx="2"/>
          </p:cNvCxnSpPr>
          <p:nvPr/>
        </p:nvCxnSpPr>
        <p:spPr>
          <a:xfrm>
            <a:off x="4087343" y="3451183"/>
            <a:ext cx="1364637" cy="75666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B83144DE-B49A-CB07-700C-43AA58F7AE0D}"/>
              </a:ext>
            </a:extLst>
          </p:cNvPr>
          <p:cNvSpPr/>
          <p:nvPr/>
        </p:nvSpPr>
        <p:spPr>
          <a:xfrm>
            <a:off x="2070595" y="4470967"/>
            <a:ext cx="776910" cy="776910"/>
          </a:xfrm>
          <a:prstGeom prst="ellipse">
            <a:avLst/>
          </a:prstGeom>
          <a:solidFill>
            <a:srgbClr val="D95F02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8341764-B95C-424E-0F47-E28E2FAABC66}"/>
              </a:ext>
            </a:extLst>
          </p:cNvPr>
          <p:cNvSpPr/>
          <p:nvPr/>
        </p:nvSpPr>
        <p:spPr>
          <a:xfrm>
            <a:off x="3310433" y="3062728"/>
            <a:ext cx="776910" cy="776910"/>
          </a:xfrm>
          <a:prstGeom prst="ellipse">
            <a:avLst/>
          </a:prstGeom>
          <a:solidFill>
            <a:srgbClr val="1B9E77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209CFC-4545-F0FE-A2F5-8AA982FC00E3}"/>
              </a:ext>
            </a:extLst>
          </p:cNvPr>
          <p:cNvSpPr/>
          <p:nvPr/>
        </p:nvSpPr>
        <p:spPr>
          <a:xfrm>
            <a:off x="5451980" y="3138394"/>
            <a:ext cx="776910" cy="776910"/>
          </a:xfrm>
          <a:prstGeom prst="ellipse">
            <a:avLst/>
          </a:prstGeom>
          <a:solidFill>
            <a:srgbClr val="7570B3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CC93B6F-21C1-3B10-471B-3FDCFC479534}"/>
              </a:ext>
            </a:extLst>
          </p:cNvPr>
          <p:cNvSpPr/>
          <p:nvPr/>
        </p:nvSpPr>
        <p:spPr>
          <a:xfrm>
            <a:off x="4302065" y="4581978"/>
            <a:ext cx="776910" cy="776910"/>
          </a:xfrm>
          <a:prstGeom prst="ellipse">
            <a:avLst/>
          </a:prstGeom>
          <a:solidFill>
            <a:srgbClr val="1B9E77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FB3D997-ED55-073C-28D1-7C541ABE21AC}"/>
              </a:ext>
            </a:extLst>
          </p:cNvPr>
          <p:cNvSpPr/>
          <p:nvPr/>
        </p:nvSpPr>
        <p:spPr>
          <a:xfrm>
            <a:off x="6068106" y="4837909"/>
            <a:ext cx="776910" cy="776910"/>
          </a:xfrm>
          <a:prstGeom prst="ellipse">
            <a:avLst/>
          </a:prstGeom>
          <a:solidFill>
            <a:srgbClr val="D95F02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644ED9-7BAE-3C29-5A45-656002B0A008}"/>
              </a:ext>
            </a:extLst>
          </p:cNvPr>
          <p:cNvCxnSpPr>
            <a:cxnSpLocks/>
            <a:stCxn id="20" idx="7"/>
            <a:endCxn id="21" idx="3"/>
          </p:cNvCxnSpPr>
          <p:nvPr/>
        </p:nvCxnSpPr>
        <p:spPr>
          <a:xfrm flipV="1">
            <a:off x="2733729" y="3725862"/>
            <a:ext cx="690480" cy="858881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A135BB-89AB-1E9B-7277-1044746957AD}"/>
              </a:ext>
            </a:extLst>
          </p:cNvPr>
          <p:cNvCxnSpPr>
            <a:cxnSpLocks/>
            <a:stCxn id="20" idx="6"/>
            <a:endCxn id="22" idx="3"/>
          </p:cNvCxnSpPr>
          <p:nvPr/>
        </p:nvCxnSpPr>
        <p:spPr>
          <a:xfrm flipV="1">
            <a:off x="2847505" y="3801528"/>
            <a:ext cx="2718251" cy="1057894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630732-8C96-43F8-AACD-74934DAAF982}"/>
              </a:ext>
            </a:extLst>
          </p:cNvPr>
          <p:cNvCxnSpPr>
            <a:cxnSpLocks/>
            <a:stCxn id="22" idx="3"/>
            <a:endCxn id="23" idx="7"/>
          </p:cNvCxnSpPr>
          <p:nvPr/>
        </p:nvCxnSpPr>
        <p:spPr>
          <a:xfrm flipH="1">
            <a:off x="4965199" y="3801528"/>
            <a:ext cx="600557" cy="894226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D20714-3DD5-32B9-C653-DB397CC8F704}"/>
              </a:ext>
            </a:extLst>
          </p:cNvPr>
          <p:cNvCxnSpPr>
            <a:cxnSpLocks/>
            <a:stCxn id="23" idx="6"/>
            <a:endCxn id="24" idx="2"/>
          </p:cNvCxnSpPr>
          <p:nvPr/>
        </p:nvCxnSpPr>
        <p:spPr>
          <a:xfrm>
            <a:off x="5078975" y="4970433"/>
            <a:ext cx="989131" cy="255931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1DDEAE-A0A6-F3D8-A092-30C3464157D1}"/>
              </a:ext>
            </a:extLst>
          </p:cNvPr>
          <p:cNvCxnSpPr>
            <a:cxnSpLocks/>
            <a:stCxn id="22" idx="5"/>
            <a:endCxn id="24" idx="0"/>
          </p:cNvCxnSpPr>
          <p:nvPr/>
        </p:nvCxnSpPr>
        <p:spPr>
          <a:xfrm>
            <a:off x="6115114" y="3801528"/>
            <a:ext cx="341447" cy="1036381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253135D0-E902-A496-DFD2-7B939427F703}"/>
              </a:ext>
            </a:extLst>
          </p:cNvPr>
          <p:cNvSpPr/>
          <p:nvPr/>
        </p:nvSpPr>
        <p:spPr>
          <a:xfrm>
            <a:off x="3181017" y="5620881"/>
            <a:ext cx="776910" cy="776910"/>
          </a:xfrm>
          <a:prstGeom prst="ellipse">
            <a:avLst/>
          </a:prstGeom>
          <a:solidFill>
            <a:srgbClr val="7570B3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8038A1-ED7C-31C8-1CBE-0FEB647F9F87}"/>
              </a:ext>
            </a:extLst>
          </p:cNvPr>
          <p:cNvCxnSpPr>
            <a:cxnSpLocks/>
            <a:stCxn id="21" idx="6"/>
            <a:endCxn id="24" idx="1"/>
          </p:cNvCxnSpPr>
          <p:nvPr/>
        </p:nvCxnSpPr>
        <p:spPr>
          <a:xfrm>
            <a:off x="4087343" y="3451183"/>
            <a:ext cx="2094539" cy="1500502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517140D-A2BE-72E9-D77B-5EE52A4A0DB6}"/>
              </a:ext>
            </a:extLst>
          </p:cNvPr>
          <p:cNvCxnSpPr>
            <a:cxnSpLocks/>
            <a:stCxn id="20" idx="5"/>
            <a:endCxn id="37" idx="1"/>
          </p:cNvCxnSpPr>
          <p:nvPr/>
        </p:nvCxnSpPr>
        <p:spPr>
          <a:xfrm>
            <a:off x="2733729" y="5134101"/>
            <a:ext cx="561064" cy="600556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2114FF4-8BDE-ADFF-216D-48BE755E8FD0}"/>
              </a:ext>
            </a:extLst>
          </p:cNvPr>
          <p:cNvCxnSpPr>
            <a:cxnSpLocks/>
            <a:stCxn id="20" idx="6"/>
            <a:endCxn id="23" idx="2"/>
          </p:cNvCxnSpPr>
          <p:nvPr/>
        </p:nvCxnSpPr>
        <p:spPr>
          <a:xfrm>
            <a:off x="2847505" y="4859422"/>
            <a:ext cx="1454560" cy="111011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B560EFE-A59E-D027-3EBC-E99775B6D250}"/>
              </a:ext>
            </a:extLst>
          </p:cNvPr>
          <p:cNvCxnSpPr>
            <a:cxnSpLocks/>
            <a:stCxn id="21" idx="4"/>
            <a:endCxn id="37" idx="0"/>
          </p:cNvCxnSpPr>
          <p:nvPr/>
        </p:nvCxnSpPr>
        <p:spPr>
          <a:xfrm flipH="1">
            <a:off x="3569472" y="3839638"/>
            <a:ext cx="129416" cy="1781243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CE6C32C2-1777-9C5E-1349-741698689ADD}"/>
              </a:ext>
            </a:extLst>
          </p:cNvPr>
          <p:cNvGrpSpPr/>
          <p:nvPr/>
        </p:nvGrpSpPr>
        <p:grpSpPr>
          <a:xfrm>
            <a:off x="3374958" y="1274496"/>
            <a:ext cx="1282334" cy="1282334"/>
            <a:chOff x="3181017" y="196638"/>
            <a:chExt cx="1282334" cy="1282334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6B6A26E-3DB6-43A1-64EF-F8F1856142CE}"/>
                </a:ext>
              </a:extLst>
            </p:cNvPr>
            <p:cNvSpPr/>
            <p:nvPr/>
          </p:nvSpPr>
          <p:spPr>
            <a:xfrm>
              <a:off x="3181017" y="196638"/>
              <a:ext cx="1282334" cy="1282334"/>
            </a:xfrm>
            <a:prstGeom prst="ellipse">
              <a:avLst/>
            </a:prstGeom>
            <a:solidFill>
              <a:srgbClr val="E7298A"/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4A8C60-58D5-C9E1-A0F3-99A7684A5CE2}"/>
                </a:ext>
              </a:extLst>
            </p:cNvPr>
            <p:cNvSpPr txBox="1"/>
            <p:nvPr/>
          </p:nvSpPr>
          <p:spPr>
            <a:xfrm>
              <a:off x="3248569" y="676297"/>
              <a:ext cx="11304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M2-D1-R2</a:t>
              </a:r>
            </a:p>
          </p:txBody>
        </p:sp>
      </p:grp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DE829BA-229E-D8D7-2EC1-94A5861A0FC0}"/>
              </a:ext>
            </a:extLst>
          </p:cNvPr>
          <p:cNvCxnSpPr>
            <a:cxnSpLocks/>
            <a:stCxn id="9" idx="4"/>
            <a:endCxn id="20" idx="0"/>
          </p:cNvCxnSpPr>
          <p:nvPr/>
        </p:nvCxnSpPr>
        <p:spPr>
          <a:xfrm>
            <a:off x="2216079" y="3239082"/>
            <a:ext cx="242971" cy="1231885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EAA47F9-6B5E-345B-7D19-D5AB99CF1861}"/>
              </a:ext>
            </a:extLst>
          </p:cNvPr>
          <p:cNvCxnSpPr>
            <a:cxnSpLocks/>
            <a:stCxn id="9" idx="4"/>
            <a:endCxn id="21" idx="1"/>
          </p:cNvCxnSpPr>
          <p:nvPr/>
        </p:nvCxnSpPr>
        <p:spPr>
          <a:xfrm flipV="1">
            <a:off x="2216079" y="3176504"/>
            <a:ext cx="1208130" cy="6257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27CABFB-619E-6FF6-7468-92ADEE0B744F}"/>
              </a:ext>
            </a:extLst>
          </p:cNvPr>
          <p:cNvCxnSpPr>
            <a:cxnSpLocks/>
            <a:stCxn id="9" idx="4"/>
            <a:endCxn id="37" idx="0"/>
          </p:cNvCxnSpPr>
          <p:nvPr/>
        </p:nvCxnSpPr>
        <p:spPr>
          <a:xfrm>
            <a:off x="2216079" y="3239082"/>
            <a:ext cx="1353393" cy="2381799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132BAD-6769-565F-ADA7-06A47D0E4587}"/>
              </a:ext>
            </a:extLst>
          </p:cNvPr>
          <p:cNvCxnSpPr>
            <a:cxnSpLocks/>
            <a:stCxn id="43" idx="4"/>
            <a:endCxn id="23" idx="0"/>
          </p:cNvCxnSpPr>
          <p:nvPr/>
        </p:nvCxnSpPr>
        <p:spPr>
          <a:xfrm>
            <a:off x="4016125" y="2556830"/>
            <a:ext cx="674395" cy="202514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72D0685-232C-9FB9-69FC-B35D27B361B8}"/>
              </a:ext>
            </a:extLst>
          </p:cNvPr>
          <p:cNvCxnSpPr>
            <a:cxnSpLocks/>
            <a:stCxn id="20" idx="7"/>
            <a:endCxn id="43" idx="4"/>
          </p:cNvCxnSpPr>
          <p:nvPr/>
        </p:nvCxnSpPr>
        <p:spPr>
          <a:xfrm flipV="1">
            <a:off x="2733729" y="2556830"/>
            <a:ext cx="1282396" cy="2027913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664972E-3AB4-6C0B-16AC-81288AB3251E}"/>
              </a:ext>
            </a:extLst>
          </p:cNvPr>
          <p:cNvCxnSpPr>
            <a:cxnSpLocks/>
            <a:stCxn id="22" idx="1"/>
            <a:endCxn id="43" idx="4"/>
          </p:cNvCxnSpPr>
          <p:nvPr/>
        </p:nvCxnSpPr>
        <p:spPr>
          <a:xfrm flipH="1" flipV="1">
            <a:off x="4016125" y="2556830"/>
            <a:ext cx="1549631" cy="6953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0D1D5CD-11DD-B0A2-7AB2-75F4F5EB0952}"/>
              </a:ext>
            </a:extLst>
          </p:cNvPr>
          <p:cNvCxnSpPr>
            <a:cxnSpLocks/>
            <a:stCxn id="22" idx="0"/>
            <a:endCxn id="12" idx="4"/>
          </p:cNvCxnSpPr>
          <p:nvPr/>
        </p:nvCxnSpPr>
        <p:spPr>
          <a:xfrm flipV="1">
            <a:off x="5840435" y="2485017"/>
            <a:ext cx="25352" cy="65337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174C971-E24E-3A58-D9BC-E9D725D10C0F}"/>
              </a:ext>
            </a:extLst>
          </p:cNvPr>
          <p:cNvCxnSpPr>
            <a:cxnSpLocks/>
            <a:stCxn id="23" idx="7"/>
            <a:endCxn id="12" idx="4"/>
          </p:cNvCxnSpPr>
          <p:nvPr/>
        </p:nvCxnSpPr>
        <p:spPr>
          <a:xfrm flipV="1">
            <a:off x="4965199" y="2485017"/>
            <a:ext cx="900588" cy="221073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554133F-7C03-3527-9520-D6BD09A22865}"/>
              </a:ext>
            </a:extLst>
          </p:cNvPr>
          <p:cNvCxnSpPr>
            <a:cxnSpLocks/>
            <a:stCxn id="24" idx="0"/>
            <a:endCxn id="12" idx="4"/>
          </p:cNvCxnSpPr>
          <p:nvPr/>
        </p:nvCxnSpPr>
        <p:spPr>
          <a:xfrm flipH="1" flipV="1">
            <a:off x="5865787" y="2485017"/>
            <a:ext cx="590774" cy="2352892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72D0E0F6-FECA-EE3F-4C49-6EBCF60FE408}"/>
              </a:ext>
            </a:extLst>
          </p:cNvPr>
          <p:cNvGrpSpPr/>
          <p:nvPr/>
        </p:nvGrpSpPr>
        <p:grpSpPr>
          <a:xfrm>
            <a:off x="6705932" y="1787471"/>
            <a:ext cx="1378822" cy="1282334"/>
            <a:chOff x="7070424" y="1316376"/>
            <a:chExt cx="1378822" cy="1282334"/>
          </a:xfrm>
        </p:grpSpPr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0A4A8A5B-7055-1903-1FFB-B325494C5027}"/>
                </a:ext>
              </a:extLst>
            </p:cNvPr>
            <p:cNvSpPr/>
            <p:nvPr/>
          </p:nvSpPr>
          <p:spPr>
            <a:xfrm>
              <a:off x="7070424" y="1316376"/>
              <a:ext cx="1282334" cy="1282334"/>
            </a:xfrm>
            <a:prstGeom prst="ellipse">
              <a:avLst/>
            </a:prstGeom>
            <a:solidFill>
              <a:srgbClr val="E7298A"/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F3763E6-2FC1-15BA-024C-BAF3F7B70801}"/>
                </a:ext>
              </a:extLst>
            </p:cNvPr>
            <p:cNvSpPr txBox="1"/>
            <p:nvPr/>
          </p:nvSpPr>
          <p:spPr>
            <a:xfrm>
              <a:off x="7166912" y="1777519"/>
              <a:ext cx="12823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M1-D2-R2</a:t>
              </a:r>
            </a:p>
          </p:txBody>
        </p:sp>
      </p:grp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F698F5D-58F4-9C03-8183-7B9EB4B4073E}"/>
              </a:ext>
            </a:extLst>
          </p:cNvPr>
          <p:cNvCxnSpPr>
            <a:cxnSpLocks/>
            <a:stCxn id="21" idx="6"/>
            <a:endCxn id="91" idx="3"/>
          </p:cNvCxnSpPr>
          <p:nvPr/>
        </p:nvCxnSpPr>
        <p:spPr>
          <a:xfrm flipV="1">
            <a:off x="4087343" y="2882012"/>
            <a:ext cx="2806382" cy="56917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AB4A8C1-7C3D-FCB8-E30F-8A20A35FDDEE}"/>
              </a:ext>
            </a:extLst>
          </p:cNvPr>
          <p:cNvCxnSpPr>
            <a:cxnSpLocks/>
            <a:stCxn id="22" idx="6"/>
            <a:endCxn id="91" idx="3"/>
          </p:cNvCxnSpPr>
          <p:nvPr/>
        </p:nvCxnSpPr>
        <p:spPr>
          <a:xfrm flipV="1">
            <a:off x="6228890" y="2882012"/>
            <a:ext cx="664835" cy="64483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DE5F5A5-42C2-B596-D39E-3E786B1B36C2}"/>
              </a:ext>
            </a:extLst>
          </p:cNvPr>
          <p:cNvCxnSpPr>
            <a:cxnSpLocks/>
            <a:stCxn id="24" idx="7"/>
            <a:endCxn id="91" idx="3"/>
          </p:cNvCxnSpPr>
          <p:nvPr/>
        </p:nvCxnSpPr>
        <p:spPr>
          <a:xfrm flipV="1">
            <a:off x="6731240" y="2882012"/>
            <a:ext cx="162485" cy="2069673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110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4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7443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2589-FDBE-0ECD-71DD-68789274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BA08B-C2C5-7DF7-5B70-E03DF28FA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530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60CC8-F51B-EA4F-C800-B40386CF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691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24889</TotalTime>
  <Words>854</Words>
  <Application>Microsoft Macintosh PowerPoint</Application>
  <PresentationFormat>Widescreen</PresentationFormat>
  <Paragraphs>530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Consistency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40</cp:revision>
  <dcterms:created xsi:type="dcterms:W3CDTF">2025-03-14T14:53:01Z</dcterms:created>
  <dcterms:modified xsi:type="dcterms:W3CDTF">2025-10-08T15:16:30Z</dcterms:modified>
</cp:coreProperties>
</file>