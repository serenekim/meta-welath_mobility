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rts/chart46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charts/chart47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charts/chart48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charts/chart49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charts/chart50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charts/chart51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charts/chart52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charts/chart53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charts/chart54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charts/chart55.xml" ContentType="application/vnd.openxmlformats-officedocument.drawingml.chart+xml"/>
  <Override PartName="/ppt/charts/style55.xml" ContentType="application/vnd.ms-office.chartstyle+xml"/>
  <Override PartName="/ppt/charts/colors55.xml" ContentType="application/vnd.ms-office.chartcolorstyle+xml"/>
  <Override PartName="/ppt/charts/chart56.xml" ContentType="application/vnd.openxmlformats-officedocument.drawingml.chart+xml"/>
  <Override PartName="/ppt/charts/style56.xml" ContentType="application/vnd.ms-office.chartstyle+xml"/>
  <Override PartName="/ppt/charts/colors56.xml" ContentType="application/vnd.ms-office.chartcolorstyle+xml"/>
  <Override PartName="/ppt/charts/chart57.xml" ContentType="application/vnd.openxmlformats-officedocument.drawingml.chart+xml"/>
  <Override PartName="/ppt/charts/style57.xml" ContentType="application/vnd.ms-office.chartstyle+xml"/>
  <Override PartName="/ppt/charts/colors57.xml" ContentType="application/vnd.ms-office.chartcolorstyle+xml"/>
  <Override PartName="/ppt/charts/chart58.xml" ContentType="application/vnd.openxmlformats-officedocument.drawingml.chart+xml"/>
  <Override PartName="/ppt/charts/style58.xml" ContentType="application/vnd.ms-office.chartstyle+xml"/>
  <Override PartName="/ppt/charts/colors58.xml" ContentType="application/vnd.ms-office.chartcolorstyle+xml"/>
  <Override PartName="/ppt/charts/chart59.xml" ContentType="application/vnd.openxmlformats-officedocument.drawingml.chart+xml"/>
  <Override PartName="/ppt/charts/style59.xml" ContentType="application/vnd.ms-office.chartstyle+xml"/>
  <Override PartName="/ppt/charts/colors59.xml" ContentType="application/vnd.ms-office.chartcolorstyle+xml"/>
  <Override PartName="/ppt/charts/chart60.xml" ContentType="application/vnd.openxmlformats-officedocument.drawingml.chart+xml"/>
  <Override PartName="/ppt/charts/style60.xml" ContentType="application/vnd.ms-office.chartstyle+xml"/>
  <Override PartName="/ppt/charts/colors60.xml" ContentType="application/vnd.ms-office.chartcolorstyle+xml"/>
  <Override PartName="/ppt/charts/chart61.xml" ContentType="application/vnd.openxmlformats-officedocument.drawingml.chart+xml"/>
  <Override PartName="/ppt/charts/style61.xml" ContentType="application/vnd.ms-office.chartstyle+xml"/>
  <Override PartName="/ppt/charts/colors61.xml" ContentType="application/vnd.ms-office.chartcolorstyle+xml"/>
  <Override PartName="/ppt/charts/chart62.xml" ContentType="application/vnd.openxmlformats-officedocument.drawingml.chart+xml"/>
  <Override PartName="/ppt/charts/style62.xml" ContentType="application/vnd.ms-office.chartstyle+xml"/>
  <Override PartName="/ppt/charts/colors62.xml" ContentType="application/vnd.ms-office.chartcolorstyle+xml"/>
  <Override PartName="/ppt/charts/chart63.xml" ContentType="application/vnd.openxmlformats-officedocument.drawingml.chart+xml"/>
  <Override PartName="/ppt/charts/style63.xml" ContentType="application/vnd.ms-office.chartstyle+xml"/>
  <Override PartName="/ppt/charts/colors63.xml" ContentType="application/vnd.ms-office.chartcolorstyle+xml"/>
  <Override PartName="/ppt/charts/chart64.xml" ContentType="application/vnd.openxmlformats-officedocument.drawingml.chart+xml"/>
  <Override PartName="/ppt/charts/style64.xml" ContentType="application/vnd.ms-office.chartstyle+xml"/>
  <Override PartName="/ppt/charts/colors64.xml" ContentType="application/vnd.ms-office.chartcolorstyle+xml"/>
  <Override PartName="/ppt/charts/chart65.xml" ContentType="application/vnd.openxmlformats-officedocument.drawingml.chart+xml"/>
  <Override PartName="/ppt/charts/style65.xml" ContentType="application/vnd.ms-office.chartstyle+xml"/>
  <Override PartName="/ppt/charts/colors65.xml" ContentType="application/vnd.ms-office.chartcolorstyle+xml"/>
  <Override PartName="/ppt/charts/chart66.xml" ContentType="application/vnd.openxmlformats-officedocument.drawingml.chart+xml"/>
  <Override PartName="/ppt/charts/style66.xml" ContentType="application/vnd.ms-office.chartstyle+xml"/>
  <Override PartName="/ppt/charts/colors66.xml" ContentType="application/vnd.ms-office.chartcolorstyle+xml"/>
  <Override PartName="/ppt/charts/chart67.xml" ContentType="application/vnd.openxmlformats-officedocument.drawingml.chart+xml"/>
  <Override PartName="/ppt/charts/style67.xml" ContentType="application/vnd.ms-office.chartstyle+xml"/>
  <Override PartName="/ppt/charts/colors67.xml" ContentType="application/vnd.ms-office.chartcolorstyle+xml"/>
  <Override PartName="/ppt/charts/chart68.xml" ContentType="application/vnd.openxmlformats-officedocument.drawingml.chart+xml"/>
  <Override PartName="/ppt/charts/style68.xml" ContentType="application/vnd.ms-office.chartstyle+xml"/>
  <Override PartName="/ppt/charts/colors68.xml" ContentType="application/vnd.ms-office.chartcolorstyle+xml"/>
  <Override PartName="/ppt/charts/chart69.xml" ContentType="application/vnd.openxmlformats-officedocument.drawingml.chart+xml"/>
  <Override PartName="/ppt/charts/style69.xml" ContentType="application/vnd.ms-office.chartstyle+xml"/>
  <Override PartName="/ppt/charts/colors69.xml" ContentType="application/vnd.ms-office.chartcolorstyle+xml"/>
  <Override PartName="/ppt/charts/chart70.xml" ContentType="application/vnd.openxmlformats-officedocument.drawingml.chart+xml"/>
  <Override PartName="/ppt/charts/style70.xml" ContentType="application/vnd.ms-office.chartstyle+xml"/>
  <Override PartName="/ppt/charts/colors70.xml" ContentType="application/vnd.ms-office.chartcolorstyle+xml"/>
  <Override PartName="/ppt/charts/chart71.xml" ContentType="application/vnd.openxmlformats-officedocument.drawingml.chart+xml"/>
  <Override PartName="/ppt/charts/style71.xml" ContentType="application/vnd.ms-office.chartstyle+xml"/>
  <Override PartName="/ppt/charts/colors71.xml" ContentType="application/vnd.ms-office.chartcolorstyle+xml"/>
  <Override PartName="/ppt/charts/chart72.xml" ContentType="application/vnd.openxmlformats-officedocument.drawingml.chart+xml"/>
  <Override PartName="/ppt/charts/style72.xml" ContentType="application/vnd.ms-office.chartstyle+xml"/>
  <Override PartName="/ppt/charts/colors72.xml" ContentType="application/vnd.ms-office.chartcolorstyle+xml"/>
  <Override PartName="/ppt/charts/chart73.xml" ContentType="application/vnd.openxmlformats-officedocument.drawingml.chart+xml"/>
  <Override PartName="/ppt/charts/style73.xml" ContentType="application/vnd.ms-office.chartstyle+xml"/>
  <Override PartName="/ppt/charts/colors73.xml" ContentType="application/vnd.ms-office.chartcolorstyle+xml"/>
  <Override PartName="/ppt/charts/chart74.xml" ContentType="application/vnd.openxmlformats-officedocument.drawingml.chart+xml"/>
  <Override PartName="/ppt/charts/style74.xml" ContentType="application/vnd.ms-office.chartstyle+xml"/>
  <Override PartName="/ppt/charts/colors74.xml" ContentType="application/vnd.ms-office.chartcolorstyle+xml"/>
  <Override PartName="/ppt/charts/chart75.xml" ContentType="application/vnd.openxmlformats-officedocument.drawingml.chart+xml"/>
  <Override PartName="/ppt/charts/style75.xml" ContentType="application/vnd.ms-office.chartstyle+xml"/>
  <Override PartName="/ppt/charts/colors75.xml" ContentType="application/vnd.ms-office.chartcolorstyle+xml"/>
  <Override PartName="/ppt/charts/chart76.xml" ContentType="application/vnd.openxmlformats-officedocument.drawingml.chart+xml"/>
  <Override PartName="/ppt/charts/style76.xml" ContentType="application/vnd.ms-office.chartstyle+xml"/>
  <Override PartName="/ppt/charts/colors76.xml" ContentType="application/vnd.ms-office.chartcolorstyle+xml"/>
  <Override PartName="/ppt/charts/chart77.xml" ContentType="application/vnd.openxmlformats-officedocument.drawingml.chart+xml"/>
  <Override PartName="/ppt/charts/style77.xml" ContentType="application/vnd.ms-office.chartstyle+xml"/>
  <Override PartName="/ppt/charts/colors77.xml" ContentType="application/vnd.ms-office.chartcolorstyle+xml"/>
  <Override PartName="/ppt/charts/chart78.xml" ContentType="application/vnd.openxmlformats-officedocument.drawingml.chart+xml"/>
  <Override PartName="/ppt/charts/style78.xml" ContentType="application/vnd.ms-office.chartstyle+xml"/>
  <Override PartName="/ppt/charts/colors78.xml" ContentType="application/vnd.ms-office.chartcolorstyle+xml"/>
  <Override PartName="/ppt/charts/chart79.xml" ContentType="application/vnd.openxmlformats-officedocument.drawingml.chart+xml"/>
  <Override PartName="/ppt/charts/style79.xml" ContentType="application/vnd.ms-office.chartstyle+xml"/>
  <Override PartName="/ppt/charts/colors79.xml" ContentType="application/vnd.ms-office.chartcolorstyle+xml"/>
  <Override PartName="/ppt/charts/chart80.xml" ContentType="application/vnd.openxmlformats-officedocument.drawingml.chart+xml"/>
  <Override PartName="/ppt/charts/style80.xml" ContentType="application/vnd.ms-office.chartstyle+xml"/>
  <Override PartName="/ppt/charts/colors80.xml" ContentType="application/vnd.ms-office.chartcolorstyle+xml"/>
  <Override PartName="/ppt/charts/chart81.xml" ContentType="application/vnd.openxmlformats-officedocument.drawingml.chart+xml"/>
  <Override PartName="/ppt/charts/style81.xml" ContentType="application/vnd.ms-office.chartstyle+xml"/>
  <Override PartName="/ppt/charts/colors81.xml" ContentType="application/vnd.ms-office.chartcolorstyle+xml"/>
  <Override PartName="/ppt/charts/chart82.xml" ContentType="application/vnd.openxmlformats-officedocument.drawingml.chart+xml"/>
  <Override PartName="/ppt/charts/style82.xml" ContentType="application/vnd.ms-office.chartstyle+xml"/>
  <Override PartName="/ppt/charts/colors82.xml" ContentType="application/vnd.ms-office.chartcolorstyle+xml"/>
  <Override PartName="/ppt/charts/chart83.xml" ContentType="application/vnd.openxmlformats-officedocument.drawingml.chart+xml"/>
  <Override PartName="/ppt/charts/style83.xml" ContentType="application/vnd.ms-office.chartstyle+xml"/>
  <Override PartName="/ppt/charts/colors83.xml" ContentType="application/vnd.ms-office.chartcolorstyle+xml"/>
  <Override PartName="/ppt/charts/chart84.xml" ContentType="application/vnd.openxmlformats-officedocument.drawingml.chart+xml"/>
  <Override PartName="/ppt/charts/style84.xml" ContentType="application/vnd.ms-office.chartstyle+xml"/>
  <Override PartName="/ppt/charts/colors84.xml" ContentType="application/vnd.ms-office.chartcolorstyle+xml"/>
  <Override PartName="/ppt/charts/chart85.xml" ContentType="application/vnd.openxmlformats-officedocument.drawingml.chart+xml"/>
  <Override PartName="/ppt/charts/style85.xml" ContentType="application/vnd.ms-office.chartstyle+xml"/>
  <Override PartName="/ppt/charts/colors85.xml" ContentType="application/vnd.ms-office.chartcolorstyle+xml"/>
  <Override PartName="/ppt/charts/chart86.xml" ContentType="application/vnd.openxmlformats-officedocument.drawingml.chart+xml"/>
  <Override PartName="/ppt/charts/style86.xml" ContentType="application/vnd.ms-office.chartstyle+xml"/>
  <Override PartName="/ppt/charts/colors86.xml" ContentType="application/vnd.ms-office.chartcolorstyle+xml"/>
  <Override PartName="/ppt/charts/chart87.xml" ContentType="application/vnd.openxmlformats-officedocument.drawingml.chart+xml"/>
  <Override PartName="/ppt/charts/style87.xml" ContentType="application/vnd.ms-office.chartstyle+xml"/>
  <Override PartName="/ppt/charts/colors87.xml" ContentType="application/vnd.ms-office.chartcolorstyle+xml"/>
  <Override PartName="/ppt/charts/chart88.xml" ContentType="application/vnd.openxmlformats-officedocument.drawingml.chart+xml"/>
  <Override PartName="/ppt/charts/style88.xml" ContentType="application/vnd.ms-office.chartstyle+xml"/>
  <Override PartName="/ppt/charts/colors88.xml" ContentType="application/vnd.ms-office.chartcolorstyle+xml"/>
  <Override PartName="/ppt/charts/chart89.xml" ContentType="application/vnd.openxmlformats-officedocument.drawingml.chart+xml"/>
  <Override PartName="/ppt/charts/style89.xml" ContentType="application/vnd.ms-office.chartstyle+xml"/>
  <Override PartName="/ppt/charts/colors89.xml" ContentType="application/vnd.ms-office.chartcolorstyle+xml"/>
  <Override PartName="/ppt/charts/chart90.xml" ContentType="application/vnd.openxmlformats-officedocument.drawingml.chart+xml"/>
  <Override PartName="/ppt/charts/style90.xml" ContentType="application/vnd.ms-office.chartstyle+xml"/>
  <Override PartName="/ppt/charts/colors90.xml" ContentType="application/vnd.ms-office.chartcolorstyle+xml"/>
  <Override PartName="/ppt/charts/chart91.xml" ContentType="application/vnd.openxmlformats-officedocument.drawingml.chart+xml"/>
  <Override PartName="/ppt/charts/style91.xml" ContentType="application/vnd.ms-office.chartstyle+xml"/>
  <Override PartName="/ppt/charts/colors91.xml" ContentType="application/vnd.ms-office.chartcolorstyle+xml"/>
  <Override PartName="/ppt/charts/chart92.xml" ContentType="application/vnd.openxmlformats-officedocument.drawingml.chart+xml"/>
  <Override PartName="/ppt/charts/style92.xml" ContentType="application/vnd.ms-office.chartstyle+xml"/>
  <Override PartName="/ppt/charts/colors92.xml" ContentType="application/vnd.ms-office.chartcolorstyle+xml"/>
  <Override PartName="/ppt/charts/chart93.xml" ContentType="application/vnd.openxmlformats-officedocument.drawingml.chart+xml"/>
  <Override PartName="/ppt/charts/style93.xml" ContentType="application/vnd.ms-office.chartstyle+xml"/>
  <Override PartName="/ppt/charts/colors93.xml" ContentType="application/vnd.ms-office.chartcolorstyle+xml"/>
  <Override PartName="/ppt/charts/chart94.xml" ContentType="application/vnd.openxmlformats-officedocument.drawingml.chart+xml"/>
  <Override PartName="/ppt/charts/style94.xml" ContentType="application/vnd.ms-office.chartstyle+xml"/>
  <Override PartName="/ppt/charts/colors94.xml" ContentType="application/vnd.ms-office.chartcolorstyle+xml"/>
  <Override PartName="/ppt/charts/chart95.xml" ContentType="application/vnd.openxmlformats-officedocument.drawingml.chart+xml"/>
  <Override PartName="/ppt/charts/style95.xml" ContentType="application/vnd.ms-office.chartstyle+xml"/>
  <Override PartName="/ppt/charts/colors95.xml" ContentType="application/vnd.ms-office.chartcolorstyle+xml"/>
  <Override PartName="/ppt/charts/chart96.xml" ContentType="application/vnd.openxmlformats-officedocument.drawingml.chart+xml"/>
  <Override PartName="/ppt/charts/style96.xml" ContentType="application/vnd.ms-office.chartstyle+xml"/>
  <Override PartName="/ppt/charts/colors96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9" r:id="rId2"/>
    <p:sldId id="261" r:id="rId3"/>
    <p:sldId id="260" r:id="rId4"/>
    <p:sldId id="268" r:id="rId5"/>
    <p:sldId id="266" r:id="rId6"/>
    <p:sldId id="267" r:id="rId7"/>
    <p:sldId id="263" r:id="rId8"/>
    <p:sldId id="264" r:id="rId9"/>
    <p:sldId id="265" r:id="rId10"/>
    <p:sldId id="262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A05B"/>
    <a:srgbClr val="B5DBA5"/>
    <a:srgbClr val="F5A987"/>
    <a:srgbClr val="339999"/>
    <a:srgbClr val="EEE3B7"/>
    <a:srgbClr val="005F56"/>
    <a:srgbClr val="C04E3F"/>
    <a:srgbClr val="CB7729"/>
    <a:srgbClr val="FFC3C2"/>
    <a:srgbClr val="9E81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4"/>
    <p:restoredTop sz="94737"/>
  </p:normalViewPr>
  <p:slideViewPr>
    <p:cSldViewPr snapToGrid="0">
      <p:cViewPr>
        <p:scale>
          <a:sx n="80" d="100"/>
          <a:sy n="80" d="100"/>
        </p:scale>
        <p:origin x="872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5.xlsx"/><Relationship Id="rId2" Type="http://schemas.microsoft.com/office/2011/relationships/chartColorStyle" Target="colors46.xml"/><Relationship Id="rId1" Type="http://schemas.microsoft.com/office/2011/relationships/chartStyle" Target="style46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6.xlsx"/><Relationship Id="rId2" Type="http://schemas.microsoft.com/office/2011/relationships/chartColorStyle" Target="colors47.xml"/><Relationship Id="rId1" Type="http://schemas.microsoft.com/office/2011/relationships/chartStyle" Target="style47.xml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7.xlsx"/><Relationship Id="rId2" Type="http://schemas.microsoft.com/office/2011/relationships/chartColorStyle" Target="colors48.xml"/><Relationship Id="rId1" Type="http://schemas.microsoft.com/office/2011/relationships/chartStyle" Target="style48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8.xlsx"/><Relationship Id="rId2" Type="http://schemas.microsoft.com/office/2011/relationships/chartColorStyle" Target="colors49.xml"/><Relationship Id="rId1" Type="http://schemas.microsoft.com/office/2011/relationships/chartStyle" Target="style49.xm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9.xlsx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0.xlsx"/><Relationship Id="rId2" Type="http://schemas.microsoft.com/office/2011/relationships/chartColorStyle" Target="colors51.xml"/><Relationship Id="rId1" Type="http://schemas.microsoft.com/office/2011/relationships/chartStyle" Target="style51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1.xlsx"/><Relationship Id="rId2" Type="http://schemas.microsoft.com/office/2011/relationships/chartColorStyle" Target="colors52.xml"/><Relationship Id="rId1" Type="http://schemas.microsoft.com/office/2011/relationships/chartStyle" Target="style52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2.xlsx"/><Relationship Id="rId2" Type="http://schemas.microsoft.com/office/2011/relationships/chartColorStyle" Target="colors53.xml"/><Relationship Id="rId1" Type="http://schemas.microsoft.com/office/2011/relationships/chartStyle" Target="style53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3.xlsx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5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4.xlsx"/><Relationship Id="rId2" Type="http://schemas.microsoft.com/office/2011/relationships/chartColorStyle" Target="colors55.xml"/><Relationship Id="rId1" Type="http://schemas.microsoft.com/office/2011/relationships/chartStyle" Target="style55.xml"/></Relationships>
</file>

<file path=ppt/charts/_rels/chart5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5.xlsx"/><Relationship Id="rId2" Type="http://schemas.microsoft.com/office/2011/relationships/chartColorStyle" Target="colors56.xml"/><Relationship Id="rId1" Type="http://schemas.microsoft.com/office/2011/relationships/chartStyle" Target="style56.xml"/></Relationships>
</file>

<file path=ppt/charts/_rels/chart5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6.xlsx"/><Relationship Id="rId2" Type="http://schemas.microsoft.com/office/2011/relationships/chartColorStyle" Target="colors57.xml"/><Relationship Id="rId1" Type="http://schemas.microsoft.com/office/2011/relationships/chartStyle" Target="style57.xml"/></Relationships>
</file>

<file path=ppt/charts/_rels/chart5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7.xlsx"/><Relationship Id="rId2" Type="http://schemas.microsoft.com/office/2011/relationships/chartColorStyle" Target="colors58.xml"/><Relationship Id="rId1" Type="http://schemas.microsoft.com/office/2011/relationships/chartStyle" Target="style58.xml"/></Relationships>
</file>

<file path=ppt/charts/_rels/chart5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8.xlsx"/><Relationship Id="rId2" Type="http://schemas.microsoft.com/office/2011/relationships/chartColorStyle" Target="colors59.xml"/><Relationship Id="rId1" Type="http://schemas.microsoft.com/office/2011/relationships/chartStyle" Target="style59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9.xlsx"/><Relationship Id="rId2" Type="http://schemas.microsoft.com/office/2011/relationships/chartColorStyle" Target="colors60.xml"/><Relationship Id="rId1" Type="http://schemas.microsoft.com/office/2011/relationships/chartStyle" Target="style60.xml"/></Relationships>
</file>

<file path=ppt/charts/_rels/chart6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0.xlsx"/><Relationship Id="rId2" Type="http://schemas.microsoft.com/office/2011/relationships/chartColorStyle" Target="colors61.xml"/><Relationship Id="rId1" Type="http://schemas.microsoft.com/office/2011/relationships/chartStyle" Target="style61.xml"/></Relationships>
</file>

<file path=ppt/charts/_rels/chart6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1.xlsx"/><Relationship Id="rId2" Type="http://schemas.microsoft.com/office/2011/relationships/chartColorStyle" Target="colors62.xml"/><Relationship Id="rId1" Type="http://schemas.microsoft.com/office/2011/relationships/chartStyle" Target="style62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2.xlsx"/><Relationship Id="rId2" Type="http://schemas.microsoft.com/office/2011/relationships/chartColorStyle" Target="colors63.xml"/><Relationship Id="rId1" Type="http://schemas.microsoft.com/office/2011/relationships/chartStyle" Target="style63.xm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3.xlsx"/><Relationship Id="rId2" Type="http://schemas.microsoft.com/office/2011/relationships/chartColorStyle" Target="colors64.xml"/><Relationship Id="rId1" Type="http://schemas.microsoft.com/office/2011/relationships/chartStyle" Target="style64.xm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4.xlsx"/><Relationship Id="rId2" Type="http://schemas.microsoft.com/office/2011/relationships/chartColorStyle" Target="colors65.xml"/><Relationship Id="rId1" Type="http://schemas.microsoft.com/office/2011/relationships/chartStyle" Target="style65.xml"/></Relationships>
</file>

<file path=ppt/charts/_rels/chart6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5.xlsx"/><Relationship Id="rId2" Type="http://schemas.microsoft.com/office/2011/relationships/chartColorStyle" Target="colors66.xml"/><Relationship Id="rId1" Type="http://schemas.microsoft.com/office/2011/relationships/chartStyle" Target="style66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6.xlsx"/><Relationship Id="rId2" Type="http://schemas.microsoft.com/office/2011/relationships/chartColorStyle" Target="colors67.xml"/><Relationship Id="rId1" Type="http://schemas.microsoft.com/office/2011/relationships/chartStyle" Target="style67.xm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7.xlsx"/><Relationship Id="rId2" Type="http://schemas.microsoft.com/office/2011/relationships/chartColorStyle" Target="colors68.xml"/><Relationship Id="rId1" Type="http://schemas.microsoft.com/office/2011/relationships/chartStyle" Target="style68.xm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8.xlsx"/><Relationship Id="rId2" Type="http://schemas.microsoft.com/office/2011/relationships/chartColorStyle" Target="colors69.xml"/><Relationship Id="rId1" Type="http://schemas.microsoft.com/office/2011/relationships/chartStyle" Target="style69.xml"/></Relationships>
</file>

<file path=ppt/charts/_rels/chart7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9.xlsx"/><Relationship Id="rId2" Type="http://schemas.microsoft.com/office/2011/relationships/chartColorStyle" Target="colors70.xml"/><Relationship Id="rId1" Type="http://schemas.microsoft.com/office/2011/relationships/chartStyle" Target="style70.xml"/></Relationships>
</file>

<file path=ppt/charts/_rels/chart7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0.xlsx"/><Relationship Id="rId2" Type="http://schemas.microsoft.com/office/2011/relationships/chartColorStyle" Target="colors71.xml"/><Relationship Id="rId1" Type="http://schemas.microsoft.com/office/2011/relationships/chartStyle" Target="style71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1.xlsx"/><Relationship Id="rId2" Type="http://schemas.microsoft.com/office/2011/relationships/chartColorStyle" Target="colors72.xml"/><Relationship Id="rId1" Type="http://schemas.microsoft.com/office/2011/relationships/chartStyle" Target="style72.xm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2.xlsx"/><Relationship Id="rId2" Type="http://schemas.microsoft.com/office/2011/relationships/chartColorStyle" Target="colors73.xml"/><Relationship Id="rId1" Type="http://schemas.microsoft.com/office/2011/relationships/chartStyle" Target="style73.xml"/></Relationships>
</file>

<file path=ppt/charts/_rels/chart7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3.xlsx"/><Relationship Id="rId2" Type="http://schemas.microsoft.com/office/2011/relationships/chartColorStyle" Target="colors74.xml"/><Relationship Id="rId1" Type="http://schemas.microsoft.com/office/2011/relationships/chartStyle" Target="style74.xml"/></Relationships>
</file>

<file path=ppt/charts/_rels/chart7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4.xlsx"/><Relationship Id="rId2" Type="http://schemas.microsoft.com/office/2011/relationships/chartColorStyle" Target="colors75.xml"/><Relationship Id="rId1" Type="http://schemas.microsoft.com/office/2011/relationships/chartStyle" Target="style75.xml"/></Relationships>
</file>

<file path=ppt/charts/_rels/chart7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5.xlsx"/><Relationship Id="rId2" Type="http://schemas.microsoft.com/office/2011/relationships/chartColorStyle" Target="colors76.xml"/><Relationship Id="rId1" Type="http://schemas.microsoft.com/office/2011/relationships/chartStyle" Target="style76.xml"/></Relationships>
</file>

<file path=ppt/charts/_rels/chart7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6.xlsx"/><Relationship Id="rId2" Type="http://schemas.microsoft.com/office/2011/relationships/chartColorStyle" Target="colors77.xml"/><Relationship Id="rId1" Type="http://schemas.microsoft.com/office/2011/relationships/chartStyle" Target="style77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7.xlsx"/><Relationship Id="rId2" Type="http://schemas.microsoft.com/office/2011/relationships/chartColorStyle" Target="colors78.xml"/><Relationship Id="rId1" Type="http://schemas.microsoft.com/office/2011/relationships/chartStyle" Target="style78.xml"/></Relationships>
</file>

<file path=ppt/charts/_rels/chart7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8.xlsx"/><Relationship Id="rId2" Type="http://schemas.microsoft.com/office/2011/relationships/chartColorStyle" Target="colors79.xml"/><Relationship Id="rId1" Type="http://schemas.microsoft.com/office/2011/relationships/chartStyle" Target="style79.xml"/></Relationships>
</file>

<file path=ppt/charts/_rels/chart8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9.xlsx"/><Relationship Id="rId2" Type="http://schemas.microsoft.com/office/2011/relationships/chartColorStyle" Target="colors80.xml"/><Relationship Id="rId1" Type="http://schemas.microsoft.com/office/2011/relationships/chartStyle" Target="style80.xml"/></Relationships>
</file>

<file path=ppt/charts/_rels/chart8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0.xlsx"/><Relationship Id="rId2" Type="http://schemas.microsoft.com/office/2011/relationships/chartColorStyle" Target="colors81.xml"/><Relationship Id="rId1" Type="http://schemas.microsoft.com/office/2011/relationships/chartStyle" Target="style81.xml"/></Relationships>
</file>

<file path=ppt/charts/_rels/chart8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1.xlsx"/><Relationship Id="rId2" Type="http://schemas.microsoft.com/office/2011/relationships/chartColorStyle" Target="colors82.xml"/><Relationship Id="rId1" Type="http://schemas.microsoft.com/office/2011/relationships/chartStyle" Target="style82.xml"/></Relationships>
</file>

<file path=ppt/charts/_rels/chart8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2.xlsx"/><Relationship Id="rId2" Type="http://schemas.microsoft.com/office/2011/relationships/chartColorStyle" Target="colors83.xml"/><Relationship Id="rId1" Type="http://schemas.microsoft.com/office/2011/relationships/chartStyle" Target="style83.xml"/></Relationships>
</file>

<file path=ppt/charts/_rels/chart8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3.xlsx"/><Relationship Id="rId2" Type="http://schemas.microsoft.com/office/2011/relationships/chartColorStyle" Target="colors84.xml"/><Relationship Id="rId1" Type="http://schemas.microsoft.com/office/2011/relationships/chartStyle" Target="style84.xml"/></Relationships>
</file>

<file path=ppt/charts/_rels/chart8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4.xlsx"/><Relationship Id="rId2" Type="http://schemas.microsoft.com/office/2011/relationships/chartColorStyle" Target="colors85.xml"/><Relationship Id="rId1" Type="http://schemas.microsoft.com/office/2011/relationships/chartStyle" Target="style85.xml"/></Relationships>
</file>

<file path=ppt/charts/_rels/chart8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5.xlsx"/><Relationship Id="rId2" Type="http://schemas.microsoft.com/office/2011/relationships/chartColorStyle" Target="colors86.xml"/><Relationship Id="rId1" Type="http://schemas.microsoft.com/office/2011/relationships/chartStyle" Target="style86.xml"/></Relationships>
</file>

<file path=ppt/charts/_rels/chart8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6.xlsx"/><Relationship Id="rId2" Type="http://schemas.microsoft.com/office/2011/relationships/chartColorStyle" Target="colors87.xml"/><Relationship Id="rId1" Type="http://schemas.microsoft.com/office/2011/relationships/chartStyle" Target="style87.xml"/></Relationships>
</file>

<file path=ppt/charts/_rels/chart8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7.xlsx"/><Relationship Id="rId2" Type="http://schemas.microsoft.com/office/2011/relationships/chartColorStyle" Target="colors88.xml"/><Relationship Id="rId1" Type="http://schemas.microsoft.com/office/2011/relationships/chartStyle" Target="style88.xml"/></Relationships>
</file>

<file path=ppt/charts/_rels/chart8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8.xlsx"/><Relationship Id="rId2" Type="http://schemas.microsoft.com/office/2011/relationships/chartColorStyle" Target="colors89.xml"/><Relationship Id="rId1" Type="http://schemas.microsoft.com/office/2011/relationships/chartStyle" Target="style89.xml"/></Relationships>
</file>

<file path=ppt/charts/_rels/chart9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9.xlsx"/><Relationship Id="rId2" Type="http://schemas.microsoft.com/office/2011/relationships/chartColorStyle" Target="colors90.xml"/><Relationship Id="rId1" Type="http://schemas.microsoft.com/office/2011/relationships/chartStyle" Target="style90.xml"/></Relationships>
</file>

<file path=ppt/charts/_rels/chart9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0.xlsx"/><Relationship Id="rId2" Type="http://schemas.microsoft.com/office/2011/relationships/chartColorStyle" Target="colors91.xml"/><Relationship Id="rId1" Type="http://schemas.microsoft.com/office/2011/relationships/chartStyle" Target="style91.xml"/></Relationships>
</file>

<file path=ppt/charts/_rels/chart9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1.xlsx"/><Relationship Id="rId2" Type="http://schemas.microsoft.com/office/2011/relationships/chartColorStyle" Target="colors92.xml"/><Relationship Id="rId1" Type="http://schemas.microsoft.com/office/2011/relationships/chartStyle" Target="style92.xml"/></Relationships>
</file>

<file path=ppt/charts/_rels/chart9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2.xlsx"/><Relationship Id="rId2" Type="http://schemas.microsoft.com/office/2011/relationships/chartColorStyle" Target="colors93.xml"/><Relationship Id="rId1" Type="http://schemas.microsoft.com/office/2011/relationships/chartStyle" Target="style93.xml"/></Relationships>
</file>

<file path=ppt/charts/_rels/chart9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3.xlsx"/><Relationship Id="rId2" Type="http://schemas.microsoft.com/office/2011/relationships/chartColorStyle" Target="colors94.xml"/><Relationship Id="rId1" Type="http://schemas.microsoft.com/office/2011/relationships/chartStyle" Target="style94.xml"/></Relationships>
</file>

<file path=ppt/charts/_rels/chart9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4.xlsx"/><Relationship Id="rId2" Type="http://schemas.microsoft.com/office/2011/relationships/chartColorStyle" Target="colors95.xml"/><Relationship Id="rId1" Type="http://schemas.microsoft.com/office/2011/relationships/chartStyle" Target="style95.xml"/></Relationships>
</file>

<file path=ppt/charts/_rels/chart9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5.xlsx"/><Relationship Id="rId2" Type="http://schemas.microsoft.com/office/2011/relationships/chartColorStyle" Target="colors96.xml"/><Relationship Id="rId1" Type="http://schemas.microsoft.com/office/2011/relationships/chartStyle" Target="style9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096972228189195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Rank‐based Measures</c:v>
                </c:pt>
                <c:pt idx="1">
                  <c:v>Regression‐based Measures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0.63448275862068904</c:v>
                </c:pt>
                <c:pt idx="1">
                  <c:v>0.32183908045977</c:v>
                </c:pt>
                <c:pt idx="2">
                  <c:v>2.2988505747126398E-2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168963194153937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773946943664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291839108514165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Transition Matrix / Probability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0.53987730061349604</c:v>
                </c:pt>
                <c:pt idx="1">
                  <c:v>0.214723926380368</c:v>
                </c:pt>
                <c:pt idx="2">
                  <c:v>9.2024539877300596E-2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398980611805828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31847368431553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0.90454545454545399</c:v>
                </c:pt>
                <c:pt idx="1">
                  <c:v>5.4545454545454501E-2</c:v>
                </c:pt>
                <c:pt idx="2">
                  <c:v>4.0909090909090902E-2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FC3C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18143354125004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966241411714318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418531078105432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Multigenerational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0.58823529411764697</c:v>
                </c:pt>
                <c:pt idx="1">
                  <c:v>0.23529411764705799</c:v>
                </c:pt>
                <c:pt idx="2">
                  <c:v>0.11764705882352899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3655153104418783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Others</c:v>
                </c:pt>
                <c:pt idx="2">
                  <c:v>Non‐parametric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0.91262135922330101</c:v>
                </c:pt>
                <c:pt idx="1">
                  <c:v>4.85436893203883E-2</c:v>
                </c:pt>
                <c:pt idx="2">
                  <c:v>2.9126213592233E-2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503561673717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50702724775162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17"/>
                  <c:y val="-2.19054146045296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60700483557641"/>
                      <c:h val="0.177799523485364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Rank‐based Measures</c:v>
                </c:pt>
                <c:pt idx="1">
                  <c:v>Regression‐based Measures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0.59090909090909005</c:v>
                </c:pt>
                <c:pt idx="1">
                  <c:v>0.22727272727272699</c:v>
                </c:pt>
                <c:pt idx="2">
                  <c:v>0.18181818181818099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430697497484449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4790599123331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2347844939670008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4.8945663443614076E-2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Absolute Mobility Measures</c:v>
                </c:pt>
                <c:pt idx="1">
                  <c:v>Rank‐based Measures</c:v>
                </c:pt>
                <c:pt idx="2">
                  <c:v>Regression‐based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0.38888888888888801</c:v>
                </c:pt>
                <c:pt idx="1">
                  <c:v>0.31481481481481399</c:v>
                </c:pt>
                <c:pt idx="2">
                  <c:v>0.18518518518518501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112131371259344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08472068244740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0.79735682819383202</c:v>
                </c:pt>
                <c:pt idx="1">
                  <c:v>0.11453744493392</c:v>
                </c:pt>
                <c:pt idx="2">
                  <c:v>3.5242290748898598E-2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164377676409423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761772543688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3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0.77083333333333304</c:v>
                </c:pt>
                <c:pt idx="1">
                  <c:v>0.16666666666666599</c:v>
                </c:pt>
                <c:pt idx="2">
                  <c:v>4.1666666666666602E-2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791344644055419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43666897882282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Others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0.70512820512820495</c:v>
                </c:pt>
                <c:pt idx="1">
                  <c:v>0.21153846153846101</c:v>
                </c:pt>
                <c:pt idx="2">
                  <c:v>5.7692307692307598E-2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900978088607233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Non‐parametric Approaches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0.82191780821917804</c:v>
                </c:pt>
                <c:pt idx="1">
                  <c:v>8.2191780821917804E-2</c:v>
                </c:pt>
                <c:pt idx="2">
                  <c:v>6.8493150684931503E-2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309748897181319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017041898796727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Transition Matrix / Probability Measures</c:v>
                </c:pt>
                <c:pt idx="2">
                  <c:v>Rank‐based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0.68449197860962496</c:v>
                </c:pt>
                <c:pt idx="1">
                  <c:v>0.23529411764705799</c:v>
                </c:pt>
                <c:pt idx="2">
                  <c:v>5.3475935828876997E-2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9009780886072331"/>
                  <c:y val="-7.300654977646128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177799523485364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08472068244740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9252989564705017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0.46511627906976699</c:v>
                </c:pt>
                <c:pt idx="1">
                  <c:v>0.22093023255813901</c:v>
                </c:pt>
                <c:pt idx="2">
                  <c:v>0.127906976744186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1979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041205814928635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Decomposition / Structural Approaches</c:v>
                </c:pt>
                <c:pt idx="1">
                  <c:v>Regression‐based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0.959537572254335</c:v>
                </c:pt>
                <c:pt idx="1">
                  <c:v>4.0462427745664699E-2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265894854310885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61856007427275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87453704227122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0.54761904761904701</c:v>
                </c:pt>
                <c:pt idx="1">
                  <c:v>0.14285714285714199</c:v>
                </c:pt>
                <c:pt idx="2">
                  <c:v>0.119047619047619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018239653322887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6055955952427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868244341923336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9860698687923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Absolute Mobility Measures</c:v>
                </c:pt>
                <c:pt idx="1">
                  <c:v>Regression‐based Measures</c:v>
                </c:pt>
                <c:pt idx="2">
                  <c:v>Non‐parametric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0.46280991735537103</c:v>
                </c:pt>
                <c:pt idx="1">
                  <c:v>0.43801652892561899</c:v>
                </c:pt>
                <c:pt idx="2">
                  <c:v>8.2644628099173501E-2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59126975945816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0.56551724137931003</c:v>
                </c:pt>
                <c:pt idx="1">
                  <c:v>0.108045977011494</c:v>
                </c:pt>
                <c:pt idx="2">
                  <c:v>8.9655172413793102E-2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210128441050326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17"/>
                  <c:y val="-2.9207219472706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163195913749011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0.49079754601226899</c:v>
                </c:pt>
                <c:pt idx="1">
                  <c:v>0.16564417177914101</c:v>
                </c:pt>
                <c:pt idx="2">
                  <c:v>0.104294478527607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59126975945816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0.71014492753623104</c:v>
                </c:pt>
                <c:pt idx="1">
                  <c:v>9.4202898550724598E-2</c:v>
                </c:pt>
                <c:pt idx="2">
                  <c:v>5.0724637681159403E-2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141579772380086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1658820188515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641931916201076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631836461616323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986069868792343"/>
                  <c:y val="2.9207219472706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605313614166093"/>
                      <c:h val="0.280024791639835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0.41176470588235198</c:v>
                </c:pt>
                <c:pt idx="1">
                  <c:v>0.23529411764705799</c:v>
                </c:pt>
                <c:pt idx="2">
                  <c:v>0.11764705882352899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9432087451376553"/>
                  <c:y val="-7.301804868176549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62218659033671"/>
                      <c:h val="0.2654211819034827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0.71359223300970798</c:v>
                </c:pt>
                <c:pt idx="1">
                  <c:v>7.7669902912621297E-2</c:v>
                </c:pt>
                <c:pt idx="2">
                  <c:v>5.8252427184466E-2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896497648716753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133390350261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3327815637579824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8.6953254320994225E-2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Rank‐based Measures</c:v>
                </c:pt>
                <c:pt idx="1">
                  <c:v>Regression‐based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0.36363636363636298</c:v>
                </c:pt>
                <c:pt idx="1">
                  <c:v>0.31818181818181801</c:v>
                </c:pt>
                <c:pt idx="2">
                  <c:v>0.18181818181818099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777766324143898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4805662499243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925298956470501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0.46296296296296202</c:v>
                </c:pt>
                <c:pt idx="1">
                  <c:v>0.25925925925925902</c:v>
                </c:pt>
                <c:pt idx="2">
                  <c:v>0.11111111111111099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591269759458162"/>
                  <c:y val="-1.460418468161824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117870678711385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0.68722466960352402</c:v>
                </c:pt>
                <c:pt idx="1">
                  <c:v>7.4889867841409594E-2</c:v>
                </c:pt>
                <c:pt idx="2">
                  <c:v>5.7268722466960298E-2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925868239021526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773946943664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2009760269531346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0.51388888888888795</c:v>
                </c:pt>
                <c:pt idx="1">
                  <c:v>0.13888888888888801</c:v>
                </c:pt>
                <c:pt idx="2">
                  <c:v>0.11111111111111099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379051067172015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0.55769230769230704</c:v>
                </c:pt>
                <c:pt idx="1">
                  <c:v>0.17948717948717899</c:v>
                </c:pt>
                <c:pt idx="2">
                  <c:v>7.69230769230769E-2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8013576324762388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0.63013698630136905</c:v>
                </c:pt>
                <c:pt idx="1">
                  <c:v>8.2191780821917804E-2</c:v>
                </c:pt>
                <c:pt idx="2">
                  <c:v>8.2191780821917804E-2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503561673717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Others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0.61497326203208502</c:v>
                </c:pt>
                <c:pt idx="1">
                  <c:v>9.0909090909090898E-2</c:v>
                </c:pt>
                <c:pt idx="2">
                  <c:v>8.0213903743315496E-2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1678977845199036"/>
                  <c:y val="-1.460360973635316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61856007427275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3763004215750108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31836461616323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Rank‐based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0.47674418604651098</c:v>
                </c:pt>
                <c:pt idx="1">
                  <c:v>0.17441860465116199</c:v>
                </c:pt>
                <c:pt idx="2">
                  <c:v>0.13953488372093001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1979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223664197780462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92933381305585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Rank‐based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0.60115606936416099</c:v>
                </c:pt>
                <c:pt idx="1">
                  <c:v>0.13294797687861201</c:v>
                </c:pt>
                <c:pt idx="2">
                  <c:v>8.6705202312138699E-2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503561673717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87453704227122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0.52380952380952295</c:v>
                </c:pt>
                <c:pt idx="1">
                  <c:v>0.19047619047618999</c:v>
                </c:pt>
                <c:pt idx="2">
                  <c:v>9.5238095238095205E-2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4635123802328605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702015068165510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92933381305585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45223047696699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0.53719008264462798</c:v>
                </c:pt>
                <c:pt idx="1">
                  <c:v>0.132231404958677</c:v>
                </c:pt>
                <c:pt idx="2">
                  <c:v>0.107438016528925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096972228189195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Rank‐based Measures</c:v>
                </c:pt>
                <c:pt idx="1">
                  <c:v>Regression‐based Measures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0.70262390670553898</c:v>
                </c:pt>
                <c:pt idx="1">
                  <c:v>0.25364431486880401</c:v>
                </c:pt>
                <c:pt idx="2">
                  <c:v>2.9154518950437299E-2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168963194153937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773946943664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14145673818389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Transition Matrix / Probability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0.55797101449275299</c:v>
                </c:pt>
                <c:pt idx="1">
                  <c:v>0.18115942028985499</c:v>
                </c:pt>
                <c:pt idx="2">
                  <c:v>0.101449275362318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398980611805828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31847368431553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017041898796727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247429749136599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Absolute Mobility Measures</c:v>
                </c:pt>
                <c:pt idx="1">
                  <c:v>Rank‐based Measures</c:v>
                </c:pt>
                <c:pt idx="2">
                  <c:v>Regression‐based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0.37777777777777699</c:v>
                </c:pt>
                <c:pt idx="1">
                  <c:v>0.37777777777777699</c:v>
                </c:pt>
                <c:pt idx="2">
                  <c:v>0.155555555555555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FC3C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18143354125004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966241411714318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418531078105432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Multigenerational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0.53846153846153799</c:v>
                </c:pt>
                <c:pt idx="1">
                  <c:v>0.30769230769230699</c:v>
                </c:pt>
                <c:pt idx="2">
                  <c:v>7.69230769230769E-2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3655153104418783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2558758804426836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0.47368421052631499</c:v>
                </c:pt>
                <c:pt idx="1">
                  <c:v>0.157894736842105</c:v>
                </c:pt>
                <c:pt idx="2">
                  <c:v>0.157894736842105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503561673717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7837830288624923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17"/>
                  <c:y val="-2.19054146045296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60700483557641"/>
                      <c:h val="0.177799523485364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0.79891304347825998</c:v>
                </c:pt>
                <c:pt idx="1">
                  <c:v>0.141304347826086</c:v>
                </c:pt>
                <c:pt idx="2">
                  <c:v>2.7173913043478201E-2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430697497484449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4790599123331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74155237233207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2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Rank‐based Measures</c:v>
                </c:pt>
                <c:pt idx="1">
                  <c:v>Regression‐based Measures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0.68421052631578905</c:v>
                </c:pt>
                <c:pt idx="1">
                  <c:v>0.157894736842105</c:v>
                </c:pt>
                <c:pt idx="2">
                  <c:v>0.157894736842105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112131371259344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08472068244740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Others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0.75193798449612403</c:v>
                </c:pt>
                <c:pt idx="1">
                  <c:v>0.193798449612403</c:v>
                </c:pt>
                <c:pt idx="2">
                  <c:v>3.8759689922480599E-2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164377676409423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761772543688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3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Transition Matrix / Probability Measures</c:v>
                </c:pt>
                <c:pt idx="2">
                  <c:v>Rank‐based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0.69536423841059603</c:v>
                </c:pt>
                <c:pt idx="1">
                  <c:v>0.25165562913907202</c:v>
                </c:pt>
                <c:pt idx="2">
                  <c:v>5.2980132450331098E-2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791344644055419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43666897882282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883068299940079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0.58620689655172398</c:v>
                </c:pt>
                <c:pt idx="1">
                  <c:v>0.20689655172413701</c:v>
                </c:pt>
                <c:pt idx="2">
                  <c:v>6.8965517241379296E-2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900978088607233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84E-2"/>
                  <c:y val="-1.460360973635312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453897091538104"/>
                      <c:h val="0.192403133221717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0.70526315789473604</c:v>
                </c:pt>
                <c:pt idx="1">
                  <c:v>0.231578947368421</c:v>
                </c:pt>
                <c:pt idx="2">
                  <c:v>5.2631578947368397E-2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309748897181319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017041898796727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0.90862944162436499</c:v>
                </c:pt>
                <c:pt idx="1">
                  <c:v>6.0913705583756299E-2</c:v>
                </c:pt>
                <c:pt idx="2">
                  <c:v>3.0456852791878101E-2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9009780886072331"/>
                  <c:y val="-7.300654977646128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177799523485364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08472068244740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9252989564705017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Non‐parametric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0.46078431372549</c:v>
                </c:pt>
                <c:pt idx="1">
                  <c:v>0.441176470588235</c:v>
                </c:pt>
                <c:pt idx="2">
                  <c:v>8.8235294117646995E-2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265894854310885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61856007427275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87453704227122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Non‐parametric Approaches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0.763636363636363</c:v>
                </c:pt>
                <c:pt idx="1">
                  <c:v>0.109090909090909</c:v>
                </c:pt>
                <c:pt idx="2">
                  <c:v>9.0909090909090898E-2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1979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018239653322887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6055955952427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868244341923336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9860698687923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Decomposition / Structural Approaches</c:v>
                </c:pt>
                <c:pt idx="1">
                  <c:v>Regression‐based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0.96153846153846101</c:v>
                </c:pt>
                <c:pt idx="1">
                  <c:v>3.8461538461538401E-2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59126975945816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0.658119658119658</c:v>
                </c:pt>
                <c:pt idx="1">
                  <c:v>0.128205128205128</c:v>
                </c:pt>
                <c:pt idx="2">
                  <c:v>7.69230769230769E-2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210128441050326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17"/>
                  <c:y val="-2.9207219472706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163195913749011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Others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0.67063492063492003</c:v>
                </c:pt>
                <c:pt idx="1">
                  <c:v>0.107142857142857</c:v>
                </c:pt>
                <c:pt idx="2">
                  <c:v>9.5238095238095205E-2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59126975945816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304086663957697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1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0.54887218045112696</c:v>
                </c:pt>
                <c:pt idx="1">
                  <c:v>0.18796992481203001</c:v>
                </c:pt>
                <c:pt idx="2">
                  <c:v>0.112781954887218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141579772380086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1658820188515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641931916201076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631836461616323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986069868792343"/>
                  <c:y val="2.9207219472706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605313614166093"/>
                      <c:h val="0.280024791639835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0.51677852348993203</c:v>
                </c:pt>
                <c:pt idx="1">
                  <c:v>0.194630872483221</c:v>
                </c:pt>
                <c:pt idx="2">
                  <c:v>0.15436241610738199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9432087451376553"/>
                  <c:y val="-7.301804868176549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62218659033671"/>
                      <c:h val="0.2654211819034827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02992391166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Rank‐based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</c:v>
                </c:pt>
                <c:pt idx="1">
                  <c:v>0.13392857142857101</c:v>
                </c:pt>
                <c:pt idx="2">
                  <c:v>0.125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896497648716753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133390350261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3327815637579824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3763004215750108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0.67857142857142805</c:v>
                </c:pt>
                <c:pt idx="1">
                  <c:v>0.15476190476190399</c:v>
                </c:pt>
                <c:pt idx="2">
                  <c:v>8.3333333333333301E-2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777766324143898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4805662499243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925298956470501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0.60569105691056901</c:v>
                </c:pt>
                <c:pt idx="1">
                  <c:v>0.23577235772357699</c:v>
                </c:pt>
                <c:pt idx="2">
                  <c:v>0.109756097560975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591269759458162"/>
                  <c:y val="-1.460418468161824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117870678711385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Others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0.921875</c:v>
                </c:pt>
                <c:pt idx="1">
                  <c:v>3.90625E-2</c:v>
                </c:pt>
                <c:pt idx="2">
                  <c:v>2.34375E-2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FC3C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925868239021526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773946943664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2009760269531346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Multigenerational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0.83695652173913004</c:v>
                </c:pt>
                <c:pt idx="1">
                  <c:v>8.6956521739130405E-2</c:v>
                </c:pt>
                <c:pt idx="2">
                  <c:v>4.3478260869565202E-2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379051067172015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0.570754716981132</c:v>
                </c:pt>
                <c:pt idx="1">
                  <c:v>0.179245283018867</c:v>
                </c:pt>
                <c:pt idx="2">
                  <c:v>0.113207547169811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>
                  <a:alpha val="99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8013576324762388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43934846410094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0.77622377622377603</c:v>
                </c:pt>
                <c:pt idx="1">
                  <c:v>8.3916083916083906E-2</c:v>
                </c:pt>
                <c:pt idx="2">
                  <c:v>4.8951048951048903E-2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503561673717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08472068244740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Transition Matrix / Probability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0.47826086956521702</c:v>
                </c:pt>
                <c:pt idx="1">
                  <c:v>0.47826086956521702</c:v>
                </c:pt>
                <c:pt idx="2">
                  <c:v>4.3478260869565202E-2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1678977845199036"/>
                  <c:y val="-1.460360973635316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61856007427275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3763004215750108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31836461616323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Non‐parametric Approaches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0.71717171717171702</c:v>
                </c:pt>
                <c:pt idx="1">
                  <c:v>0.23232323232323199</c:v>
                </c:pt>
                <c:pt idx="2">
                  <c:v>3.03030303030303E-2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223664197780462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92933381305585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Regression‐based Measures</c:v>
                </c:pt>
                <c:pt idx="1">
                  <c:v>Non‐parametric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0.81818181818181801</c:v>
                </c:pt>
                <c:pt idx="1">
                  <c:v>0.18181818181818099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503561673717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87453704227122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Non‐parametric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0.77099236641221303</c:v>
                </c:pt>
                <c:pt idx="1">
                  <c:v>9.1603053435114504E-2</c:v>
                </c:pt>
                <c:pt idx="2">
                  <c:v>6.1068702290076299E-2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1979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4635123802328605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702015068165510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92933381305585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45223047696699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</c:numCache>
            </c:numRef>
          </c:cat>
          <c:val>
            <c:numRef>
              <c:f>Sheet1!$B$2:$B$4</c:f>
              <c:numCache>
                <c:formatCode>0%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309748897181319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017041898796727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Non‐parametric Approaches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0.95580110497237503</c:v>
                </c:pt>
                <c:pt idx="1">
                  <c:v>2.7624309392265099E-2</c:v>
                </c:pt>
                <c:pt idx="2">
                  <c:v>1.1049723756906001E-2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816516775546387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Rank‐based Measures</c:v>
                </c:pt>
                <c:pt idx="1">
                  <c:v>Regression‐based Measures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0.70262390670553898</c:v>
                </c:pt>
                <c:pt idx="1">
                  <c:v>0.25364431486880401</c:v>
                </c:pt>
                <c:pt idx="2">
                  <c:v>2.9154518950437299E-2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4E1A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2101284410503261"/>
                  <c:y val="7.301804868176549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848051165529041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773946943664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14145673818389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Transition Matrix / Probability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0.55797101449275299</c:v>
                </c:pt>
                <c:pt idx="1">
                  <c:v>0.18115942028985499</c:v>
                </c:pt>
                <c:pt idx="2">
                  <c:v>0.101449275362318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3989806118058288"/>
                  <c:y val="-6.6932438082382075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31847368431553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017041898796727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247429749136599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Absolute Mobility Measures</c:v>
                </c:pt>
                <c:pt idx="1">
                  <c:v>Rank‐based Measures</c:v>
                </c:pt>
                <c:pt idx="2">
                  <c:v>Regression‐based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0.37777777777777699</c:v>
                </c:pt>
                <c:pt idx="1">
                  <c:v>0.37777777777777699</c:v>
                </c:pt>
                <c:pt idx="2">
                  <c:v>0.155555555555555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FC3C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18143354125004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966241411714318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418531078105432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Multigenerational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0.53846153846153799</c:v>
                </c:pt>
                <c:pt idx="1">
                  <c:v>0.30769230769230699</c:v>
                </c:pt>
                <c:pt idx="2">
                  <c:v>7.69230769230769E-2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3655153104418783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2558758804426836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0.47368421052631499</c:v>
                </c:pt>
                <c:pt idx="1">
                  <c:v>0.157894736842105</c:v>
                </c:pt>
                <c:pt idx="2">
                  <c:v>0.157894736842105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478671523303008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7837830288624923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17"/>
                  <c:y val="-2.19054146045296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60700483557641"/>
                      <c:h val="0.177799523485364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0.79891304347825998</c:v>
                </c:pt>
                <c:pt idx="1">
                  <c:v>0.141304347826086</c:v>
                </c:pt>
                <c:pt idx="2">
                  <c:v>2.7173913043478201E-2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727938804785962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4790599123331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74155237233207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2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Rank‐based Measures</c:v>
                </c:pt>
                <c:pt idx="1">
                  <c:v>Regression‐based Measures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0.68421052631578905</c:v>
                </c:pt>
                <c:pt idx="1">
                  <c:v>0.157894736842105</c:v>
                </c:pt>
                <c:pt idx="2">
                  <c:v>0.157894736842105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112131371259344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08472068244740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Others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0.75193798449612403</c:v>
                </c:pt>
                <c:pt idx="1">
                  <c:v>0.193798449612403</c:v>
                </c:pt>
                <c:pt idx="2">
                  <c:v>3.8759689922480599E-2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853603937626318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761772543688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3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Transition Matrix / Probability Measures</c:v>
                </c:pt>
                <c:pt idx="2">
                  <c:v>Rank‐based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0.69536423841059603</c:v>
                </c:pt>
                <c:pt idx="1">
                  <c:v>0.25165562913907202</c:v>
                </c:pt>
                <c:pt idx="2">
                  <c:v>5.2980132450331098E-2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791344644055419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43666897882282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883068299940079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0.58620689655172398</c:v>
                </c:pt>
                <c:pt idx="1">
                  <c:v>0.20689655172413701</c:v>
                </c:pt>
                <c:pt idx="2">
                  <c:v>6.8965517241379296E-2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900978088607233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773946943664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84E-2"/>
                  <c:y val="-1.4603609736353121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453897091538104"/>
                      <c:h val="0.192403133221717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0.70526315789473604</c:v>
                </c:pt>
                <c:pt idx="1">
                  <c:v>0.231578947368421</c:v>
                </c:pt>
                <c:pt idx="2">
                  <c:v>5.2631578947368397E-2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B772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309748897181319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017041898796727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Transition Matrix / Probability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0.90862944162436499</c:v>
                </c:pt>
                <c:pt idx="1">
                  <c:v>6.0913705583756299E-2</c:v>
                </c:pt>
                <c:pt idx="2">
                  <c:v>3.0456852791878101E-2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9009780886072331"/>
                  <c:y val="-7.300654977646128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177799523485364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1503231809061576"/>
                  <c:y val="-7.302379813441760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55597897080197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9252989564705017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Absolute Mobility Measures</c:v>
                </c:pt>
                <c:pt idx="2">
                  <c:v>Non‐parametric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0.46078431372549</c:v>
                </c:pt>
                <c:pt idx="1">
                  <c:v>0.441176470588235</c:v>
                </c:pt>
                <c:pt idx="2">
                  <c:v>8.8235294117646995E-2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265894854310885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61856007427275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87453704227122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Non‐parametric Approaches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0.763636363636363</c:v>
                </c:pt>
                <c:pt idx="1">
                  <c:v>0.109090909090909</c:v>
                </c:pt>
                <c:pt idx="2">
                  <c:v>9.0909090909090898E-2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1979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285159349235558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6055955952427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868244341923336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98606986879234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2"/>
                <c:pt idx="0">
                  <c:v>Decomposition / Structural Approaches</c:v>
                </c:pt>
                <c:pt idx="1">
                  <c:v>Regression‐based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0.96153846153846101</c:v>
                </c:pt>
                <c:pt idx="1">
                  <c:v>3.8461538461538401E-2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59126975945816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0.58309037900874605</c:v>
                </c:pt>
                <c:pt idx="1">
                  <c:v>0.119533527696793</c:v>
                </c:pt>
                <c:pt idx="2">
                  <c:v>8.16326530612244E-2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210128441050326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17"/>
                  <c:y val="-2.9207219472706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163195913749011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</c:v>
                </c:pt>
                <c:pt idx="1">
                  <c:v>0.19565217391304299</c:v>
                </c:pt>
                <c:pt idx="2">
                  <c:v>8.6956521739130405E-2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576668593093990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304086663957697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756376330348811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0.46666666666666601</c:v>
                </c:pt>
                <c:pt idx="1">
                  <c:v>0.28888888888888797</c:v>
                </c:pt>
                <c:pt idx="2">
                  <c:v>0.11111111111111099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1415797723800867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1658820188515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507027247751634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3631836461616323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22209135521834575"/>
                  <c:y val="2.920721947270619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605313614166093"/>
                      <c:h val="0.280024791639835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0.46153846153846101</c:v>
                </c:pt>
                <c:pt idx="1">
                  <c:v>0.23076923076923</c:v>
                </c:pt>
                <c:pt idx="2">
                  <c:v>0.15384615384615299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2945897541111702"/>
                  <c:y val="7.3018048681764824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62218659033671"/>
                      <c:h val="0.2654211819034827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351640378360079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02992391166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0.52631578947368396</c:v>
                </c:pt>
                <c:pt idx="1">
                  <c:v>0.21052631578947301</c:v>
                </c:pt>
                <c:pt idx="2">
                  <c:v>0.157894736842105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825572092386045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1333903502617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3327815637579824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3763004215750108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0.70108695652173902</c:v>
                </c:pt>
                <c:pt idx="1">
                  <c:v>7.6086956521739094E-2</c:v>
                </c:pt>
                <c:pt idx="2">
                  <c:v>6.5217391304347797E-2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04E3F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2524382384961363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4805662499243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16148604027408028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2178682895653035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Rank‐based Measures</c:v>
                </c:pt>
                <c:pt idx="1">
                  <c:v>Regression‐based Measures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0.42105263157894701</c:v>
                </c:pt>
                <c:pt idx="1">
                  <c:v>0.31578947368421001</c:v>
                </c:pt>
                <c:pt idx="2">
                  <c:v>0.157894736842105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7591269759458162"/>
                  <c:y val="-1.460418468161824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4493780787644973"/>
                      <c:h val="0.3117870678711385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92933381305585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376300421575010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0.56589147286821695</c:v>
                </c:pt>
                <c:pt idx="1">
                  <c:v>0.217054263565891</c:v>
                </c:pt>
                <c:pt idx="2">
                  <c:v>8.5271317829457294E-2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632435006354550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1773946943664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2009760269531346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Others</c:v>
                </c:pt>
                <c:pt idx="2">
                  <c:v>Non‐parametric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0.63576158940397298</c:v>
                </c:pt>
                <c:pt idx="1">
                  <c:v>8.6092715231788006E-2</c:v>
                </c:pt>
                <c:pt idx="2">
                  <c:v>6.6225165562913899E-2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4A9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379051067172015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02992391166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0.55172413793103403</c:v>
                </c:pt>
                <c:pt idx="1">
                  <c:v>0.27586206896551702</c:v>
                </c:pt>
                <c:pt idx="2">
                  <c:v>0.13793103448275801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>
                  <a:alpha val="99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4635123802328599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9662414117143182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4185310781054328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Decomposition / Structural Approaches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0.53684210526315701</c:v>
                </c:pt>
                <c:pt idx="1">
                  <c:v>0.157894736842105</c:v>
                </c:pt>
                <c:pt idx="2">
                  <c:v>0.11578947368421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435035616737173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084720682447408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64916765703652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0.77664974619289295</c:v>
                </c:pt>
                <c:pt idx="1">
                  <c:v>6.0913705583756299E-2</c:v>
                </c:pt>
                <c:pt idx="2">
                  <c:v>4.0609137055837498E-2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C04E3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1678977845199036"/>
                  <c:y val="-1.460360973635316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804554526428078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618560074272751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16846440687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3763004215750108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6318364616163235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Rank‐based Measures</c:v>
                </c:pt>
                <c:pt idx="2">
                  <c:v>Absolute Mobility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0.50980392156862697</c:v>
                </c:pt>
                <c:pt idx="1">
                  <c:v>0.13725490196078399</c:v>
                </c:pt>
                <c:pt idx="2">
                  <c:v>0.12745098039215599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885818945537083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92933381305585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0.73480662983425404</c:v>
                </c:pt>
                <c:pt idx="1">
                  <c:v>7.7348066298342497E-2</c:v>
                </c:pt>
                <c:pt idx="2">
                  <c:v>4.9723756906077297E-2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928049602067506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2196253508968525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872233310078764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874537042271225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27620179470313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Non‐parametric Approaches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0.67272727272727195</c:v>
                </c:pt>
                <c:pt idx="1">
                  <c:v>7.2727272727272696E-2</c:v>
                </c:pt>
                <c:pt idx="2">
                  <c:v>7.2727272727272696E-2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1979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33999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F5A98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34635123802328605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06072701904102"/>
                      <c:h val="0.3702015068165510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30929333813055854"/>
                  <c:y val="-6.6932438082382075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0.1545223047696699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183007048861867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Decomposition / Structural Approaches</c:v>
                </c:pt>
                <c:pt idx="2">
                  <c:v>Rank‐based Measures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0.61538461538461497</c:v>
                </c:pt>
                <c:pt idx="1">
                  <c:v>0.121794871794871</c:v>
                </c:pt>
                <c:pt idx="2">
                  <c:v>9.6153846153846104E-2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538-2746-97AF-637F30691663}"/>
              </c:ext>
            </c:extLst>
          </c:dPt>
          <c:dPt>
            <c:idx val="1"/>
            <c:invertIfNegative val="0"/>
            <c:bubble3D val="0"/>
            <c:spPr>
              <a:solidFill>
                <a:srgbClr val="005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538-2746-97AF-637F30691663}"/>
              </c:ext>
            </c:extLst>
          </c:dPt>
          <c:dPt>
            <c:idx val="2"/>
            <c:invertIfNegative val="0"/>
            <c:bubble3D val="0"/>
            <c:spPr>
              <a:solidFill>
                <a:srgbClr val="EEE3B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538-2746-97AF-637F30691663}"/>
              </c:ext>
            </c:extLst>
          </c:dPt>
          <c:dLbls>
            <c:dLbl>
              <c:idx val="0"/>
              <c:layout>
                <c:manualLayout>
                  <c:x val="0.1309748897181319"/>
                  <c:y val="1.46036097363530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561459571295656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F538-2746-97AF-637F30691663}"/>
                </c:ext>
              </c:extLst>
            </c:dLbl>
            <c:dLbl>
              <c:idx val="1"/>
              <c:layout>
                <c:manualLayout>
                  <c:x val="0.25017041898796727"/>
                  <c:y val="-3.3466219041191038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338393918253421"/>
                      <c:h val="0.399408726289257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F538-2746-97AF-637F30691663}"/>
                </c:ext>
              </c:extLst>
            </c:dLbl>
            <c:dLbl>
              <c:idx val="2"/>
              <c:layout>
                <c:manualLayout>
                  <c:x val="9.5399385627078698E-2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38-2746-97AF-637F306916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Regression‐based Measures</c:v>
                </c:pt>
                <c:pt idx="1">
                  <c:v>Non‐parametric Approaches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0.95580110497237503</c:v>
                </c:pt>
                <c:pt idx="1">
                  <c:v>2.7624309392265099E-2</c:v>
                </c:pt>
                <c:pt idx="2">
                  <c:v>1.1049723756906001E-2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38-2746-97AF-637F30691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428977471"/>
        <c:axId val="1036719599"/>
      </c:barChart>
      <c:catAx>
        <c:axId val="428977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36719599"/>
        <c:crosses val="autoZero"/>
        <c:auto val="1"/>
        <c:lblAlgn val="ctr"/>
        <c:lblOffset val="100"/>
        <c:noMultiLvlLbl val="0"/>
      </c:catAx>
      <c:valAx>
        <c:axId val="1036719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2897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71CED-315D-4D46-84C1-FC065A3FACD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95B6A-1D8D-7847-96E0-5762A987C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12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95B6A-1D8D-7847-96E0-5762A987C5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46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695B6A-1D8D-7847-96E0-5762A987C5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61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B76CE-CE71-224C-E0CF-0773C1569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F1171-D302-2BA4-C026-A4238CFA4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5E8EF-7D45-001F-3CB6-28C92977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E934F-5476-52D8-A2A6-93A1A9A6F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AA352-47F9-8C40-1F04-4C34FB8EB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11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1D70-0616-4BCC-1396-035B85CF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30F1-6DB5-C89E-5770-4BCCAE33C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5ED47-4339-6E2B-5147-03CF8ED17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DCB18-135A-A503-059D-533E3B12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60FF1-92DC-FF34-256D-C00FDE081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4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DDF73-1D3F-51D8-97A2-66302DC2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8D29E-AC5F-A65D-2963-CF8DBF2BA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E86B1-F603-D863-1632-03AFF5585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61448-E199-33AF-E76C-2FC9D017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9738-241B-43F4-89DE-8CA0E6E1A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9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2B54-4457-A2A4-9BAB-FAAF2771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9CC79-5D0A-11F3-6B0C-35362330B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8ED25D-6092-5031-5271-4C1010DA1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7E15F-66BB-0DB7-F53C-477F595B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154F2-2795-F146-2640-2772E75D6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6011-5F7C-7913-A54F-F5C1395D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91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189F-3F6A-E476-B3F4-F32C365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BC3A4-4D37-1BDD-CF9C-05299413E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48C77-F123-0498-D907-E31A583EE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E8F9B4-DC31-316A-D3CD-CAAB36FA17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26769-2C99-C0B7-4B9E-D1B9E775B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EC830E-51CC-D4C4-9B46-CA3B823F4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4E1990-C63A-3D56-A692-5BF21EA73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D3250-1132-4B01-C144-653811036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42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763F-D89A-C70E-9322-59FDCB1BE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BA364-29BE-7576-1784-9E513C3FB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BB8AB-732F-CCEF-936E-41680C1B5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F2329-144E-6432-0DDE-B9623A2B3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5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4D4FF5-E86C-3A62-05D6-7B0F2473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769FB4-2C3C-04D9-EAC3-53E603E0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D7D08-EBF4-F9E7-E49F-305C1871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1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428C-ACE0-033F-3FA9-7B7C05575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01040-E0C0-CE11-D65A-4D5E3B9B3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47832-3D9A-1BD7-0008-53DB5F8AD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EC3AC-D979-E79D-D8C3-34DDF4646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8981A-E85F-AD16-9D13-E1B70A32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A5FD9-6B9D-1762-D624-C9D23AA4F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5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5E75F-9571-15B0-0E3B-679E469E6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212ABC-6776-33CF-09AA-A9766127A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1082D-6842-1E95-7581-69FF115AC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D5B3B-EABC-0015-84B4-A38F5C3AE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1E03A-B07A-351E-9EF4-4EA7CB834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FB2BA-D7A3-6E9B-80E2-6961EFD5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09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4B7C-784F-29A3-52EF-D0A3F8B84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895B5-9B0E-4E84-F0B5-D4FAA6DA8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089E6-E9EE-CEF0-A2C5-BB188A6F6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7596F-E1E5-1CE2-90C8-6CA44DBE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4D0B6-E553-9710-90FB-0C846F82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6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2C6093-2774-D952-29DA-6E803B24F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DDCC72-143E-59CA-B62F-75BCAF017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62492-6113-B10E-AFD3-CC47A0B47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57B0E-22FD-31BD-4A9D-F89A3399D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C7D60-95D8-4C70-AC27-B5BB1794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5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7AAB02-BC8A-484D-7728-A73B08052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C32A1-4813-66CF-2D9F-CB684D013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0B4B1-2C13-C82D-0F7F-7DF0D07A0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93CFB-F267-314E-B7F6-5BC2129E26EF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3479A-B03F-4EF5-2608-58FF62DD6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BDD30-E347-11CF-B823-BDB3ED83E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C3BA3-2EB0-5849-B117-DBF575F1C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997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hart" Target="../charts/chart12.xml"/><Relationship Id="rId18" Type="http://schemas.openxmlformats.org/officeDocument/2006/relationships/chart" Target="../charts/chart17.xml"/><Relationship Id="rId26" Type="http://schemas.openxmlformats.org/officeDocument/2006/relationships/chart" Target="../charts/chart25.xml"/><Relationship Id="rId3" Type="http://schemas.openxmlformats.org/officeDocument/2006/relationships/chart" Target="../charts/chart2.xml"/><Relationship Id="rId21" Type="http://schemas.openxmlformats.org/officeDocument/2006/relationships/chart" Target="../charts/chart20.xml"/><Relationship Id="rId7" Type="http://schemas.openxmlformats.org/officeDocument/2006/relationships/chart" Target="../charts/chart6.xml"/><Relationship Id="rId12" Type="http://schemas.openxmlformats.org/officeDocument/2006/relationships/chart" Target="../charts/chart11.xml"/><Relationship Id="rId17" Type="http://schemas.openxmlformats.org/officeDocument/2006/relationships/chart" Target="../charts/chart16.xml"/><Relationship Id="rId25" Type="http://schemas.openxmlformats.org/officeDocument/2006/relationships/chart" Target="../charts/chart24.xml"/><Relationship Id="rId33" Type="http://schemas.openxmlformats.org/officeDocument/2006/relationships/chart" Target="../charts/chart32.xml"/><Relationship Id="rId2" Type="http://schemas.openxmlformats.org/officeDocument/2006/relationships/chart" Target="../charts/chart1.xml"/><Relationship Id="rId16" Type="http://schemas.openxmlformats.org/officeDocument/2006/relationships/chart" Target="../charts/chart15.xml"/><Relationship Id="rId20" Type="http://schemas.openxmlformats.org/officeDocument/2006/relationships/chart" Target="../charts/chart19.xml"/><Relationship Id="rId29" Type="http://schemas.openxmlformats.org/officeDocument/2006/relationships/chart" Target="../charts/chart28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11" Type="http://schemas.openxmlformats.org/officeDocument/2006/relationships/chart" Target="../charts/chart10.xml"/><Relationship Id="rId24" Type="http://schemas.openxmlformats.org/officeDocument/2006/relationships/chart" Target="../charts/chart23.xml"/><Relationship Id="rId32" Type="http://schemas.openxmlformats.org/officeDocument/2006/relationships/chart" Target="../charts/chart31.xml"/><Relationship Id="rId5" Type="http://schemas.openxmlformats.org/officeDocument/2006/relationships/chart" Target="../charts/chart4.xml"/><Relationship Id="rId15" Type="http://schemas.openxmlformats.org/officeDocument/2006/relationships/chart" Target="../charts/chart14.xml"/><Relationship Id="rId23" Type="http://schemas.openxmlformats.org/officeDocument/2006/relationships/chart" Target="../charts/chart22.xml"/><Relationship Id="rId28" Type="http://schemas.openxmlformats.org/officeDocument/2006/relationships/chart" Target="../charts/chart27.xml"/><Relationship Id="rId10" Type="http://schemas.openxmlformats.org/officeDocument/2006/relationships/chart" Target="../charts/chart9.xml"/><Relationship Id="rId19" Type="http://schemas.openxmlformats.org/officeDocument/2006/relationships/chart" Target="../charts/chart18.xml"/><Relationship Id="rId31" Type="http://schemas.openxmlformats.org/officeDocument/2006/relationships/chart" Target="../charts/chart30.xml"/><Relationship Id="rId4" Type="http://schemas.openxmlformats.org/officeDocument/2006/relationships/chart" Target="../charts/chart3.xml"/><Relationship Id="rId9" Type="http://schemas.openxmlformats.org/officeDocument/2006/relationships/chart" Target="../charts/chart8.xml"/><Relationship Id="rId14" Type="http://schemas.openxmlformats.org/officeDocument/2006/relationships/chart" Target="../charts/chart13.xml"/><Relationship Id="rId22" Type="http://schemas.openxmlformats.org/officeDocument/2006/relationships/chart" Target="../charts/chart21.xml"/><Relationship Id="rId27" Type="http://schemas.openxmlformats.org/officeDocument/2006/relationships/chart" Target="../charts/chart26.xml"/><Relationship Id="rId30" Type="http://schemas.openxmlformats.org/officeDocument/2006/relationships/chart" Target="../charts/chart29.xml"/><Relationship Id="rId8" Type="http://schemas.openxmlformats.org/officeDocument/2006/relationships/chart" Target="../charts/char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hart" Target="../charts/chart44.xml"/><Relationship Id="rId18" Type="http://schemas.openxmlformats.org/officeDocument/2006/relationships/chart" Target="../charts/chart49.xml"/><Relationship Id="rId26" Type="http://schemas.openxmlformats.org/officeDocument/2006/relationships/chart" Target="../charts/chart57.xml"/><Relationship Id="rId3" Type="http://schemas.openxmlformats.org/officeDocument/2006/relationships/chart" Target="../charts/chart34.xml"/><Relationship Id="rId21" Type="http://schemas.openxmlformats.org/officeDocument/2006/relationships/chart" Target="../charts/chart52.xml"/><Relationship Id="rId7" Type="http://schemas.openxmlformats.org/officeDocument/2006/relationships/chart" Target="../charts/chart38.xml"/><Relationship Id="rId12" Type="http://schemas.openxmlformats.org/officeDocument/2006/relationships/chart" Target="../charts/chart43.xml"/><Relationship Id="rId17" Type="http://schemas.openxmlformats.org/officeDocument/2006/relationships/chart" Target="../charts/chart48.xml"/><Relationship Id="rId25" Type="http://schemas.openxmlformats.org/officeDocument/2006/relationships/chart" Target="../charts/chart56.xml"/><Relationship Id="rId33" Type="http://schemas.openxmlformats.org/officeDocument/2006/relationships/chart" Target="../charts/chart64.xml"/><Relationship Id="rId2" Type="http://schemas.openxmlformats.org/officeDocument/2006/relationships/chart" Target="../charts/chart33.xml"/><Relationship Id="rId16" Type="http://schemas.openxmlformats.org/officeDocument/2006/relationships/chart" Target="../charts/chart47.xml"/><Relationship Id="rId20" Type="http://schemas.openxmlformats.org/officeDocument/2006/relationships/chart" Target="../charts/chart51.xml"/><Relationship Id="rId29" Type="http://schemas.openxmlformats.org/officeDocument/2006/relationships/chart" Target="../charts/chart6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7.xml"/><Relationship Id="rId11" Type="http://schemas.openxmlformats.org/officeDocument/2006/relationships/chart" Target="../charts/chart42.xml"/><Relationship Id="rId24" Type="http://schemas.openxmlformats.org/officeDocument/2006/relationships/chart" Target="../charts/chart55.xml"/><Relationship Id="rId32" Type="http://schemas.openxmlformats.org/officeDocument/2006/relationships/chart" Target="../charts/chart63.xml"/><Relationship Id="rId5" Type="http://schemas.openxmlformats.org/officeDocument/2006/relationships/chart" Target="../charts/chart36.xml"/><Relationship Id="rId15" Type="http://schemas.openxmlformats.org/officeDocument/2006/relationships/chart" Target="../charts/chart46.xml"/><Relationship Id="rId23" Type="http://schemas.openxmlformats.org/officeDocument/2006/relationships/chart" Target="../charts/chart54.xml"/><Relationship Id="rId28" Type="http://schemas.openxmlformats.org/officeDocument/2006/relationships/chart" Target="../charts/chart59.xml"/><Relationship Id="rId10" Type="http://schemas.openxmlformats.org/officeDocument/2006/relationships/chart" Target="../charts/chart41.xml"/><Relationship Id="rId19" Type="http://schemas.openxmlformats.org/officeDocument/2006/relationships/chart" Target="../charts/chart50.xml"/><Relationship Id="rId31" Type="http://schemas.openxmlformats.org/officeDocument/2006/relationships/chart" Target="../charts/chart62.xml"/><Relationship Id="rId4" Type="http://schemas.openxmlformats.org/officeDocument/2006/relationships/chart" Target="../charts/chart35.xml"/><Relationship Id="rId9" Type="http://schemas.openxmlformats.org/officeDocument/2006/relationships/chart" Target="../charts/chart40.xml"/><Relationship Id="rId14" Type="http://schemas.openxmlformats.org/officeDocument/2006/relationships/chart" Target="../charts/chart45.xml"/><Relationship Id="rId22" Type="http://schemas.openxmlformats.org/officeDocument/2006/relationships/chart" Target="../charts/chart53.xml"/><Relationship Id="rId27" Type="http://schemas.openxmlformats.org/officeDocument/2006/relationships/chart" Target="../charts/chart58.xml"/><Relationship Id="rId30" Type="http://schemas.openxmlformats.org/officeDocument/2006/relationships/chart" Target="../charts/chart61.xml"/><Relationship Id="rId8" Type="http://schemas.openxmlformats.org/officeDocument/2006/relationships/chart" Target="../charts/chart39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hart" Target="../charts/chart76.xml"/><Relationship Id="rId18" Type="http://schemas.openxmlformats.org/officeDocument/2006/relationships/chart" Target="../charts/chart81.xml"/><Relationship Id="rId26" Type="http://schemas.openxmlformats.org/officeDocument/2006/relationships/chart" Target="../charts/chart89.xml"/><Relationship Id="rId3" Type="http://schemas.openxmlformats.org/officeDocument/2006/relationships/chart" Target="../charts/chart66.xml"/><Relationship Id="rId21" Type="http://schemas.openxmlformats.org/officeDocument/2006/relationships/chart" Target="../charts/chart84.xml"/><Relationship Id="rId7" Type="http://schemas.openxmlformats.org/officeDocument/2006/relationships/chart" Target="../charts/chart70.xml"/><Relationship Id="rId12" Type="http://schemas.openxmlformats.org/officeDocument/2006/relationships/chart" Target="../charts/chart75.xml"/><Relationship Id="rId17" Type="http://schemas.openxmlformats.org/officeDocument/2006/relationships/chart" Target="../charts/chart80.xml"/><Relationship Id="rId25" Type="http://schemas.openxmlformats.org/officeDocument/2006/relationships/chart" Target="../charts/chart88.xml"/><Relationship Id="rId33" Type="http://schemas.openxmlformats.org/officeDocument/2006/relationships/chart" Target="../charts/chart96.xml"/><Relationship Id="rId2" Type="http://schemas.openxmlformats.org/officeDocument/2006/relationships/chart" Target="../charts/chart65.xml"/><Relationship Id="rId16" Type="http://schemas.openxmlformats.org/officeDocument/2006/relationships/chart" Target="../charts/chart79.xml"/><Relationship Id="rId20" Type="http://schemas.openxmlformats.org/officeDocument/2006/relationships/chart" Target="../charts/chart83.xml"/><Relationship Id="rId29" Type="http://schemas.openxmlformats.org/officeDocument/2006/relationships/chart" Target="../charts/chart9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69.xml"/><Relationship Id="rId11" Type="http://schemas.openxmlformats.org/officeDocument/2006/relationships/chart" Target="../charts/chart74.xml"/><Relationship Id="rId24" Type="http://schemas.openxmlformats.org/officeDocument/2006/relationships/chart" Target="../charts/chart87.xml"/><Relationship Id="rId32" Type="http://schemas.openxmlformats.org/officeDocument/2006/relationships/chart" Target="../charts/chart95.xml"/><Relationship Id="rId5" Type="http://schemas.openxmlformats.org/officeDocument/2006/relationships/chart" Target="../charts/chart68.xml"/><Relationship Id="rId15" Type="http://schemas.openxmlformats.org/officeDocument/2006/relationships/chart" Target="../charts/chart78.xml"/><Relationship Id="rId23" Type="http://schemas.openxmlformats.org/officeDocument/2006/relationships/chart" Target="../charts/chart86.xml"/><Relationship Id="rId28" Type="http://schemas.openxmlformats.org/officeDocument/2006/relationships/chart" Target="../charts/chart91.xml"/><Relationship Id="rId10" Type="http://schemas.openxmlformats.org/officeDocument/2006/relationships/chart" Target="../charts/chart73.xml"/><Relationship Id="rId19" Type="http://schemas.openxmlformats.org/officeDocument/2006/relationships/chart" Target="../charts/chart82.xml"/><Relationship Id="rId31" Type="http://schemas.openxmlformats.org/officeDocument/2006/relationships/chart" Target="../charts/chart94.xml"/><Relationship Id="rId4" Type="http://schemas.openxmlformats.org/officeDocument/2006/relationships/chart" Target="../charts/chart67.xml"/><Relationship Id="rId9" Type="http://schemas.openxmlformats.org/officeDocument/2006/relationships/chart" Target="../charts/chart72.xml"/><Relationship Id="rId14" Type="http://schemas.openxmlformats.org/officeDocument/2006/relationships/chart" Target="../charts/chart77.xml"/><Relationship Id="rId22" Type="http://schemas.openxmlformats.org/officeDocument/2006/relationships/chart" Target="../charts/chart85.xml"/><Relationship Id="rId27" Type="http://schemas.openxmlformats.org/officeDocument/2006/relationships/chart" Target="../charts/chart90.xml"/><Relationship Id="rId30" Type="http://schemas.openxmlformats.org/officeDocument/2006/relationships/chart" Target="../charts/chart93.xml"/><Relationship Id="rId8" Type="http://schemas.openxmlformats.org/officeDocument/2006/relationships/chart" Target="../charts/chart7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0" name="Group 939">
            <a:extLst>
              <a:ext uri="{FF2B5EF4-FFF2-40B4-BE49-F238E27FC236}">
                <a16:creationId xmlns:a16="http://schemas.microsoft.com/office/drawing/2014/main" id="{09EB6D48-95AF-A63A-51E5-9189E6125936}"/>
              </a:ext>
            </a:extLst>
          </p:cNvPr>
          <p:cNvGrpSpPr/>
          <p:nvPr/>
        </p:nvGrpSpPr>
        <p:grpSpPr>
          <a:xfrm>
            <a:off x="387248" y="294703"/>
            <a:ext cx="11417504" cy="6563297"/>
            <a:chOff x="400500" y="78197"/>
            <a:chExt cx="11417504" cy="6563297"/>
          </a:xfrm>
        </p:grpSpPr>
        <p:grpSp>
          <p:nvGrpSpPr>
            <p:cNvPr id="8" name="Graphic 4">
              <a:extLst>
                <a:ext uri="{FF2B5EF4-FFF2-40B4-BE49-F238E27FC236}">
                  <a16:creationId xmlns:a16="http://schemas.microsoft.com/office/drawing/2014/main" id="{8D054280-5852-8F57-DC6F-EF05D157051F}"/>
                </a:ext>
              </a:extLst>
            </p:cNvPr>
            <p:cNvGrpSpPr/>
            <p:nvPr/>
          </p:nvGrpSpPr>
          <p:grpSpPr>
            <a:xfrm>
              <a:off x="3209049" y="632143"/>
              <a:ext cx="5588376" cy="5593718"/>
              <a:chOff x="3300662" y="628008"/>
              <a:chExt cx="5588376" cy="5593718"/>
            </a:xfrm>
          </p:grpSpPr>
          <p:grpSp>
            <p:nvGrpSpPr>
              <p:cNvPr id="9" name="Graphic 4">
                <a:extLst>
                  <a:ext uri="{FF2B5EF4-FFF2-40B4-BE49-F238E27FC236}">
                    <a16:creationId xmlns:a16="http://schemas.microsoft.com/office/drawing/2014/main" id="{AB380476-6F2F-ECF9-6A86-85739B4D273D}"/>
                  </a:ext>
                </a:extLst>
              </p:cNvPr>
              <p:cNvGrpSpPr/>
              <p:nvPr/>
            </p:nvGrpSpPr>
            <p:grpSpPr>
              <a:xfrm>
                <a:off x="3717706" y="1047750"/>
                <a:ext cx="4756588" cy="4762500"/>
                <a:chOff x="3717706" y="1047750"/>
                <a:chExt cx="4756588" cy="4762500"/>
              </a:xfrm>
            </p:grpSpPr>
            <p:sp>
              <p:nvSpPr>
                <p:cNvPr id="10" name="Freeform 9">
                  <a:extLst>
                    <a:ext uri="{FF2B5EF4-FFF2-40B4-BE49-F238E27FC236}">
                      <a16:creationId xmlns:a16="http://schemas.microsoft.com/office/drawing/2014/main" id="{F30DD07E-832B-E064-C02F-8F9F58C81F3F}"/>
                    </a:ext>
                  </a:extLst>
                </p:cNvPr>
                <p:cNvSpPr/>
                <p:nvPr/>
              </p:nvSpPr>
              <p:spPr>
                <a:xfrm>
                  <a:off x="7802957" y="4100207"/>
                  <a:ext cx="546027" cy="706640"/>
                </a:xfrm>
                <a:custGeom>
                  <a:avLst/>
                  <a:gdLst>
                    <a:gd name="connsiteX0" fmla="*/ 546430 w 546027"/>
                    <a:gd name="connsiteY0" fmla="*/ 91829 h 706640"/>
                    <a:gd name="connsiteX1" fmla="*/ 233171 w 546027"/>
                    <a:gd name="connsiteY1" fmla="*/ 706941 h 706640"/>
                    <a:gd name="connsiteX2" fmla="*/ 403 w 546027"/>
                    <a:gd name="connsiteY2" fmla="*/ 541596 h 706640"/>
                    <a:gd name="connsiteX3" fmla="*/ 276075 w 546027"/>
                    <a:gd name="connsiteY3" fmla="*/ 300 h 706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46027" h="706640">
                      <a:moveTo>
                        <a:pt x="546430" y="91829"/>
                      </a:moveTo>
                      <a:cubicBezTo>
                        <a:pt x="472408" y="311015"/>
                        <a:pt x="366878" y="518231"/>
                        <a:pt x="233171" y="706941"/>
                      </a:cubicBezTo>
                      <a:lnTo>
                        <a:pt x="403" y="541596"/>
                      </a:lnTo>
                      <a:cubicBezTo>
                        <a:pt x="118071" y="375528"/>
                        <a:pt x="210938" y="193184"/>
                        <a:pt x="276075" y="300"/>
                      </a:cubicBezTo>
                      <a:close/>
                    </a:path>
                  </a:pathLst>
                </a:custGeom>
                <a:solidFill>
                  <a:srgbClr val="C98C32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" name="Freeform 10">
                  <a:extLst>
                    <a:ext uri="{FF2B5EF4-FFF2-40B4-BE49-F238E27FC236}">
                      <a16:creationId xmlns:a16="http://schemas.microsoft.com/office/drawing/2014/main" id="{20BE406D-6EAB-940E-D2B3-48A35638968D}"/>
                    </a:ext>
                  </a:extLst>
                </p:cNvPr>
                <p:cNvSpPr/>
                <p:nvPr/>
              </p:nvSpPr>
              <p:spPr>
                <a:xfrm>
                  <a:off x="6096000" y="1047750"/>
                  <a:ext cx="2007668" cy="1257890"/>
                </a:xfrm>
                <a:custGeom>
                  <a:avLst/>
                  <a:gdLst>
                    <a:gd name="connsiteX0" fmla="*/ 403 w 2007668"/>
                    <a:gd name="connsiteY0" fmla="*/ 300 h 1257890"/>
                    <a:gd name="connsiteX1" fmla="*/ 2008071 w 2007668"/>
                    <a:gd name="connsiteY1" fmla="*/ 1105000 h 1257890"/>
                    <a:gd name="connsiteX2" fmla="*/ 1767150 w 2007668"/>
                    <a:gd name="connsiteY2" fmla="*/ 1258191 h 1257890"/>
                    <a:gd name="connsiteX3" fmla="*/ 403 w 2007668"/>
                    <a:gd name="connsiteY3" fmla="*/ 286050 h 1257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7668" h="1257890">
                      <a:moveTo>
                        <a:pt x="403" y="300"/>
                      </a:moveTo>
                      <a:cubicBezTo>
                        <a:pt x="814335" y="300"/>
                        <a:pt x="1571740" y="417057"/>
                        <a:pt x="2008071" y="1105000"/>
                      </a:cubicBezTo>
                      <a:lnTo>
                        <a:pt x="1767150" y="1258191"/>
                      </a:lnTo>
                      <a:cubicBezTo>
                        <a:pt x="1383180" y="652791"/>
                        <a:pt x="716663" y="286050"/>
                        <a:pt x="403" y="286050"/>
                      </a:cubicBezTo>
                      <a:close/>
                    </a:path>
                  </a:pathLst>
                </a:custGeom>
                <a:solidFill>
                  <a:srgbClr val="BC4D36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" name="Freeform 11">
                  <a:extLst>
                    <a:ext uri="{FF2B5EF4-FFF2-40B4-BE49-F238E27FC236}">
                      <a16:creationId xmlns:a16="http://schemas.microsoft.com/office/drawing/2014/main" id="{32529DE5-0919-B515-A4BB-6F3569792205}"/>
                    </a:ext>
                  </a:extLst>
                </p:cNvPr>
                <p:cNvSpPr/>
                <p:nvPr/>
              </p:nvSpPr>
              <p:spPr>
                <a:xfrm>
                  <a:off x="7911911" y="2245109"/>
                  <a:ext cx="551487" cy="983531"/>
                </a:xfrm>
                <a:custGeom>
                  <a:avLst/>
                  <a:gdLst>
                    <a:gd name="connsiteX0" fmla="*/ 248021 w 551487"/>
                    <a:gd name="connsiteY0" fmla="*/ 300 h 983531"/>
                    <a:gd name="connsiteX1" fmla="*/ 551890 w 551487"/>
                    <a:gd name="connsiteY1" fmla="*/ 956509 h 983531"/>
                    <a:gd name="connsiteX2" fmla="*/ 267799 w 551487"/>
                    <a:gd name="connsiteY2" fmla="*/ 983832 h 983531"/>
                    <a:gd name="connsiteX3" fmla="*/ 403 w 551487"/>
                    <a:gd name="connsiteY3" fmla="*/ 142365 h 9835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1487" h="983531">
                      <a:moveTo>
                        <a:pt x="248021" y="300"/>
                      </a:moveTo>
                      <a:cubicBezTo>
                        <a:pt x="415995" y="293809"/>
                        <a:pt x="519584" y="619781"/>
                        <a:pt x="551890" y="956509"/>
                      </a:cubicBezTo>
                      <a:lnTo>
                        <a:pt x="267799" y="983832"/>
                      </a:lnTo>
                      <a:cubicBezTo>
                        <a:pt x="239373" y="687511"/>
                        <a:pt x="148218" y="400655"/>
                        <a:pt x="403" y="142365"/>
                      </a:cubicBezTo>
                      <a:close/>
                    </a:path>
                  </a:pathLst>
                </a:custGeom>
                <a:solidFill>
                  <a:srgbClr val="BD6233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Freeform 12">
                  <a:extLst>
                    <a:ext uri="{FF2B5EF4-FFF2-40B4-BE49-F238E27FC236}">
                      <a16:creationId xmlns:a16="http://schemas.microsoft.com/office/drawing/2014/main" id="{381036B1-7AFB-E202-0D57-D71BA15AB066}"/>
                    </a:ext>
                  </a:extLst>
                </p:cNvPr>
                <p:cNvSpPr/>
                <p:nvPr/>
              </p:nvSpPr>
              <p:spPr>
                <a:xfrm>
                  <a:off x="6082557" y="5454900"/>
                  <a:ext cx="621313" cy="355349"/>
                </a:xfrm>
                <a:custGeom>
                  <a:avLst/>
                  <a:gdLst>
                    <a:gd name="connsiteX0" fmla="*/ 621716 w 621313"/>
                    <a:gd name="connsiteY0" fmla="*/ 276554 h 355349"/>
                    <a:gd name="connsiteX1" fmla="*/ 403 w 621313"/>
                    <a:gd name="connsiteY1" fmla="*/ 355611 h 355349"/>
                    <a:gd name="connsiteX2" fmla="*/ 2016 w 621313"/>
                    <a:gd name="connsiteY2" fmla="*/ 69861 h 355349"/>
                    <a:gd name="connsiteX3" fmla="*/ 548772 w 621313"/>
                    <a:gd name="connsiteY3" fmla="*/ 300 h 355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1313" h="355349">
                      <a:moveTo>
                        <a:pt x="621716" y="276554"/>
                      </a:moveTo>
                      <a:cubicBezTo>
                        <a:pt x="418998" y="330218"/>
                        <a:pt x="210082" y="356802"/>
                        <a:pt x="403" y="355611"/>
                      </a:cubicBezTo>
                      <a:lnTo>
                        <a:pt x="2016" y="69861"/>
                      </a:lnTo>
                      <a:cubicBezTo>
                        <a:pt x="186534" y="70909"/>
                        <a:pt x="370380" y="47515"/>
                        <a:pt x="548772" y="300"/>
                      </a:cubicBezTo>
                      <a:close/>
                    </a:path>
                  </a:pathLst>
                </a:custGeom>
                <a:solidFill>
                  <a:srgbClr val="E8A97E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Freeform 13">
                  <a:extLst>
                    <a:ext uri="{FF2B5EF4-FFF2-40B4-BE49-F238E27FC236}">
                      <a16:creationId xmlns:a16="http://schemas.microsoft.com/office/drawing/2014/main" id="{00416CAC-50D8-5C60-13F0-90C01A8B1B86}"/>
                    </a:ext>
                  </a:extLst>
                </p:cNvPr>
                <p:cNvSpPr/>
                <p:nvPr/>
              </p:nvSpPr>
              <p:spPr>
                <a:xfrm>
                  <a:off x="4748174" y="5155501"/>
                  <a:ext cx="615250" cy="504110"/>
                </a:xfrm>
                <a:custGeom>
                  <a:avLst/>
                  <a:gdLst>
                    <a:gd name="connsiteX0" fmla="*/ 515756 w 615250"/>
                    <a:gd name="connsiteY0" fmla="*/ 504411 h 504110"/>
                    <a:gd name="connsiteX1" fmla="*/ 403 w 615250"/>
                    <a:gd name="connsiteY1" fmla="*/ 235739 h 504110"/>
                    <a:gd name="connsiteX2" fmla="*/ 162145 w 615250"/>
                    <a:gd name="connsiteY2" fmla="*/ 300 h 504110"/>
                    <a:gd name="connsiteX3" fmla="*/ 615653 w 615250"/>
                    <a:gd name="connsiteY3" fmla="*/ 236739 h 504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15250" h="504110">
                      <a:moveTo>
                        <a:pt x="515756" y="504411"/>
                      </a:moveTo>
                      <a:cubicBezTo>
                        <a:pt x="333649" y="436278"/>
                        <a:pt x="160576" y="346048"/>
                        <a:pt x="403" y="235739"/>
                      </a:cubicBezTo>
                      <a:lnTo>
                        <a:pt x="162145" y="300"/>
                      </a:lnTo>
                      <a:cubicBezTo>
                        <a:pt x="303092" y="97379"/>
                        <a:pt x="455399" y="176779"/>
                        <a:pt x="615653" y="236739"/>
                      </a:cubicBezTo>
                      <a:close/>
                    </a:path>
                  </a:pathLst>
                </a:custGeom>
                <a:solidFill>
                  <a:srgbClr val="E6A8A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26E68873-E137-00E5-D7F1-DA922E7011F1}"/>
                    </a:ext>
                  </a:extLst>
                </p:cNvPr>
                <p:cNvSpPr/>
                <p:nvPr/>
              </p:nvSpPr>
              <p:spPr>
                <a:xfrm>
                  <a:off x="3826814" y="2434675"/>
                  <a:ext cx="367484" cy="366894"/>
                </a:xfrm>
                <a:custGeom>
                  <a:avLst/>
                  <a:gdLst>
                    <a:gd name="connsiteX0" fmla="*/ 403 w 367484"/>
                    <a:gd name="connsiteY0" fmla="*/ 281635 h 366894"/>
                    <a:gd name="connsiteX1" fmla="*/ 108558 w 367484"/>
                    <a:gd name="connsiteY1" fmla="*/ 300 h 366894"/>
                    <a:gd name="connsiteX2" fmla="*/ 367887 w 367484"/>
                    <a:gd name="connsiteY2" fmla="*/ 119617 h 366894"/>
                    <a:gd name="connsiteX3" fmla="*/ 272708 w 367484"/>
                    <a:gd name="connsiteY3" fmla="*/ 367194 h 366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7484" h="366894">
                      <a:moveTo>
                        <a:pt x="403" y="281635"/>
                      </a:moveTo>
                      <a:cubicBezTo>
                        <a:pt x="30483" y="185663"/>
                        <a:pt x="66614" y="91695"/>
                        <a:pt x="108558" y="300"/>
                      </a:cubicBezTo>
                      <a:lnTo>
                        <a:pt x="367887" y="119617"/>
                      </a:lnTo>
                      <a:cubicBezTo>
                        <a:pt x="330966" y="200047"/>
                        <a:pt x="299183" y="282738"/>
                        <a:pt x="272708" y="367194"/>
                      </a:cubicBezTo>
                      <a:close/>
                    </a:path>
                  </a:pathLst>
                </a:custGeom>
                <a:solidFill>
                  <a:srgbClr val="ABA97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934CF73C-229A-2FF5-9FA1-99EE128EDD5D}"/>
                    </a:ext>
                  </a:extLst>
                </p:cNvPr>
                <p:cNvSpPr/>
                <p:nvPr/>
              </p:nvSpPr>
              <p:spPr>
                <a:xfrm>
                  <a:off x="6722313" y="5188477"/>
                  <a:ext cx="665422" cy="512645"/>
                </a:xfrm>
                <a:custGeom>
                  <a:avLst/>
                  <a:gdLst>
                    <a:gd name="connsiteX0" fmla="*/ 665825 w 665422"/>
                    <a:gd name="connsiteY0" fmla="*/ 240225 h 512645"/>
                    <a:gd name="connsiteX1" fmla="*/ 85809 w 665422"/>
                    <a:gd name="connsiteY1" fmla="*/ 512945 h 512645"/>
                    <a:gd name="connsiteX2" fmla="*/ 403 w 665422"/>
                    <a:gd name="connsiteY2" fmla="*/ 240292 h 512645"/>
                    <a:gd name="connsiteX3" fmla="*/ 510817 w 665422"/>
                    <a:gd name="connsiteY3" fmla="*/ 300 h 5126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65422" h="512645">
                      <a:moveTo>
                        <a:pt x="665825" y="240225"/>
                      </a:moveTo>
                      <a:cubicBezTo>
                        <a:pt x="485655" y="356916"/>
                        <a:pt x="290550" y="448651"/>
                        <a:pt x="85809" y="512945"/>
                      </a:cubicBezTo>
                      <a:lnTo>
                        <a:pt x="403" y="240292"/>
                      </a:lnTo>
                      <a:cubicBezTo>
                        <a:pt x="180574" y="183713"/>
                        <a:pt x="352271" y="102979"/>
                        <a:pt x="510817" y="300"/>
                      </a:cubicBezTo>
                      <a:close/>
                    </a:path>
                  </a:pathLst>
                </a:custGeom>
                <a:solidFill>
                  <a:srgbClr val="DDA46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44AC65E7-B282-379B-EB0E-546C0747D575}"/>
                    </a:ext>
                  </a:extLst>
                </p:cNvPr>
                <p:cNvSpPr/>
                <p:nvPr/>
              </p:nvSpPr>
              <p:spPr>
                <a:xfrm>
                  <a:off x="3717706" y="3358341"/>
                  <a:ext cx="311101" cy="442722"/>
                </a:xfrm>
                <a:custGeom>
                  <a:avLst/>
                  <a:gdLst>
                    <a:gd name="connsiteX0" fmla="*/ 29610 w 311101"/>
                    <a:gd name="connsiteY0" fmla="*/ 443022 h 442722"/>
                    <a:gd name="connsiteX1" fmla="*/ 1451 w 311101"/>
                    <a:gd name="connsiteY1" fmla="*/ 300 h 442722"/>
                    <a:gd name="connsiteX2" fmla="*/ 286722 w 311101"/>
                    <a:gd name="connsiteY2" fmla="*/ 8779 h 442722"/>
                    <a:gd name="connsiteX3" fmla="*/ 311504 w 311101"/>
                    <a:gd name="connsiteY3" fmla="*/ 398375 h 442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1101" h="442722">
                      <a:moveTo>
                        <a:pt x="29610" y="443022"/>
                      </a:moveTo>
                      <a:cubicBezTo>
                        <a:pt x="6492" y="296647"/>
                        <a:pt x="-2945" y="148430"/>
                        <a:pt x="1451" y="300"/>
                      </a:cubicBezTo>
                      <a:lnTo>
                        <a:pt x="286722" y="8779"/>
                      </a:lnTo>
                      <a:cubicBezTo>
                        <a:pt x="282859" y="139133"/>
                        <a:pt x="291155" y="269564"/>
                        <a:pt x="311504" y="398375"/>
                      </a:cubicBezTo>
                      <a:close/>
                    </a:path>
                  </a:pathLst>
                </a:custGeom>
                <a:solidFill>
                  <a:srgbClr val="9FBE9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3DE159B3-8BDE-36B8-EFD5-A15D277AEDDD}"/>
                    </a:ext>
                  </a:extLst>
                </p:cNvPr>
                <p:cNvSpPr/>
                <p:nvPr/>
              </p:nvSpPr>
              <p:spPr>
                <a:xfrm>
                  <a:off x="4276064" y="4777997"/>
                  <a:ext cx="556720" cy="549592"/>
                </a:xfrm>
                <a:custGeom>
                  <a:avLst/>
                  <a:gdLst>
                    <a:gd name="connsiteX0" fmla="*/ 384868 w 556720"/>
                    <a:gd name="connsiteY0" fmla="*/ 549893 h 549592"/>
                    <a:gd name="connsiteX1" fmla="*/ 403 w 556720"/>
                    <a:gd name="connsiteY1" fmla="*/ 184256 h 549592"/>
                    <a:gd name="connsiteX2" fmla="*/ 218796 w 556720"/>
                    <a:gd name="connsiteY2" fmla="*/ 300 h 549592"/>
                    <a:gd name="connsiteX3" fmla="*/ 557123 w 556720"/>
                    <a:gd name="connsiteY3" fmla="*/ 322064 h 549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6720" h="549592">
                      <a:moveTo>
                        <a:pt x="384868" y="549893"/>
                      </a:moveTo>
                      <a:cubicBezTo>
                        <a:pt x="243502" y="442746"/>
                        <a:pt x="114542" y="320102"/>
                        <a:pt x="403" y="184256"/>
                      </a:cubicBezTo>
                      <a:lnTo>
                        <a:pt x="218796" y="300"/>
                      </a:lnTo>
                      <a:cubicBezTo>
                        <a:pt x="319236" y="119848"/>
                        <a:pt x="432719" y="227767"/>
                        <a:pt x="557123" y="322064"/>
                      </a:cubicBezTo>
                      <a:close/>
                    </a:path>
                  </a:pathLst>
                </a:custGeom>
                <a:solidFill>
                  <a:srgbClr val="2B6765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00050621-A360-5FFC-B300-5A0DA862C340}"/>
                    </a:ext>
                  </a:extLst>
                </p:cNvPr>
                <p:cNvSpPr/>
                <p:nvPr/>
              </p:nvSpPr>
              <p:spPr>
                <a:xfrm>
                  <a:off x="3982326" y="2156564"/>
                  <a:ext cx="344633" cy="311810"/>
                </a:xfrm>
                <a:custGeom>
                  <a:avLst/>
                  <a:gdLst>
                    <a:gd name="connsiteX0" fmla="*/ 403 w 344633"/>
                    <a:gd name="connsiteY0" fmla="*/ 181123 h 311810"/>
                    <a:gd name="connsiteX1" fmla="*/ 103801 w 344633"/>
                    <a:gd name="connsiteY1" fmla="*/ 300 h 311810"/>
                    <a:gd name="connsiteX2" fmla="*/ 345036 w 344633"/>
                    <a:gd name="connsiteY2" fmla="*/ 152995 h 311810"/>
                    <a:gd name="connsiteX3" fmla="*/ 254043 w 344633"/>
                    <a:gd name="connsiteY3" fmla="*/ 312110 h 311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4633" h="311810">
                      <a:moveTo>
                        <a:pt x="403" y="181123"/>
                      </a:moveTo>
                      <a:cubicBezTo>
                        <a:pt x="32215" y="119363"/>
                        <a:pt x="66719" y="59031"/>
                        <a:pt x="103801" y="300"/>
                      </a:cubicBezTo>
                      <a:lnTo>
                        <a:pt x="345036" y="152995"/>
                      </a:lnTo>
                      <a:cubicBezTo>
                        <a:pt x="312396" y="204678"/>
                        <a:pt x="282040" y="257770"/>
                        <a:pt x="254043" y="312110"/>
                      </a:cubicBezTo>
                      <a:close/>
                    </a:path>
                  </a:pathLst>
                </a:custGeom>
                <a:solidFill>
                  <a:srgbClr val="DACA7E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F432AFA6-0709-C4BD-D57B-66EE2FC357E1}"/>
                    </a:ext>
                  </a:extLst>
                </p:cNvPr>
                <p:cNvSpPr/>
                <p:nvPr/>
              </p:nvSpPr>
              <p:spPr>
                <a:xfrm>
                  <a:off x="5365618" y="5423239"/>
                  <a:ext cx="623466" cy="383905"/>
                </a:xfrm>
                <a:custGeom>
                  <a:avLst/>
                  <a:gdLst>
                    <a:gd name="connsiteX0" fmla="*/ 609289 w 623466"/>
                    <a:gd name="connsiteY0" fmla="*/ 384205 h 383905"/>
                    <a:gd name="connsiteX1" fmla="*/ 403 w 623466"/>
                    <a:gd name="connsiteY1" fmla="*/ 272239 h 383905"/>
                    <a:gd name="connsiteX2" fmla="*/ 88048 w 623466"/>
                    <a:gd name="connsiteY2" fmla="*/ 300 h 383905"/>
                    <a:gd name="connsiteX3" fmla="*/ 623869 w 623466"/>
                    <a:gd name="connsiteY3" fmla="*/ 98827 h 383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3466" h="383905">
                      <a:moveTo>
                        <a:pt x="609289" y="384205"/>
                      </a:moveTo>
                      <a:cubicBezTo>
                        <a:pt x="402322" y="373604"/>
                        <a:pt x="197626" y="335961"/>
                        <a:pt x="403" y="272239"/>
                      </a:cubicBezTo>
                      <a:lnTo>
                        <a:pt x="88048" y="300"/>
                      </a:lnTo>
                      <a:cubicBezTo>
                        <a:pt x="261605" y="56374"/>
                        <a:pt x="441737" y="89492"/>
                        <a:pt x="623869" y="98827"/>
                      </a:cubicBezTo>
                      <a:close/>
                    </a:path>
                  </a:pathLst>
                </a:custGeom>
                <a:solidFill>
                  <a:srgbClr val="EEC498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143B0913-37E6-1D20-A3F2-EA3DFA8CC20E}"/>
                    </a:ext>
                  </a:extLst>
                </p:cNvPr>
                <p:cNvSpPr/>
                <p:nvPr/>
              </p:nvSpPr>
              <p:spPr>
                <a:xfrm>
                  <a:off x="3940106" y="4313779"/>
                  <a:ext cx="494789" cy="563792"/>
                </a:xfrm>
                <a:custGeom>
                  <a:avLst/>
                  <a:gdLst>
                    <a:gd name="connsiteX0" fmla="*/ 268674 w 494789"/>
                    <a:gd name="connsiteY0" fmla="*/ 564092 h 563792"/>
                    <a:gd name="connsiteX1" fmla="*/ 403 w 494789"/>
                    <a:gd name="connsiteY1" fmla="*/ 120951 h 563792"/>
                    <a:gd name="connsiteX2" fmla="*/ 259104 w 494789"/>
                    <a:gd name="connsiteY2" fmla="*/ 300 h 563792"/>
                    <a:gd name="connsiteX3" fmla="*/ 495192 w 494789"/>
                    <a:gd name="connsiteY3" fmla="*/ 390261 h 5637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4789" h="563792">
                      <a:moveTo>
                        <a:pt x="268674" y="564092"/>
                      </a:moveTo>
                      <a:cubicBezTo>
                        <a:pt x="163411" y="426590"/>
                        <a:pt x="73454" y="277999"/>
                        <a:pt x="403" y="120951"/>
                      </a:cubicBezTo>
                      <a:lnTo>
                        <a:pt x="259104" y="300"/>
                      </a:lnTo>
                      <a:cubicBezTo>
                        <a:pt x="323394" y="138496"/>
                        <a:pt x="402562" y="269265"/>
                        <a:pt x="495192" y="390261"/>
                      </a:cubicBezTo>
                      <a:close/>
                    </a:path>
                  </a:pathLst>
                </a:custGeom>
                <a:solidFill>
                  <a:srgbClr val="588C8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F5F32351-8F9D-EEA7-F825-048242E7F244}"/>
                    </a:ext>
                  </a:extLst>
                </p:cNvPr>
                <p:cNvSpPr/>
                <p:nvPr/>
              </p:nvSpPr>
              <p:spPr>
                <a:xfrm>
                  <a:off x="3766225" y="3850125"/>
                  <a:ext cx="394387" cy="485182"/>
                </a:xfrm>
                <a:custGeom>
                  <a:avLst/>
                  <a:gdLst>
                    <a:gd name="connsiteX0" fmla="*/ 130876 w 394387"/>
                    <a:gd name="connsiteY0" fmla="*/ 485483 h 485182"/>
                    <a:gd name="connsiteX1" fmla="*/ 403 w 394387"/>
                    <a:gd name="connsiteY1" fmla="*/ 57725 h 485182"/>
                    <a:gd name="connsiteX2" fmla="*/ 279975 w 394387"/>
                    <a:gd name="connsiteY2" fmla="*/ 300 h 485182"/>
                    <a:gd name="connsiteX3" fmla="*/ 394790 w 394387"/>
                    <a:gd name="connsiteY3" fmla="*/ 376726 h 4851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94387" h="485182">
                      <a:moveTo>
                        <a:pt x="130876" y="485483"/>
                      </a:moveTo>
                      <a:cubicBezTo>
                        <a:pt x="74082" y="347311"/>
                        <a:pt x="30398" y="204094"/>
                        <a:pt x="403" y="57725"/>
                      </a:cubicBezTo>
                      <a:lnTo>
                        <a:pt x="279975" y="300"/>
                      </a:lnTo>
                      <a:cubicBezTo>
                        <a:pt x="306374" y="129104"/>
                        <a:pt x="344808" y="255135"/>
                        <a:pt x="394790" y="376726"/>
                      </a:cubicBezTo>
                      <a:close/>
                    </a:path>
                  </a:pathLst>
                </a:custGeom>
                <a:solidFill>
                  <a:srgbClr val="8FA38B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BFAECA0A-F14C-5F30-6D48-85108412E495}"/>
                    </a:ext>
                  </a:extLst>
                </p:cNvPr>
                <p:cNvSpPr/>
                <p:nvPr/>
              </p:nvSpPr>
              <p:spPr>
                <a:xfrm>
                  <a:off x="8107045" y="3309259"/>
                  <a:ext cx="367249" cy="779188"/>
                </a:xfrm>
                <a:custGeom>
                  <a:avLst/>
                  <a:gdLst>
                    <a:gd name="connsiteX0" fmla="*/ 364643 w 367249"/>
                    <a:gd name="connsiteY0" fmla="*/ 300 h 779188"/>
                    <a:gd name="connsiteX1" fmla="*/ 274629 w 367249"/>
                    <a:gd name="connsiteY1" fmla="*/ 779489 h 779188"/>
                    <a:gd name="connsiteX2" fmla="*/ 403 w 367249"/>
                    <a:gd name="connsiteY2" fmla="*/ 700355 h 779188"/>
                    <a:gd name="connsiteX3" fmla="*/ 79609 w 367249"/>
                    <a:gd name="connsiteY3" fmla="*/ 14668 h 779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7249" h="779188">
                      <a:moveTo>
                        <a:pt x="364643" y="300"/>
                      </a:moveTo>
                      <a:cubicBezTo>
                        <a:pt x="377866" y="263225"/>
                        <a:pt x="347443" y="526527"/>
                        <a:pt x="274629" y="779489"/>
                      </a:cubicBezTo>
                      <a:lnTo>
                        <a:pt x="403" y="700355"/>
                      </a:lnTo>
                      <a:cubicBezTo>
                        <a:pt x="64474" y="477748"/>
                        <a:pt x="91244" y="246043"/>
                        <a:pt x="79609" y="14668"/>
                      </a:cubicBezTo>
                      <a:close/>
                    </a:path>
                  </a:pathLst>
                </a:custGeom>
                <a:solidFill>
                  <a:srgbClr val="BE783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7606D978-F8EB-233B-042C-B06FBB8F2EE3}"/>
                    </a:ext>
                  </a:extLst>
                </p:cNvPr>
                <p:cNvSpPr/>
                <p:nvPr/>
              </p:nvSpPr>
              <p:spPr>
                <a:xfrm>
                  <a:off x="7311402" y="4717913"/>
                  <a:ext cx="659785" cy="649652"/>
                </a:xfrm>
                <a:custGeom>
                  <a:avLst/>
                  <a:gdLst>
                    <a:gd name="connsiteX0" fmla="*/ 660188 w 659785"/>
                    <a:gd name="connsiteY0" fmla="*/ 176055 h 649652"/>
                    <a:gd name="connsiteX1" fmla="*/ 166141 w 659785"/>
                    <a:gd name="connsiteY1" fmla="*/ 649953 h 649652"/>
                    <a:gd name="connsiteX2" fmla="*/ 403 w 659785"/>
                    <a:gd name="connsiteY2" fmla="*/ 417333 h 649652"/>
                    <a:gd name="connsiteX3" fmla="*/ 435164 w 659785"/>
                    <a:gd name="connsiteY3" fmla="*/ 300 h 649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9785" h="649652">
                      <a:moveTo>
                        <a:pt x="660188" y="176055"/>
                      </a:moveTo>
                      <a:cubicBezTo>
                        <a:pt x="519184" y="357040"/>
                        <a:pt x="352770" y="516660"/>
                        <a:pt x="166141" y="649953"/>
                      </a:cubicBezTo>
                      <a:lnTo>
                        <a:pt x="403" y="417333"/>
                      </a:lnTo>
                      <a:cubicBezTo>
                        <a:pt x="164638" y="300023"/>
                        <a:pt x="311074" y="159558"/>
                        <a:pt x="435164" y="300"/>
                      </a:cubicBezTo>
                      <a:close/>
                    </a:path>
                  </a:pathLst>
                </a:custGeom>
                <a:solidFill>
                  <a:srgbClr val="D4A134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136E49DF-B2F7-5F30-E0A9-BA81A40BFF2C}"/>
                    </a:ext>
                  </a:extLst>
                </p:cNvPr>
                <p:cNvSpPr/>
                <p:nvPr/>
              </p:nvSpPr>
              <p:spPr>
                <a:xfrm>
                  <a:off x="3724414" y="2819984"/>
                  <a:ext cx="348296" cy="451724"/>
                </a:xfrm>
                <a:custGeom>
                  <a:avLst/>
                  <a:gdLst>
                    <a:gd name="connsiteX0" fmla="*/ 403 w 348296"/>
                    <a:gd name="connsiteY0" fmla="*/ 430576 h 451724"/>
                    <a:gd name="connsiteX1" fmla="*/ 72798 w 348296"/>
                    <a:gd name="connsiteY1" fmla="*/ 300 h 451724"/>
                    <a:gd name="connsiteX2" fmla="*/ 348699 w 348296"/>
                    <a:gd name="connsiteY2" fmla="*/ 73382 h 451724"/>
                    <a:gd name="connsiteX3" fmla="*/ 284998 w 348296"/>
                    <a:gd name="connsiteY3" fmla="*/ 452024 h 451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48296" h="451724">
                      <a:moveTo>
                        <a:pt x="403" y="430576"/>
                      </a:moveTo>
                      <a:cubicBezTo>
                        <a:pt x="11333" y="285235"/>
                        <a:pt x="35563" y="141205"/>
                        <a:pt x="72798" y="300"/>
                      </a:cubicBezTo>
                      <a:lnTo>
                        <a:pt x="348699" y="73382"/>
                      </a:lnTo>
                      <a:cubicBezTo>
                        <a:pt x="315935" y="197378"/>
                        <a:pt x="294607" y="324124"/>
                        <a:pt x="284998" y="452024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7185729C-C110-96A5-BE30-EE1B4966028B}"/>
                    </a:ext>
                  </a:extLst>
                </p:cNvPr>
                <p:cNvSpPr/>
                <p:nvPr/>
              </p:nvSpPr>
              <p:spPr>
                <a:xfrm>
                  <a:off x="4276911" y="1822218"/>
                  <a:ext cx="274454" cy="256898"/>
                </a:xfrm>
                <a:custGeom>
                  <a:avLst/>
                  <a:gdLst>
                    <a:gd name="connsiteX0" fmla="*/ 403 w 274454"/>
                    <a:gd name="connsiteY0" fmla="*/ 73128 h 256898"/>
                    <a:gd name="connsiteX1" fmla="*/ 64226 w 274454"/>
                    <a:gd name="connsiteY1" fmla="*/ 300 h 256898"/>
                    <a:gd name="connsiteX2" fmla="*/ 274857 w 274454"/>
                    <a:gd name="connsiteY2" fmla="*/ 193115 h 256898"/>
                    <a:gd name="connsiteX3" fmla="*/ 218692 w 274454"/>
                    <a:gd name="connsiteY3" fmla="*/ 257199 h 2568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454" h="256898">
                      <a:moveTo>
                        <a:pt x="403" y="73128"/>
                      </a:moveTo>
                      <a:cubicBezTo>
                        <a:pt x="21179" y="48420"/>
                        <a:pt x="42460" y="24141"/>
                        <a:pt x="64226" y="300"/>
                      </a:cubicBezTo>
                      <a:lnTo>
                        <a:pt x="274857" y="193115"/>
                      </a:lnTo>
                      <a:cubicBezTo>
                        <a:pt x="255707" y="214098"/>
                        <a:pt x="236976" y="235463"/>
                        <a:pt x="218692" y="257199"/>
                      </a:cubicBezTo>
                      <a:close/>
                    </a:path>
                  </a:pathLst>
                </a:custGeom>
                <a:solidFill>
                  <a:srgbClr val="EA968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1F7695BD-9C81-258F-3256-54CA11928978}"/>
                    </a:ext>
                  </a:extLst>
                </p:cNvPr>
                <p:cNvSpPr/>
                <p:nvPr/>
              </p:nvSpPr>
              <p:spPr>
                <a:xfrm>
                  <a:off x="4145543" y="1979390"/>
                  <a:ext cx="290046" cy="250545"/>
                </a:xfrm>
                <a:custGeom>
                  <a:avLst/>
                  <a:gdLst>
                    <a:gd name="connsiteX0" fmla="*/ 403 w 290046"/>
                    <a:gd name="connsiteY0" fmla="*/ 87330 h 250545"/>
                    <a:gd name="connsiteX1" fmla="*/ 64026 w 290046"/>
                    <a:gd name="connsiteY1" fmla="*/ 300 h 250545"/>
                    <a:gd name="connsiteX2" fmla="*/ 290449 w 290046"/>
                    <a:gd name="connsiteY2" fmla="*/ 174255 h 250545"/>
                    <a:gd name="connsiteX3" fmla="*/ 234455 w 290046"/>
                    <a:gd name="connsiteY3" fmla="*/ 250846 h 2505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0046" h="250545">
                      <a:moveTo>
                        <a:pt x="403" y="87330"/>
                      </a:moveTo>
                      <a:cubicBezTo>
                        <a:pt x="20951" y="57850"/>
                        <a:pt x="42165" y="28827"/>
                        <a:pt x="64026" y="300"/>
                      </a:cubicBezTo>
                      <a:lnTo>
                        <a:pt x="290449" y="174255"/>
                      </a:lnTo>
                      <a:cubicBezTo>
                        <a:pt x="271214" y="199353"/>
                        <a:pt x="252539" y="224890"/>
                        <a:pt x="234455" y="250846"/>
                      </a:cubicBezTo>
                      <a:close/>
                    </a:path>
                  </a:pathLst>
                </a:custGeom>
                <a:solidFill>
                  <a:srgbClr val="E5ABA2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CBCE9B7C-482B-626E-5619-0E83B546AB09}"/>
                    </a:ext>
                  </a:extLst>
                </p:cNvPr>
                <p:cNvSpPr/>
                <p:nvPr/>
              </p:nvSpPr>
              <p:spPr>
                <a:xfrm>
                  <a:off x="4415470" y="1680686"/>
                  <a:ext cx="259585" cy="265538"/>
                </a:xfrm>
                <a:custGeom>
                  <a:avLst/>
                  <a:gdLst>
                    <a:gd name="connsiteX0" fmla="*/ 403 w 259585"/>
                    <a:gd name="connsiteY0" fmla="*/ 63641 h 265538"/>
                    <a:gd name="connsiteX1" fmla="*/ 66224 w 259585"/>
                    <a:gd name="connsiteY1" fmla="*/ 300 h 265538"/>
                    <a:gd name="connsiteX2" fmla="*/ 259988 w 259585"/>
                    <a:gd name="connsiteY2" fmla="*/ 210098 h 265538"/>
                    <a:gd name="connsiteX3" fmla="*/ 202063 w 259585"/>
                    <a:gd name="connsiteY3" fmla="*/ 265838 h 2655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585" h="265538">
                      <a:moveTo>
                        <a:pt x="403" y="63641"/>
                      </a:moveTo>
                      <a:cubicBezTo>
                        <a:pt x="21940" y="42105"/>
                        <a:pt x="43887" y="20988"/>
                        <a:pt x="66224" y="300"/>
                      </a:cubicBezTo>
                      <a:lnTo>
                        <a:pt x="259988" y="210098"/>
                      </a:lnTo>
                      <a:cubicBezTo>
                        <a:pt x="240325" y="228309"/>
                        <a:pt x="221013" y="246883"/>
                        <a:pt x="202063" y="265838"/>
                      </a:cubicBezTo>
                      <a:close/>
                    </a:path>
                  </a:pathLst>
                </a:custGeom>
                <a:solidFill>
                  <a:srgbClr val="F9BE75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01F5008B-E418-1E03-CA29-26621F0DD6BE}"/>
                    </a:ext>
                  </a:extLst>
                </p:cNvPr>
                <p:cNvSpPr/>
                <p:nvPr/>
              </p:nvSpPr>
              <p:spPr>
                <a:xfrm>
                  <a:off x="4671212" y="1507131"/>
                  <a:ext cx="189064" cy="244021"/>
                </a:xfrm>
                <a:custGeom>
                  <a:avLst/>
                  <a:gdLst>
                    <a:gd name="connsiteX0" fmla="*/ 403 w 189064"/>
                    <a:gd name="connsiteY0" fmla="*/ 15521 h 244021"/>
                    <a:gd name="connsiteX1" fmla="*/ 20961 w 189064"/>
                    <a:gd name="connsiteY1" fmla="*/ 300 h 244021"/>
                    <a:gd name="connsiteX2" fmla="*/ 189467 w 189064"/>
                    <a:gd name="connsiteY2" fmla="*/ 230929 h 244021"/>
                    <a:gd name="connsiteX3" fmla="*/ 171383 w 189064"/>
                    <a:gd name="connsiteY3" fmla="*/ 244321 h 244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064" h="244021">
                      <a:moveTo>
                        <a:pt x="403" y="15521"/>
                      </a:moveTo>
                      <a:cubicBezTo>
                        <a:pt x="7233" y="10416"/>
                        <a:pt x="14082" y="5339"/>
                        <a:pt x="20961" y="300"/>
                      </a:cubicBezTo>
                      <a:lnTo>
                        <a:pt x="189467" y="230929"/>
                      </a:lnTo>
                      <a:cubicBezTo>
                        <a:pt x="183417" y="235358"/>
                        <a:pt x="177386" y="239825"/>
                        <a:pt x="171383" y="244321"/>
                      </a:cubicBezTo>
                      <a:close/>
                    </a:path>
                  </a:pathLst>
                </a:custGeom>
                <a:solidFill>
                  <a:srgbClr val="7AA244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CC6D3942-1190-F492-32F6-1EFC77BCBEFA}"/>
                    </a:ext>
                  </a:extLst>
                </p:cNvPr>
                <p:cNvSpPr/>
                <p:nvPr/>
              </p:nvSpPr>
              <p:spPr>
                <a:xfrm>
                  <a:off x="4780433" y="1434179"/>
                  <a:ext cx="172635" cy="249107"/>
                </a:xfrm>
                <a:custGeom>
                  <a:avLst/>
                  <a:gdLst>
                    <a:gd name="connsiteX0" fmla="*/ 403 w 172635"/>
                    <a:gd name="connsiteY0" fmla="*/ 11349 h 249107"/>
                    <a:gd name="connsiteX1" fmla="*/ 17184 w 172635"/>
                    <a:gd name="connsiteY1" fmla="*/ 300 h 249107"/>
                    <a:gd name="connsiteX2" fmla="*/ 173038 w 172635"/>
                    <a:gd name="connsiteY2" fmla="*/ 239673 h 249107"/>
                    <a:gd name="connsiteX3" fmla="*/ 158274 w 172635"/>
                    <a:gd name="connsiteY3" fmla="*/ 249407 h 2491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2635" h="249107">
                      <a:moveTo>
                        <a:pt x="403" y="11349"/>
                      </a:moveTo>
                      <a:cubicBezTo>
                        <a:pt x="5987" y="7644"/>
                        <a:pt x="11581" y="3957"/>
                        <a:pt x="17184" y="300"/>
                      </a:cubicBezTo>
                      <a:lnTo>
                        <a:pt x="173038" y="239673"/>
                      </a:lnTo>
                      <a:cubicBezTo>
                        <a:pt x="168101" y="242902"/>
                        <a:pt x="163182" y="246140"/>
                        <a:pt x="158274" y="249407"/>
                      </a:cubicBezTo>
                      <a:close/>
                    </a:path>
                  </a:pathLst>
                </a:custGeom>
                <a:solidFill>
                  <a:srgbClr val="4CA96F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D4086129-F076-4EF7-23C8-8A71110697F5}"/>
                    </a:ext>
                  </a:extLst>
                </p:cNvPr>
                <p:cNvSpPr/>
                <p:nvPr/>
              </p:nvSpPr>
              <p:spPr>
                <a:xfrm>
                  <a:off x="5219464" y="1211360"/>
                  <a:ext cx="114155" cy="269652"/>
                </a:xfrm>
                <a:custGeom>
                  <a:avLst/>
                  <a:gdLst>
                    <a:gd name="connsiteX0" fmla="*/ 403 w 114155"/>
                    <a:gd name="connsiteY0" fmla="*/ 4320 h 269652"/>
                    <a:gd name="connsiteX1" fmla="*/ 10596 w 114155"/>
                    <a:gd name="connsiteY1" fmla="*/ 300 h 269652"/>
                    <a:gd name="connsiteX2" fmla="*/ 114558 w 114155"/>
                    <a:gd name="connsiteY2" fmla="*/ 266419 h 269652"/>
                    <a:gd name="connsiteX3" fmla="*/ 105587 w 114155"/>
                    <a:gd name="connsiteY3" fmla="*/ 269953 h 2696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155" h="269652">
                      <a:moveTo>
                        <a:pt x="403" y="4320"/>
                      </a:moveTo>
                      <a:cubicBezTo>
                        <a:pt x="3797" y="2967"/>
                        <a:pt x="7195" y="1633"/>
                        <a:pt x="10596" y="300"/>
                      </a:cubicBezTo>
                      <a:lnTo>
                        <a:pt x="114558" y="266419"/>
                      </a:lnTo>
                      <a:cubicBezTo>
                        <a:pt x="111564" y="267591"/>
                        <a:pt x="108574" y="268762"/>
                        <a:pt x="105587" y="26995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5FCAA778-4BE3-DE99-6635-0C795C5CBA9B}"/>
                    </a:ext>
                  </a:extLst>
                </p:cNvPr>
                <p:cNvSpPr/>
                <p:nvPr/>
              </p:nvSpPr>
              <p:spPr>
                <a:xfrm>
                  <a:off x="4889083" y="1368847"/>
                  <a:ext cx="157319" cy="254527"/>
                </a:xfrm>
                <a:custGeom>
                  <a:avLst/>
                  <a:gdLst>
                    <a:gd name="connsiteX0" fmla="*/ 403 w 157319"/>
                    <a:gd name="connsiteY0" fmla="*/ 8606 h 254527"/>
                    <a:gd name="connsiteX1" fmla="*/ 14596 w 157319"/>
                    <a:gd name="connsiteY1" fmla="*/ 300 h 254527"/>
                    <a:gd name="connsiteX2" fmla="*/ 157722 w 157319"/>
                    <a:gd name="connsiteY2" fmla="*/ 247521 h 254527"/>
                    <a:gd name="connsiteX3" fmla="*/ 145240 w 157319"/>
                    <a:gd name="connsiteY3" fmla="*/ 254827 h 254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7319" h="254527">
                      <a:moveTo>
                        <a:pt x="403" y="8606"/>
                      </a:moveTo>
                      <a:cubicBezTo>
                        <a:pt x="5130" y="5815"/>
                        <a:pt x="9859" y="3053"/>
                        <a:pt x="14596" y="300"/>
                      </a:cubicBezTo>
                      <a:lnTo>
                        <a:pt x="157722" y="247521"/>
                      </a:lnTo>
                      <a:cubicBezTo>
                        <a:pt x="153555" y="249941"/>
                        <a:pt x="149388" y="252379"/>
                        <a:pt x="145240" y="254827"/>
                      </a:cubicBezTo>
                      <a:close/>
                    </a:path>
                  </a:pathLst>
                </a:custGeom>
                <a:solidFill>
                  <a:srgbClr val="4F8E91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27CAC99C-F1FB-2DFA-A51A-1B59484EEDC6}"/>
                    </a:ext>
                  </a:extLst>
                </p:cNvPr>
                <p:cNvSpPr/>
                <p:nvPr/>
              </p:nvSpPr>
              <p:spPr>
                <a:xfrm>
                  <a:off x="4562306" y="1589141"/>
                  <a:ext cx="205037" cy="238286"/>
                </a:xfrm>
                <a:custGeom>
                  <a:avLst/>
                  <a:gdLst>
                    <a:gd name="connsiteX0" fmla="*/ 403 w 205037"/>
                    <a:gd name="connsiteY0" fmla="*/ 20188 h 238286"/>
                    <a:gd name="connsiteX1" fmla="*/ 24261 w 205037"/>
                    <a:gd name="connsiteY1" fmla="*/ 300 h 238286"/>
                    <a:gd name="connsiteX2" fmla="*/ 205440 w 205037"/>
                    <a:gd name="connsiteY2" fmla="*/ 221089 h 238286"/>
                    <a:gd name="connsiteX3" fmla="*/ 184444 w 205037"/>
                    <a:gd name="connsiteY3" fmla="*/ 238587 h 238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037" h="238286">
                      <a:moveTo>
                        <a:pt x="403" y="20188"/>
                      </a:moveTo>
                      <a:cubicBezTo>
                        <a:pt x="8308" y="13511"/>
                        <a:pt x="16261" y="6882"/>
                        <a:pt x="24261" y="300"/>
                      </a:cubicBezTo>
                      <a:lnTo>
                        <a:pt x="205440" y="221089"/>
                      </a:lnTo>
                      <a:cubicBezTo>
                        <a:pt x="198400" y="226871"/>
                        <a:pt x="191408" y="232710"/>
                        <a:pt x="184444" y="238587"/>
                      </a:cubicBezTo>
                      <a:close/>
                    </a:path>
                  </a:pathLst>
                </a:custGeom>
                <a:solidFill>
                  <a:srgbClr val="94BC5F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2FD6FBAF-71D1-E2CE-3E41-06D7933D41B0}"/>
                    </a:ext>
                  </a:extLst>
                </p:cNvPr>
                <p:cNvSpPr/>
                <p:nvPr/>
              </p:nvSpPr>
              <p:spPr>
                <a:xfrm>
                  <a:off x="5331194" y="1172479"/>
                  <a:ext cx="96342" cy="272329"/>
                </a:xfrm>
                <a:custGeom>
                  <a:avLst/>
                  <a:gdLst>
                    <a:gd name="connsiteX0" fmla="*/ 403 w 96342"/>
                    <a:gd name="connsiteY0" fmla="*/ 2053 h 272329"/>
                    <a:gd name="connsiteX1" fmla="*/ 5592 w 96342"/>
                    <a:gd name="connsiteY1" fmla="*/ 300 h 272329"/>
                    <a:gd name="connsiteX2" fmla="*/ 96745 w 96342"/>
                    <a:gd name="connsiteY2" fmla="*/ 271077 h 272329"/>
                    <a:gd name="connsiteX3" fmla="*/ 92180 w 96342"/>
                    <a:gd name="connsiteY3" fmla="*/ 272629 h 2723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6342" h="272329">
                      <a:moveTo>
                        <a:pt x="403" y="2053"/>
                      </a:moveTo>
                      <a:cubicBezTo>
                        <a:pt x="2132" y="1462"/>
                        <a:pt x="3862" y="881"/>
                        <a:pt x="5592" y="300"/>
                      </a:cubicBezTo>
                      <a:lnTo>
                        <a:pt x="96745" y="271077"/>
                      </a:lnTo>
                      <a:cubicBezTo>
                        <a:pt x="95223" y="271591"/>
                        <a:pt x="93701" y="272105"/>
                        <a:pt x="92180" y="27262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25C14F29-8F52-DBAC-C5F7-D914CC89684C}"/>
                    </a:ext>
                  </a:extLst>
                </p:cNvPr>
                <p:cNvSpPr/>
                <p:nvPr/>
              </p:nvSpPr>
              <p:spPr>
                <a:xfrm>
                  <a:off x="5108266" y="1257538"/>
                  <a:ext cx="128774" cy="265233"/>
                </a:xfrm>
                <a:custGeom>
                  <a:avLst/>
                  <a:gdLst>
                    <a:gd name="connsiteX0" fmla="*/ 403 w 128774"/>
                    <a:gd name="connsiteY0" fmla="*/ 5586 h 265233"/>
                    <a:gd name="connsiteX1" fmla="*/ 12047 w 128774"/>
                    <a:gd name="connsiteY1" fmla="*/ 300 h 265233"/>
                    <a:gd name="connsiteX2" fmla="*/ 129177 w 128774"/>
                    <a:gd name="connsiteY2" fmla="*/ 260876 h 265233"/>
                    <a:gd name="connsiteX3" fmla="*/ 118932 w 128774"/>
                    <a:gd name="connsiteY3" fmla="*/ 265533 h 2652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774" h="265233">
                      <a:moveTo>
                        <a:pt x="403" y="5586"/>
                      </a:moveTo>
                      <a:cubicBezTo>
                        <a:pt x="4284" y="3815"/>
                        <a:pt x="8156" y="2053"/>
                        <a:pt x="12047" y="300"/>
                      </a:cubicBezTo>
                      <a:lnTo>
                        <a:pt x="129177" y="260876"/>
                      </a:lnTo>
                      <a:cubicBezTo>
                        <a:pt x="125758" y="262419"/>
                        <a:pt x="122342" y="263971"/>
                        <a:pt x="118932" y="265533"/>
                      </a:cubicBezTo>
                      <a:close/>
                    </a:path>
                  </a:pathLst>
                </a:custGeom>
                <a:solidFill>
                  <a:srgbClr val="4A4A4A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922DE40B-4307-6E1B-4007-F275FC0D53C8}"/>
                    </a:ext>
                  </a:extLst>
                </p:cNvPr>
                <p:cNvSpPr/>
                <p:nvPr/>
              </p:nvSpPr>
              <p:spPr>
                <a:xfrm>
                  <a:off x="4997999" y="1310001"/>
                  <a:ext cx="143182" cy="260184"/>
                </a:xfrm>
                <a:custGeom>
                  <a:avLst/>
                  <a:gdLst>
                    <a:gd name="connsiteX0" fmla="*/ 403 w 143182"/>
                    <a:gd name="connsiteY0" fmla="*/ 7015 h 260184"/>
                    <a:gd name="connsiteX1" fmla="*/ 13388 w 143182"/>
                    <a:gd name="connsiteY1" fmla="*/ 300 h 260184"/>
                    <a:gd name="connsiteX2" fmla="*/ 143585 w 143182"/>
                    <a:gd name="connsiteY2" fmla="*/ 254579 h 260184"/>
                    <a:gd name="connsiteX3" fmla="*/ 132169 w 143182"/>
                    <a:gd name="connsiteY3" fmla="*/ 260485 h 2601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3182" h="260184">
                      <a:moveTo>
                        <a:pt x="403" y="7015"/>
                      </a:moveTo>
                      <a:cubicBezTo>
                        <a:pt x="4722" y="4758"/>
                        <a:pt x="9050" y="2519"/>
                        <a:pt x="13388" y="300"/>
                      </a:cubicBezTo>
                      <a:lnTo>
                        <a:pt x="143585" y="254579"/>
                      </a:lnTo>
                      <a:cubicBezTo>
                        <a:pt x="139770" y="256532"/>
                        <a:pt x="135965" y="258504"/>
                        <a:pt x="132169" y="260485"/>
                      </a:cubicBezTo>
                      <a:close/>
                    </a:path>
                  </a:pathLst>
                </a:custGeom>
                <a:solidFill>
                  <a:srgbClr val="5695C1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C75BBEEE-935C-4E83-8EEC-B545B2363271}"/>
                    </a:ext>
                  </a:extLst>
                </p:cNvPr>
                <p:cNvSpPr/>
                <p:nvPr/>
              </p:nvSpPr>
              <p:spPr>
                <a:xfrm>
                  <a:off x="5439575" y="1139237"/>
                  <a:ext cx="81859" cy="275663"/>
                </a:xfrm>
                <a:custGeom>
                  <a:avLst/>
                  <a:gdLst>
                    <a:gd name="connsiteX0" fmla="*/ 403 w 81859"/>
                    <a:gd name="connsiteY0" fmla="*/ 1310 h 275663"/>
                    <a:gd name="connsiteX1" fmla="*/ 3913 w 81859"/>
                    <a:gd name="connsiteY1" fmla="*/ 300 h 275663"/>
                    <a:gd name="connsiteX2" fmla="*/ 82262 w 81859"/>
                    <a:gd name="connsiteY2" fmla="*/ 275077 h 275663"/>
                    <a:gd name="connsiteX3" fmla="*/ 79173 w 81859"/>
                    <a:gd name="connsiteY3" fmla="*/ 275963 h 2756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1859" h="275663">
                      <a:moveTo>
                        <a:pt x="403" y="1310"/>
                      </a:moveTo>
                      <a:cubicBezTo>
                        <a:pt x="1573" y="976"/>
                        <a:pt x="2743" y="643"/>
                        <a:pt x="3913" y="300"/>
                      </a:cubicBezTo>
                      <a:lnTo>
                        <a:pt x="82262" y="275077"/>
                      </a:lnTo>
                      <a:cubicBezTo>
                        <a:pt x="81233" y="275372"/>
                        <a:pt x="80203" y="275668"/>
                        <a:pt x="79173" y="27596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71DB01C1-844C-279D-B6F0-156C952DABA1}"/>
                    </a:ext>
                  </a:extLst>
                </p:cNvPr>
                <p:cNvSpPr/>
                <p:nvPr/>
              </p:nvSpPr>
              <p:spPr>
                <a:xfrm>
                  <a:off x="5547675" y="1111062"/>
                  <a:ext cx="68926" cy="278891"/>
                </a:xfrm>
                <a:custGeom>
                  <a:avLst/>
                  <a:gdLst>
                    <a:gd name="connsiteX0" fmla="*/ 403 w 68926"/>
                    <a:gd name="connsiteY0" fmla="*/ 1138 h 278891"/>
                    <a:gd name="connsiteX1" fmla="*/ 3957 w 68926"/>
                    <a:gd name="connsiteY1" fmla="*/ 300 h 278891"/>
                    <a:gd name="connsiteX2" fmla="*/ 69329 w 68926"/>
                    <a:gd name="connsiteY2" fmla="*/ 278449 h 278891"/>
                    <a:gd name="connsiteX3" fmla="*/ 66201 w 68926"/>
                    <a:gd name="connsiteY3" fmla="*/ 279192 h 278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8926" h="278891">
                      <a:moveTo>
                        <a:pt x="403" y="1138"/>
                      </a:moveTo>
                      <a:cubicBezTo>
                        <a:pt x="1587" y="862"/>
                        <a:pt x="2771" y="576"/>
                        <a:pt x="3957" y="300"/>
                      </a:cubicBezTo>
                      <a:lnTo>
                        <a:pt x="69329" y="278449"/>
                      </a:lnTo>
                      <a:cubicBezTo>
                        <a:pt x="68287" y="278697"/>
                        <a:pt x="67244" y="278944"/>
                        <a:pt x="66201" y="27919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1E594E18-8F6A-569D-9EC1-FAD6AA6AC2BC}"/>
                    </a:ext>
                  </a:extLst>
                </p:cNvPr>
                <p:cNvSpPr/>
                <p:nvPr/>
              </p:nvSpPr>
              <p:spPr>
                <a:xfrm>
                  <a:off x="5656985" y="1088002"/>
                  <a:ext cx="55841" cy="281511"/>
                </a:xfrm>
                <a:custGeom>
                  <a:avLst/>
                  <a:gdLst>
                    <a:gd name="connsiteX0" fmla="*/ 403 w 55841"/>
                    <a:gd name="connsiteY0" fmla="*/ 967 h 281511"/>
                    <a:gd name="connsiteX1" fmla="*/ 3993 w 55841"/>
                    <a:gd name="connsiteY1" fmla="*/ 300 h 281511"/>
                    <a:gd name="connsiteX2" fmla="*/ 56244 w 55841"/>
                    <a:gd name="connsiteY2" fmla="*/ 281221 h 281511"/>
                    <a:gd name="connsiteX3" fmla="*/ 53085 w 55841"/>
                    <a:gd name="connsiteY3" fmla="*/ 281811 h 2815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55841" h="281511">
                      <a:moveTo>
                        <a:pt x="403" y="967"/>
                      </a:moveTo>
                      <a:cubicBezTo>
                        <a:pt x="1599" y="748"/>
                        <a:pt x="2796" y="519"/>
                        <a:pt x="3993" y="300"/>
                      </a:cubicBezTo>
                      <a:lnTo>
                        <a:pt x="56244" y="281221"/>
                      </a:lnTo>
                      <a:cubicBezTo>
                        <a:pt x="55191" y="281411"/>
                        <a:pt x="54138" y="281611"/>
                        <a:pt x="53085" y="281811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9A60EC69-BD64-9775-7BCB-F60EA21EE522}"/>
                    </a:ext>
                  </a:extLst>
                </p:cNvPr>
                <p:cNvSpPr/>
                <p:nvPr/>
              </p:nvSpPr>
              <p:spPr>
                <a:xfrm>
                  <a:off x="5767265" y="1070352"/>
                  <a:ext cx="41038" cy="283263"/>
                </a:xfrm>
                <a:custGeom>
                  <a:avLst/>
                  <a:gdLst>
                    <a:gd name="connsiteX0" fmla="*/ 403 w 41038"/>
                    <a:gd name="connsiteY0" fmla="*/ 557 h 283263"/>
                    <a:gd name="connsiteX1" fmla="*/ 2211 w 41038"/>
                    <a:gd name="connsiteY1" fmla="*/ 300 h 283263"/>
                    <a:gd name="connsiteX2" fmla="*/ 41441 w 41038"/>
                    <a:gd name="connsiteY2" fmla="*/ 283335 h 283263"/>
                    <a:gd name="connsiteX3" fmla="*/ 39850 w 41038"/>
                    <a:gd name="connsiteY3" fmla="*/ 283564 h 283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1038" h="283263">
                      <a:moveTo>
                        <a:pt x="403" y="557"/>
                      </a:moveTo>
                      <a:cubicBezTo>
                        <a:pt x="1005" y="472"/>
                        <a:pt x="1608" y="386"/>
                        <a:pt x="2211" y="300"/>
                      </a:cubicBezTo>
                      <a:lnTo>
                        <a:pt x="41441" y="283335"/>
                      </a:lnTo>
                      <a:cubicBezTo>
                        <a:pt x="40911" y="283412"/>
                        <a:pt x="40381" y="283488"/>
                        <a:pt x="39850" y="28356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63BDED70-D7A6-DC4C-B402-7EF7E3AA7A55}"/>
                    </a:ext>
                  </a:extLst>
                </p:cNvPr>
                <p:cNvSpPr/>
                <p:nvPr/>
              </p:nvSpPr>
              <p:spPr>
                <a:xfrm>
                  <a:off x="5876452" y="1057751"/>
                  <a:ext cx="27945" cy="284692"/>
                </a:xfrm>
                <a:custGeom>
                  <a:avLst/>
                  <a:gdLst>
                    <a:gd name="connsiteX0" fmla="*/ 403 w 27945"/>
                    <a:gd name="connsiteY0" fmla="*/ 462 h 284692"/>
                    <a:gd name="connsiteX1" fmla="*/ 2221 w 27945"/>
                    <a:gd name="connsiteY1" fmla="*/ 300 h 284692"/>
                    <a:gd name="connsiteX2" fmla="*/ 28348 w 27945"/>
                    <a:gd name="connsiteY2" fmla="*/ 284850 h 284692"/>
                    <a:gd name="connsiteX3" fmla="*/ 26748 w 27945"/>
                    <a:gd name="connsiteY3" fmla="*/ 284993 h 284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945" h="284692">
                      <a:moveTo>
                        <a:pt x="403" y="462"/>
                      </a:moveTo>
                      <a:cubicBezTo>
                        <a:pt x="1009" y="414"/>
                        <a:pt x="1615" y="357"/>
                        <a:pt x="2221" y="300"/>
                      </a:cubicBezTo>
                      <a:lnTo>
                        <a:pt x="28348" y="284850"/>
                      </a:lnTo>
                      <a:cubicBezTo>
                        <a:pt x="27816" y="284897"/>
                        <a:pt x="27282" y="284945"/>
                        <a:pt x="26748" y="28499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2DD907AB-FCBE-3B87-9EAB-00D317885B83}"/>
                    </a:ext>
                  </a:extLst>
                </p:cNvPr>
                <p:cNvSpPr/>
                <p:nvPr/>
              </p:nvSpPr>
              <p:spPr>
                <a:xfrm>
                  <a:off x="5986108" y="1050207"/>
                  <a:ext cx="14792" cy="285530"/>
                </a:xfrm>
                <a:custGeom>
                  <a:avLst/>
                  <a:gdLst>
                    <a:gd name="connsiteX0" fmla="*/ 403 w 14792"/>
                    <a:gd name="connsiteY0" fmla="*/ 386 h 285530"/>
                    <a:gd name="connsiteX1" fmla="*/ 2227 w 14792"/>
                    <a:gd name="connsiteY1" fmla="*/ 300 h 285530"/>
                    <a:gd name="connsiteX2" fmla="*/ 15195 w 14792"/>
                    <a:gd name="connsiteY2" fmla="*/ 285755 h 285530"/>
                    <a:gd name="connsiteX3" fmla="*/ 13590 w 14792"/>
                    <a:gd name="connsiteY3" fmla="*/ 285831 h 2855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792" h="285530">
                      <a:moveTo>
                        <a:pt x="403" y="386"/>
                      </a:moveTo>
                      <a:cubicBezTo>
                        <a:pt x="1010" y="357"/>
                        <a:pt x="1619" y="329"/>
                        <a:pt x="2227" y="300"/>
                      </a:cubicBezTo>
                      <a:lnTo>
                        <a:pt x="15195" y="285755"/>
                      </a:lnTo>
                      <a:cubicBezTo>
                        <a:pt x="14660" y="285783"/>
                        <a:pt x="14125" y="285802"/>
                        <a:pt x="13590" y="285831"/>
                      </a:cubicBez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3" name="Graphic 4">
                <a:extLst>
                  <a:ext uri="{FF2B5EF4-FFF2-40B4-BE49-F238E27FC236}">
                    <a16:creationId xmlns:a16="http://schemas.microsoft.com/office/drawing/2014/main" id="{A3BF118A-68FF-C590-DBD1-FAA7B023DD98}"/>
                  </a:ext>
                </a:extLst>
              </p:cNvPr>
              <p:cNvGrpSpPr/>
              <p:nvPr/>
            </p:nvGrpSpPr>
            <p:grpSpPr>
              <a:xfrm>
                <a:off x="4012616" y="1343034"/>
                <a:ext cx="4165682" cy="4171502"/>
                <a:chOff x="4012616" y="1343034"/>
                <a:chExt cx="4165682" cy="4171502"/>
              </a:xfrm>
            </p:grpSpPr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63E15CD3-EC0F-2446-499D-CCEA5547DC7F}"/>
                    </a:ext>
                  </a:extLst>
                </p:cNvPr>
                <p:cNvSpPr/>
                <p:nvPr/>
              </p:nvSpPr>
              <p:spPr>
                <a:xfrm>
                  <a:off x="4056862" y="1745913"/>
                  <a:ext cx="1285464" cy="1543846"/>
                </a:xfrm>
                <a:custGeom>
                  <a:avLst/>
                  <a:gdLst>
                    <a:gd name="connsiteX0" fmla="*/ 808784 w 1285464"/>
                    <a:gd name="connsiteY0" fmla="*/ 300 h 1543846"/>
                    <a:gd name="connsiteX1" fmla="*/ 95239 w 1285464"/>
                    <a:gd name="connsiteY1" fmla="*/ 1531589 h 1543846"/>
                    <a:gd name="connsiteX2" fmla="*/ 403 w 1285464"/>
                    <a:gd name="connsiteY2" fmla="*/ 1524184 h 1543846"/>
                    <a:gd name="connsiteX3" fmla="*/ 95239 w 1285464"/>
                    <a:gd name="connsiteY3" fmla="*/ 1531589 h 1543846"/>
                    <a:gd name="connsiteX4" fmla="*/ 808784 w 1285464"/>
                    <a:gd name="connsiteY4" fmla="*/ 300 h 15438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5464" h="1543846">
                      <a:moveTo>
                        <a:pt x="808784" y="300"/>
                      </a:moveTo>
                      <a:cubicBezTo>
                        <a:pt x="1629290" y="1122359"/>
                        <a:pt x="1391442" y="1632787"/>
                        <a:pt x="95239" y="1531589"/>
                      </a:cubicBezTo>
                      <a:lnTo>
                        <a:pt x="403" y="1524184"/>
                      </a:lnTo>
                      <a:lnTo>
                        <a:pt x="95239" y="1531589"/>
                      </a:lnTo>
                      <a:cubicBezTo>
                        <a:pt x="1391442" y="1632787"/>
                        <a:pt x="1629290" y="1122359"/>
                        <a:pt x="808784" y="300"/>
                      </a:cubicBezTo>
                      <a:close/>
                    </a:path>
                  </a:pathLst>
                </a:custGeom>
                <a:solidFill>
                  <a:srgbClr val="7AA24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5246136C-0EDD-41F5-94FB-41152035F947}"/>
                    </a:ext>
                  </a:extLst>
                </p:cNvPr>
                <p:cNvSpPr/>
                <p:nvPr/>
              </p:nvSpPr>
              <p:spPr>
                <a:xfrm>
                  <a:off x="5039439" y="1608458"/>
                  <a:ext cx="572587" cy="937390"/>
                </a:xfrm>
                <a:custGeom>
                  <a:avLst/>
                  <a:gdLst>
                    <a:gd name="connsiteX0" fmla="*/ 403 w 572587"/>
                    <a:gd name="connsiteY0" fmla="*/ 23017 h 937390"/>
                    <a:gd name="connsiteX1" fmla="*/ 163920 w 572587"/>
                    <a:gd name="connsiteY1" fmla="*/ 84977 h 937390"/>
                    <a:gd name="connsiteX2" fmla="*/ 120356 w 572587"/>
                    <a:gd name="connsiteY2" fmla="*/ 300 h 937390"/>
                    <a:gd name="connsiteX3" fmla="*/ 163920 w 572587"/>
                    <a:gd name="connsiteY3" fmla="*/ 84977 h 937390"/>
                    <a:gd name="connsiteX4" fmla="*/ 403 w 572587"/>
                    <a:gd name="connsiteY4" fmla="*/ 23017 h 937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2587" h="937390">
                      <a:moveTo>
                        <a:pt x="403" y="23017"/>
                      </a:moveTo>
                      <a:cubicBezTo>
                        <a:pt x="704775" y="1221566"/>
                        <a:pt x="759282" y="1242220"/>
                        <a:pt x="163920" y="84977"/>
                      </a:cubicBezTo>
                      <a:lnTo>
                        <a:pt x="120356" y="300"/>
                      </a:lnTo>
                      <a:lnTo>
                        <a:pt x="163920" y="84977"/>
                      </a:lnTo>
                      <a:cubicBezTo>
                        <a:pt x="759282" y="1242220"/>
                        <a:pt x="704775" y="1221566"/>
                        <a:pt x="403" y="23017"/>
                      </a:cubicBezTo>
                      <a:close/>
                    </a:path>
                  </a:pathLst>
                </a:custGeom>
                <a:solidFill>
                  <a:srgbClr val="4F8E9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29B79DEE-57BB-EEC4-E45D-F5857F770585}"/>
                    </a:ext>
                  </a:extLst>
                </p:cNvPr>
                <p:cNvSpPr/>
                <p:nvPr/>
              </p:nvSpPr>
              <p:spPr>
                <a:xfrm>
                  <a:off x="4753092" y="1609182"/>
                  <a:ext cx="806067" cy="988800"/>
                </a:xfrm>
                <a:custGeom>
                  <a:avLst/>
                  <a:gdLst>
                    <a:gd name="connsiteX0" fmla="*/ 403 w 806067"/>
                    <a:gd name="connsiteY0" fmla="*/ 225309 h 988800"/>
                    <a:gd name="connsiteX1" fmla="*/ 448935 w 806067"/>
                    <a:gd name="connsiteY1" fmla="*/ 84939 h 988800"/>
                    <a:gd name="connsiteX2" fmla="*/ 405307 w 806067"/>
                    <a:gd name="connsiteY2" fmla="*/ 300 h 988800"/>
                    <a:gd name="connsiteX3" fmla="*/ 448935 w 806067"/>
                    <a:gd name="connsiteY3" fmla="*/ 84939 h 988800"/>
                    <a:gd name="connsiteX4" fmla="*/ 403 w 806067"/>
                    <a:gd name="connsiteY4" fmla="*/ 225309 h 988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6067" h="988800">
                      <a:moveTo>
                        <a:pt x="403" y="225309"/>
                      </a:moveTo>
                      <a:cubicBezTo>
                        <a:pt x="895675" y="1288515"/>
                        <a:pt x="1045185" y="1241725"/>
                        <a:pt x="448935" y="84939"/>
                      </a:cubicBezTo>
                      <a:lnTo>
                        <a:pt x="405307" y="300"/>
                      </a:lnTo>
                      <a:lnTo>
                        <a:pt x="448935" y="84939"/>
                      </a:lnTo>
                      <a:cubicBezTo>
                        <a:pt x="1045185" y="1241725"/>
                        <a:pt x="895675" y="1288515"/>
                        <a:pt x="403" y="225309"/>
                      </a:cubicBezTo>
                      <a:close/>
                    </a:path>
                  </a:pathLst>
                </a:custGeom>
                <a:solidFill>
                  <a:srgbClr val="94BC5F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960CFE62-C867-D0A3-D7FA-CB0D2F4B6B4F}"/>
                    </a:ext>
                  </a:extLst>
                </p:cNvPr>
                <p:cNvSpPr/>
                <p:nvPr/>
              </p:nvSpPr>
              <p:spPr>
                <a:xfrm>
                  <a:off x="5156602" y="1452543"/>
                  <a:ext cx="557358" cy="1052663"/>
                </a:xfrm>
                <a:custGeom>
                  <a:avLst/>
                  <a:gdLst>
                    <a:gd name="connsiteX0" fmla="*/ 273619 w 557358"/>
                    <a:gd name="connsiteY0" fmla="*/ 300 h 1052663"/>
                    <a:gd name="connsiteX1" fmla="*/ 44096 w 557358"/>
                    <a:gd name="connsiteY1" fmla="*/ 242264 h 1052663"/>
                    <a:gd name="connsiteX2" fmla="*/ 403 w 557358"/>
                    <a:gd name="connsiteY2" fmla="*/ 157653 h 1052663"/>
                    <a:gd name="connsiteX3" fmla="*/ 44096 w 557358"/>
                    <a:gd name="connsiteY3" fmla="*/ 242264 h 1052663"/>
                    <a:gd name="connsiteX4" fmla="*/ 273619 w 557358"/>
                    <a:gd name="connsiteY4" fmla="*/ 300 h 10526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7358" h="1052663">
                      <a:moveTo>
                        <a:pt x="273619" y="300"/>
                      </a:moveTo>
                      <a:cubicBezTo>
                        <a:pt x="717740" y="1317937"/>
                        <a:pt x="641232" y="1398593"/>
                        <a:pt x="44096" y="242264"/>
                      </a:cubicBezTo>
                      <a:lnTo>
                        <a:pt x="403" y="157653"/>
                      </a:lnTo>
                      <a:lnTo>
                        <a:pt x="44096" y="242264"/>
                      </a:lnTo>
                      <a:cubicBezTo>
                        <a:pt x="641232" y="1398593"/>
                        <a:pt x="717740" y="1317937"/>
                        <a:pt x="273619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E7C1D0F4-E26E-1636-55FC-B336A1D158B4}"/>
                    </a:ext>
                  </a:extLst>
                </p:cNvPr>
                <p:cNvSpPr/>
                <p:nvPr/>
              </p:nvSpPr>
              <p:spPr>
                <a:xfrm>
                  <a:off x="5155207" y="1531096"/>
                  <a:ext cx="500552" cy="991832"/>
                </a:xfrm>
                <a:custGeom>
                  <a:avLst/>
                  <a:gdLst>
                    <a:gd name="connsiteX0" fmla="*/ 76670 w 500552"/>
                    <a:gd name="connsiteY0" fmla="*/ 300 h 991832"/>
                    <a:gd name="connsiteX1" fmla="*/ 44160 w 500552"/>
                    <a:gd name="connsiteY1" fmla="*/ 164406 h 991832"/>
                    <a:gd name="connsiteX2" fmla="*/ 403 w 500552"/>
                    <a:gd name="connsiteY2" fmla="*/ 79824 h 991832"/>
                    <a:gd name="connsiteX3" fmla="*/ 44160 w 500552"/>
                    <a:gd name="connsiteY3" fmla="*/ 164406 h 991832"/>
                    <a:gd name="connsiteX4" fmla="*/ 76670 w 500552"/>
                    <a:gd name="connsiteY4" fmla="*/ 300 h 991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0552" h="991832">
                      <a:moveTo>
                        <a:pt x="76670" y="300"/>
                      </a:moveTo>
                      <a:cubicBezTo>
                        <a:pt x="653020" y="1265571"/>
                        <a:pt x="642184" y="1320270"/>
                        <a:pt x="44160" y="164406"/>
                      </a:cubicBezTo>
                      <a:lnTo>
                        <a:pt x="403" y="79824"/>
                      </a:lnTo>
                      <a:lnTo>
                        <a:pt x="44160" y="164406"/>
                      </a:lnTo>
                      <a:cubicBezTo>
                        <a:pt x="642184" y="1320270"/>
                        <a:pt x="653020" y="1265571"/>
                        <a:pt x="76670" y="300"/>
                      </a:cubicBezTo>
                      <a:close/>
                    </a:path>
                  </a:pathLst>
                </a:custGeom>
                <a:solidFill>
                  <a:srgbClr val="4A4A4A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3D3CC786-B232-5F81-8389-120FB177C73F}"/>
                    </a:ext>
                  </a:extLst>
                </p:cNvPr>
                <p:cNvSpPr/>
                <p:nvPr/>
              </p:nvSpPr>
              <p:spPr>
                <a:xfrm>
                  <a:off x="4056738" y="1578263"/>
                  <a:ext cx="1396063" cy="1711722"/>
                </a:xfrm>
                <a:custGeom>
                  <a:avLst/>
                  <a:gdLst>
                    <a:gd name="connsiteX0" fmla="*/ 1078530 w 1396063"/>
                    <a:gd name="connsiteY0" fmla="*/ 300 h 1711722"/>
                    <a:gd name="connsiteX1" fmla="*/ 95249 w 1396063"/>
                    <a:gd name="connsiteY1" fmla="*/ 1700733 h 1711722"/>
                    <a:gd name="connsiteX2" fmla="*/ 403 w 1396063"/>
                    <a:gd name="connsiteY2" fmla="*/ 1693401 h 1711722"/>
                    <a:gd name="connsiteX3" fmla="*/ 95249 w 1396063"/>
                    <a:gd name="connsiteY3" fmla="*/ 1700733 h 1711722"/>
                    <a:gd name="connsiteX4" fmla="*/ 1078530 w 1396063"/>
                    <a:gd name="connsiteY4" fmla="*/ 300 h 1711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96063" h="1711722">
                      <a:moveTo>
                        <a:pt x="1078530" y="300"/>
                      </a:moveTo>
                      <a:cubicBezTo>
                        <a:pt x="1719285" y="1234126"/>
                        <a:pt x="1391526" y="1800935"/>
                        <a:pt x="95249" y="1700733"/>
                      </a:cubicBezTo>
                      <a:lnTo>
                        <a:pt x="403" y="1693401"/>
                      </a:lnTo>
                      <a:lnTo>
                        <a:pt x="95249" y="1700733"/>
                      </a:lnTo>
                      <a:cubicBezTo>
                        <a:pt x="1391526" y="1800935"/>
                        <a:pt x="1719285" y="1234126"/>
                        <a:pt x="1078530" y="300"/>
                      </a:cubicBezTo>
                      <a:close/>
                    </a:path>
                  </a:pathLst>
                </a:custGeom>
                <a:solidFill>
                  <a:srgbClr val="5695C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C405DEC0-61A3-C810-4B1B-D8611CB64F73}"/>
                    </a:ext>
                  </a:extLst>
                </p:cNvPr>
                <p:cNvSpPr/>
                <p:nvPr/>
              </p:nvSpPr>
              <p:spPr>
                <a:xfrm>
                  <a:off x="5136283" y="1383277"/>
                  <a:ext cx="877966" cy="1095856"/>
                </a:xfrm>
                <a:custGeom>
                  <a:avLst/>
                  <a:gdLst>
                    <a:gd name="connsiteX0" fmla="*/ 403 w 877966"/>
                    <a:gd name="connsiteY0" fmla="*/ 194553 h 1095856"/>
                    <a:gd name="connsiteX1" fmla="*/ 870757 w 877966"/>
                    <a:gd name="connsiteY1" fmla="*/ 95445 h 1095856"/>
                    <a:gd name="connsiteX2" fmla="*/ 866398 w 877966"/>
                    <a:gd name="connsiteY2" fmla="*/ 300 h 1095856"/>
                    <a:gd name="connsiteX3" fmla="*/ 870757 w 877966"/>
                    <a:gd name="connsiteY3" fmla="*/ 95445 h 1095856"/>
                    <a:gd name="connsiteX4" fmla="*/ 403 w 877966"/>
                    <a:gd name="connsiteY4" fmla="*/ 194553 h 1095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77966" h="1095856">
                      <a:moveTo>
                        <a:pt x="403" y="194553"/>
                      </a:moveTo>
                      <a:cubicBezTo>
                        <a:pt x="640214" y="1428865"/>
                        <a:pt x="930332" y="1395831"/>
                        <a:pt x="870757" y="95445"/>
                      </a:cubicBezTo>
                      <a:lnTo>
                        <a:pt x="866398" y="300"/>
                      </a:lnTo>
                      <a:lnTo>
                        <a:pt x="870757" y="95445"/>
                      </a:lnTo>
                      <a:cubicBezTo>
                        <a:pt x="930332" y="1395831"/>
                        <a:pt x="640214" y="1428865"/>
                        <a:pt x="403" y="194553"/>
                      </a:cubicBezTo>
                      <a:close/>
                    </a:path>
                  </a:pathLst>
                </a:custGeom>
                <a:solidFill>
                  <a:srgbClr val="5695C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606F23B0-1405-26B0-2A6E-30625474C8C4}"/>
                    </a:ext>
                  </a:extLst>
                </p:cNvPr>
                <p:cNvSpPr/>
                <p:nvPr/>
              </p:nvSpPr>
              <p:spPr>
                <a:xfrm>
                  <a:off x="4056614" y="1362941"/>
                  <a:ext cx="1789160" cy="1927247"/>
                </a:xfrm>
                <a:custGeom>
                  <a:avLst/>
                  <a:gdLst>
                    <a:gd name="connsiteX0" fmla="*/ 1752608 w 1789160"/>
                    <a:gd name="connsiteY0" fmla="*/ 300 h 1927247"/>
                    <a:gd name="connsiteX1" fmla="*/ 95258 w 1789160"/>
                    <a:gd name="connsiteY1" fmla="*/ 1917550 h 1927247"/>
                    <a:gd name="connsiteX2" fmla="*/ 403 w 1789160"/>
                    <a:gd name="connsiteY2" fmla="*/ 1910291 h 1927247"/>
                    <a:gd name="connsiteX3" fmla="*/ 95258 w 1789160"/>
                    <a:gd name="connsiteY3" fmla="*/ 1917550 h 1927247"/>
                    <a:gd name="connsiteX4" fmla="*/ 1752608 w 1789160"/>
                    <a:gd name="connsiteY4" fmla="*/ 300 h 19272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89160" h="1927247">
                      <a:moveTo>
                        <a:pt x="1752608" y="300"/>
                      </a:moveTo>
                      <a:cubicBezTo>
                        <a:pt x="1944062" y="1377670"/>
                        <a:pt x="1391612" y="2016755"/>
                        <a:pt x="95258" y="1917550"/>
                      </a:cubicBezTo>
                      <a:lnTo>
                        <a:pt x="403" y="1910291"/>
                      </a:lnTo>
                      <a:lnTo>
                        <a:pt x="95258" y="1917550"/>
                      </a:lnTo>
                      <a:cubicBezTo>
                        <a:pt x="1391612" y="2016755"/>
                        <a:pt x="1944062" y="1377670"/>
                        <a:pt x="1752608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Freeform 51">
                  <a:extLst>
                    <a:ext uri="{FF2B5EF4-FFF2-40B4-BE49-F238E27FC236}">
                      <a16:creationId xmlns:a16="http://schemas.microsoft.com/office/drawing/2014/main" id="{2E1E5FE0-FA89-42F0-BBB2-2AEC5ABECCC4}"/>
                    </a:ext>
                  </a:extLst>
                </p:cNvPr>
                <p:cNvSpPr/>
                <p:nvPr/>
              </p:nvSpPr>
              <p:spPr>
                <a:xfrm>
                  <a:off x="4056500" y="1351854"/>
                  <a:ext cx="1865144" cy="1939587"/>
                </a:xfrm>
                <a:custGeom>
                  <a:avLst/>
                  <a:gdLst>
                    <a:gd name="connsiteX0" fmla="*/ 1848375 w 1865144"/>
                    <a:gd name="connsiteY0" fmla="*/ 300 h 1939587"/>
                    <a:gd name="connsiteX1" fmla="*/ 95258 w 1865144"/>
                    <a:gd name="connsiteY1" fmla="*/ 1930132 h 1939587"/>
                    <a:gd name="connsiteX2" fmla="*/ 403 w 1865144"/>
                    <a:gd name="connsiteY2" fmla="*/ 1922946 h 1939587"/>
                    <a:gd name="connsiteX3" fmla="*/ 95258 w 1865144"/>
                    <a:gd name="connsiteY3" fmla="*/ 1930132 h 1939587"/>
                    <a:gd name="connsiteX4" fmla="*/ 1848375 w 1865144"/>
                    <a:gd name="connsiteY4" fmla="*/ 300 h 1939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5144" h="1939587">
                      <a:moveTo>
                        <a:pt x="1848375" y="300"/>
                      </a:moveTo>
                      <a:cubicBezTo>
                        <a:pt x="1976060" y="1385065"/>
                        <a:pt x="1391688" y="2028341"/>
                        <a:pt x="95258" y="1930132"/>
                      </a:cubicBezTo>
                      <a:lnTo>
                        <a:pt x="403" y="1922946"/>
                      </a:lnTo>
                      <a:lnTo>
                        <a:pt x="95258" y="1930132"/>
                      </a:lnTo>
                      <a:cubicBezTo>
                        <a:pt x="1391688" y="2028341"/>
                        <a:pt x="1976060" y="1385065"/>
                        <a:pt x="1848375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Freeform 52">
                  <a:extLst>
                    <a:ext uri="{FF2B5EF4-FFF2-40B4-BE49-F238E27FC236}">
                      <a16:creationId xmlns:a16="http://schemas.microsoft.com/office/drawing/2014/main" id="{D7D242BE-920C-3AEC-BE09-AC52C21FBE0F}"/>
                    </a:ext>
                  </a:extLst>
                </p:cNvPr>
                <p:cNvSpPr/>
                <p:nvPr/>
              </p:nvSpPr>
              <p:spPr>
                <a:xfrm>
                  <a:off x="4956921" y="1607381"/>
                  <a:ext cx="639123" cy="950754"/>
                </a:xfrm>
                <a:custGeom>
                  <a:avLst/>
                  <a:gdLst>
                    <a:gd name="connsiteX0" fmla="*/ 403 w 639123"/>
                    <a:gd name="connsiteY0" fmla="*/ 75328 h 950754"/>
                    <a:gd name="connsiteX1" fmla="*/ 248434 w 639123"/>
                    <a:gd name="connsiteY1" fmla="*/ 85025 h 950754"/>
                    <a:gd name="connsiteX2" fmla="*/ 204968 w 639123"/>
                    <a:gd name="connsiteY2" fmla="*/ 300 h 950754"/>
                    <a:gd name="connsiteX3" fmla="*/ 248434 w 639123"/>
                    <a:gd name="connsiteY3" fmla="*/ 85025 h 950754"/>
                    <a:gd name="connsiteX4" fmla="*/ 403 w 639123"/>
                    <a:gd name="connsiteY4" fmla="*/ 75328 h 950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9123" h="950754">
                      <a:moveTo>
                        <a:pt x="403" y="75328"/>
                      </a:moveTo>
                      <a:cubicBezTo>
                        <a:pt x="759789" y="1239722"/>
                        <a:pt x="842465" y="1242954"/>
                        <a:pt x="248434" y="85025"/>
                      </a:cubicBezTo>
                      <a:lnTo>
                        <a:pt x="204968" y="300"/>
                      </a:lnTo>
                      <a:lnTo>
                        <a:pt x="248434" y="85025"/>
                      </a:lnTo>
                      <a:cubicBezTo>
                        <a:pt x="842465" y="1242954"/>
                        <a:pt x="759789" y="1239722"/>
                        <a:pt x="403" y="75328"/>
                      </a:cubicBezTo>
                      <a:close/>
                    </a:path>
                  </a:pathLst>
                </a:custGeom>
                <a:solidFill>
                  <a:srgbClr val="4CA96F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Freeform 53">
                  <a:extLst>
                    <a:ext uri="{FF2B5EF4-FFF2-40B4-BE49-F238E27FC236}">
                      <a16:creationId xmlns:a16="http://schemas.microsoft.com/office/drawing/2014/main" id="{F4E0A4FC-D52F-4A9D-074E-8039369181CB}"/>
                    </a:ext>
                  </a:extLst>
                </p:cNvPr>
                <p:cNvSpPr/>
                <p:nvPr/>
              </p:nvSpPr>
              <p:spPr>
                <a:xfrm>
                  <a:off x="4057042" y="1453314"/>
                  <a:ext cx="1541533" cy="1832786"/>
                </a:xfrm>
                <a:custGeom>
                  <a:avLst/>
                  <a:gdLst>
                    <a:gd name="connsiteX0" fmla="*/ 1370906 w 1541533"/>
                    <a:gd name="connsiteY0" fmla="*/ 300 h 1832786"/>
                    <a:gd name="connsiteX1" fmla="*/ 95239 w 1541533"/>
                    <a:gd name="connsiteY1" fmla="*/ 1821945 h 1832786"/>
                    <a:gd name="connsiteX2" fmla="*/ 403 w 1541533"/>
                    <a:gd name="connsiteY2" fmla="*/ 1814432 h 1832786"/>
                    <a:gd name="connsiteX3" fmla="*/ 95239 w 1541533"/>
                    <a:gd name="connsiteY3" fmla="*/ 1821945 h 1832786"/>
                    <a:gd name="connsiteX4" fmla="*/ 1370906 w 1541533"/>
                    <a:gd name="connsiteY4" fmla="*/ 300 h 18327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1533" h="1832786">
                      <a:moveTo>
                        <a:pt x="1370906" y="300"/>
                      </a:moveTo>
                      <a:cubicBezTo>
                        <a:pt x="1816541" y="1317422"/>
                        <a:pt x="1391319" y="1924639"/>
                        <a:pt x="95239" y="1821945"/>
                      </a:cubicBezTo>
                      <a:lnTo>
                        <a:pt x="403" y="1814432"/>
                      </a:lnTo>
                      <a:lnTo>
                        <a:pt x="95239" y="1821945"/>
                      </a:lnTo>
                      <a:cubicBezTo>
                        <a:pt x="1391319" y="1924639"/>
                        <a:pt x="1816541" y="1317422"/>
                        <a:pt x="1370906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" name="Freeform 54">
                  <a:extLst>
                    <a:ext uri="{FF2B5EF4-FFF2-40B4-BE49-F238E27FC236}">
                      <a16:creationId xmlns:a16="http://schemas.microsoft.com/office/drawing/2014/main" id="{79BC0B9C-EF31-6A15-2289-74611A6F577C}"/>
                    </a:ext>
                  </a:extLst>
                </p:cNvPr>
                <p:cNvSpPr/>
                <p:nvPr/>
              </p:nvSpPr>
              <p:spPr>
                <a:xfrm>
                  <a:off x="5522509" y="1423616"/>
                  <a:ext cx="2248892" cy="3180054"/>
                </a:xfrm>
                <a:custGeom>
                  <a:avLst/>
                  <a:gdLst>
                    <a:gd name="connsiteX0" fmla="*/ 403 w 2248892"/>
                    <a:gd name="connsiteY0" fmla="*/ 300 h 3180054"/>
                    <a:gd name="connsiteX1" fmla="*/ 2171364 w 2248892"/>
                    <a:gd name="connsiteY1" fmla="*/ 3125719 h 3180054"/>
                    <a:gd name="connsiteX2" fmla="*/ 2249295 w 2248892"/>
                    <a:gd name="connsiteY2" fmla="*/ 3180355 h 3180054"/>
                    <a:gd name="connsiteX3" fmla="*/ 2171364 w 2248892"/>
                    <a:gd name="connsiteY3" fmla="*/ 3125719 h 3180054"/>
                    <a:gd name="connsiteX4" fmla="*/ 403 w 2248892"/>
                    <a:gd name="connsiteY4" fmla="*/ 300 h 3180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48892" h="3180054">
                      <a:moveTo>
                        <a:pt x="403" y="300"/>
                      </a:moveTo>
                      <a:cubicBezTo>
                        <a:pt x="382730" y="1337221"/>
                        <a:pt x="1106384" y="2379028"/>
                        <a:pt x="2171364" y="3125719"/>
                      </a:cubicBezTo>
                      <a:lnTo>
                        <a:pt x="2249295" y="3180355"/>
                      </a:lnTo>
                      <a:lnTo>
                        <a:pt x="2171364" y="3125719"/>
                      </a:lnTo>
                      <a:cubicBezTo>
                        <a:pt x="1106384" y="2379028"/>
                        <a:pt x="382730" y="1337221"/>
                        <a:pt x="403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Freeform 55">
                  <a:extLst>
                    <a:ext uri="{FF2B5EF4-FFF2-40B4-BE49-F238E27FC236}">
                      <a16:creationId xmlns:a16="http://schemas.microsoft.com/office/drawing/2014/main" id="{E12AE43C-AE95-286A-494B-FAA916EE450E}"/>
                    </a:ext>
                  </a:extLst>
                </p:cNvPr>
                <p:cNvSpPr/>
                <p:nvPr/>
              </p:nvSpPr>
              <p:spPr>
                <a:xfrm>
                  <a:off x="5617224" y="1398850"/>
                  <a:ext cx="273769" cy="1043553"/>
                </a:xfrm>
                <a:custGeom>
                  <a:avLst/>
                  <a:gdLst>
                    <a:gd name="connsiteX0" fmla="*/ 403 w 273769"/>
                    <a:gd name="connsiteY0" fmla="*/ 300 h 1043553"/>
                    <a:gd name="connsiteX1" fmla="*/ 120658 w 273769"/>
                    <a:gd name="connsiteY1" fmla="*/ 111104 h 1043553"/>
                    <a:gd name="connsiteX2" fmla="*/ 103169 w 273769"/>
                    <a:gd name="connsiteY2" fmla="*/ 17474 h 1043553"/>
                    <a:gd name="connsiteX3" fmla="*/ 120658 w 273769"/>
                    <a:gd name="connsiteY3" fmla="*/ 111104 h 1043553"/>
                    <a:gd name="connsiteX4" fmla="*/ 403 w 273769"/>
                    <a:gd name="connsiteY4" fmla="*/ 300 h 1043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3769" h="1043553">
                      <a:moveTo>
                        <a:pt x="403" y="300"/>
                      </a:moveTo>
                      <a:cubicBezTo>
                        <a:pt x="319586" y="1353734"/>
                        <a:pt x="359672" y="1390667"/>
                        <a:pt x="120658" y="111104"/>
                      </a:cubicBezTo>
                      <a:lnTo>
                        <a:pt x="103169" y="17474"/>
                      </a:lnTo>
                      <a:lnTo>
                        <a:pt x="120658" y="111104"/>
                      </a:lnTo>
                      <a:cubicBezTo>
                        <a:pt x="359672" y="1390667"/>
                        <a:pt x="319586" y="1353734"/>
                        <a:pt x="403" y="300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Freeform 56">
                  <a:extLst>
                    <a:ext uri="{FF2B5EF4-FFF2-40B4-BE49-F238E27FC236}">
                      <a16:creationId xmlns:a16="http://schemas.microsoft.com/office/drawing/2014/main" id="{5DDFF1F5-1E9E-DA19-328F-F2FD7A21FDAD}"/>
                    </a:ext>
                  </a:extLst>
                </p:cNvPr>
                <p:cNvSpPr/>
                <p:nvPr/>
              </p:nvSpPr>
              <p:spPr>
                <a:xfrm>
                  <a:off x="4058136" y="3254126"/>
                  <a:ext cx="4120162" cy="126931"/>
                </a:xfrm>
                <a:custGeom>
                  <a:avLst/>
                  <a:gdLst>
                    <a:gd name="connsiteX0" fmla="*/ 4120565 w 4120162"/>
                    <a:gd name="connsiteY0" fmla="*/ 107884 h 126931"/>
                    <a:gd name="connsiteX1" fmla="*/ 95192 w 4120162"/>
                    <a:gd name="connsiteY1" fmla="*/ 8433 h 126931"/>
                    <a:gd name="connsiteX2" fmla="*/ 403 w 4120162"/>
                    <a:gd name="connsiteY2" fmla="*/ 300 h 126931"/>
                    <a:gd name="connsiteX3" fmla="*/ 95192 w 4120162"/>
                    <a:gd name="connsiteY3" fmla="*/ 8433 h 126931"/>
                    <a:gd name="connsiteX4" fmla="*/ 4120565 w 4120162"/>
                    <a:gd name="connsiteY4" fmla="*/ 107884 h 126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20162" h="126931">
                      <a:moveTo>
                        <a:pt x="4120565" y="107884"/>
                      </a:moveTo>
                      <a:cubicBezTo>
                        <a:pt x="2732366" y="152744"/>
                        <a:pt x="1390574" y="119593"/>
                        <a:pt x="95192" y="8433"/>
                      </a:cubicBezTo>
                      <a:lnTo>
                        <a:pt x="403" y="300"/>
                      </a:lnTo>
                      <a:lnTo>
                        <a:pt x="95192" y="8433"/>
                      </a:lnTo>
                      <a:cubicBezTo>
                        <a:pt x="1390574" y="119593"/>
                        <a:pt x="2732366" y="152744"/>
                        <a:pt x="4120565" y="107884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Freeform 57">
                  <a:extLst>
                    <a:ext uri="{FF2B5EF4-FFF2-40B4-BE49-F238E27FC236}">
                      <a16:creationId xmlns:a16="http://schemas.microsoft.com/office/drawing/2014/main" id="{FF843805-759C-D5FC-133A-BFE141A12B0C}"/>
                    </a:ext>
                  </a:extLst>
                </p:cNvPr>
                <p:cNvSpPr/>
                <p:nvPr/>
              </p:nvSpPr>
              <p:spPr>
                <a:xfrm>
                  <a:off x="4057746" y="3258827"/>
                  <a:ext cx="3679445" cy="1455114"/>
                </a:xfrm>
                <a:custGeom>
                  <a:avLst/>
                  <a:gdLst>
                    <a:gd name="connsiteX0" fmla="*/ 3679849 w 3679445"/>
                    <a:gd name="connsiteY0" fmla="*/ 1455414 h 1455114"/>
                    <a:gd name="connsiteX1" fmla="*/ 95201 w 3679445"/>
                    <a:gd name="connsiteY1" fmla="*/ 8214 h 1455114"/>
                    <a:gd name="connsiteX2" fmla="*/ 403 w 3679445"/>
                    <a:gd name="connsiteY2" fmla="*/ 300 h 1455114"/>
                    <a:gd name="connsiteX3" fmla="*/ 95201 w 3679445"/>
                    <a:gd name="connsiteY3" fmla="*/ 8214 h 1455114"/>
                    <a:gd name="connsiteX4" fmla="*/ 3679849 w 3679445"/>
                    <a:gd name="connsiteY4" fmla="*/ 1455414 h 1455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79445" h="1455114">
                      <a:moveTo>
                        <a:pt x="3679849" y="1455414"/>
                      </a:moveTo>
                      <a:cubicBezTo>
                        <a:pt x="2585719" y="598788"/>
                        <a:pt x="1390838" y="116387"/>
                        <a:pt x="95201" y="8214"/>
                      </a:cubicBezTo>
                      <a:lnTo>
                        <a:pt x="403" y="300"/>
                      </a:lnTo>
                      <a:lnTo>
                        <a:pt x="95201" y="8214"/>
                      </a:lnTo>
                      <a:cubicBezTo>
                        <a:pt x="1390838" y="116387"/>
                        <a:pt x="2585719" y="598788"/>
                        <a:pt x="3679849" y="1455414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9" name="Freeform 58">
                  <a:extLst>
                    <a:ext uri="{FF2B5EF4-FFF2-40B4-BE49-F238E27FC236}">
                      <a16:creationId xmlns:a16="http://schemas.microsoft.com/office/drawing/2014/main" id="{78621337-38C4-032E-616A-9A706A90A603}"/>
                    </a:ext>
                  </a:extLst>
                </p:cNvPr>
                <p:cNvSpPr/>
                <p:nvPr/>
              </p:nvSpPr>
              <p:spPr>
                <a:xfrm>
                  <a:off x="4057356" y="1684600"/>
                  <a:ext cx="1319108" cy="1599709"/>
                </a:xfrm>
                <a:custGeom>
                  <a:avLst/>
                  <a:gdLst>
                    <a:gd name="connsiteX0" fmla="*/ 896629 w 1319108"/>
                    <a:gd name="connsiteY0" fmla="*/ 300 h 1599709"/>
                    <a:gd name="connsiteX1" fmla="*/ 95220 w 1319108"/>
                    <a:gd name="connsiteY1" fmla="*/ 1586923 h 1599709"/>
                    <a:gd name="connsiteX2" fmla="*/ 403 w 1319108"/>
                    <a:gd name="connsiteY2" fmla="*/ 1579227 h 1599709"/>
                    <a:gd name="connsiteX3" fmla="*/ 95220 w 1319108"/>
                    <a:gd name="connsiteY3" fmla="*/ 1586923 h 1599709"/>
                    <a:gd name="connsiteX4" fmla="*/ 896629 w 1319108"/>
                    <a:gd name="connsiteY4" fmla="*/ 300 h 15997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19108" h="1599709">
                      <a:moveTo>
                        <a:pt x="896629" y="300"/>
                      </a:moveTo>
                      <a:cubicBezTo>
                        <a:pt x="1658239" y="1163234"/>
                        <a:pt x="1391105" y="1692107"/>
                        <a:pt x="95220" y="1586923"/>
                      </a:cubicBezTo>
                      <a:lnTo>
                        <a:pt x="403" y="1579227"/>
                      </a:lnTo>
                      <a:lnTo>
                        <a:pt x="95220" y="1586923"/>
                      </a:lnTo>
                      <a:cubicBezTo>
                        <a:pt x="1391105" y="1692107"/>
                        <a:pt x="1658239" y="1163234"/>
                        <a:pt x="896629" y="300"/>
                      </a:cubicBezTo>
                      <a:close/>
                    </a:path>
                  </a:pathLst>
                </a:custGeom>
                <a:solidFill>
                  <a:srgbClr val="4CA96F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0" name="Freeform 59">
                  <a:extLst>
                    <a:ext uri="{FF2B5EF4-FFF2-40B4-BE49-F238E27FC236}">
                      <a16:creationId xmlns:a16="http://schemas.microsoft.com/office/drawing/2014/main" id="{9D91F4E3-C207-070F-D897-99D8E034DE98}"/>
                    </a:ext>
                  </a:extLst>
                </p:cNvPr>
                <p:cNvSpPr/>
                <p:nvPr/>
              </p:nvSpPr>
              <p:spPr>
                <a:xfrm>
                  <a:off x="4060515" y="2318356"/>
                  <a:ext cx="1111519" cy="947443"/>
                </a:xfrm>
                <a:custGeom>
                  <a:avLst/>
                  <a:gdLst>
                    <a:gd name="connsiteX0" fmla="*/ 272289 w 1111519"/>
                    <a:gd name="connsiteY0" fmla="*/ 414 h 947443"/>
                    <a:gd name="connsiteX1" fmla="*/ 272355 w 1111519"/>
                    <a:gd name="connsiteY1" fmla="*/ 300 h 947443"/>
                    <a:gd name="connsiteX2" fmla="*/ 95068 w 1111519"/>
                    <a:gd name="connsiteY2" fmla="*/ 919632 h 947443"/>
                    <a:gd name="connsiteX3" fmla="*/ 403 w 1111519"/>
                    <a:gd name="connsiteY3" fmla="*/ 910237 h 947443"/>
                    <a:gd name="connsiteX4" fmla="*/ 95087 w 1111519"/>
                    <a:gd name="connsiteY4" fmla="*/ 919513 h 947443"/>
                    <a:gd name="connsiteX5" fmla="*/ 272289 w 1111519"/>
                    <a:gd name="connsiteY5" fmla="*/ 414 h 947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11519" h="947443">
                      <a:moveTo>
                        <a:pt x="272289" y="414"/>
                      </a:moveTo>
                      <a:cubicBezTo>
                        <a:pt x="272317" y="376"/>
                        <a:pt x="272336" y="338"/>
                        <a:pt x="272355" y="300"/>
                      </a:cubicBezTo>
                      <a:cubicBezTo>
                        <a:pt x="1448045" y="740731"/>
                        <a:pt x="1388948" y="1047173"/>
                        <a:pt x="95068" y="919632"/>
                      </a:cubicBezTo>
                      <a:lnTo>
                        <a:pt x="403" y="910237"/>
                      </a:lnTo>
                      <a:lnTo>
                        <a:pt x="95087" y="919513"/>
                      </a:lnTo>
                      <a:cubicBezTo>
                        <a:pt x="1388952" y="1047133"/>
                        <a:pt x="1448022" y="740766"/>
                        <a:pt x="272289" y="414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1" name="Freeform 60">
                  <a:extLst>
                    <a:ext uri="{FF2B5EF4-FFF2-40B4-BE49-F238E27FC236}">
                      <a16:creationId xmlns:a16="http://schemas.microsoft.com/office/drawing/2014/main" id="{385AD01C-B40F-A64D-B3AE-5A44D6A5B551}"/>
                    </a:ext>
                  </a:extLst>
                </p:cNvPr>
                <p:cNvSpPr/>
                <p:nvPr/>
              </p:nvSpPr>
              <p:spPr>
                <a:xfrm>
                  <a:off x="4059611" y="2024967"/>
                  <a:ext cx="1177305" cy="1242636"/>
                </a:xfrm>
                <a:custGeom>
                  <a:avLst/>
                  <a:gdLst>
                    <a:gd name="connsiteX0" fmla="*/ 495905 w 1177305"/>
                    <a:gd name="connsiteY0" fmla="*/ 395 h 1242636"/>
                    <a:gd name="connsiteX1" fmla="*/ 495991 w 1177305"/>
                    <a:gd name="connsiteY1" fmla="*/ 300 h 1242636"/>
                    <a:gd name="connsiteX2" fmla="*/ 95116 w 1177305"/>
                    <a:gd name="connsiteY2" fmla="*/ 1221975 h 1242636"/>
                    <a:gd name="connsiteX3" fmla="*/ 403 w 1177305"/>
                    <a:gd name="connsiteY3" fmla="*/ 1213016 h 1242636"/>
                    <a:gd name="connsiteX4" fmla="*/ 95125 w 1177305"/>
                    <a:gd name="connsiteY4" fmla="*/ 1221856 h 1242636"/>
                    <a:gd name="connsiteX5" fmla="*/ 495905 w 1177305"/>
                    <a:gd name="connsiteY5" fmla="*/ 395 h 1242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77305" h="1242636">
                      <a:moveTo>
                        <a:pt x="495905" y="395"/>
                      </a:moveTo>
                      <a:cubicBezTo>
                        <a:pt x="495934" y="357"/>
                        <a:pt x="495962" y="329"/>
                        <a:pt x="495991" y="300"/>
                      </a:cubicBezTo>
                      <a:cubicBezTo>
                        <a:pt x="1523191" y="936321"/>
                        <a:pt x="1389566" y="1343547"/>
                        <a:pt x="95116" y="1221975"/>
                      </a:cubicBezTo>
                      <a:lnTo>
                        <a:pt x="403" y="1213016"/>
                      </a:lnTo>
                      <a:lnTo>
                        <a:pt x="95125" y="1221856"/>
                      </a:lnTo>
                      <a:cubicBezTo>
                        <a:pt x="1389569" y="1343507"/>
                        <a:pt x="1523162" y="936352"/>
                        <a:pt x="495905" y="395"/>
                      </a:cubicBezTo>
                      <a:close/>
                    </a:path>
                  </a:pathLst>
                </a:custGeom>
                <a:solidFill>
                  <a:srgbClr val="EA96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Freeform 61">
                  <a:extLst>
                    <a:ext uri="{FF2B5EF4-FFF2-40B4-BE49-F238E27FC236}">
                      <a16:creationId xmlns:a16="http://schemas.microsoft.com/office/drawing/2014/main" id="{3F81091D-8C90-DF6F-C97C-887FD29A4557}"/>
                    </a:ext>
                  </a:extLst>
                </p:cNvPr>
                <p:cNvSpPr/>
                <p:nvPr/>
              </p:nvSpPr>
              <p:spPr>
                <a:xfrm>
                  <a:off x="4440185" y="1563490"/>
                  <a:ext cx="1114408" cy="1125908"/>
                </a:xfrm>
                <a:custGeom>
                  <a:avLst/>
                  <a:gdLst>
                    <a:gd name="connsiteX0" fmla="*/ 403 w 1114408"/>
                    <a:gd name="connsiteY0" fmla="*/ 599813 h 1125908"/>
                    <a:gd name="connsiteX1" fmla="*/ 479 w 1114408"/>
                    <a:gd name="connsiteY1" fmla="*/ 599718 h 1125908"/>
                    <a:gd name="connsiteX2" fmla="*/ 851675 w 1114408"/>
                    <a:gd name="connsiteY2" fmla="*/ 87092 h 1125908"/>
                    <a:gd name="connsiteX3" fmla="*/ 812485 w 1114408"/>
                    <a:gd name="connsiteY3" fmla="*/ 300 h 1125908"/>
                    <a:gd name="connsiteX4" fmla="*/ 851783 w 1114408"/>
                    <a:gd name="connsiteY4" fmla="*/ 87044 h 1125908"/>
                    <a:gd name="connsiteX5" fmla="*/ 403 w 1114408"/>
                    <a:gd name="connsiteY5" fmla="*/ 599813 h 1125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14408" h="1125908">
                      <a:moveTo>
                        <a:pt x="403" y="599813"/>
                      </a:moveTo>
                      <a:cubicBezTo>
                        <a:pt x="422" y="599785"/>
                        <a:pt x="450" y="599746"/>
                        <a:pt x="479" y="599718"/>
                      </a:cubicBezTo>
                      <a:cubicBezTo>
                        <a:pt x="1104304" y="1443779"/>
                        <a:pt x="1388036" y="1272903"/>
                        <a:pt x="851675" y="87092"/>
                      </a:cubicBezTo>
                      <a:lnTo>
                        <a:pt x="812485" y="300"/>
                      </a:lnTo>
                      <a:lnTo>
                        <a:pt x="851783" y="87044"/>
                      </a:lnTo>
                      <a:cubicBezTo>
                        <a:pt x="1388072" y="1272887"/>
                        <a:pt x="1104278" y="1443812"/>
                        <a:pt x="403" y="599813"/>
                      </a:cubicBezTo>
                      <a:close/>
                    </a:path>
                  </a:pathLst>
                </a:custGeom>
                <a:solidFill>
                  <a:srgbClr val="E5ABA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3" name="Freeform 62">
                  <a:extLst>
                    <a:ext uri="{FF2B5EF4-FFF2-40B4-BE49-F238E27FC236}">
                      <a16:creationId xmlns:a16="http://schemas.microsoft.com/office/drawing/2014/main" id="{68414FEE-999C-424B-1D7F-4E5B56225008}"/>
                    </a:ext>
                  </a:extLst>
                </p:cNvPr>
                <p:cNvSpPr/>
                <p:nvPr/>
              </p:nvSpPr>
              <p:spPr>
                <a:xfrm>
                  <a:off x="4781832" y="1688534"/>
                  <a:ext cx="714941" cy="935908"/>
                </a:xfrm>
                <a:custGeom>
                  <a:avLst/>
                  <a:gdLst>
                    <a:gd name="connsiteX0" fmla="*/ 166084 w 714941"/>
                    <a:gd name="connsiteY0" fmla="*/ 367 h 935908"/>
                    <a:gd name="connsiteX1" fmla="*/ 166188 w 714941"/>
                    <a:gd name="connsiteY1" fmla="*/ 300 h 935908"/>
                    <a:gd name="connsiteX2" fmla="*/ 61477 w 714941"/>
                    <a:gd name="connsiteY2" fmla="*/ 244569 h 935908"/>
                    <a:gd name="connsiteX3" fmla="*/ 403 w 714941"/>
                    <a:gd name="connsiteY3" fmla="*/ 171550 h 935908"/>
                    <a:gd name="connsiteX4" fmla="*/ 61572 w 714941"/>
                    <a:gd name="connsiteY4" fmla="*/ 244492 h 935908"/>
                    <a:gd name="connsiteX5" fmla="*/ 166084 w 714941"/>
                    <a:gd name="connsiteY5" fmla="*/ 367 h 935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4941" h="935908">
                      <a:moveTo>
                        <a:pt x="166084" y="367"/>
                      </a:moveTo>
                      <a:cubicBezTo>
                        <a:pt x="166122" y="338"/>
                        <a:pt x="166160" y="319"/>
                        <a:pt x="166188" y="300"/>
                      </a:cubicBezTo>
                      <a:cubicBezTo>
                        <a:pt x="931778" y="1160609"/>
                        <a:pt x="896873" y="1242033"/>
                        <a:pt x="61477" y="244569"/>
                      </a:cubicBezTo>
                      <a:lnTo>
                        <a:pt x="403" y="171550"/>
                      </a:lnTo>
                      <a:lnTo>
                        <a:pt x="61572" y="244492"/>
                      </a:lnTo>
                      <a:cubicBezTo>
                        <a:pt x="896903" y="1242009"/>
                        <a:pt x="931742" y="1160632"/>
                        <a:pt x="166084" y="367"/>
                      </a:cubicBezTo>
                      <a:close/>
                    </a:path>
                  </a:pathLst>
                </a:custGeom>
                <a:solidFill>
                  <a:srgbClr val="4CA96F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4" name="Freeform 63">
                  <a:extLst>
                    <a:ext uri="{FF2B5EF4-FFF2-40B4-BE49-F238E27FC236}">
                      <a16:creationId xmlns:a16="http://schemas.microsoft.com/office/drawing/2014/main" id="{DB87EFD5-5611-6681-8E40-7935681B3C3D}"/>
                    </a:ext>
                  </a:extLst>
                </p:cNvPr>
                <p:cNvSpPr/>
                <p:nvPr/>
              </p:nvSpPr>
              <p:spPr>
                <a:xfrm>
                  <a:off x="4058755" y="1488081"/>
                  <a:ext cx="1489258" cy="1781739"/>
                </a:xfrm>
                <a:custGeom>
                  <a:avLst/>
                  <a:gdLst>
                    <a:gd name="connsiteX0" fmla="*/ 1274205 w 1489258"/>
                    <a:gd name="connsiteY0" fmla="*/ 348 h 1781739"/>
                    <a:gd name="connsiteX1" fmla="*/ 1274324 w 1489258"/>
                    <a:gd name="connsiteY1" fmla="*/ 300 h 1781739"/>
                    <a:gd name="connsiteX2" fmla="*/ 95154 w 1489258"/>
                    <a:gd name="connsiteY2" fmla="*/ 1767818 h 1781739"/>
                    <a:gd name="connsiteX3" fmla="*/ 403 w 1489258"/>
                    <a:gd name="connsiteY3" fmla="*/ 1759297 h 1781739"/>
                    <a:gd name="connsiteX4" fmla="*/ 95163 w 1489258"/>
                    <a:gd name="connsiteY4" fmla="*/ 1767699 h 1781739"/>
                    <a:gd name="connsiteX5" fmla="*/ 1274205 w 1489258"/>
                    <a:gd name="connsiteY5" fmla="*/ 348 h 1781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89258" h="1781739">
                      <a:moveTo>
                        <a:pt x="1274205" y="348"/>
                      </a:moveTo>
                      <a:cubicBezTo>
                        <a:pt x="1274245" y="328"/>
                        <a:pt x="1274284" y="309"/>
                        <a:pt x="1274324" y="300"/>
                      </a:cubicBezTo>
                      <a:cubicBezTo>
                        <a:pt x="1783206" y="1294245"/>
                        <a:pt x="1390149" y="1883419"/>
                        <a:pt x="95154" y="1767818"/>
                      </a:cubicBezTo>
                      <a:lnTo>
                        <a:pt x="403" y="1759297"/>
                      </a:lnTo>
                      <a:lnTo>
                        <a:pt x="95163" y="1767699"/>
                      </a:lnTo>
                      <a:cubicBezTo>
                        <a:pt x="1390153" y="1883379"/>
                        <a:pt x="1783166" y="1294261"/>
                        <a:pt x="1274205" y="348"/>
                      </a:cubicBezTo>
                      <a:close/>
                    </a:path>
                  </a:pathLst>
                </a:custGeom>
                <a:solidFill>
                  <a:srgbClr val="00000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Freeform 64">
                  <a:extLst>
                    <a:ext uri="{FF2B5EF4-FFF2-40B4-BE49-F238E27FC236}">
                      <a16:creationId xmlns:a16="http://schemas.microsoft.com/office/drawing/2014/main" id="{88348E2F-0032-54F5-B217-5B65D7622D77}"/>
                    </a:ext>
                  </a:extLst>
                </p:cNvPr>
                <p:cNvSpPr/>
                <p:nvPr/>
              </p:nvSpPr>
              <p:spPr>
                <a:xfrm>
                  <a:off x="6921024" y="4007576"/>
                  <a:ext cx="886156" cy="612743"/>
                </a:xfrm>
                <a:custGeom>
                  <a:avLst/>
                  <a:gdLst>
                    <a:gd name="connsiteX0" fmla="*/ 886559 w 886156"/>
                    <a:gd name="connsiteY0" fmla="*/ 611625 h 612743"/>
                    <a:gd name="connsiteX1" fmla="*/ 885570 w 886156"/>
                    <a:gd name="connsiteY1" fmla="*/ 613044 h 612743"/>
                    <a:gd name="connsiteX2" fmla="*/ 769443 w 886156"/>
                    <a:gd name="connsiteY2" fmla="*/ 546616 h 612743"/>
                    <a:gd name="connsiteX3" fmla="*/ 846718 w 886156"/>
                    <a:gd name="connsiteY3" fmla="*/ 602176 h 612743"/>
                    <a:gd name="connsiteX4" fmla="*/ 768510 w 886156"/>
                    <a:gd name="connsiteY4" fmla="*/ 547931 h 612743"/>
                    <a:gd name="connsiteX5" fmla="*/ 886559 w 886156"/>
                    <a:gd name="connsiteY5" fmla="*/ 611625 h 612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86156" h="612743">
                      <a:moveTo>
                        <a:pt x="886559" y="611625"/>
                      </a:moveTo>
                      <a:cubicBezTo>
                        <a:pt x="886226" y="612101"/>
                        <a:pt x="885903" y="612568"/>
                        <a:pt x="885570" y="613044"/>
                      </a:cubicBezTo>
                      <a:cubicBezTo>
                        <a:pt x="-254557" y="-181170"/>
                        <a:pt x="-293267" y="-203314"/>
                        <a:pt x="769443" y="546616"/>
                      </a:cubicBezTo>
                      <a:lnTo>
                        <a:pt x="846718" y="602176"/>
                      </a:lnTo>
                      <a:lnTo>
                        <a:pt x="768510" y="547931"/>
                      </a:lnTo>
                      <a:cubicBezTo>
                        <a:pt x="-293577" y="-202873"/>
                        <a:pt x="-254228" y="-181643"/>
                        <a:pt x="886559" y="611625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Freeform 65">
                  <a:extLst>
                    <a:ext uri="{FF2B5EF4-FFF2-40B4-BE49-F238E27FC236}">
                      <a16:creationId xmlns:a16="http://schemas.microsoft.com/office/drawing/2014/main" id="{03D6B8F4-8A1C-3052-C374-A5764986F8F2}"/>
                    </a:ext>
                  </a:extLst>
                </p:cNvPr>
                <p:cNvSpPr/>
                <p:nvPr/>
              </p:nvSpPr>
              <p:spPr>
                <a:xfrm>
                  <a:off x="4061542" y="2170557"/>
                  <a:ext cx="1139470" cy="1085674"/>
                </a:xfrm>
                <a:custGeom>
                  <a:avLst/>
                  <a:gdLst>
                    <a:gd name="connsiteX0" fmla="*/ 372272 w 1139470"/>
                    <a:gd name="connsiteY0" fmla="*/ 1681 h 1085674"/>
                    <a:gd name="connsiteX1" fmla="*/ 373309 w 1139470"/>
                    <a:gd name="connsiteY1" fmla="*/ 300 h 1085674"/>
                    <a:gd name="connsiteX2" fmla="*/ 94944 w 1139470"/>
                    <a:gd name="connsiteY2" fmla="*/ 1058482 h 1085674"/>
                    <a:gd name="connsiteX3" fmla="*/ 403 w 1139470"/>
                    <a:gd name="connsiteY3" fmla="*/ 1047868 h 1085674"/>
                    <a:gd name="connsiteX4" fmla="*/ 95116 w 1139470"/>
                    <a:gd name="connsiteY4" fmla="*/ 1056871 h 1085674"/>
                    <a:gd name="connsiteX5" fmla="*/ 372272 w 1139470"/>
                    <a:gd name="connsiteY5" fmla="*/ 1681 h 1085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39470" h="1085674">
                      <a:moveTo>
                        <a:pt x="372272" y="1681"/>
                      </a:moveTo>
                      <a:cubicBezTo>
                        <a:pt x="372615" y="1214"/>
                        <a:pt x="372967" y="757"/>
                        <a:pt x="373309" y="300"/>
                      </a:cubicBezTo>
                      <a:cubicBezTo>
                        <a:pt x="1481011" y="839262"/>
                        <a:pt x="1388221" y="1191989"/>
                        <a:pt x="94944" y="1058482"/>
                      </a:cubicBezTo>
                      <a:lnTo>
                        <a:pt x="403" y="1047868"/>
                      </a:lnTo>
                      <a:lnTo>
                        <a:pt x="95116" y="1056871"/>
                      </a:lnTo>
                      <a:cubicBezTo>
                        <a:pt x="1388277" y="1191453"/>
                        <a:pt x="1480664" y="839722"/>
                        <a:pt x="372272" y="1681"/>
                      </a:cubicBezTo>
                      <a:close/>
                    </a:path>
                  </a:pathLst>
                </a:custGeom>
                <a:solidFill>
                  <a:srgbClr val="E5ABA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" name="Freeform 66">
                  <a:extLst>
                    <a:ext uri="{FF2B5EF4-FFF2-40B4-BE49-F238E27FC236}">
                      <a16:creationId xmlns:a16="http://schemas.microsoft.com/office/drawing/2014/main" id="{E6762D19-7273-B020-756B-FA59008F571B}"/>
                    </a:ext>
                  </a:extLst>
                </p:cNvPr>
                <p:cNvSpPr/>
                <p:nvPr/>
              </p:nvSpPr>
              <p:spPr>
                <a:xfrm>
                  <a:off x="4062788" y="3206399"/>
                  <a:ext cx="1077492" cy="1110667"/>
                </a:xfrm>
                <a:custGeom>
                  <a:avLst/>
                  <a:gdLst>
                    <a:gd name="connsiteX0" fmla="*/ 148465 w 1077492"/>
                    <a:gd name="connsiteY0" fmla="*/ 1110967 h 1110667"/>
                    <a:gd name="connsiteX1" fmla="*/ 147048 w 1077492"/>
                    <a:gd name="connsiteY1" fmla="*/ 1107953 h 1110667"/>
                    <a:gd name="connsiteX2" fmla="*/ 94802 w 1077492"/>
                    <a:gd name="connsiteY2" fmla="*/ 12202 h 1110667"/>
                    <a:gd name="connsiteX3" fmla="*/ 403 w 1077492"/>
                    <a:gd name="connsiteY3" fmla="*/ 300 h 1110667"/>
                    <a:gd name="connsiteX4" fmla="*/ 95144 w 1077492"/>
                    <a:gd name="connsiteY4" fmla="*/ 9104 h 1110667"/>
                    <a:gd name="connsiteX5" fmla="*/ 148465 w 1077492"/>
                    <a:gd name="connsiteY5" fmla="*/ 1110967 h 1110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7492" h="1110667">
                      <a:moveTo>
                        <a:pt x="148465" y="1110967"/>
                      </a:moveTo>
                      <a:cubicBezTo>
                        <a:pt x="147990" y="1109963"/>
                        <a:pt x="147524" y="1108958"/>
                        <a:pt x="147048" y="1107953"/>
                      </a:cubicBezTo>
                      <a:cubicBezTo>
                        <a:pt x="1404760" y="517918"/>
                        <a:pt x="1387343" y="152668"/>
                        <a:pt x="94802" y="12202"/>
                      </a:cubicBezTo>
                      <a:lnTo>
                        <a:pt x="403" y="300"/>
                      </a:lnTo>
                      <a:lnTo>
                        <a:pt x="95144" y="9104"/>
                      </a:lnTo>
                      <a:cubicBezTo>
                        <a:pt x="1387456" y="151635"/>
                        <a:pt x="1405231" y="518923"/>
                        <a:pt x="148465" y="1110967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" name="Freeform 67">
                  <a:extLst>
                    <a:ext uri="{FF2B5EF4-FFF2-40B4-BE49-F238E27FC236}">
                      <a16:creationId xmlns:a16="http://schemas.microsoft.com/office/drawing/2014/main" id="{8372AFE1-D3B0-FF5B-0773-56BF597DC64F}"/>
                    </a:ext>
                  </a:extLst>
                </p:cNvPr>
                <p:cNvSpPr/>
                <p:nvPr/>
              </p:nvSpPr>
              <p:spPr>
                <a:xfrm>
                  <a:off x="4425735" y="1660436"/>
                  <a:ext cx="1051903" cy="1051604"/>
                </a:xfrm>
                <a:custGeom>
                  <a:avLst/>
                  <a:gdLst>
                    <a:gd name="connsiteX0" fmla="*/ 403 w 1051903"/>
                    <a:gd name="connsiteY0" fmla="*/ 522051 h 1051604"/>
                    <a:gd name="connsiteX1" fmla="*/ 2391 w 1051903"/>
                    <a:gd name="connsiteY1" fmla="*/ 519384 h 1051604"/>
                    <a:gd name="connsiteX2" fmla="*/ 686112 w 1051903"/>
                    <a:gd name="connsiteY2" fmla="*/ 83339 h 1051604"/>
                    <a:gd name="connsiteX3" fmla="*/ 639497 w 1051903"/>
                    <a:gd name="connsiteY3" fmla="*/ 300 h 1051604"/>
                    <a:gd name="connsiteX4" fmla="*/ 688804 w 1051903"/>
                    <a:gd name="connsiteY4" fmla="*/ 81767 h 1051604"/>
                    <a:gd name="connsiteX5" fmla="*/ 403 w 1051903"/>
                    <a:gd name="connsiteY5" fmla="*/ 522051 h 1051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1903" h="1051604">
                      <a:moveTo>
                        <a:pt x="403" y="522051"/>
                      </a:moveTo>
                      <a:cubicBezTo>
                        <a:pt x="1059" y="521156"/>
                        <a:pt x="1725" y="520270"/>
                        <a:pt x="2391" y="519384"/>
                      </a:cubicBezTo>
                      <a:cubicBezTo>
                        <a:pt x="1114574" y="1352369"/>
                        <a:pt x="1342483" y="1207023"/>
                        <a:pt x="686112" y="83339"/>
                      </a:cubicBezTo>
                      <a:lnTo>
                        <a:pt x="639497" y="300"/>
                      </a:lnTo>
                      <a:lnTo>
                        <a:pt x="688804" y="81767"/>
                      </a:lnTo>
                      <a:cubicBezTo>
                        <a:pt x="1343379" y="1206499"/>
                        <a:pt x="1113911" y="1353259"/>
                        <a:pt x="403" y="522051"/>
                      </a:cubicBezTo>
                      <a:close/>
                    </a:path>
                  </a:pathLst>
                </a:custGeom>
                <a:solidFill>
                  <a:srgbClr val="E5ABA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ECDD1CB8-2F5A-E21D-185A-68B7E9CC61D7}"/>
                    </a:ext>
                  </a:extLst>
                </p:cNvPr>
                <p:cNvSpPr/>
                <p:nvPr/>
              </p:nvSpPr>
              <p:spPr>
                <a:xfrm>
                  <a:off x="4791478" y="1374609"/>
                  <a:ext cx="1672146" cy="1186960"/>
                </a:xfrm>
                <a:custGeom>
                  <a:avLst/>
                  <a:gdLst>
                    <a:gd name="connsiteX0" fmla="*/ 1666125 w 1672146"/>
                    <a:gd name="connsiteY0" fmla="*/ 300 h 1186960"/>
                    <a:gd name="connsiteX1" fmla="*/ 1672549 w 1672146"/>
                    <a:gd name="connsiteY1" fmla="*/ 1443 h 1186960"/>
                    <a:gd name="connsiteX2" fmla="*/ 58728 w 1672146"/>
                    <a:gd name="connsiteY2" fmla="*/ 552731 h 1186960"/>
                    <a:gd name="connsiteX3" fmla="*/ 403 w 1672146"/>
                    <a:gd name="connsiteY3" fmla="*/ 477417 h 1186960"/>
                    <a:gd name="connsiteX4" fmla="*/ 63437 w 1672146"/>
                    <a:gd name="connsiteY4" fmla="*/ 548835 h 1186960"/>
                    <a:gd name="connsiteX5" fmla="*/ 1666125 w 1672146"/>
                    <a:gd name="connsiteY5" fmla="*/ 300 h 1186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72146" h="1186960">
                      <a:moveTo>
                        <a:pt x="1666125" y="300"/>
                      </a:moveTo>
                      <a:cubicBezTo>
                        <a:pt x="1668266" y="681"/>
                        <a:pt x="1670409" y="1062"/>
                        <a:pt x="1672549" y="1443"/>
                      </a:cubicBezTo>
                      <a:cubicBezTo>
                        <a:pt x="1427466" y="1370276"/>
                        <a:pt x="889526" y="1554037"/>
                        <a:pt x="58728" y="552731"/>
                      </a:cubicBezTo>
                      <a:lnTo>
                        <a:pt x="403" y="477417"/>
                      </a:lnTo>
                      <a:lnTo>
                        <a:pt x="63437" y="548835"/>
                      </a:lnTo>
                      <a:cubicBezTo>
                        <a:pt x="891094" y="1552737"/>
                        <a:pt x="1425325" y="1369895"/>
                        <a:pt x="1666125" y="30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0DB426AC-8E23-C80E-374A-82996CEDF765}"/>
                    </a:ext>
                  </a:extLst>
                </p:cNvPr>
                <p:cNvSpPr/>
                <p:nvPr/>
              </p:nvSpPr>
              <p:spPr>
                <a:xfrm>
                  <a:off x="4066536" y="3174387"/>
                  <a:ext cx="1053897" cy="939295"/>
                </a:xfrm>
                <a:custGeom>
                  <a:avLst/>
                  <a:gdLst>
                    <a:gd name="connsiteX0" fmla="*/ 61905 w 1053897"/>
                    <a:gd name="connsiteY0" fmla="*/ 939596 h 939295"/>
                    <a:gd name="connsiteX1" fmla="*/ 59251 w 1053897"/>
                    <a:gd name="connsiteY1" fmla="*/ 931906 h 939295"/>
                    <a:gd name="connsiteX2" fmla="*/ 94326 w 1053897"/>
                    <a:gd name="connsiteY2" fmla="*/ 15921 h 939295"/>
                    <a:gd name="connsiteX3" fmla="*/ 403 w 1053897"/>
                    <a:gd name="connsiteY3" fmla="*/ 300 h 939295"/>
                    <a:gd name="connsiteX4" fmla="*/ 95277 w 1053897"/>
                    <a:gd name="connsiteY4" fmla="*/ 8365 h 939295"/>
                    <a:gd name="connsiteX5" fmla="*/ 61905 w 1053897"/>
                    <a:gd name="connsiteY5" fmla="*/ 939596 h 939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3897" h="939295">
                      <a:moveTo>
                        <a:pt x="61905" y="939596"/>
                      </a:moveTo>
                      <a:cubicBezTo>
                        <a:pt x="61020" y="937034"/>
                        <a:pt x="60136" y="934471"/>
                        <a:pt x="59251" y="931906"/>
                      </a:cubicBezTo>
                      <a:cubicBezTo>
                        <a:pt x="1372996" y="480577"/>
                        <a:pt x="1384686" y="175249"/>
                        <a:pt x="94326" y="15921"/>
                      </a:cubicBezTo>
                      <a:lnTo>
                        <a:pt x="403" y="300"/>
                      </a:lnTo>
                      <a:lnTo>
                        <a:pt x="95277" y="8365"/>
                      </a:lnTo>
                      <a:cubicBezTo>
                        <a:pt x="1385002" y="172730"/>
                        <a:pt x="1373880" y="483140"/>
                        <a:pt x="61905" y="939596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" name="Freeform 70">
                  <a:extLst>
                    <a:ext uri="{FF2B5EF4-FFF2-40B4-BE49-F238E27FC236}">
                      <a16:creationId xmlns:a16="http://schemas.microsoft.com/office/drawing/2014/main" id="{AE6ACC77-70C8-7378-E602-0D1A28074262}"/>
                    </a:ext>
                  </a:extLst>
                </p:cNvPr>
                <p:cNvSpPr/>
                <p:nvPr/>
              </p:nvSpPr>
              <p:spPr>
                <a:xfrm>
                  <a:off x="4064463" y="1900704"/>
                  <a:ext cx="1212787" cy="1333983"/>
                </a:xfrm>
                <a:custGeom>
                  <a:avLst/>
                  <a:gdLst>
                    <a:gd name="connsiteX0" fmla="*/ 608047 w 1212787"/>
                    <a:gd name="connsiteY0" fmla="*/ 5844 h 1333983"/>
                    <a:gd name="connsiteX1" fmla="*/ 613983 w 1212787"/>
                    <a:gd name="connsiteY1" fmla="*/ 300 h 1333983"/>
                    <a:gd name="connsiteX2" fmla="*/ 94459 w 1212787"/>
                    <a:gd name="connsiteY2" fmla="*/ 1305979 h 1333983"/>
                    <a:gd name="connsiteX3" fmla="*/ 403 w 1212787"/>
                    <a:gd name="connsiteY3" fmla="*/ 1291153 h 1333983"/>
                    <a:gd name="connsiteX4" fmla="*/ 95334 w 1212787"/>
                    <a:gd name="connsiteY4" fmla="*/ 1298416 h 1333983"/>
                    <a:gd name="connsiteX5" fmla="*/ 608047 w 1212787"/>
                    <a:gd name="connsiteY5" fmla="*/ 5844 h 13339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2787" h="1333983">
                      <a:moveTo>
                        <a:pt x="608047" y="5844"/>
                      </a:moveTo>
                      <a:cubicBezTo>
                        <a:pt x="610016" y="3996"/>
                        <a:pt x="612004" y="2148"/>
                        <a:pt x="613983" y="300"/>
                      </a:cubicBezTo>
                      <a:cubicBezTo>
                        <a:pt x="1559288" y="1019164"/>
                        <a:pt x="1386112" y="1454390"/>
                        <a:pt x="94459" y="1305979"/>
                      </a:cubicBezTo>
                      <a:lnTo>
                        <a:pt x="403" y="1291153"/>
                      </a:lnTo>
                      <a:lnTo>
                        <a:pt x="95334" y="1298416"/>
                      </a:lnTo>
                      <a:cubicBezTo>
                        <a:pt x="1386405" y="1451869"/>
                        <a:pt x="1557308" y="1021012"/>
                        <a:pt x="608047" y="5844"/>
                      </a:cubicBezTo>
                      <a:close/>
                    </a:path>
                  </a:pathLst>
                </a:custGeom>
                <a:solidFill>
                  <a:srgbClr val="F9BE7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" name="Freeform 71">
                  <a:extLst>
                    <a:ext uri="{FF2B5EF4-FFF2-40B4-BE49-F238E27FC236}">
                      <a16:creationId xmlns:a16="http://schemas.microsoft.com/office/drawing/2014/main" id="{1B9AE98E-50BA-AE58-7894-DCC2A744F141}"/>
                    </a:ext>
                  </a:extLst>
                </p:cNvPr>
                <p:cNvSpPr/>
                <p:nvPr/>
              </p:nvSpPr>
              <p:spPr>
                <a:xfrm>
                  <a:off x="4012616" y="3155677"/>
                  <a:ext cx="1080967" cy="288354"/>
                </a:xfrm>
                <a:custGeom>
                  <a:avLst/>
                  <a:gdLst>
                    <a:gd name="connsiteX0" fmla="*/ 460 w 1080967"/>
                    <a:gd name="connsiteY0" fmla="*/ 288654 h 288354"/>
                    <a:gd name="connsiteX1" fmla="*/ 403 w 1080967"/>
                    <a:gd name="connsiteY1" fmla="*/ 277316 h 288354"/>
                    <a:gd name="connsiteX2" fmla="*/ 150330 w 1080967"/>
                    <a:gd name="connsiteY2" fmla="*/ 18273 h 288354"/>
                    <a:gd name="connsiteX3" fmla="*/ 56758 w 1080967"/>
                    <a:gd name="connsiteY3" fmla="*/ 300 h 288354"/>
                    <a:gd name="connsiteX4" fmla="*/ 151747 w 1080967"/>
                    <a:gd name="connsiteY4" fmla="*/ 7754 h 288354"/>
                    <a:gd name="connsiteX5" fmla="*/ 460 w 1080967"/>
                    <a:gd name="connsiteY5" fmla="*/ 288654 h 288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80967" h="288354">
                      <a:moveTo>
                        <a:pt x="460" y="288654"/>
                      </a:moveTo>
                      <a:cubicBezTo>
                        <a:pt x="431" y="284875"/>
                        <a:pt x="412" y="281096"/>
                        <a:pt x="403" y="277316"/>
                      </a:cubicBezTo>
                      <a:cubicBezTo>
                        <a:pt x="1389326" y="274854"/>
                        <a:pt x="1439302" y="188506"/>
                        <a:pt x="150330" y="18273"/>
                      </a:cubicBezTo>
                      <a:lnTo>
                        <a:pt x="56758" y="300"/>
                      </a:lnTo>
                      <a:lnTo>
                        <a:pt x="151747" y="7754"/>
                      </a:lnTo>
                      <a:cubicBezTo>
                        <a:pt x="1439774" y="185000"/>
                        <a:pt x="1389343" y="278633"/>
                        <a:pt x="460" y="288654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" name="Freeform 72">
                  <a:extLst>
                    <a:ext uri="{FF2B5EF4-FFF2-40B4-BE49-F238E27FC236}">
                      <a16:creationId xmlns:a16="http://schemas.microsoft.com/office/drawing/2014/main" id="{1401A74C-0B79-4F32-9965-2BE6E188E4D4}"/>
                    </a:ext>
                  </a:extLst>
                </p:cNvPr>
                <p:cNvSpPr/>
                <p:nvPr/>
              </p:nvSpPr>
              <p:spPr>
                <a:xfrm>
                  <a:off x="4851687" y="1749199"/>
                  <a:ext cx="2847757" cy="2951159"/>
                </a:xfrm>
                <a:custGeom>
                  <a:avLst/>
                  <a:gdLst>
                    <a:gd name="connsiteX0" fmla="*/ 403 w 2847757"/>
                    <a:gd name="connsiteY0" fmla="*/ 7044 h 2951159"/>
                    <a:gd name="connsiteX1" fmla="*/ 9497 w 2847757"/>
                    <a:gd name="connsiteY1" fmla="*/ 300 h 2951159"/>
                    <a:gd name="connsiteX2" fmla="*/ 2776868 w 2847757"/>
                    <a:gd name="connsiteY2" fmla="*/ 2888166 h 2951159"/>
                    <a:gd name="connsiteX3" fmla="*/ 2848160 w 2847757"/>
                    <a:gd name="connsiteY3" fmla="*/ 2951459 h 2951159"/>
                    <a:gd name="connsiteX4" fmla="*/ 2770285 w 2847757"/>
                    <a:gd name="connsiteY4" fmla="*/ 2896481 h 2951159"/>
                    <a:gd name="connsiteX5" fmla="*/ 403 w 2847757"/>
                    <a:gd name="connsiteY5" fmla="*/ 7044 h 2951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47757" h="2951159">
                      <a:moveTo>
                        <a:pt x="403" y="7044"/>
                      </a:moveTo>
                      <a:cubicBezTo>
                        <a:pt x="3428" y="4786"/>
                        <a:pt x="6462" y="2538"/>
                        <a:pt x="9497" y="300"/>
                      </a:cubicBezTo>
                      <a:cubicBezTo>
                        <a:pt x="832977" y="1120166"/>
                        <a:pt x="1755432" y="2082788"/>
                        <a:pt x="2776868" y="2888166"/>
                      </a:cubicBezTo>
                      <a:lnTo>
                        <a:pt x="2848160" y="2951459"/>
                      </a:lnTo>
                      <a:lnTo>
                        <a:pt x="2770285" y="2896481"/>
                      </a:lnTo>
                      <a:cubicBezTo>
                        <a:pt x="1753239" y="2085562"/>
                        <a:pt x="829943" y="1122416"/>
                        <a:pt x="403" y="7044"/>
                      </a:cubicBezTo>
                      <a:close/>
                    </a:path>
                  </a:pathLst>
                </a:custGeom>
                <a:solidFill>
                  <a:srgbClr val="7AA24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92AC61C4-EA94-3523-3FBB-BB295E28388F}"/>
                    </a:ext>
                  </a:extLst>
                </p:cNvPr>
                <p:cNvSpPr/>
                <p:nvPr/>
              </p:nvSpPr>
              <p:spPr>
                <a:xfrm>
                  <a:off x="4078694" y="3091160"/>
                  <a:ext cx="2072767" cy="2423376"/>
                </a:xfrm>
                <a:custGeom>
                  <a:avLst/>
                  <a:gdLst>
                    <a:gd name="connsiteX0" fmla="*/ 2073170 w 2072767"/>
                    <a:gd name="connsiteY0" fmla="*/ 2423372 h 2423376"/>
                    <a:gd name="connsiteX1" fmla="*/ 2060250 w 2072767"/>
                    <a:gd name="connsiteY1" fmla="*/ 2423676 h 2423376"/>
                    <a:gd name="connsiteX2" fmla="*/ 93242 w 2072767"/>
                    <a:gd name="connsiteY2" fmla="*/ 21988 h 2423376"/>
                    <a:gd name="connsiteX3" fmla="*/ 403 w 2072767"/>
                    <a:gd name="connsiteY3" fmla="*/ 300 h 2423376"/>
                    <a:gd name="connsiteX4" fmla="*/ 95239 w 2072767"/>
                    <a:gd name="connsiteY4" fmla="*/ 10042 h 2423376"/>
                    <a:gd name="connsiteX5" fmla="*/ 2073170 w 2072767"/>
                    <a:gd name="connsiteY5" fmla="*/ 2423372 h 24233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72767" h="2423376">
                      <a:moveTo>
                        <a:pt x="2073170" y="2423372"/>
                      </a:moveTo>
                      <a:cubicBezTo>
                        <a:pt x="2068864" y="2423486"/>
                        <a:pt x="2064557" y="2423591"/>
                        <a:pt x="2060250" y="2423676"/>
                      </a:cubicBezTo>
                      <a:cubicBezTo>
                        <a:pt x="2031889" y="1033320"/>
                        <a:pt x="1376219" y="232756"/>
                        <a:pt x="93242" y="21988"/>
                      </a:cubicBezTo>
                      <a:lnTo>
                        <a:pt x="403" y="300"/>
                      </a:lnTo>
                      <a:lnTo>
                        <a:pt x="95239" y="10042"/>
                      </a:lnTo>
                      <a:cubicBezTo>
                        <a:pt x="1376884" y="228773"/>
                        <a:pt x="2036195" y="1033218"/>
                        <a:pt x="2073170" y="2423372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170A5F2C-1B1C-23C5-635D-6B92609C6637}"/>
                    </a:ext>
                  </a:extLst>
                </p:cNvPr>
                <p:cNvSpPr/>
                <p:nvPr/>
              </p:nvSpPr>
              <p:spPr>
                <a:xfrm>
                  <a:off x="4075184" y="3112890"/>
                  <a:ext cx="1184327" cy="1785484"/>
                </a:xfrm>
                <a:custGeom>
                  <a:avLst/>
                  <a:gdLst>
                    <a:gd name="connsiteX0" fmla="*/ 542434 w 1184327"/>
                    <a:gd name="connsiteY0" fmla="*/ 1785784 h 1785484"/>
                    <a:gd name="connsiteX1" fmla="*/ 533359 w 1184327"/>
                    <a:gd name="connsiteY1" fmla="*/ 1776564 h 1785484"/>
                    <a:gd name="connsiteX2" fmla="*/ 93470 w 1184327"/>
                    <a:gd name="connsiteY2" fmla="*/ 20988 h 1785484"/>
                    <a:gd name="connsiteX3" fmla="*/ 403 w 1184327"/>
                    <a:gd name="connsiteY3" fmla="*/ 300 h 1785484"/>
                    <a:gd name="connsiteX4" fmla="*/ 95334 w 1184327"/>
                    <a:gd name="connsiteY4" fmla="*/ 9021 h 1785484"/>
                    <a:gd name="connsiteX5" fmla="*/ 542434 w 1184327"/>
                    <a:gd name="connsiteY5" fmla="*/ 1785784 h 1785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84327" h="1785484">
                      <a:moveTo>
                        <a:pt x="542434" y="1785784"/>
                      </a:moveTo>
                      <a:cubicBezTo>
                        <a:pt x="539400" y="1782717"/>
                        <a:pt x="536375" y="1779650"/>
                        <a:pt x="533359" y="1776564"/>
                      </a:cubicBezTo>
                      <a:cubicBezTo>
                        <a:pt x="1525265" y="803129"/>
                        <a:pt x="1378635" y="217936"/>
                        <a:pt x="93470" y="20988"/>
                      </a:cubicBezTo>
                      <a:lnTo>
                        <a:pt x="403" y="300"/>
                      </a:lnTo>
                      <a:lnTo>
                        <a:pt x="95334" y="9021"/>
                      </a:lnTo>
                      <a:cubicBezTo>
                        <a:pt x="1379257" y="213947"/>
                        <a:pt x="1528291" y="806200"/>
                        <a:pt x="542434" y="1785784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019FE401-4593-4CAE-4608-0792BED87F9C}"/>
                    </a:ext>
                  </a:extLst>
                </p:cNvPr>
                <p:cNvSpPr/>
                <p:nvPr/>
              </p:nvSpPr>
              <p:spPr>
                <a:xfrm>
                  <a:off x="4071902" y="3134656"/>
                  <a:ext cx="1801716" cy="2365078"/>
                </a:xfrm>
                <a:custGeom>
                  <a:avLst/>
                  <a:gdLst>
                    <a:gd name="connsiteX0" fmla="*/ 1773143 w 1801716"/>
                    <a:gd name="connsiteY0" fmla="*/ 2365379 h 2365078"/>
                    <a:gd name="connsiteX1" fmla="*/ 1760319 w 1801716"/>
                    <a:gd name="connsiteY1" fmla="*/ 2363778 h 2365078"/>
                    <a:gd name="connsiteX2" fmla="*/ 93689 w 1801716"/>
                    <a:gd name="connsiteY2" fmla="*/ 19985 h 2365078"/>
                    <a:gd name="connsiteX3" fmla="*/ 403 w 1801716"/>
                    <a:gd name="connsiteY3" fmla="*/ 300 h 2365078"/>
                    <a:gd name="connsiteX4" fmla="*/ 95430 w 1801716"/>
                    <a:gd name="connsiteY4" fmla="*/ 7998 h 2365078"/>
                    <a:gd name="connsiteX5" fmla="*/ 1773143 w 1801716"/>
                    <a:gd name="connsiteY5" fmla="*/ 2365379 h 23650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01716" h="2365078">
                      <a:moveTo>
                        <a:pt x="1773143" y="2365379"/>
                      </a:moveTo>
                      <a:cubicBezTo>
                        <a:pt x="1768866" y="2364864"/>
                        <a:pt x="1764592" y="2364331"/>
                        <a:pt x="1760319" y="2363778"/>
                      </a:cubicBezTo>
                      <a:cubicBezTo>
                        <a:pt x="1936440" y="984355"/>
                        <a:pt x="1380897" y="203091"/>
                        <a:pt x="93689" y="19985"/>
                      </a:cubicBezTo>
                      <a:lnTo>
                        <a:pt x="403" y="300"/>
                      </a:lnTo>
                      <a:lnTo>
                        <a:pt x="95430" y="7998"/>
                      </a:lnTo>
                      <a:cubicBezTo>
                        <a:pt x="1381477" y="199095"/>
                        <a:pt x="1940715" y="984890"/>
                        <a:pt x="1773143" y="2365379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0BCCB2F2-982A-3A05-C147-A01950EA8B2D}"/>
                    </a:ext>
                  </a:extLst>
                </p:cNvPr>
                <p:cNvSpPr/>
                <p:nvPr/>
              </p:nvSpPr>
              <p:spPr>
                <a:xfrm>
                  <a:off x="4082709" y="1370323"/>
                  <a:ext cx="2365160" cy="1769250"/>
                </a:xfrm>
                <a:custGeom>
                  <a:avLst/>
                  <a:gdLst>
                    <a:gd name="connsiteX0" fmla="*/ 2349661 w 2365160"/>
                    <a:gd name="connsiteY0" fmla="*/ 300 h 1769250"/>
                    <a:gd name="connsiteX1" fmla="*/ 2365564 w 2365160"/>
                    <a:gd name="connsiteY1" fmla="*/ 2967 h 1769250"/>
                    <a:gd name="connsiteX2" fmla="*/ 92728 w 2365160"/>
                    <a:gd name="connsiteY2" fmla="*/ 1722132 h 1769250"/>
                    <a:gd name="connsiteX3" fmla="*/ 403 w 2365160"/>
                    <a:gd name="connsiteY3" fmla="*/ 1697899 h 1769250"/>
                    <a:gd name="connsiteX4" fmla="*/ 95391 w 2365160"/>
                    <a:gd name="connsiteY4" fmla="*/ 1707258 h 1769250"/>
                    <a:gd name="connsiteX5" fmla="*/ 2349661 w 2365160"/>
                    <a:gd name="connsiteY5" fmla="*/ 300 h 1769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65160" h="1769250">
                      <a:moveTo>
                        <a:pt x="2349661" y="300"/>
                      </a:moveTo>
                      <a:cubicBezTo>
                        <a:pt x="2354966" y="1167"/>
                        <a:pt x="2360267" y="2062"/>
                        <a:pt x="2365564" y="2967"/>
                      </a:cubicBezTo>
                      <a:cubicBezTo>
                        <a:pt x="2130983" y="1373640"/>
                        <a:pt x="1373372" y="1946695"/>
                        <a:pt x="92728" y="1722132"/>
                      </a:cubicBezTo>
                      <a:lnTo>
                        <a:pt x="403" y="1697899"/>
                      </a:lnTo>
                      <a:lnTo>
                        <a:pt x="95391" y="1707258"/>
                      </a:lnTo>
                      <a:cubicBezTo>
                        <a:pt x="1374260" y="1941737"/>
                        <a:pt x="2125682" y="1372752"/>
                        <a:pt x="2349661" y="30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Freeform 77">
                  <a:extLst>
                    <a:ext uri="{FF2B5EF4-FFF2-40B4-BE49-F238E27FC236}">
                      <a16:creationId xmlns:a16="http://schemas.microsoft.com/office/drawing/2014/main" id="{5B5F8C0E-D811-E964-6DB2-AF6651BC60AA}"/>
                    </a:ext>
                  </a:extLst>
                </p:cNvPr>
                <p:cNvSpPr/>
                <p:nvPr/>
              </p:nvSpPr>
              <p:spPr>
                <a:xfrm>
                  <a:off x="4087446" y="2607680"/>
                  <a:ext cx="1050608" cy="570812"/>
                </a:xfrm>
                <a:custGeom>
                  <a:avLst/>
                  <a:gdLst>
                    <a:gd name="connsiteX0" fmla="*/ 86953 w 1050608"/>
                    <a:gd name="connsiteY0" fmla="*/ 16640 h 570812"/>
                    <a:gd name="connsiteX1" fmla="*/ 93860 w 1050608"/>
                    <a:gd name="connsiteY1" fmla="*/ 300 h 570812"/>
                    <a:gd name="connsiteX2" fmla="*/ 92271 w 1050608"/>
                    <a:gd name="connsiteY2" fmla="*/ 461176 h 570812"/>
                    <a:gd name="connsiteX3" fmla="*/ 403 w 1050608"/>
                    <a:gd name="connsiteY3" fmla="*/ 435035 h 570812"/>
                    <a:gd name="connsiteX4" fmla="*/ 95401 w 1050608"/>
                    <a:gd name="connsiteY4" fmla="*/ 444864 h 570812"/>
                    <a:gd name="connsiteX5" fmla="*/ 86953 w 1050608"/>
                    <a:gd name="connsiteY5" fmla="*/ 16640 h 5708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0608" h="570812">
                      <a:moveTo>
                        <a:pt x="86953" y="16640"/>
                      </a:moveTo>
                      <a:cubicBezTo>
                        <a:pt x="89227" y="11184"/>
                        <a:pt x="91529" y="5737"/>
                        <a:pt x="93860" y="300"/>
                      </a:cubicBezTo>
                      <a:cubicBezTo>
                        <a:pt x="1370590" y="547847"/>
                        <a:pt x="1370061" y="701471"/>
                        <a:pt x="92271" y="461176"/>
                      </a:cubicBezTo>
                      <a:lnTo>
                        <a:pt x="403" y="435035"/>
                      </a:lnTo>
                      <a:lnTo>
                        <a:pt x="95401" y="444864"/>
                      </a:lnTo>
                      <a:cubicBezTo>
                        <a:pt x="1371104" y="696035"/>
                        <a:pt x="1368288" y="553293"/>
                        <a:pt x="86953" y="16640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" name="Freeform 78">
                  <a:extLst>
                    <a:ext uri="{FF2B5EF4-FFF2-40B4-BE49-F238E27FC236}">
                      <a16:creationId xmlns:a16="http://schemas.microsoft.com/office/drawing/2014/main" id="{B0426768-0CDA-5BCE-3421-77C17DD2CCE2}"/>
                    </a:ext>
                  </a:extLst>
                </p:cNvPr>
                <p:cNvSpPr/>
                <p:nvPr/>
              </p:nvSpPr>
              <p:spPr>
                <a:xfrm>
                  <a:off x="4409619" y="2189797"/>
                  <a:ext cx="3275098" cy="2528963"/>
                </a:xfrm>
                <a:custGeom>
                  <a:avLst/>
                  <a:gdLst>
                    <a:gd name="connsiteX0" fmla="*/ 403 w 3275098"/>
                    <a:gd name="connsiteY0" fmla="*/ 14616 h 2528963"/>
                    <a:gd name="connsiteX1" fmla="*/ 10867 w 3275098"/>
                    <a:gd name="connsiteY1" fmla="*/ 300 h 2528963"/>
                    <a:gd name="connsiteX2" fmla="*/ 3206816 w 3275098"/>
                    <a:gd name="connsiteY2" fmla="*/ 2462818 h 2528963"/>
                    <a:gd name="connsiteX3" fmla="*/ 3275501 w 3275098"/>
                    <a:gd name="connsiteY3" fmla="*/ 2529264 h 2528963"/>
                    <a:gd name="connsiteX4" fmla="*/ 3196370 w 3275098"/>
                    <a:gd name="connsiteY4" fmla="*/ 2475714 h 2528963"/>
                    <a:gd name="connsiteX5" fmla="*/ 403 w 3275098"/>
                    <a:gd name="connsiteY5" fmla="*/ 14616 h 25289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75098" h="2528963">
                      <a:moveTo>
                        <a:pt x="403" y="14616"/>
                      </a:moveTo>
                      <a:cubicBezTo>
                        <a:pt x="3875" y="9835"/>
                        <a:pt x="7366" y="5063"/>
                        <a:pt x="10867" y="300"/>
                      </a:cubicBezTo>
                      <a:cubicBezTo>
                        <a:pt x="1128146" y="826436"/>
                        <a:pt x="2193460" y="1647274"/>
                        <a:pt x="3206816" y="2462818"/>
                      </a:cubicBezTo>
                      <a:lnTo>
                        <a:pt x="3275501" y="2529264"/>
                      </a:lnTo>
                      <a:lnTo>
                        <a:pt x="3196370" y="2475714"/>
                      </a:lnTo>
                      <a:cubicBezTo>
                        <a:pt x="2189977" y="1651574"/>
                        <a:pt x="1124656" y="831209"/>
                        <a:pt x="403" y="14616"/>
                      </a:cubicBezTo>
                      <a:close/>
                    </a:path>
                  </a:pathLst>
                </a:custGeom>
                <a:solidFill>
                  <a:srgbClr val="E5ABA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" name="Freeform 79">
                  <a:extLst>
                    <a:ext uri="{FF2B5EF4-FFF2-40B4-BE49-F238E27FC236}">
                      <a16:creationId xmlns:a16="http://schemas.microsoft.com/office/drawing/2014/main" id="{8364DEE6-C75C-E7C7-B567-A252143CCF5B}"/>
                    </a:ext>
                  </a:extLst>
                </p:cNvPr>
                <p:cNvSpPr/>
                <p:nvPr/>
              </p:nvSpPr>
              <p:spPr>
                <a:xfrm>
                  <a:off x="4092812" y="2791134"/>
                  <a:ext cx="3992600" cy="400263"/>
                </a:xfrm>
                <a:custGeom>
                  <a:avLst/>
                  <a:gdLst>
                    <a:gd name="connsiteX0" fmla="*/ 3987181 w 3992600"/>
                    <a:gd name="connsiteY0" fmla="*/ 300 h 400263"/>
                    <a:gd name="connsiteX1" fmla="*/ 3993003 w 3992600"/>
                    <a:gd name="connsiteY1" fmla="*/ 18746 h 400263"/>
                    <a:gd name="connsiteX2" fmla="*/ 91767 w 3992600"/>
                    <a:gd name="connsiteY2" fmla="*/ 252705 h 400263"/>
                    <a:gd name="connsiteX3" fmla="*/ 403 w 3992600"/>
                    <a:gd name="connsiteY3" fmla="*/ 224597 h 400263"/>
                    <a:gd name="connsiteX4" fmla="*/ 95420 w 3992600"/>
                    <a:gd name="connsiteY4" fmla="*/ 234968 h 400263"/>
                    <a:gd name="connsiteX5" fmla="*/ 3987181 w 3992600"/>
                    <a:gd name="connsiteY5" fmla="*/ 300 h 400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92600" h="400263">
                      <a:moveTo>
                        <a:pt x="3987181" y="300"/>
                      </a:moveTo>
                      <a:cubicBezTo>
                        <a:pt x="3989150" y="6440"/>
                        <a:pt x="3991091" y="12588"/>
                        <a:pt x="3993003" y="18746"/>
                      </a:cubicBezTo>
                      <a:cubicBezTo>
                        <a:pt x="2666728" y="431692"/>
                        <a:pt x="1366317" y="509679"/>
                        <a:pt x="91767" y="252705"/>
                      </a:cubicBezTo>
                      <a:lnTo>
                        <a:pt x="403" y="224597"/>
                      </a:lnTo>
                      <a:lnTo>
                        <a:pt x="95420" y="234968"/>
                      </a:lnTo>
                      <a:cubicBezTo>
                        <a:pt x="1367533" y="503767"/>
                        <a:pt x="2664787" y="425544"/>
                        <a:pt x="3987181" y="30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Freeform 80">
                  <a:extLst>
                    <a:ext uri="{FF2B5EF4-FFF2-40B4-BE49-F238E27FC236}">
                      <a16:creationId xmlns:a16="http://schemas.microsoft.com/office/drawing/2014/main" id="{C5982922-9D2C-CCCB-7C81-A77AFCF21B1C}"/>
                    </a:ext>
                  </a:extLst>
                </p:cNvPr>
                <p:cNvSpPr/>
                <p:nvPr/>
              </p:nvSpPr>
              <p:spPr>
                <a:xfrm>
                  <a:off x="4098881" y="2986985"/>
                  <a:ext cx="2676857" cy="2420575"/>
                </a:xfrm>
                <a:custGeom>
                  <a:avLst/>
                  <a:gdLst>
                    <a:gd name="connsiteX0" fmla="*/ 2677261 w 2676857"/>
                    <a:gd name="connsiteY0" fmla="*/ 2414142 h 2420575"/>
                    <a:gd name="connsiteX1" fmla="*/ 2657449 w 2676857"/>
                    <a:gd name="connsiteY1" fmla="*/ 2420876 h 2420575"/>
                    <a:gd name="connsiteX2" fmla="*/ 91196 w 2676857"/>
                    <a:gd name="connsiteY2" fmla="*/ 30437 h 2420575"/>
                    <a:gd name="connsiteX3" fmla="*/ 403 w 2676857"/>
                    <a:gd name="connsiteY3" fmla="*/ 300 h 2420575"/>
                    <a:gd name="connsiteX4" fmla="*/ 95430 w 2676857"/>
                    <a:gd name="connsiteY4" fmla="*/ 11291 h 2420575"/>
                    <a:gd name="connsiteX5" fmla="*/ 2677261 w 2676857"/>
                    <a:gd name="connsiteY5" fmla="*/ 2414142 h 2420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76857" h="2420575">
                      <a:moveTo>
                        <a:pt x="2677261" y="2414142"/>
                      </a:moveTo>
                      <a:cubicBezTo>
                        <a:pt x="2670668" y="2416418"/>
                        <a:pt x="2664065" y="2418666"/>
                        <a:pt x="2657449" y="2420876"/>
                      </a:cubicBezTo>
                      <a:cubicBezTo>
                        <a:pt x="2217497" y="1101835"/>
                        <a:pt x="1362081" y="305022"/>
                        <a:pt x="91196" y="30437"/>
                      </a:cubicBezTo>
                      <a:lnTo>
                        <a:pt x="403" y="300"/>
                      </a:lnTo>
                      <a:lnTo>
                        <a:pt x="95430" y="11291"/>
                      </a:lnTo>
                      <a:cubicBezTo>
                        <a:pt x="1363490" y="298640"/>
                        <a:pt x="2224101" y="1099590"/>
                        <a:pt x="2677261" y="2414142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2" name="Freeform 81">
                  <a:extLst>
                    <a:ext uri="{FF2B5EF4-FFF2-40B4-BE49-F238E27FC236}">
                      <a16:creationId xmlns:a16="http://schemas.microsoft.com/office/drawing/2014/main" id="{9E1BD2E5-2D03-D37E-3B05-447B51C3307C}"/>
                    </a:ext>
                  </a:extLst>
                </p:cNvPr>
                <p:cNvSpPr/>
                <p:nvPr/>
              </p:nvSpPr>
              <p:spPr>
                <a:xfrm>
                  <a:off x="6534761" y="4144509"/>
                  <a:ext cx="1291359" cy="1233515"/>
                </a:xfrm>
                <a:custGeom>
                  <a:avLst/>
                  <a:gdLst>
                    <a:gd name="connsiteX0" fmla="*/ 1291763 w 1291359"/>
                    <a:gd name="connsiteY0" fmla="*/ 446917 h 1233515"/>
                    <a:gd name="connsiteX1" fmla="*/ 1278206 w 1291359"/>
                    <a:gd name="connsiteY1" fmla="*/ 466891 h 1233515"/>
                    <a:gd name="connsiteX2" fmla="*/ 170968 w 1291359"/>
                    <a:gd name="connsiteY2" fmla="*/ 1139661 h 1233515"/>
                    <a:gd name="connsiteX3" fmla="*/ 189433 w 1291359"/>
                    <a:gd name="connsiteY3" fmla="*/ 1233815 h 1233515"/>
                    <a:gd name="connsiteX4" fmla="*/ 149479 w 1291359"/>
                    <a:gd name="connsiteY4" fmla="*/ 1146595 h 1233515"/>
                    <a:gd name="connsiteX5" fmla="*/ 1291763 w 1291359"/>
                    <a:gd name="connsiteY5" fmla="*/ 446917 h 1233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91359" h="1233515">
                      <a:moveTo>
                        <a:pt x="1291763" y="446917"/>
                      </a:moveTo>
                      <a:cubicBezTo>
                        <a:pt x="1287282" y="453603"/>
                        <a:pt x="1282763" y="460261"/>
                        <a:pt x="1278206" y="466891"/>
                      </a:cubicBezTo>
                      <a:cubicBezTo>
                        <a:pt x="133829" y="-321176"/>
                        <a:pt x="-235250" y="-96920"/>
                        <a:pt x="170968" y="1139661"/>
                      </a:cubicBezTo>
                      <a:lnTo>
                        <a:pt x="189433" y="1233815"/>
                      </a:lnTo>
                      <a:lnTo>
                        <a:pt x="149479" y="1146595"/>
                      </a:lnTo>
                      <a:cubicBezTo>
                        <a:pt x="-242413" y="-94607"/>
                        <a:pt x="138347" y="-327835"/>
                        <a:pt x="1291763" y="446917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C7332249-6BBE-FD07-7724-6F81A128F2A3}"/>
                    </a:ext>
                  </a:extLst>
                </p:cNvPr>
                <p:cNvSpPr/>
                <p:nvPr/>
              </p:nvSpPr>
              <p:spPr>
                <a:xfrm>
                  <a:off x="4390117" y="2211800"/>
                  <a:ext cx="3750670" cy="1184418"/>
                </a:xfrm>
                <a:custGeom>
                  <a:avLst/>
                  <a:gdLst>
                    <a:gd name="connsiteX0" fmla="*/ 403 w 3750670"/>
                    <a:gd name="connsiteY0" fmla="*/ 19998 h 1184418"/>
                    <a:gd name="connsiteX1" fmla="*/ 14358 w 3750670"/>
                    <a:gd name="connsiteY1" fmla="*/ 300 h 1184418"/>
                    <a:gd name="connsiteX2" fmla="*/ 3655675 w 3750670"/>
                    <a:gd name="connsiteY2" fmla="*/ 1161196 h 1184418"/>
                    <a:gd name="connsiteX3" fmla="*/ 3751074 w 3750670"/>
                    <a:gd name="connsiteY3" fmla="*/ 1170300 h 1184418"/>
                    <a:gd name="connsiteX4" fmla="*/ 3656189 w 3750670"/>
                    <a:gd name="connsiteY4" fmla="*/ 1183796 h 1184418"/>
                    <a:gd name="connsiteX5" fmla="*/ 403 w 3750670"/>
                    <a:gd name="connsiteY5" fmla="*/ 19998 h 1184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50670" h="1184418">
                      <a:moveTo>
                        <a:pt x="403" y="19998"/>
                      </a:moveTo>
                      <a:cubicBezTo>
                        <a:pt x="5016" y="13406"/>
                        <a:pt x="9668" y="6844"/>
                        <a:pt x="14358" y="300"/>
                      </a:cubicBezTo>
                      <a:cubicBezTo>
                        <a:pt x="1142311" y="811768"/>
                        <a:pt x="2356081" y="1198732"/>
                        <a:pt x="3655675" y="1161196"/>
                      </a:cubicBezTo>
                      <a:lnTo>
                        <a:pt x="3751074" y="1170300"/>
                      </a:lnTo>
                      <a:lnTo>
                        <a:pt x="3656189" y="1183796"/>
                      </a:lnTo>
                      <a:cubicBezTo>
                        <a:pt x="2356255" y="1206265"/>
                        <a:pt x="1137657" y="818333"/>
                        <a:pt x="403" y="19998"/>
                      </a:cubicBezTo>
                      <a:close/>
                    </a:path>
                  </a:pathLst>
                </a:custGeom>
                <a:solidFill>
                  <a:srgbClr val="E5ABA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A1E4E0E8-0854-3D91-E832-54F5CFD4579A}"/>
                    </a:ext>
                  </a:extLst>
                </p:cNvPr>
                <p:cNvSpPr/>
                <p:nvPr/>
              </p:nvSpPr>
              <p:spPr>
                <a:xfrm>
                  <a:off x="4114350" y="2921985"/>
                  <a:ext cx="3731121" cy="1661254"/>
                </a:xfrm>
                <a:custGeom>
                  <a:avLst/>
                  <a:gdLst>
                    <a:gd name="connsiteX0" fmla="*/ 3731524 w 3731121"/>
                    <a:gd name="connsiteY0" fmla="*/ 1640018 h 1661254"/>
                    <a:gd name="connsiteX1" fmla="*/ 3717426 w 3731121"/>
                    <a:gd name="connsiteY1" fmla="*/ 1661554 h 1661254"/>
                    <a:gd name="connsiteX2" fmla="*/ 89626 w 3731121"/>
                    <a:gd name="connsiteY2" fmla="*/ 35569 h 1661254"/>
                    <a:gd name="connsiteX3" fmla="*/ 403 w 3731121"/>
                    <a:gd name="connsiteY3" fmla="*/ 300 h 1661254"/>
                    <a:gd name="connsiteX4" fmla="*/ 95582 w 3731121"/>
                    <a:gd name="connsiteY4" fmla="*/ 12214 h 1661254"/>
                    <a:gd name="connsiteX5" fmla="*/ 3731524 w 3731121"/>
                    <a:gd name="connsiteY5" fmla="*/ 1640018 h 1661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31121" h="1661254">
                      <a:moveTo>
                        <a:pt x="3731524" y="1640018"/>
                      </a:moveTo>
                      <a:cubicBezTo>
                        <a:pt x="3726872" y="1647219"/>
                        <a:pt x="3722173" y="1654401"/>
                        <a:pt x="3717426" y="1661554"/>
                      </a:cubicBezTo>
                      <a:cubicBezTo>
                        <a:pt x="2560511" y="892060"/>
                        <a:pt x="1351243" y="350067"/>
                        <a:pt x="89626" y="35569"/>
                      </a:cubicBezTo>
                      <a:lnTo>
                        <a:pt x="403" y="300"/>
                      </a:lnTo>
                      <a:lnTo>
                        <a:pt x="95582" y="12214"/>
                      </a:lnTo>
                      <a:cubicBezTo>
                        <a:pt x="1353230" y="342281"/>
                        <a:pt x="2565212" y="884881"/>
                        <a:pt x="3731524" y="1640018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92E6AE55-F203-C9B5-1ECF-3713BF0E9CEF}"/>
                    </a:ext>
                  </a:extLst>
                </p:cNvPr>
                <p:cNvSpPr/>
                <p:nvPr/>
              </p:nvSpPr>
              <p:spPr>
                <a:xfrm>
                  <a:off x="4106073" y="2955569"/>
                  <a:ext cx="1321414" cy="2284923"/>
                </a:xfrm>
                <a:custGeom>
                  <a:avLst/>
                  <a:gdLst>
                    <a:gd name="connsiteX0" fmla="*/ 957304 w 1321414"/>
                    <a:gd name="connsiteY0" fmla="*/ 2285224 h 2284923"/>
                    <a:gd name="connsiteX1" fmla="*/ 935043 w 1321414"/>
                    <a:gd name="connsiteY1" fmla="*/ 2272317 h 2284923"/>
                    <a:gd name="connsiteX2" fmla="*/ 90216 w 1321414"/>
                    <a:gd name="connsiteY2" fmla="*/ 34056 h 2284923"/>
                    <a:gd name="connsiteX3" fmla="*/ 403 w 1321414"/>
                    <a:gd name="connsiteY3" fmla="*/ 300 h 2284923"/>
                    <a:gd name="connsiteX4" fmla="*/ 95782 w 1321414"/>
                    <a:gd name="connsiteY4" fmla="*/ 10602 h 2284923"/>
                    <a:gd name="connsiteX5" fmla="*/ 957304 w 1321414"/>
                    <a:gd name="connsiteY5" fmla="*/ 2285224 h 2284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21414" h="2284923">
                      <a:moveTo>
                        <a:pt x="957304" y="2285224"/>
                      </a:moveTo>
                      <a:cubicBezTo>
                        <a:pt x="949855" y="2280966"/>
                        <a:pt x="942434" y="2276661"/>
                        <a:pt x="935043" y="2272317"/>
                      </a:cubicBezTo>
                      <a:cubicBezTo>
                        <a:pt x="1638568" y="1073258"/>
                        <a:pt x="1356956" y="327172"/>
                        <a:pt x="90216" y="34056"/>
                      </a:cubicBezTo>
                      <a:lnTo>
                        <a:pt x="403" y="300"/>
                      </a:lnTo>
                      <a:lnTo>
                        <a:pt x="95782" y="10602"/>
                      </a:lnTo>
                      <a:cubicBezTo>
                        <a:pt x="1358812" y="319354"/>
                        <a:pt x="1645986" y="1077560"/>
                        <a:pt x="957304" y="2285224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40832F62-9499-59F8-195F-A29D09270488}"/>
                    </a:ext>
                  </a:extLst>
                </p:cNvPr>
                <p:cNvSpPr/>
                <p:nvPr/>
              </p:nvSpPr>
              <p:spPr>
                <a:xfrm>
                  <a:off x="6963789" y="3328842"/>
                  <a:ext cx="1214271" cy="1413588"/>
                </a:xfrm>
                <a:custGeom>
                  <a:avLst/>
                  <a:gdLst>
                    <a:gd name="connsiteX0" fmla="*/ 1213590 w 1214271"/>
                    <a:gd name="connsiteY0" fmla="*/ 300 h 1413588"/>
                    <a:gd name="connsiteX1" fmla="*/ 1214674 w 1214271"/>
                    <a:gd name="connsiteY1" fmla="*/ 26029 h 1413588"/>
                    <a:gd name="connsiteX2" fmla="*/ 636569 w 1214271"/>
                    <a:gd name="connsiteY2" fmla="*/ 1343527 h 1413588"/>
                    <a:gd name="connsiteX3" fmla="*/ 701867 w 1214271"/>
                    <a:gd name="connsiteY3" fmla="*/ 1413888 h 1413588"/>
                    <a:gd name="connsiteX4" fmla="*/ 621129 w 1214271"/>
                    <a:gd name="connsiteY4" fmla="*/ 1362025 h 1413588"/>
                    <a:gd name="connsiteX5" fmla="*/ 1213590 w 1214271"/>
                    <a:gd name="connsiteY5" fmla="*/ 300 h 1413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4271" h="1413588">
                      <a:moveTo>
                        <a:pt x="1213590" y="300"/>
                      </a:moveTo>
                      <a:cubicBezTo>
                        <a:pt x="1214009" y="8874"/>
                        <a:pt x="1214361" y="17450"/>
                        <a:pt x="1214674" y="26029"/>
                      </a:cubicBezTo>
                      <a:cubicBezTo>
                        <a:pt x="-173368" y="75648"/>
                        <a:pt x="-366069" y="514815"/>
                        <a:pt x="636569" y="1343527"/>
                      </a:cubicBezTo>
                      <a:lnTo>
                        <a:pt x="701867" y="1413888"/>
                      </a:lnTo>
                      <a:lnTo>
                        <a:pt x="621129" y="1362025"/>
                      </a:lnTo>
                      <a:cubicBezTo>
                        <a:pt x="-371215" y="520980"/>
                        <a:pt x="-173727" y="67071"/>
                        <a:pt x="1213590" y="30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Freeform 86">
                  <a:extLst>
                    <a:ext uri="{FF2B5EF4-FFF2-40B4-BE49-F238E27FC236}">
                      <a16:creationId xmlns:a16="http://schemas.microsoft.com/office/drawing/2014/main" id="{16C0ACF0-AF89-4597-4F60-040E53D1EAE7}"/>
                    </a:ext>
                  </a:extLst>
                </p:cNvPr>
                <p:cNvSpPr/>
                <p:nvPr/>
              </p:nvSpPr>
              <p:spPr>
                <a:xfrm>
                  <a:off x="4530598" y="2032082"/>
                  <a:ext cx="3111757" cy="2737294"/>
                </a:xfrm>
                <a:custGeom>
                  <a:avLst/>
                  <a:gdLst>
                    <a:gd name="connsiteX0" fmla="*/ 403 w 3111757"/>
                    <a:gd name="connsiteY0" fmla="*/ 20741 h 2737294"/>
                    <a:gd name="connsiteX1" fmla="*/ 18563 w 3111757"/>
                    <a:gd name="connsiteY1" fmla="*/ 300 h 2737294"/>
                    <a:gd name="connsiteX2" fmla="*/ 3048574 w 3111757"/>
                    <a:gd name="connsiteY2" fmla="*/ 2665548 h 2737294"/>
                    <a:gd name="connsiteX3" fmla="*/ 3112160 w 3111757"/>
                    <a:gd name="connsiteY3" fmla="*/ 2737595 h 2737294"/>
                    <a:gd name="connsiteX4" fmla="*/ 3031840 w 3111757"/>
                    <a:gd name="connsiteY4" fmla="*/ 2684902 h 2737294"/>
                    <a:gd name="connsiteX5" fmla="*/ 403 w 3111757"/>
                    <a:gd name="connsiteY5" fmla="*/ 20741 h 2737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11757" h="2737294">
                      <a:moveTo>
                        <a:pt x="403" y="20741"/>
                      </a:moveTo>
                      <a:cubicBezTo>
                        <a:pt x="6405" y="13883"/>
                        <a:pt x="12465" y="7072"/>
                        <a:pt x="18563" y="300"/>
                      </a:cubicBezTo>
                      <a:cubicBezTo>
                        <a:pt x="1050056" y="931579"/>
                        <a:pt x="2060061" y="1819994"/>
                        <a:pt x="3048574" y="2665548"/>
                      </a:cubicBezTo>
                      <a:lnTo>
                        <a:pt x="3112160" y="2737595"/>
                      </a:lnTo>
                      <a:lnTo>
                        <a:pt x="3031840" y="2684902"/>
                      </a:lnTo>
                      <a:cubicBezTo>
                        <a:pt x="2054482" y="1826446"/>
                        <a:pt x="1044002" y="938391"/>
                        <a:pt x="403" y="20741"/>
                      </a:cubicBezTo>
                      <a:close/>
                    </a:path>
                  </a:pathLst>
                </a:custGeom>
                <a:solidFill>
                  <a:srgbClr val="EA96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" name="Freeform 87">
                  <a:extLst>
                    <a:ext uri="{FF2B5EF4-FFF2-40B4-BE49-F238E27FC236}">
                      <a16:creationId xmlns:a16="http://schemas.microsoft.com/office/drawing/2014/main" id="{CECA8FA3-1131-DEF4-EC35-8C009EEC865F}"/>
                    </a:ext>
                  </a:extLst>
                </p:cNvPr>
                <p:cNvSpPr/>
                <p:nvPr/>
              </p:nvSpPr>
              <p:spPr>
                <a:xfrm>
                  <a:off x="4505531" y="2059657"/>
                  <a:ext cx="3635761" cy="1371617"/>
                </a:xfrm>
                <a:custGeom>
                  <a:avLst/>
                  <a:gdLst>
                    <a:gd name="connsiteX0" fmla="*/ 403 w 3635761"/>
                    <a:gd name="connsiteY0" fmla="*/ 22274 h 1371617"/>
                    <a:gd name="connsiteX1" fmla="*/ 19229 w 3635761"/>
                    <a:gd name="connsiteY1" fmla="*/ 300 h 1371617"/>
                    <a:gd name="connsiteX2" fmla="*/ 3540909 w 3635761"/>
                    <a:gd name="connsiteY2" fmla="*/ 1344814 h 1371617"/>
                    <a:gd name="connsiteX3" fmla="*/ 3636164 w 3635761"/>
                    <a:gd name="connsiteY3" fmla="*/ 1357815 h 1371617"/>
                    <a:gd name="connsiteX4" fmla="*/ 3541071 w 3635761"/>
                    <a:gd name="connsiteY4" fmla="*/ 1371917 h 1371617"/>
                    <a:gd name="connsiteX5" fmla="*/ 403 w 3635761"/>
                    <a:gd name="connsiteY5" fmla="*/ 22274 h 1371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35761" h="1371617">
                      <a:moveTo>
                        <a:pt x="403" y="22274"/>
                      </a:moveTo>
                      <a:cubicBezTo>
                        <a:pt x="6624" y="14911"/>
                        <a:pt x="12903" y="7587"/>
                        <a:pt x="19229" y="300"/>
                      </a:cubicBezTo>
                      <a:cubicBezTo>
                        <a:pt x="1066991" y="913196"/>
                        <a:pt x="2240885" y="1361366"/>
                        <a:pt x="3540909" y="1344814"/>
                      </a:cubicBezTo>
                      <a:lnTo>
                        <a:pt x="3636164" y="1357815"/>
                      </a:lnTo>
                      <a:lnTo>
                        <a:pt x="3541071" y="1371917"/>
                      </a:lnTo>
                      <a:cubicBezTo>
                        <a:pt x="2240937" y="1370401"/>
                        <a:pt x="1060714" y="920521"/>
                        <a:pt x="403" y="22274"/>
                      </a:cubicBezTo>
                      <a:close/>
                    </a:path>
                  </a:pathLst>
                </a:custGeom>
                <a:solidFill>
                  <a:srgbClr val="EA96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Freeform 88">
                  <a:extLst>
                    <a:ext uri="{FF2B5EF4-FFF2-40B4-BE49-F238E27FC236}">
                      <a16:creationId xmlns:a16="http://schemas.microsoft.com/office/drawing/2014/main" id="{D5FE6D3D-7A5D-40F6-C0A8-9B74F466A8BE}"/>
                    </a:ext>
                  </a:extLst>
                </p:cNvPr>
                <p:cNvSpPr/>
                <p:nvPr/>
              </p:nvSpPr>
              <p:spPr>
                <a:xfrm>
                  <a:off x="6089408" y="4111000"/>
                  <a:ext cx="1807918" cy="1365836"/>
                </a:xfrm>
                <a:custGeom>
                  <a:avLst/>
                  <a:gdLst>
                    <a:gd name="connsiteX0" fmla="*/ 1808321 w 1807918"/>
                    <a:gd name="connsiteY0" fmla="*/ 366363 h 1365836"/>
                    <a:gd name="connsiteX1" fmla="*/ 1787830 w 1807918"/>
                    <a:gd name="connsiteY1" fmla="*/ 400901 h 1365836"/>
                    <a:gd name="connsiteX2" fmla="*/ 37953 w 1807918"/>
                    <a:gd name="connsiteY2" fmla="*/ 1270676 h 1365836"/>
                    <a:gd name="connsiteX3" fmla="*/ 19773 w 1807918"/>
                    <a:gd name="connsiteY3" fmla="*/ 1366136 h 1365836"/>
                    <a:gd name="connsiteX4" fmla="*/ 403 w 1807918"/>
                    <a:gd name="connsiteY4" fmla="*/ 1270915 h 1365836"/>
                    <a:gd name="connsiteX5" fmla="*/ 1808321 w 1807918"/>
                    <a:gd name="connsiteY5" fmla="*/ 366363 h 13658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07918" h="1365836">
                      <a:moveTo>
                        <a:pt x="1808321" y="366363"/>
                      </a:moveTo>
                      <a:cubicBezTo>
                        <a:pt x="1801596" y="377946"/>
                        <a:pt x="1794775" y="389452"/>
                        <a:pt x="1787830" y="400901"/>
                      </a:cubicBezTo>
                      <a:cubicBezTo>
                        <a:pt x="600606" y="-320835"/>
                        <a:pt x="17313" y="-30908"/>
                        <a:pt x="37953" y="1270676"/>
                      </a:cubicBezTo>
                      <a:lnTo>
                        <a:pt x="19773" y="1366136"/>
                      </a:lnTo>
                      <a:lnTo>
                        <a:pt x="403" y="1270915"/>
                      </a:lnTo>
                      <a:cubicBezTo>
                        <a:pt x="4797" y="-30830"/>
                        <a:pt x="607435" y="-332346"/>
                        <a:pt x="1808321" y="366363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" name="Freeform 89">
                  <a:extLst>
                    <a:ext uri="{FF2B5EF4-FFF2-40B4-BE49-F238E27FC236}">
                      <a16:creationId xmlns:a16="http://schemas.microsoft.com/office/drawing/2014/main" id="{77E9BAFD-EBBD-5A11-2F42-B52150E2B3EB}"/>
                    </a:ext>
                  </a:extLst>
                </p:cNvPr>
                <p:cNvSpPr/>
                <p:nvPr/>
              </p:nvSpPr>
              <p:spPr>
                <a:xfrm>
                  <a:off x="4227480" y="2596082"/>
                  <a:ext cx="3644418" cy="1957638"/>
                </a:xfrm>
                <a:custGeom>
                  <a:avLst/>
                  <a:gdLst>
                    <a:gd name="connsiteX0" fmla="*/ 3644821 w 3644418"/>
                    <a:gd name="connsiteY0" fmla="*/ 1923906 h 1957638"/>
                    <a:gd name="connsiteX1" fmla="*/ 3623521 w 3644418"/>
                    <a:gd name="connsiteY1" fmla="*/ 1957939 h 1957638"/>
                    <a:gd name="connsiteX2" fmla="*/ 79761 w 3644418"/>
                    <a:gd name="connsiteY2" fmla="*/ 56252 h 1957638"/>
                    <a:gd name="connsiteX3" fmla="*/ 403 w 3644418"/>
                    <a:gd name="connsiteY3" fmla="*/ 300 h 1957638"/>
                    <a:gd name="connsiteX4" fmla="*/ 95030 w 3644418"/>
                    <a:gd name="connsiteY4" fmla="*/ 21904 h 1957638"/>
                    <a:gd name="connsiteX5" fmla="*/ 3644821 w 3644418"/>
                    <a:gd name="connsiteY5" fmla="*/ 1923906 h 1957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44418" h="1957638">
                      <a:moveTo>
                        <a:pt x="3644821" y="1923906"/>
                      </a:moveTo>
                      <a:cubicBezTo>
                        <a:pt x="3637829" y="1935317"/>
                        <a:pt x="3630732" y="1946671"/>
                        <a:pt x="3623521" y="1957939"/>
                      </a:cubicBezTo>
                      <a:cubicBezTo>
                        <a:pt x="2453789" y="1208126"/>
                        <a:pt x="1272535" y="574229"/>
                        <a:pt x="79761" y="56252"/>
                      </a:cubicBezTo>
                      <a:lnTo>
                        <a:pt x="403" y="300"/>
                      </a:lnTo>
                      <a:lnTo>
                        <a:pt x="95030" y="21904"/>
                      </a:lnTo>
                      <a:cubicBezTo>
                        <a:pt x="1277625" y="562780"/>
                        <a:pt x="2460890" y="1196781"/>
                        <a:pt x="3644821" y="1923906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FDF6E488-FBC5-FC62-61A8-58E21038F177}"/>
                    </a:ext>
                  </a:extLst>
                </p:cNvPr>
                <p:cNvSpPr/>
                <p:nvPr/>
              </p:nvSpPr>
              <p:spPr>
                <a:xfrm>
                  <a:off x="4131169" y="3880614"/>
                  <a:ext cx="3483103" cy="920566"/>
                </a:xfrm>
                <a:custGeom>
                  <a:avLst/>
                  <a:gdLst>
                    <a:gd name="connsiteX0" fmla="*/ 14101 w 3483103"/>
                    <a:gd name="connsiteY0" fmla="*/ 280067 h 920566"/>
                    <a:gd name="connsiteX1" fmla="*/ 403 w 3483103"/>
                    <a:gd name="connsiteY1" fmla="*/ 242318 h 920566"/>
                    <a:gd name="connsiteX2" fmla="*/ 3425409 w 3483103"/>
                    <a:gd name="connsiteY2" fmla="*/ 843028 h 920566"/>
                    <a:gd name="connsiteX3" fmla="*/ 3483506 w 3483103"/>
                    <a:gd name="connsiteY3" fmla="*/ 920866 h 920566"/>
                    <a:gd name="connsiteX4" fmla="*/ 3400247 w 3483103"/>
                    <a:gd name="connsiteY4" fmla="*/ 870946 h 920566"/>
                    <a:gd name="connsiteX5" fmla="*/ 14101 w 3483103"/>
                    <a:gd name="connsiteY5" fmla="*/ 280067 h 920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83103" h="920566">
                      <a:moveTo>
                        <a:pt x="14101" y="280067"/>
                      </a:moveTo>
                      <a:cubicBezTo>
                        <a:pt x="9421" y="267528"/>
                        <a:pt x="4845" y="254945"/>
                        <a:pt x="403" y="242318"/>
                      </a:cubicBezTo>
                      <a:cubicBezTo>
                        <a:pt x="1310290" y="-220104"/>
                        <a:pt x="2451957" y="-19866"/>
                        <a:pt x="3425409" y="843028"/>
                      </a:cubicBezTo>
                      <a:lnTo>
                        <a:pt x="3483506" y="920866"/>
                      </a:lnTo>
                      <a:lnTo>
                        <a:pt x="3400247" y="870946"/>
                      </a:lnTo>
                      <a:cubicBezTo>
                        <a:pt x="2443571" y="-10562"/>
                        <a:pt x="1314858" y="-207520"/>
                        <a:pt x="14101" y="280067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Freeform 91">
                  <a:extLst>
                    <a:ext uri="{FF2B5EF4-FFF2-40B4-BE49-F238E27FC236}">
                      <a16:creationId xmlns:a16="http://schemas.microsoft.com/office/drawing/2014/main" id="{AFCC799D-E332-7DE8-4FB6-4C4166A7F60C}"/>
                    </a:ext>
                  </a:extLst>
                </p:cNvPr>
                <p:cNvSpPr/>
                <p:nvPr/>
              </p:nvSpPr>
              <p:spPr>
                <a:xfrm>
                  <a:off x="5854045" y="4238565"/>
                  <a:ext cx="1726103" cy="1266884"/>
                </a:xfrm>
                <a:custGeom>
                  <a:avLst/>
                  <a:gdLst>
                    <a:gd name="connsiteX0" fmla="*/ 43474 w 1726103"/>
                    <a:gd name="connsiteY0" fmla="*/ 1267185 h 1266884"/>
                    <a:gd name="connsiteX1" fmla="*/ 403 w 1726103"/>
                    <a:gd name="connsiteY1" fmla="*/ 1262594 h 1266884"/>
                    <a:gd name="connsiteX2" fmla="*/ 1671349 w 1726103"/>
                    <a:gd name="connsiteY2" fmla="*/ 519510 h 1266884"/>
                    <a:gd name="connsiteX3" fmla="*/ 1726506 w 1726103"/>
                    <a:gd name="connsiteY3" fmla="*/ 599854 h 1266884"/>
                    <a:gd name="connsiteX4" fmla="*/ 1643456 w 1726103"/>
                    <a:gd name="connsiteY4" fmla="*/ 548962 h 1266884"/>
                    <a:gd name="connsiteX5" fmla="*/ 43474 w 1726103"/>
                    <a:gd name="connsiteY5" fmla="*/ 1267185 h 12668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26103" h="1266884">
                      <a:moveTo>
                        <a:pt x="43474" y="1267185"/>
                      </a:moveTo>
                      <a:cubicBezTo>
                        <a:pt x="29102" y="1265804"/>
                        <a:pt x="14744" y="1264270"/>
                        <a:pt x="403" y="1262594"/>
                      </a:cubicBezTo>
                      <a:cubicBezTo>
                        <a:pt x="161705" y="-118646"/>
                        <a:pt x="718688" y="-366340"/>
                        <a:pt x="1671349" y="519510"/>
                      </a:cubicBezTo>
                      <a:lnTo>
                        <a:pt x="1726506" y="599854"/>
                      </a:lnTo>
                      <a:lnTo>
                        <a:pt x="1643456" y="548962"/>
                      </a:lnTo>
                      <a:cubicBezTo>
                        <a:pt x="709388" y="-356522"/>
                        <a:pt x="176062" y="-117116"/>
                        <a:pt x="43474" y="1267185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3" name="Freeform 92">
                  <a:extLst>
                    <a:ext uri="{FF2B5EF4-FFF2-40B4-BE49-F238E27FC236}">
                      <a16:creationId xmlns:a16="http://schemas.microsoft.com/office/drawing/2014/main" id="{DBC54DA1-0033-1CEB-A39A-D5178130BD6E}"/>
                    </a:ext>
                  </a:extLst>
                </p:cNvPr>
                <p:cNvSpPr/>
                <p:nvPr/>
              </p:nvSpPr>
              <p:spPr>
                <a:xfrm>
                  <a:off x="4050897" y="3375495"/>
                  <a:ext cx="3876197" cy="1093357"/>
                </a:xfrm>
                <a:custGeom>
                  <a:avLst/>
                  <a:gdLst>
                    <a:gd name="connsiteX0" fmla="*/ 3876600 w 3876197"/>
                    <a:gd name="connsiteY0" fmla="*/ 1048814 h 1093357"/>
                    <a:gd name="connsiteX1" fmla="*/ 3851571 w 3876197"/>
                    <a:gd name="connsiteY1" fmla="*/ 1093658 h 1093357"/>
                    <a:gd name="connsiteX2" fmla="*/ 95315 w 3876197"/>
                    <a:gd name="connsiteY2" fmla="*/ 48386 h 1093357"/>
                    <a:gd name="connsiteX3" fmla="*/ 403 w 3876197"/>
                    <a:gd name="connsiteY3" fmla="*/ 22903 h 1093357"/>
                    <a:gd name="connsiteX4" fmla="*/ 96038 w 3876197"/>
                    <a:gd name="connsiteY4" fmla="*/ 300 h 1093357"/>
                    <a:gd name="connsiteX5" fmla="*/ 3876600 w 3876197"/>
                    <a:gd name="connsiteY5" fmla="*/ 1048814 h 1093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76197" h="1093357">
                      <a:moveTo>
                        <a:pt x="3876600" y="1048814"/>
                      </a:moveTo>
                      <a:cubicBezTo>
                        <a:pt x="3868438" y="1063864"/>
                        <a:pt x="3860094" y="1078818"/>
                        <a:pt x="3851571" y="1093658"/>
                      </a:cubicBezTo>
                      <a:cubicBezTo>
                        <a:pt x="2647527" y="400424"/>
                        <a:pt x="1395441" y="51998"/>
                        <a:pt x="95315" y="48386"/>
                      </a:cubicBezTo>
                      <a:lnTo>
                        <a:pt x="403" y="22903"/>
                      </a:lnTo>
                      <a:lnTo>
                        <a:pt x="96038" y="300"/>
                      </a:lnTo>
                      <a:cubicBezTo>
                        <a:pt x="1395683" y="35969"/>
                        <a:pt x="2655870" y="385473"/>
                        <a:pt x="3876600" y="1048814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4" name="Freeform 93">
                  <a:extLst>
                    <a:ext uri="{FF2B5EF4-FFF2-40B4-BE49-F238E27FC236}">
                      <a16:creationId xmlns:a16="http://schemas.microsoft.com/office/drawing/2014/main" id="{1885744E-FC0F-AF40-773E-799E1944393C}"/>
                    </a:ext>
                  </a:extLst>
                </p:cNvPr>
                <p:cNvSpPr/>
                <p:nvPr/>
              </p:nvSpPr>
              <p:spPr>
                <a:xfrm>
                  <a:off x="4148216" y="3439984"/>
                  <a:ext cx="3992771" cy="778555"/>
                </a:xfrm>
                <a:custGeom>
                  <a:avLst/>
                  <a:gdLst>
                    <a:gd name="connsiteX0" fmla="*/ 19800 w 3992771"/>
                    <a:gd name="connsiteY0" fmla="*/ 778856 h 778555"/>
                    <a:gd name="connsiteX1" fmla="*/ 403 w 3992771"/>
                    <a:gd name="connsiteY1" fmla="*/ 729570 h 778555"/>
                    <a:gd name="connsiteX2" fmla="*/ 3898356 w 3992771"/>
                    <a:gd name="connsiteY2" fmla="*/ 465 h 778555"/>
                    <a:gd name="connsiteX3" fmla="*/ 3993174 w 3992771"/>
                    <a:gd name="connsiteY3" fmla="*/ 27013 h 778555"/>
                    <a:gd name="connsiteX4" fmla="*/ 3897443 w 3992771"/>
                    <a:gd name="connsiteY4" fmla="*/ 50047 h 778555"/>
                    <a:gd name="connsiteX5" fmla="*/ 19800 w 3992771"/>
                    <a:gd name="connsiteY5" fmla="*/ 778856 h 778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92771" h="778555">
                      <a:moveTo>
                        <a:pt x="19800" y="778856"/>
                      </a:moveTo>
                      <a:cubicBezTo>
                        <a:pt x="13131" y="762510"/>
                        <a:pt x="6662" y="746079"/>
                        <a:pt x="403" y="729570"/>
                      </a:cubicBezTo>
                      <a:cubicBezTo>
                        <a:pt x="1298923" y="236067"/>
                        <a:pt x="2598241" y="-6968"/>
                        <a:pt x="3898356" y="465"/>
                      </a:cubicBezTo>
                      <a:lnTo>
                        <a:pt x="3993174" y="27013"/>
                      </a:lnTo>
                      <a:lnTo>
                        <a:pt x="3897443" y="50047"/>
                      </a:lnTo>
                      <a:cubicBezTo>
                        <a:pt x="2597938" y="9559"/>
                        <a:pt x="1305391" y="252496"/>
                        <a:pt x="19800" y="778856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5" name="Freeform 94">
                  <a:extLst>
                    <a:ext uri="{FF2B5EF4-FFF2-40B4-BE49-F238E27FC236}">
                      <a16:creationId xmlns:a16="http://schemas.microsoft.com/office/drawing/2014/main" id="{8E36A45D-7786-9E9F-56B7-B5ED639CBB06}"/>
                    </a:ext>
                  </a:extLst>
                </p:cNvPr>
                <p:cNvSpPr/>
                <p:nvPr/>
              </p:nvSpPr>
              <p:spPr>
                <a:xfrm>
                  <a:off x="4627214" y="1912743"/>
                  <a:ext cx="2913474" cy="2965903"/>
                </a:xfrm>
                <a:custGeom>
                  <a:avLst/>
                  <a:gdLst>
                    <a:gd name="connsiteX0" fmla="*/ 403 w 2913474"/>
                    <a:gd name="connsiteY0" fmla="*/ 37171 h 2965903"/>
                    <a:gd name="connsiteX1" fmla="*/ 38398 w 2913474"/>
                    <a:gd name="connsiteY1" fmla="*/ 300 h 2965903"/>
                    <a:gd name="connsiteX2" fmla="*/ 2864104 w 2913474"/>
                    <a:gd name="connsiteY2" fmla="*/ 2881146 h 2965903"/>
                    <a:gd name="connsiteX3" fmla="*/ 2913877 w 2913474"/>
                    <a:gd name="connsiteY3" fmla="*/ 2966204 h 2965903"/>
                    <a:gd name="connsiteX4" fmla="*/ 2829038 w 2913474"/>
                    <a:gd name="connsiteY4" fmla="*/ 2916179 h 2965903"/>
                    <a:gd name="connsiteX5" fmla="*/ 403 w 2913474"/>
                    <a:gd name="connsiteY5" fmla="*/ 37171 h 2965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13474" h="2965903">
                      <a:moveTo>
                        <a:pt x="403" y="37171"/>
                      </a:moveTo>
                      <a:cubicBezTo>
                        <a:pt x="12903" y="24722"/>
                        <a:pt x="25574" y="12435"/>
                        <a:pt x="38398" y="300"/>
                      </a:cubicBezTo>
                      <a:cubicBezTo>
                        <a:pt x="992257" y="1011139"/>
                        <a:pt x="1934159" y="1971421"/>
                        <a:pt x="2864104" y="2881146"/>
                      </a:cubicBezTo>
                      <a:lnTo>
                        <a:pt x="2913877" y="2966204"/>
                      </a:lnTo>
                      <a:lnTo>
                        <a:pt x="2829038" y="2916179"/>
                      </a:lnTo>
                      <a:cubicBezTo>
                        <a:pt x="1922473" y="1983096"/>
                        <a:pt x="979591" y="1023428"/>
                        <a:pt x="403" y="37171"/>
                      </a:cubicBezTo>
                      <a:close/>
                    </a:path>
                  </a:pathLst>
                </a:custGeom>
                <a:solidFill>
                  <a:srgbClr val="F9BE7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Freeform 95">
                  <a:extLst>
                    <a:ext uri="{FF2B5EF4-FFF2-40B4-BE49-F238E27FC236}">
                      <a16:creationId xmlns:a16="http://schemas.microsoft.com/office/drawing/2014/main" id="{61FFE49B-F74A-4EB4-731C-036F76869B78}"/>
                    </a:ext>
                  </a:extLst>
                </p:cNvPr>
                <p:cNvSpPr/>
                <p:nvPr/>
              </p:nvSpPr>
              <p:spPr>
                <a:xfrm>
                  <a:off x="4214904" y="3976459"/>
                  <a:ext cx="3276629" cy="949679"/>
                </a:xfrm>
                <a:custGeom>
                  <a:avLst/>
                  <a:gdLst>
                    <a:gd name="connsiteX0" fmla="*/ 30312 w 3276629"/>
                    <a:gd name="connsiteY0" fmla="*/ 409846 h 949679"/>
                    <a:gd name="connsiteX1" fmla="*/ 403 w 3276629"/>
                    <a:gd name="connsiteY1" fmla="*/ 349478 h 949679"/>
                    <a:gd name="connsiteX2" fmla="*/ 3234984 w 3276629"/>
                    <a:gd name="connsiteY2" fmla="*/ 858635 h 949679"/>
                    <a:gd name="connsiteX3" fmla="*/ 3277032 w 3276629"/>
                    <a:gd name="connsiteY3" fmla="*/ 949980 h 949679"/>
                    <a:gd name="connsiteX4" fmla="*/ 3188921 w 3276629"/>
                    <a:gd name="connsiteY4" fmla="*/ 901679 h 949679"/>
                    <a:gd name="connsiteX5" fmla="*/ 30312 w 3276629"/>
                    <a:gd name="connsiteY5" fmla="*/ 409846 h 9496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76629" h="949679">
                      <a:moveTo>
                        <a:pt x="30312" y="409846"/>
                      </a:moveTo>
                      <a:cubicBezTo>
                        <a:pt x="20019" y="389887"/>
                        <a:pt x="10049" y="369762"/>
                        <a:pt x="403" y="349478"/>
                      </a:cubicBezTo>
                      <a:cubicBezTo>
                        <a:pt x="1254466" y="-248280"/>
                        <a:pt x="2332660" y="-78561"/>
                        <a:pt x="3234984" y="858635"/>
                      </a:cubicBezTo>
                      <a:lnTo>
                        <a:pt x="3277032" y="949980"/>
                      </a:lnTo>
                      <a:lnTo>
                        <a:pt x="3188921" y="901679"/>
                      </a:lnTo>
                      <a:cubicBezTo>
                        <a:pt x="2317307" y="-64215"/>
                        <a:pt x="1264435" y="-228157"/>
                        <a:pt x="30312" y="409846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7" name="Freeform 96">
                  <a:extLst>
                    <a:ext uri="{FF2B5EF4-FFF2-40B4-BE49-F238E27FC236}">
                      <a16:creationId xmlns:a16="http://schemas.microsoft.com/office/drawing/2014/main" id="{BC9BB75E-CAAE-2D21-4999-4F32D3CF1C10}"/>
                    </a:ext>
                  </a:extLst>
                </p:cNvPr>
                <p:cNvSpPr/>
                <p:nvPr/>
              </p:nvSpPr>
              <p:spPr>
                <a:xfrm>
                  <a:off x="5906546" y="3496346"/>
                  <a:ext cx="2231750" cy="2015657"/>
                </a:xfrm>
                <a:custGeom>
                  <a:avLst/>
                  <a:gdLst>
                    <a:gd name="connsiteX0" fmla="*/ 78699 w 2231750"/>
                    <a:gd name="connsiteY0" fmla="*/ 2015957 h 2015657"/>
                    <a:gd name="connsiteX1" fmla="*/ 403 w 2231750"/>
                    <a:gd name="connsiteY1" fmla="*/ 2010290 h 2015657"/>
                    <a:gd name="connsiteX2" fmla="*/ 2138819 w 2231750"/>
                    <a:gd name="connsiteY2" fmla="*/ 2556 h 2015657"/>
                    <a:gd name="connsiteX3" fmla="*/ 2232153 w 2231750"/>
                    <a:gd name="connsiteY3" fmla="*/ 44495 h 2015657"/>
                    <a:gd name="connsiteX4" fmla="*/ 2134814 w 2231750"/>
                    <a:gd name="connsiteY4" fmla="*/ 76021 h 2015657"/>
                    <a:gd name="connsiteX5" fmla="*/ 78699 w 2231750"/>
                    <a:gd name="connsiteY5" fmla="*/ 2015957 h 2015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31750" h="2015657">
                      <a:moveTo>
                        <a:pt x="78699" y="2015957"/>
                      </a:moveTo>
                      <a:cubicBezTo>
                        <a:pt x="52567" y="2014557"/>
                        <a:pt x="26464" y="2012671"/>
                        <a:pt x="403" y="2010290"/>
                      </a:cubicBezTo>
                      <a:cubicBezTo>
                        <a:pt x="126705" y="625398"/>
                        <a:pt x="839510" y="-43845"/>
                        <a:pt x="2138819" y="2556"/>
                      </a:cubicBezTo>
                      <a:lnTo>
                        <a:pt x="2232153" y="44495"/>
                      </a:lnTo>
                      <a:lnTo>
                        <a:pt x="2134814" y="76021"/>
                      </a:lnTo>
                      <a:cubicBezTo>
                        <a:pt x="838176" y="-19357"/>
                        <a:pt x="152804" y="627288"/>
                        <a:pt x="78699" y="2015957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8" name="Freeform 97">
                  <a:extLst>
                    <a:ext uri="{FF2B5EF4-FFF2-40B4-BE49-F238E27FC236}">
                      <a16:creationId xmlns:a16="http://schemas.microsoft.com/office/drawing/2014/main" id="{A71EFA4E-1EC1-5F0D-3FE6-1364F39D05B5}"/>
                    </a:ext>
                  </a:extLst>
                </p:cNvPr>
                <p:cNvSpPr/>
                <p:nvPr/>
              </p:nvSpPr>
              <p:spPr>
                <a:xfrm>
                  <a:off x="6312781" y="1357388"/>
                  <a:ext cx="1818760" cy="2301225"/>
                </a:xfrm>
                <a:custGeom>
                  <a:avLst/>
                  <a:gdLst>
                    <a:gd name="connsiteX0" fmla="*/ 27727 w 1818760"/>
                    <a:gd name="connsiteY0" fmla="*/ 300 h 2301225"/>
                    <a:gd name="connsiteX1" fmla="*/ 110240 w 1818760"/>
                    <a:gd name="connsiteY1" fmla="*/ 11730 h 2301225"/>
                    <a:gd name="connsiteX2" fmla="*/ 1727912 w 1818760"/>
                    <a:gd name="connsiteY2" fmla="*/ 2223830 h 2301225"/>
                    <a:gd name="connsiteX3" fmla="*/ 1819163 w 1818760"/>
                    <a:gd name="connsiteY3" fmla="*/ 2272023 h 2301225"/>
                    <a:gd name="connsiteX4" fmla="*/ 1720292 w 1818760"/>
                    <a:gd name="connsiteY4" fmla="*/ 2301526 h 2301225"/>
                    <a:gd name="connsiteX5" fmla="*/ 27727 w 1818760"/>
                    <a:gd name="connsiteY5" fmla="*/ 300 h 2301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18760" h="2301225">
                      <a:moveTo>
                        <a:pt x="27727" y="300"/>
                      </a:moveTo>
                      <a:cubicBezTo>
                        <a:pt x="55304" y="3558"/>
                        <a:pt x="82814" y="7368"/>
                        <a:pt x="110240" y="11730"/>
                      </a:cubicBezTo>
                      <a:cubicBezTo>
                        <a:pt x="-107506" y="1385185"/>
                        <a:pt x="431717" y="2122551"/>
                        <a:pt x="1727912" y="2223830"/>
                      </a:cubicBezTo>
                      <a:lnTo>
                        <a:pt x="1819163" y="2272023"/>
                      </a:lnTo>
                      <a:lnTo>
                        <a:pt x="1720292" y="2301526"/>
                      </a:lnTo>
                      <a:cubicBezTo>
                        <a:pt x="429177" y="2148450"/>
                        <a:pt x="-135011" y="1381376"/>
                        <a:pt x="27727" y="30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9" name="Freeform 98">
                  <a:extLst>
                    <a:ext uri="{FF2B5EF4-FFF2-40B4-BE49-F238E27FC236}">
                      <a16:creationId xmlns:a16="http://schemas.microsoft.com/office/drawing/2014/main" id="{234F47D7-9DB1-ADF5-26C8-274E96F9BB3E}"/>
                    </a:ext>
                  </a:extLst>
                </p:cNvPr>
                <p:cNvSpPr/>
                <p:nvPr/>
              </p:nvSpPr>
              <p:spPr>
                <a:xfrm>
                  <a:off x="7064397" y="2695854"/>
                  <a:ext cx="1055671" cy="1056247"/>
                </a:xfrm>
                <a:custGeom>
                  <a:avLst/>
                  <a:gdLst>
                    <a:gd name="connsiteX0" fmla="*/ 982471 w 1055671"/>
                    <a:gd name="connsiteY0" fmla="*/ 300 h 1056247"/>
                    <a:gd name="connsiteX1" fmla="*/ 1012675 w 1055671"/>
                    <a:gd name="connsiteY1" fmla="*/ 86559 h 1056247"/>
                    <a:gd name="connsiteX2" fmla="*/ 967611 w 1055671"/>
                    <a:gd name="connsiteY2" fmla="*/ 971872 h 1056247"/>
                    <a:gd name="connsiteX3" fmla="*/ 1056074 w 1055671"/>
                    <a:gd name="connsiteY3" fmla="*/ 1027976 h 1056247"/>
                    <a:gd name="connsiteX4" fmla="*/ 955320 w 1055671"/>
                    <a:gd name="connsiteY4" fmla="*/ 1056547 h 1056247"/>
                    <a:gd name="connsiteX5" fmla="*/ 982471 w 1055671"/>
                    <a:gd name="connsiteY5" fmla="*/ 300 h 10562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5671" h="1056247">
                      <a:moveTo>
                        <a:pt x="982471" y="300"/>
                      </a:moveTo>
                      <a:cubicBezTo>
                        <a:pt x="993163" y="28828"/>
                        <a:pt x="1003238" y="57589"/>
                        <a:pt x="1012675" y="86559"/>
                      </a:cubicBezTo>
                      <a:cubicBezTo>
                        <a:pt x="-307771" y="517817"/>
                        <a:pt x="-322793" y="812921"/>
                        <a:pt x="967611" y="971872"/>
                      </a:cubicBezTo>
                      <a:lnTo>
                        <a:pt x="1056074" y="1027976"/>
                      </a:lnTo>
                      <a:lnTo>
                        <a:pt x="955320" y="1056547"/>
                      </a:lnTo>
                      <a:cubicBezTo>
                        <a:pt x="-326890" y="841146"/>
                        <a:pt x="-317840" y="489064"/>
                        <a:pt x="982471" y="30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0" name="Freeform 99">
                  <a:extLst>
                    <a:ext uri="{FF2B5EF4-FFF2-40B4-BE49-F238E27FC236}">
                      <a16:creationId xmlns:a16="http://schemas.microsoft.com/office/drawing/2014/main" id="{4995DFFE-E9F4-980F-AF75-A884DFFC53CE}"/>
                    </a:ext>
                  </a:extLst>
                </p:cNvPr>
                <p:cNvSpPr/>
                <p:nvPr/>
              </p:nvSpPr>
              <p:spPr>
                <a:xfrm>
                  <a:off x="4249180" y="3675961"/>
                  <a:ext cx="3853993" cy="801312"/>
                </a:xfrm>
                <a:custGeom>
                  <a:avLst/>
                  <a:gdLst>
                    <a:gd name="connsiteX0" fmla="*/ 46018 w 3853993"/>
                    <a:gd name="connsiteY0" fmla="*/ 801613 h 801312"/>
                    <a:gd name="connsiteX1" fmla="*/ 403 w 3853993"/>
                    <a:gd name="connsiteY1" fmla="*/ 718764 h 801312"/>
                    <a:gd name="connsiteX2" fmla="*/ 3769054 w 3853993"/>
                    <a:gd name="connsiteY2" fmla="*/ 85190 h 801312"/>
                    <a:gd name="connsiteX3" fmla="*/ 3854396 w 3853993"/>
                    <a:gd name="connsiteY3" fmla="*/ 147054 h 801312"/>
                    <a:gd name="connsiteX4" fmla="*/ 3752044 w 3853993"/>
                    <a:gd name="connsiteY4" fmla="*/ 172100 h 801312"/>
                    <a:gd name="connsiteX5" fmla="*/ 46018 w 3853993"/>
                    <a:gd name="connsiteY5" fmla="*/ 801613 h 801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3993" h="801312">
                      <a:moveTo>
                        <a:pt x="46018" y="801613"/>
                      </a:moveTo>
                      <a:cubicBezTo>
                        <a:pt x="30188" y="774343"/>
                        <a:pt x="14977" y="746720"/>
                        <a:pt x="403" y="718764"/>
                      </a:cubicBezTo>
                      <a:cubicBezTo>
                        <a:pt x="1231614" y="75147"/>
                        <a:pt x="2487832" y="-136045"/>
                        <a:pt x="3769054" y="85190"/>
                      </a:cubicBezTo>
                      <a:lnTo>
                        <a:pt x="3854396" y="147054"/>
                      </a:lnTo>
                      <a:lnTo>
                        <a:pt x="3752044" y="172100"/>
                      </a:lnTo>
                      <a:cubicBezTo>
                        <a:pt x="2482164" y="-107074"/>
                        <a:pt x="1246822" y="102764"/>
                        <a:pt x="46018" y="801613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1" name="Freeform 100">
                  <a:extLst>
                    <a:ext uri="{FF2B5EF4-FFF2-40B4-BE49-F238E27FC236}">
                      <a16:creationId xmlns:a16="http://schemas.microsoft.com/office/drawing/2014/main" id="{21151F1E-CF49-01B3-3D7D-4EA538869457}"/>
                    </a:ext>
                  </a:extLst>
                </p:cNvPr>
                <p:cNvSpPr/>
                <p:nvPr/>
              </p:nvSpPr>
              <p:spPr>
                <a:xfrm>
                  <a:off x="4012758" y="3453106"/>
                  <a:ext cx="3409633" cy="1534764"/>
                </a:xfrm>
                <a:custGeom>
                  <a:avLst/>
                  <a:gdLst>
                    <a:gd name="connsiteX0" fmla="*/ 4132 w 3409633"/>
                    <a:gd name="connsiteY0" fmla="*/ 103254 h 1534764"/>
                    <a:gd name="connsiteX1" fmla="*/ 403 w 3409633"/>
                    <a:gd name="connsiteY1" fmla="*/ 706 h 1534764"/>
                    <a:gd name="connsiteX2" fmla="*/ 3384484 w 3409633"/>
                    <a:gd name="connsiteY2" fmla="*/ 1430966 h 1534764"/>
                    <a:gd name="connsiteX3" fmla="*/ 3410036 w 3409633"/>
                    <a:gd name="connsiteY3" fmla="*/ 1535064 h 1534764"/>
                    <a:gd name="connsiteX4" fmla="*/ 3311451 w 3409633"/>
                    <a:gd name="connsiteY4" fmla="*/ 1493259 h 1534764"/>
                    <a:gd name="connsiteX5" fmla="*/ 4132 w 3409633"/>
                    <a:gd name="connsiteY5" fmla="*/ 103254 h 153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09633" h="1534764">
                      <a:moveTo>
                        <a:pt x="4132" y="103254"/>
                      </a:moveTo>
                      <a:cubicBezTo>
                        <a:pt x="2048" y="69107"/>
                        <a:pt x="802" y="34914"/>
                        <a:pt x="403" y="706"/>
                      </a:cubicBezTo>
                      <a:cubicBezTo>
                        <a:pt x="1389230" y="-15636"/>
                        <a:pt x="2517256" y="461117"/>
                        <a:pt x="3384484" y="1430966"/>
                      </a:cubicBezTo>
                      <a:lnTo>
                        <a:pt x="3410036" y="1535064"/>
                      </a:lnTo>
                      <a:lnTo>
                        <a:pt x="3311451" y="1493259"/>
                      </a:lnTo>
                      <a:cubicBezTo>
                        <a:pt x="2492913" y="481881"/>
                        <a:pt x="1390472" y="18547"/>
                        <a:pt x="4132" y="103254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66CCAED5-7632-F4AD-A406-041692002885}"/>
                    </a:ext>
                  </a:extLst>
                </p:cNvPr>
                <p:cNvSpPr/>
                <p:nvPr/>
              </p:nvSpPr>
              <p:spPr>
                <a:xfrm>
                  <a:off x="4299571" y="4112453"/>
                  <a:ext cx="1572295" cy="1339218"/>
                </a:xfrm>
                <a:custGeom>
                  <a:avLst/>
                  <a:gdLst>
                    <a:gd name="connsiteX0" fmla="*/ 56226 w 1572295"/>
                    <a:gd name="connsiteY0" fmla="*/ 463161 h 1339218"/>
                    <a:gd name="connsiteX1" fmla="*/ 403 w 1572295"/>
                    <a:gd name="connsiteY1" fmla="*/ 373312 h 1339218"/>
                    <a:gd name="connsiteX2" fmla="*/ 1540747 w 1572295"/>
                    <a:gd name="connsiteY2" fmla="*/ 1252565 h 1339218"/>
                    <a:gd name="connsiteX3" fmla="*/ 1476913 w 1572295"/>
                    <a:gd name="connsiteY3" fmla="*/ 1339519 h 1339218"/>
                    <a:gd name="connsiteX4" fmla="*/ 1443034 w 1572295"/>
                    <a:gd name="connsiteY4" fmla="*/ 1237068 h 1339218"/>
                    <a:gd name="connsiteX5" fmla="*/ 56226 w 1572295"/>
                    <a:gd name="connsiteY5" fmla="*/ 463161 h 13392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72295" h="1339218">
                      <a:moveTo>
                        <a:pt x="56226" y="463161"/>
                      </a:moveTo>
                      <a:cubicBezTo>
                        <a:pt x="36866" y="433691"/>
                        <a:pt x="18249" y="403725"/>
                        <a:pt x="403" y="373312"/>
                      </a:cubicBezTo>
                      <a:cubicBezTo>
                        <a:pt x="1198023" y="-330999"/>
                        <a:pt x="1711470" y="-37915"/>
                        <a:pt x="1540747" y="1252565"/>
                      </a:cubicBezTo>
                      <a:lnTo>
                        <a:pt x="1476913" y="1339519"/>
                      </a:lnTo>
                      <a:lnTo>
                        <a:pt x="1443034" y="1237068"/>
                      </a:lnTo>
                      <a:cubicBezTo>
                        <a:pt x="1678899" y="-43079"/>
                        <a:pt x="1216630" y="-301048"/>
                        <a:pt x="56226" y="463161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3" name="Freeform 102">
                  <a:extLst>
                    <a:ext uri="{FF2B5EF4-FFF2-40B4-BE49-F238E27FC236}">
                      <a16:creationId xmlns:a16="http://schemas.microsoft.com/office/drawing/2014/main" id="{6D0B3E15-FE58-2824-B7D5-098C39C28ADE}"/>
                    </a:ext>
                  </a:extLst>
                </p:cNvPr>
                <p:cNvSpPr/>
                <p:nvPr/>
              </p:nvSpPr>
              <p:spPr>
                <a:xfrm>
                  <a:off x="4142166" y="1346958"/>
                  <a:ext cx="2188531" cy="2707354"/>
                </a:xfrm>
                <a:custGeom>
                  <a:avLst/>
                  <a:gdLst>
                    <a:gd name="connsiteX0" fmla="*/ 2082056 w 2188531"/>
                    <a:gd name="connsiteY0" fmla="*/ 300 h 2707354"/>
                    <a:gd name="connsiteX1" fmla="*/ 2188934 w 2188531"/>
                    <a:gd name="connsiteY1" fmla="*/ 9644 h 2707354"/>
                    <a:gd name="connsiteX2" fmla="*/ 106741 w 2188531"/>
                    <a:gd name="connsiteY2" fmla="*/ 2707655 h 2707354"/>
                    <a:gd name="connsiteX3" fmla="*/ 403 w 2188531"/>
                    <a:gd name="connsiteY3" fmla="*/ 2687989 h 2707354"/>
                    <a:gd name="connsiteX4" fmla="*/ 77041 w 2188531"/>
                    <a:gd name="connsiteY4" fmla="*/ 2611601 h 2707354"/>
                    <a:gd name="connsiteX5" fmla="*/ 2082056 w 2188531"/>
                    <a:gd name="connsiteY5" fmla="*/ 300 h 2707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88531" h="2707354">
                      <a:moveTo>
                        <a:pt x="2082056" y="300"/>
                      </a:moveTo>
                      <a:cubicBezTo>
                        <a:pt x="2117757" y="2491"/>
                        <a:pt x="2153394" y="5615"/>
                        <a:pt x="2188934" y="9644"/>
                      </a:cubicBezTo>
                      <a:cubicBezTo>
                        <a:pt x="2032469" y="1391443"/>
                        <a:pt x="1338405" y="2290779"/>
                        <a:pt x="106741" y="2707655"/>
                      </a:cubicBezTo>
                      <a:lnTo>
                        <a:pt x="403" y="2687989"/>
                      </a:lnTo>
                      <a:lnTo>
                        <a:pt x="77041" y="2611601"/>
                      </a:lnTo>
                      <a:cubicBezTo>
                        <a:pt x="1328505" y="2258761"/>
                        <a:pt x="1996843" y="1388326"/>
                        <a:pt x="2082056" y="30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4" name="Freeform 103">
                  <a:extLst>
                    <a:ext uri="{FF2B5EF4-FFF2-40B4-BE49-F238E27FC236}">
                      <a16:creationId xmlns:a16="http://schemas.microsoft.com/office/drawing/2014/main" id="{B0852EA8-D6DF-8541-9ACE-2F22EA3F4FDC}"/>
                    </a:ext>
                  </a:extLst>
                </p:cNvPr>
                <p:cNvSpPr/>
                <p:nvPr/>
              </p:nvSpPr>
              <p:spPr>
                <a:xfrm>
                  <a:off x="5629508" y="1343034"/>
                  <a:ext cx="584858" cy="4087015"/>
                </a:xfrm>
                <a:custGeom>
                  <a:avLst/>
                  <a:gdLst>
                    <a:gd name="connsiteX0" fmla="*/ 471629 w 584858"/>
                    <a:gd name="connsiteY0" fmla="*/ 300 h 4087015"/>
                    <a:gd name="connsiteX1" fmla="*/ 585261 w 584858"/>
                    <a:gd name="connsiteY1" fmla="*/ 3662 h 4087015"/>
                    <a:gd name="connsiteX2" fmla="*/ 104384 w 584858"/>
                    <a:gd name="connsiteY2" fmla="*/ 4004858 h 4087015"/>
                    <a:gd name="connsiteX3" fmla="*/ 32012 w 584858"/>
                    <a:gd name="connsiteY3" fmla="*/ 4087316 h 4087015"/>
                    <a:gd name="connsiteX4" fmla="*/ 403 w 584858"/>
                    <a:gd name="connsiteY4" fmla="*/ 3982207 h 4087015"/>
                    <a:gd name="connsiteX5" fmla="*/ 471629 w 584858"/>
                    <a:gd name="connsiteY5" fmla="*/ 300 h 40870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84858" h="4087015">
                      <a:moveTo>
                        <a:pt x="471629" y="300"/>
                      </a:moveTo>
                      <a:cubicBezTo>
                        <a:pt x="509530" y="386"/>
                        <a:pt x="547421" y="1500"/>
                        <a:pt x="585261" y="3662"/>
                      </a:cubicBezTo>
                      <a:cubicBezTo>
                        <a:pt x="506350" y="1392063"/>
                        <a:pt x="346058" y="2725797"/>
                        <a:pt x="104384" y="4004858"/>
                      </a:cubicBezTo>
                      <a:lnTo>
                        <a:pt x="32012" y="4087316"/>
                      </a:lnTo>
                      <a:lnTo>
                        <a:pt x="403" y="3982207"/>
                      </a:lnTo>
                      <a:cubicBezTo>
                        <a:pt x="311397" y="2718245"/>
                        <a:pt x="468472" y="1390942"/>
                        <a:pt x="471629" y="30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5" name="Freeform 104">
                  <a:extLst>
                    <a:ext uri="{FF2B5EF4-FFF2-40B4-BE49-F238E27FC236}">
                      <a16:creationId xmlns:a16="http://schemas.microsoft.com/office/drawing/2014/main" id="{BF0CC76D-E7D6-899B-D9E7-F3A213E25004}"/>
                    </a:ext>
                  </a:extLst>
                </p:cNvPr>
                <p:cNvSpPr/>
                <p:nvPr/>
              </p:nvSpPr>
              <p:spPr>
                <a:xfrm>
                  <a:off x="6807520" y="2581750"/>
                  <a:ext cx="1235596" cy="2478539"/>
                </a:xfrm>
                <a:custGeom>
                  <a:avLst/>
                  <a:gdLst>
                    <a:gd name="connsiteX0" fmla="*/ 1192676 w 1235596"/>
                    <a:gd name="connsiteY0" fmla="*/ 300 h 2478539"/>
                    <a:gd name="connsiteX1" fmla="*/ 1235999 w 1235596"/>
                    <a:gd name="connsiteY1" fmla="*/ 105534 h 2478539"/>
                    <a:gd name="connsiteX2" fmla="*/ 509792 w 1235596"/>
                    <a:gd name="connsiteY2" fmla="*/ 2370188 h 2478539"/>
                    <a:gd name="connsiteX3" fmla="*/ 525356 w 1235596"/>
                    <a:gd name="connsiteY3" fmla="*/ 2478840 h 2478539"/>
                    <a:gd name="connsiteX4" fmla="*/ 425020 w 1235596"/>
                    <a:gd name="connsiteY4" fmla="*/ 2434596 h 2478539"/>
                    <a:gd name="connsiteX5" fmla="*/ 1192676 w 1235596"/>
                    <a:gd name="connsiteY5" fmla="*/ 300 h 2478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35596" h="2478539">
                      <a:moveTo>
                        <a:pt x="1192676" y="300"/>
                      </a:moveTo>
                      <a:cubicBezTo>
                        <a:pt x="1208068" y="34977"/>
                        <a:pt x="1222519" y="70068"/>
                        <a:pt x="1235999" y="105534"/>
                      </a:cubicBezTo>
                      <a:cubicBezTo>
                        <a:pt x="-62079" y="600211"/>
                        <a:pt x="-304149" y="1355095"/>
                        <a:pt x="509792" y="2370188"/>
                      </a:cubicBezTo>
                      <a:lnTo>
                        <a:pt x="525356" y="2478840"/>
                      </a:lnTo>
                      <a:lnTo>
                        <a:pt x="425020" y="2434596"/>
                      </a:lnTo>
                      <a:cubicBezTo>
                        <a:pt x="-332405" y="1376565"/>
                        <a:pt x="-76520" y="565134"/>
                        <a:pt x="1192676" y="30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Freeform 105">
                  <a:extLst>
                    <a:ext uri="{FF2B5EF4-FFF2-40B4-BE49-F238E27FC236}">
                      <a16:creationId xmlns:a16="http://schemas.microsoft.com/office/drawing/2014/main" id="{DD5A9288-C1AC-AC4A-8E1B-CA58AE535FD1}"/>
                    </a:ext>
                  </a:extLst>
                </p:cNvPr>
                <p:cNvSpPr/>
                <p:nvPr/>
              </p:nvSpPr>
              <p:spPr>
                <a:xfrm>
                  <a:off x="5071213" y="3774997"/>
                  <a:ext cx="3006779" cy="1526274"/>
                </a:xfrm>
                <a:custGeom>
                  <a:avLst/>
                  <a:gdLst>
                    <a:gd name="connsiteX0" fmla="*/ 106603 w 3006779"/>
                    <a:gd name="connsiteY0" fmla="*/ 1526575 h 1526274"/>
                    <a:gd name="connsiteX1" fmla="*/ 403 w 3006779"/>
                    <a:gd name="connsiteY1" fmla="*/ 1470473 h 1526274"/>
                    <a:gd name="connsiteX2" fmla="*/ 2928089 w 3006779"/>
                    <a:gd name="connsiteY2" fmla="*/ 81729 h 1526274"/>
                    <a:gd name="connsiteX3" fmla="*/ 3007182 w 3006779"/>
                    <a:gd name="connsiteY3" fmla="*/ 159977 h 1526274"/>
                    <a:gd name="connsiteX4" fmla="*/ 2900340 w 3006779"/>
                    <a:gd name="connsiteY4" fmla="*/ 190784 h 1526274"/>
                    <a:gd name="connsiteX5" fmla="*/ 106603 w 3006779"/>
                    <a:gd name="connsiteY5" fmla="*/ 1526575 h 15262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06779" h="1526274">
                      <a:moveTo>
                        <a:pt x="106603" y="1526575"/>
                      </a:moveTo>
                      <a:cubicBezTo>
                        <a:pt x="70667" y="1508897"/>
                        <a:pt x="35249" y="1490190"/>
                        <a:pt x="403" y="1470473"/>
                      </a:cubicBezTo>
                      <a:cubicBezTo>
                        <a:pt x="683593" y="259694"/>
                        <a:pt x="1659490" y="-203222"/>
                        <a:pt x="2928089" y="81729"/>
                      </a:cubicBezTo>
                      <a:lnTo>
                        <a:pt x="3007182" y="159977"/>
                      </a:lnTo>
                      <a:lnTo>
                        <a:pt x="2900340" y="190784"/>
                      </a:lnTo>
                      <a:cubicBezTo>
                        <a:pt x="1650239" y="-166870"/>
                        <a:pt x="718994" y="278392"/>
                        <a:pt x="106603" y="1526575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595A63DF-8F06-8BE4-BE76-1B18FE465B8A}"/>
                    </a:ext>
                  </a:extLst>
                </p:cNvPr>
                <p:cNvSpPr/>
                <p:nvPr/>
              </p:nvSpPr>
              <p:spPr>
                <a:xfrm>
                  <a:off x="6598946" y="2857660"/>
                  <a:ext cx="1470341" cy="2540052"/>
                </a:xfrm>
                <a:custGeom>
                  <a:avLst/>
                  <a:gdLst>
                    <a:gd name="connsiteX0" fmla="*/ 305654 w 1470341"/>
                    <a:gd name="connsiteY0" fmla="*/ 2494261 h 2540052"/>
                    <a:gd name="connsiteX1" fmla="*/ 186140 w 1470341"/>
                    <a:gd name="connsiteY1" fmla="*/ 2540353 h 2540052"/>
                    <a:gd name="connsiteX2" fmla="*/ 1362303 w 1470341"/>
                    <a:gd name="connsiteY2" fmla="*/ 300 h 2540052"/>
                    <a:gd name="connsiteX3" fmla="*/ 1470744 w 1470341"/>
                    <a:gd name="connsiteY3" fmla="*/ 32902 h 2540052"/>
                    <a:gd name="connsiteX4" fmla="*/ 1393839 w 1470341"/>
                    <a:gd name="connsiteY4" fmla="*/ 116105 h 2540052"/>
                    <a:gd name="connsiteX5" fmla="*/ 305654 w 1470341"/>
                    <a:gd name="connsiteY5" fmla="*/ 2494261 h 2540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70341" h="2540052">
                      <a:moveTo>
                        <a:pt x="305654" y="2494261"/>
                      </a:moveTo>
                      <a:cubicBezTo>
                        <a:pt x="266297" y="2510854"/>
                        <a:pt x="226440" y="2526218"/>
                        <a:pt x="186140" y="2540353"/>
                      </a:cubicBezTo>
                      <a:cubicBezTo>
                        <a:pt x="-272983" y="1227877"/>
                        <a:pt x="119072" y="381193"/>
                        <a:pt x="1362303" y="300"/>
                      </a:cubicBezTo>
                      <a:lnTo>
                        <a:pt x="1470744" y="32902"/>
                      </a:lnTo>
                      <a:lnTo>
                        <a:pt x="1393839" y="116105"/>
                      </a:lnTo>
                      <a:cubicBezTo>
                        <a:pt x="129585" y="419795"/>
                        <a:pt x="-233145" y="1212514"/>
                        <a:pt x="305654" y="2494261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0842134C-D3AB-7DA1-6C0A-8DDB1A691BE2}"/>
                    </a:ext>
                  </a:extLst>
                </p:cNvPr>
                <p:cNvSpPr/>
                <p:nvPr/>
              </p:nvSpPr>
              <p:spPr>
                <a:xfrm>
                  <a:off x="6158781" y="2982100"/>
                  <a:ext cx="1942023" cy="2531864"/>
                </a:xfrm>
                <a:custGeom>
                  <a:avLst/>
                  <a:gdLst>
                    <a:gd name="connsiteX0" fmla="*/ 133560 w 1942023"/>
                    <a:gd name="connsiteY0" fmla="*/ 2523926 h 2531864"/>
                    <a:gd name="connsiteX1" fmla="*/ 2550 w 1942023"/>
                    <a:gd name="connsiteY1" fmla="*/ 2532165 h 2531864"/>
                    <a:gd name="connsiteX2" fmla="*/ 1836060 w 1942023"/>
                    <a:gd name="connsiteY2" fmla="*/ 300 h 2531864"/>
                    <a:gd name="connsiteX3" fmla="*/ 1942427 w 1942023"/>
                    <a:gd name="connsiteY3" fmla="*/ 41536 h 2531864"/>
                    <a:gd name="connsiteX4" fmla="*/ 1860394 w 1942023"/>
                    <a:gd name="connsiteY4" fmla="*/ 120892 h 2531864"/>
                    <a:gd name="connsiteX5" fmla="*/ 133560 w 1942023"/>
                    <a:gd name="connsiteY5" fmla="*/ 2523926 h 2531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42023" h="2531864">
                      <a:moveTo>
                        <a:pt x="133560" y="2523926"/>
                      </a:moveTo>
                      <a:cubicBezTo>
                        <a:pt x="89987" y="2528050"/>
                        <a:pt x="46295" y="2530794"/>
                        <a:pt x="2550" y="2532165"/>
                      </a:cubicBezTo>
                      <a:cubicBezTo>
                        <a:pt x="-40736" y="1142187"/>
                        <a:pt x="570433" y="298233"/>
                        <a:pt x="1836060" y="300"/>
                      </a:cubicBezTo>
                      <a:lnTo>
                        <a:pt x="1942427" y="41536"/>
                      </a:lnTo>
                      <a:lnTo>
                        <a:pt x="1860394" y="120892"/>
                      </a:lnTo>
                      <a:cubicBezTo>
                        <a:pt x="578546" y="338431"/>
                        <a:pt x="2935" y="1139442"/>
                        <a:pt x="133560" y="2523926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68C7FB47-5C57-53A9-F494-4FC3F7DD51A2}"/>
                    </a:ext>
                  </a:extLst>
                </p:cNvPr>
                <p:cNvSpPr/>
                <p:nvPr/>
              </p:nvSpPr>
              <p:spPr>
                <a:xfrm>
                  <a:off x="4623903" y="4258526"/>
                  <a:ext cx="1112920" cy="1139728"/>
                </a:xfrm>
                <a:custGeom>
                  <a:avLst/>
                  <a:gdLst>
                    <a:gd name="connsiteX0" fmla="*/ 97370 w 1112920"/>
                    <a:gd name="connsiteY0" fmla="*/ 737807 h 1139728"/>
                    <a:gd name="connsiteX1" fmla="*/ 403 w 1112920"/>
                    <a:gd name="connsiteY1" fmla="*/ 646862 h 1139728"/>
                    <a:gd name="connsiteX2" fmla="*/ 997405 w 1112920"/>
                    <a:gd name="connsiteY2" fmla="*/ 1064572 h 1139728"/>
                    <a:gd name="connsiteX3" fmla="*/ 911227 w 1112920"/>
                    <a:gd name="connsiteY3" fmla="*/ 1140029 h 1139728"/>
                    <a:gd name="connsiteX4" fmla="*/ 877806 w 1112920"/>
                    <a:gd name="connsiteY4" fmla="*/ 1030396 h 1139728"/>
                    <a:gd name="connsiteX5" fmla="*/ 97370 w 1112920"/>
                    <a:gd name="connsiteY5" fmla="*/ 737807 h 1139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12920" h="1139728">
                      <a:moveTo>
                        <a:pt x="97370" y="737807"/>
                      </a:moveTo>
                      <a:cubicBezTo>
                        <a:pt x="64084" y="708527"/>
                        <a:pt x="31748" y="678200"/>
                        <a:pt x="403" y="646862"/>
                      </a:cubicBezTo>
                      <a:cubicBezTo>
                        <a:pt x="981799" y="-337199"/>
                        <a:pt x="1314134" y="-197961"/>
                        <a:pt x="997405" y="1064572"/>
                      </a:cubicBezTo>
                      <a:lnTo>
                        <a:pt x="911227" y="1140029"/>
                      </a:lnTo>
                      <a:lnTo>
                        <a:pt x="877806" y="1030396"/>
                      </a:lnTo>
                      <a:cubicBezTo>
                        <a:pt x="1274268" y="-209352"/>
                        <a:pt x="1014122" y="-306882"/>
                        <a:pt x="97370" y="737807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AE58A7DC-2873-AC3C-1DB4-EC8A0DCD7ABD}"/>
                    </a:ext>
                  </a:extLst>
                </p:cNvPr>
                <p:cNvSpPr/>
                <p:nvPr/>
              </p:nvSpPr>
              <p:spPr>
                <a:xfrm>
                  <a:off x="4994441" y="4332772"/>
                  <a:ext cx="1440237" cy="1172038"/>
                </a:xfrm>
                <a:custGeom>
                  <a:avLst/>
                  <a:gdLst>
                    <a:gd name="connsiteX0" fmla="*/ 1440640 w 1440237"/>
                    <a:gd name="connsiteY0" fmla="*/ 1154756 h 1172038"/>
                    <a:gd name="connsiteX1" fmla="*/ 1307326 w 1440237"/>
                    <a:gd name="connsiteY1" fmla="*/ 1172339 h 1172038"/>
                    <a:gd name="connsiteX2" fmla="*/ 106503 w 1440237"/>
                    <a:gd name="connsiteY2" fmla="*/ 775623 h 1172038"/>
                    <a:gd name="connsiteX3" fmla="*/ 1734 w 1440237"/>
                    <a:gd name="connsiteY3" fmla="*/ 822876 h 1172038"/>
                    <a:gd name="connsiteX4" fmla="*/ 403 w 1440237"/>
                    <a:gd name="connsiteY4" fmla="*/ 707824 h 1172038"/>
                    <a:gd name="connsiteX5" fmla="*/ 1440640 w 1440237"/>
                    <a:gd name="connsiteY5" fmla="*/ 1154756 h 1172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40237" h="1172038">
                      <a:moveTo>
                        <a:pt x="1440640" y="1154756"/>
                      </a:moveTo>
                      <a:cubicBezTo>
                        <a:pt x="1396403" y="1162052"/>
                        <a:pt x="1351941" y="1167919"/>
                        <a:pt x="1307326" y="1172339"/>
                      </a:cubicBezTo>
                      <a:cubicBezTo>
                        <a:pt x="1170416" y="-211534"/>
                        <a:pt x="770142" y="-343775"/>
                        <a:pt x="106503" y="775623"/>
                      </a:cubicBezTo>
                      <a:lnTo>
                        <a:pt x="1734" y="822876"/>
                      </a:lnTo>
                      <a:lnTo>
                        <a:pt x="403" y="707824"/>
                      </a:lnTo>
                      <a:cubicBezTo>
                        <a:pt x="734773" y="-366373"/>
                        <a:pt x="1214854" y="-217397"/>
                        <a:pt x="1440640" y="1154756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1" name="Freeform 110">
                  <a:extLst>
                    <a:ext uri="{FF2B5EF4-FFF2-40B4-BE49-F238E27FC236}">
                      <a16:creationId xmlns:a16="http://schemas.microsoft.com/office/drawing/2014/main" id="{012EB6F3-5B0F-2F6A-0FB1-6B32E5ED68AD}"/>
                    </a:ext>
                  </a:extLst>
                </p:cNvPr>
                <p:cNvSpPr/>
                <p:nvPr/>
              </p:nvSpPr>
              <p:spPr>
                <a:xfrm>
                  <a:off x="7035435" y="3111446"/>
                  <a:ext cx="1088448" cy="1304220"/>
                </a:xfrm>
                <a:custGeom>
                  <a:avLst/>
                  <a:gdLst>
                    <a:gd name="connsiteX0" fmla="*/ 956970 w 1088448"/>
                    <a:gd name="connsiteY0" fmla="*/ 1182448 h 1304220"/>
                    <a:gd name="connsiteX1" fmla="*/ 896562 w 1088448"/>
                    <a:gd name="connsiteY1" fmla="*/ 1304520 h 1304220"/>
                    <a:gd name="connsiteX2" fmla="*/ 985205 w 1088448"/>
                    <a:gd name="connsiteY2" fmla="*/ 300 h 1304220"/>
                    <a:gd name="connsiteX3" fmla="*/ 1088851 w 1088448"/>
                    <a:gd name="connsiteY3" fmla="*/ 50970 h 1304220"/>
                    <a:gd name="connsiteX4" fmla="*/ 1001806 w 1088448"/>
                    <a:gd name="connsiteY4" fmla="*/ 126739 h 1304220"/>
                    <a:gd name="connsiteX5" fmla="*/ 956970 w 1088448"/>
                    <a:gd name="connsiteY5" fmla="*/ 1182448 h 13042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88448" h="1304220">
                      <a:moveTo>
                        <a:pt x="956970" y="1182448"/>
                      </a:moveTo>
                      <a:cubicBezTo>
                        <a:pt x="938163" y="1223785"/>
                        <a:pt x="918014" y="1264497"/>
                        <a:pt x="896562" y="1304520"/>
                      </a:cubicBezTo>
                      <a:cubicBezTo>
                        <a:pt x="-327169" y="646742"/>
                        <a:pt x="-297621" y="212003"/>
                        <a:pt x="985205" y="300"/>
                      </a:cubicBezTo>
                      <a:lnTo>
                        <a:pt x="1088851" y="50970"/>
                      </a:lnTo>
                      <a:lnTo>
                        <a:pt x="1001806" y="126739"/>
                      </a:lnTo>
                      <a:cubicBezTo>
                        <a:pt x="-292088" y="254149"/>
                        <a:pt x="-307032" y="606052"/>
                        <a:pt x="956970" y="1182448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2" name="Freeform 111">
                  <a:extLst>
                    <a:ext uri="{FF2B5EF4-FFF2-40B4-BE49-F238E27FC236}">
                      <a16:creationId xmlns:a16="http://schemas.microsoft.com/office/drawing/2014/main" id="{4BC1F8B9-6FCF-FD8B-AA9C-D60134BF8715}"/>
                    </a:ext>
                  </a:extLst>
                </p:cNvPr>
                <p:cNvSpPr/>
                <p:nvPr/>
              </p:nvSpPr>
              <p:spPr>
                <a:xfrm>
                  <a:off x="4107976" y="3731039"/>
                  <a:ext cx="1101027" cy="963147"/>
                </a:xfrm>
                <a:custGeom>
                  <a:avLst/>
                  <a:gdLst>
                    <a:gd name="connsiteX0" fmla="*/ 331994 w 1101027"/>
                    <a:gd name="connsiteY0" fmla="*/ 963447 h 963147"/>
                    <a:gd name="connsiteX1" fmla="*/ 253044 w 1101027"/>
                    <a:gd name="connsiteY1" fmla="*/ 852491 h 963147"/>
                    <a:gd name="connsiteX2" fmla="*/ 108853 w 1101027"/>
                    <a:gd name="connsiteY2" fmla="*/ 218971 h 963147"/>
                    <a:gd name="connsiteX3" fmla="*/ 403 w 1101027"/>
                    <a:gd name="connsiteY3" fmla="*/ 179629 h 963147"/>
                    <a:gd name="connsiteX4" fmla="*/ 78915 w 1101027"/>
                    <a:gd name="connsiteY4" fmla="*/ 95019 h 963147"/>
                    <a:gd name="connsiteX5" fmla="*/ 331994 w 1101027"/>
                    <a:gd name="connsiteY5" fmla="*/ 963447 h 963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01027" h="963147">
                      <a:moveTo>
                        <a:pt x="331994" y="963447"/>
                      </a:moveTo>
                      <a:cubicBezTo>
                        <a:pt x="304472" y="927328"/>
                        <a:pt x="278149" y="890324"/>
                        <a:pt x="253044" y="852491"/>
                      </a:cubicBezTo>
                      <a:cubicBezTo>
                        <a:pt x="1409965" y="83003"/>
                        <a:pt x="1361900" y="-128169"/>
                        <a:pt x="108853" y="218971"/>
                      </a:cubicBezTo>
                      <a:lnTo>
                        <a:pt x="403" y="179629"/>
                      </a:lnTo>
                      <a:lnTo>
                        <a:pt x="78915" y="95019"/>
                      </a:lnTo>
                      <a:cubicBezTo>
                        <a:pt x="1351921" y="-169487"/>
                        <a:pt x="1436282" y="119988"/>
                        <a:pt x="331994" y="963447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Freeform 112">
                  <a:extLst>
                    <a:ext uri="{FF2B5EF4-FFF2-40B4-BE49-F238E27FC236}">
                      <a16:creationId xmlns:a16="http://schemas.microsoft.com/office/drawing/2014/main" id="{3A20EF0D-5F6C-7931-7ED1-E75B7D8CF628}"/>
                    </a:ext>
                  </a:extLst>
                </p:cNvPr>
                <p:cNvSpPr/>
                <p:nvPr/>
              </p:nvSpPr>
              <p:spPr>
                <a:xfrm>
                  <a:off x="4727997" y="1428264"/>
                  <a:ext cx="1846746" cy="3661038"/>
                </a:xfrm>
                <a:custGeom>
                  <a:avLst/>
                  <a:gdLst>
                    <a:gd name="connsiteX0" fmla="*/ 107159 w 1846746"/>
                    <a:gd name="connsiteY0" fmla="*/ 3661339 h 3661038"/>
                    <a:gd name="connsiteX1" fmla="*/ 403 w 1846746"/>
                    <a:gd name="connsiteY1" fmla="*/ 3574309 h 3661038"/>
                    <a:gd name="connsiteX2" fmla="*/ 1721252 w 1846746"/>
                    <a:gd name="connsiteY2" fmla="*/ 80634 h 3661038"/>
                    <a:gd name="connsiteX3" fmla="*/ 1804721 w 1846746"/>
                    <a:gd name="connsiteY3" fmla="*/ 300 h 3661038"/>
                    <a:gd name="connsiteX4" fmla="*/ 1847149 w 1846746"/>
                    <a:gd name="connsiteY4" fmla="*/ 108161 h 3661038"/>
                    <a:gd name="connsiteX5" fmla="*/ 107159 w 1846746"/>
                    <a:gd name="connsiteY5" fmla="*/ 3661339 h 36610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46746" h="3661038">
                      <a:moveTo>
                        <a:pt x="107159" y="3661339"/>
                      </a:moveTo>
                      <a:cubicBezTo>
                        <a:pt x="70629" y="3633516"/>
                        <a:pt x="35021" y="3604493"/>
                        <a:pt x="403" y="3574309"/>
                      </a:cubicBezTo>
                      <a:cubicBezTo>
                        <a:pt x="912404" y="2525461"/>
                        <a:pt x="1486021" y="1360902"/>
                        <a:pt x="1721252" y="80634"/>
                      </a:cubicBezTo>
                      <a:lnTo>
                        <a:pt x="1804721" y="300"/>
                      </a:lnTo>
                      <a:lnTo>
                        <a:pt x="1847149" y="108161"/>
                      </a:lnTo>
                      <a:cubicBezTo>
                        <a:pt x="1527987" y="1370077"/>
                        <a:pt x="947990" y="2554469"/>
                        <a:pt x="107159" y="3661339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Freeform 113">
                  <a:extLst>
                    <a:ext uri="{FF2B5EF4-FFF2-40B4-BE49-F238E27FC236}">
                      <a16:creationId xmlns:a16="http://schemas.microsoft.com/office/drawing/2014/main" id="{E569AC03-58BF-4567-C8A2-4705886F6E8B}"/>
                    </a:ext>
                  </a:extLst>
                </p:cNvPr>
                <p:cNvSpPr/>
                <p:nvPr/>
              </p:nvSpPr>
              <p:spPr>
                <a:xfrm>
                  <a:off x="4580428" y="4179944"/>
                  <a:ext cx="2462978" cy="1167981"/>
                </a:xfrm>
                <a:custGeom>
                  <a:avLst/>
                  <a:gdLst>
                    <a:gd name="connsiteX0" fmla="*/ 2463381 w 2462978"/>
                    <a:gd name="connsiteY0" fmla="*/ 1107169 h 1167981"/>
                    <a:gd name="connsiteX1" fmla="*/ 2332892 w 2462978"/>
                    <a:gd name="connsiteY1" fmla="*/ 1168281 h 1167981"/>
                    <a:gd name="connsiteX2" fmla="*/ 117043 w 2462978"/>
                    <a:gd name="connsiteY2" fmla="*/ 609821 h 1167981"/>
                    <a:gd name="connsiteX3" fmla="*/ 403 w 2462978"/>
                    <a:gd name="connsiteY3" fmla="*/ 624537 h 1167981"/>
                    <a:gd name="connsiteX4" fmla="*/ 26488 w 2462978"/>
                    <a:gd name="connsiteY4" fmla="*/ 509770 h 1167981"/>
                    <a:gd name="connsiteX5" fmla="*/ 2463381 w 2462978"/>
                    <a:gd name="connsiteY5" fmla="*/ 1107169 h 11679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62978" h="1167981">
                      <a:moveTo>
                        <a:pt x="2463381" y="1107169"/>
                      </a:moveTo>
                      <a:cubicBezTo>
                        <a:pt x="2420601" y="1129038"/>
                        <a:pt x="2377078" y="1149422"/>
                        <a:pt x="2332892" y="1168281"/>
                      </a:cubicBezTo>
                      <a:cubicBezTo>
                        <a:pt x="1788280" y="-111003"/>
                        <a:pt x="1049662" y="-297157"/>
                        <a:pt x="117043" y="609821"/>
                      </a:cubicBezTo>
                      <a:lnTo>
                        <a:pt x="403" y="624537"/>
                      </a:lnTo>
                      <a:lnTo>
                        <a:pt x="26488" y="509770"/>
                      </a:lnTo>
                      <a:cubicBezTo>
                        <a:pt x="1019478" y="-330506"/>
                        <a:pt x="1831776" y="-131373"/>
                        <a:pt x="2463381" y="1107169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5295370E-1C71-4710-4ED5-83E54E937536}"/>
                    </a:ext>
                  </a:extLst>
                </p:cNvPr>
                <p:cNvSpPr/>
                <p:nvPr/>
              </p:nvSpPr>
              <p:spPr>
                <a:xfrm>
                  <a:off x="4246602" y="1467669"/>
                  <a:ext cx="2483076" cy="1329490"/>
                </a:xfrm>
                <a:custGeom>
                  <a:avLst/>
                  <a:gdLst>
                    <a:gd name="connsiteX0" fmla="*/ 403 w 2483076"/>
                    <a:gd name="connsiteY0" fmla="*/ 1001168 h 1329490"/>
                    <a:gd name="connsiteX1" fmla="*/ 81179 w 2483076"/>
                    <a:gd name="connsiteY1" fmla="*/ 859141 h 1329490"/>
                    <a:gd name="connsiteX2" fmla="*/ 2337132 w 2483076"/>
                    <a:gd name="connsiteY2" fmla="*/ 70956 h 1329490"/>
                    <a:gd name="connsiteX3" fmla="*/ 2438099 w 2483076"/>
                    <a:gd name="connsiteY3" fmla="*/ 300 h 1329490"/>
                    <a:gd name="connsiteX4" fmla="*/ 2483479 w 2483076"/>
                    <a:gd name="connsiteY4" fmla="*/ 114962 h 1329490"/>
                    <a:gd name="connsiteX5" fmla="*/ 403 w 2483076"/>
                    <a:gd name="connsiteY5" fmla="*/ 1001168 h 13294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83076" h="1329490">
                      <a:moveTo>
                        <a:pt x="403" y="1001168"/>
                      </a:moveTo>
                      <a:cubicBezTo>
                        <a:pt x="25460" y="952781"/>
                        <a:pt x="52411" y="905404"/>
                        <a:pt x="81179" y="859141"/>
                      </a:cubicBezTo>
                      <a:cubicBezTo>
                        <a:pt x="1260261" y="1594133"/>
                        <a:pt x="2012244" y="1331406"/>
                        <a:pt x="2337132" y="70956"/>
                      </a:cubicBezTo>
                      <a:lnTo>
                        <a:pt x="2438099" y="300"/>
                      </a:lnTo>
                      <a:lnTo>
                        <a:pt x="2483479" y="114962"/>
                      </a:lnTo>
                      <a:cubicBezTo>
                        <a:pt x="2061027" y="1346074"/>
                        <a:pt x="1233334" y="1641475"/>
                        <a:pt x="403" y="1001168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Freeform 115">
                  <a:extLst>
                    <a:ext uri="{FF2B5EF4-FFF2-40B4-BE49-F238E27FC236}">
                      <a16:creationId xmlns:a16="http://schemas.microsoft.com/office/drawing/2014/main" id="{5124FEED-C99B-C171-8927-218457091450}"/>
                    </a:ext>
                  </a:extLst>
                </p:cNvPr>
                <p:cNvSpPr/>
                <p:nvPr/>
              </p:nvSpPr>
              <p:spPr>
                <a:xfrm>
                  <a:off x="4109622" y="1525790"/>
                  <a:ext cx="2782957" cy="1438231"/>
                </a:xfrm>
                <a:custGeom>
                  <a:avLst/>
                  <a:gdLst>
                    <a:gd name="connsiteX0" fmla="*/ 403 w 2782957"/>
                    <a:gd name="connsiteY0" fmla="*/ 1274410 h 1438231"/>
                    <a:gd name="connsiteX1" fmla="*/ 61144 w 2782957"/>
                    <a:gd name="connsiteY1" fmla="*/ 1107286 h 1438231"/>
                    <a:gd name="connsiteX2" fmla="*/ 2628837 w 2782957"/>
                    <a:gd name="connsiteY2" fmla="*/ 59736 h 1438231"/>
                    <a:gd name="connsiteX3" fmla="*/ 2741873 w 2782957"/>
                    <a:gd name="connsiteY3" fmla="*/ 300 h 1438231"/>
                    <a:gd name="connsiteX4" fmla="*/ 2783360 w 2782957"/>
                    <a:gd name="connsiteY4" fmla="*/ 121201 h 1438231"/>
                    <a:gd name="connsiteX5" fmla="*/ 403 w 2782957"/>
                    <a:gd name="connsiteY5" fmla="*/ 1274410 h 14382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82957" h="1438231">
                      <a:moveTo>
                        <a:pt x="403" y="1274410"/>
                      </a:moveTo>
                      <a:cubicBezTo>
                        <a:pt x="18268" y="1217863"/>
                        <a:pt x="38531" y="1162103"/>
                        <a:pt x="61144" y="1107286"/>
                      </a:cubicBezTo>
                      <a:cubicBezTo>
                        <a:pt x="1344900" y="1638102"/>
                        <a:pt x="2200799" y="1288920"/>
                        <a:pt x="2628837" y="59736"/>
                      </a:cubicBezTo>
                      <a:lnTo>
                        <a:pt x="2741873" y="300"/>
                      </a:lnTo>
                      <a:lnTo>
                        <a:pt x="2783360" y="121201"/>
                      </a:lnTo>
                      <a:cubicBezTo>
                        <a:pt x="2252307" y="1309406"/>
                        <a:pt x="1324654" y="1693809"/>
                        <a:pt x="403" y="1274410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Freeform 116">
                  <a:extLst>
                    <a:ext uri="{FF2B5EF4-FFF2-40B4-BE49-F238E27FC236}">
                      <a16:creationId xmlns:a16="http://schemas.microsoft.com/office/drawing/2014/main" id="{5BBFE2EF-36D8-9A52-A01E-D61B546D5AD0}"/>
                    </a:ext>
                  </a:extLst>
                </p:cNvPr>
                <p:cNvSpPr/>
                <p:nvPr/>
              </p:nvSpPr>
              <p:spPr>
                <a:xfrm>
                  <a:off x="6338945" y="1602705"/>
                  <a:ext cx="715335" cy="3882961"/>
                </a:xfrm>
                <a:custGeom>
                  <a:avLst/>
                  <a:gdLst>
                    <a:gd name="connsiteX0" fmla="*/ 285373 w 715335"/>
                    <a:gd name="connsiteY0" fmla="*/ 3844495 h 3882961"/>
                    <a:gd name="connsiteX1" fmla="*/ 105478 w 715335"/>
                    <a:gd name="connsiteY1" fmla="*/ 3883262 h 3882961"/>
                    <a:gd name="connsiteX2" fmla="*/ 562119 w 715335"/>
                    <a:gd name="connsiteY2" fmla="*/ 47925 h 3882961"/>
                    <a:gd name="connsiteX3" fmla="*/ 682828 w 715335"/>
                    <a:gd name="connsiteY3" fmla="*/ 300 h 3882961"/>
                    <a:gd name="connsiteX4" fmla="*/ 715738 w 715335"/>
                    <a:gd name="connsiteY4" fmla="*/ 125954 h 3882961"/>
                    <a:gd name="connsiteX5" fmla="*/ 285373 w 715335"/>
                    <a:gd name="connsiteY5" fmla="*/ 3844495 h 38829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5335" h="3882961">
                      <a:moveTo>
                        <a:pt x="285373" y="3844495"/>
                      </a:moveTo>
                      <a:cubicBezTo>
                        <a:pt x="226008" y="3860059"/>
                        <a:pt x="165983" y="3872994"/>
                        <a:pt x="105478" y="3883262"/>
                      </a:cubicBezTo>
                      <a:cubicBezTo>
                        <a:pt x="-126536" y="2512150"/>
                        <a:pt x="25678" y="1233707"/>
                        <a:pt x="562119" y="47925"/>
                      </a:cubicBezTo>
                      <a:lnTo>
                        <a:pt x="682828" y="300"/>
                      </a:lnTo>
                      <a:lnTo>
                        <a:pt x="715738" y="125954"/>
                      </a:lnTo>
                      <a:cubicBezTo>
                        <a:pt x="76883" y="1259717"/>
                        <a:pt x="-66571" y="2499227"/>
                        <a:pt x="285373" y="3844495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Freeform 117">
                  <a:extLst>
                    <a:ext uri="{FF2B5EF4-FFF2-40B4-BE49-F238E27FC236}">
                      <a16:creationId xmlns:a16="http://schemas.microsoft.com/office/drawing/2014/main" id="{B380995D-B09E-3962-E9DF-F184AAF926E0}"/>
                    </a:ext>
                  </a:extLst>
                </p:cNvPr>
                <p:cNvSpPr/>
                <p:nvPr/>
              </p:nvSpPr>
              <p:spPr>
                <a:xfrm>
                  <a:off x="4017087" y="1696954"/>
                  <a:ext cx="3191848" cy="2053288"/>
                </a:xfrm>
                <a:custGeom>
                  <a:avLst/>
                  <a:gdLst>
                    <a:gd name="connsiteX0" fmla="*/ 20789 w 3191848"/>
                    <a:gd name="connsiteY0" fmla="*/ 2053589 h 2053288"/>
                    <a:gd name="connsiteX1" fmla="*/ 403 w 3191848"/>
                    <a:gd name="connsiteY1" fmla="*/ 1868869 h 2053288"/>
                    <a:gd name="connsiteX2" fmla="*/ 3045301 w 3191848"/>
                    <a:gd name="connsiteY2" fmla="*/ 36085 h 2053288"/>
                    <a:gd name="connsiteX3" fmla="*/ 3170571 w 3191848"/>
                    <a:gd name="connsiteY3" fmla="*/ 300 h 2053288"/>
                    <a:gd name="connsiteX4" fmla="*/ 3192251 w 3191848"/>
                    <a:gd name="connsiteY4" fmla="*/ 128907 h 2053288"/>
                    <a:gd name="connsiteX5" fmla="*/ 20789 w 3191848"/>
                    <a:gd name="connsiteY5" fmla="*/ 2053589 h 2053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91848" h="2053288">
                      <a:moveTo>
                        <a:pt x="20789" y="2053589"/>
                      </a:moveTo>
                      <a:cubicBezTo>
                        <a:pt x="11248" y="1992350"/>
                        <a:pt x="4446" y="1930715"/>
                        <a:pt x="403" y="1868869"/>
                      </a:cubicBezTo>
                      <a:cubicBezTo>
                        <a:pt x="1386343" y="1777853"/>
                        <a:pt x="2401311" y="1166926"/>
                        <a:pt x="3045301" y="36085"/>
                      </a:cubicBezTo>
                      <a:lnTo>
                        <a:pt x="3170571" y="300"/>
                      </a:lnTo>
                      <a:lnTo>
                        <a:pt x="3192251" y="128907"/>
                      </a:lnTo>
                      <a:cubicBezTo>
                        <a:pt x="2450295" y="1197865"/>
                        <a:pt x="1393138" y="1839426"/>
                        <a:pt x="20789" y="2053589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" name="Freeform 118">
                  <a:extLst>
                    <a:ext uri="{FF2B5EF4-FFF2-40B4-BE49-F238E27FC236}">
                      <a16:creationId xmlns:a16="http://schemas.microsoft.com/office/drawing/2014/main" id="{7532009F-AE93-D932-D95A-6EA698C113F0}"/>
                    </a:ext>
                  </a:extLst>
                </p:cNvPr>
                <p:cNvSpPr/>
                <p:nvPr/>
              </p:nvSpPr>
              <p:spPr>
                <a:xfrm>
                  <a:off x="5185922" y="1808654"/>
                  <a:ext cx="2172493" cy="3572694"/>
                </a:xfrm>
                <a:custGeom>
                  <a:avLst/>
                  <a:gdLst>
                    <a:gd name="connsiteX0" fmla="*/ 176801 w 2172493"/>
                    <a:gd name="connsiteY0" fmla="*/ 3572994 h 3572694"/>
                    <a:gd name="connsiteX1" fmla="*/ 403 w 2172493"/>
                    <a:gd name="connsiteY1" fmla="*/ 3497080 h 3572694"/>
                    <a:gd name="connsiteX2" fmla="*/ 2030684 w 2172493"/>
                    <a:gd name="connsiteY2" fmla="*/ 22284 h 3572694"/>
                    <a:gd name="connsiteX3" fmla="*/ 2161233 w 2172493"/>
                    <a:gd name="connsiteY3" fmla="*/ 300 h 3572694"/>
                    <a:gd name="connsiteX4" fmla="*/ 2172896 w 2172493"/>
                    <a:gd name="connsiteY4" fmla="*/ 132326 h 3572694"/>
                    <a:gd name="connsiteX5" fmla="*/ 176801 w 2172493"/>
                    <a:gd name="connsiteY5" fmla="*/ 3572994 h 35726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72493" h="3572694">
                      <a:moveTo>
                        <a:pt x="176801" y="3572994"/>
                      </a:moveTo>
                      <a:cubicBezTo>
                        <a:pt x="116867" y="3550420"/>
                        <a:pt x="58006" y="3525084"/>
                        <a:pt x="403" y="3497080"/>
                      </a:cubicBezTo>
                      <a:cubicBezTo>
                        <a:pt x="607121" y="2246122"/>
                        <a:pt x="1283882" y="1087859"/>
                        <a:pt x="2030684" y="22284"/>
                      </a:cubicBezTo>
                      <a:lnTo>
                        <a:pt x="2161233" y="300"/>
                      </a:lnTo>
                      <a:lnTo>
                        <a:pt x="2172896" y="132326"/>
                      </a:lnTo>
                      <a:cubicBezTo>
                        <a:pt x="1331285" y="1124541"/>
                        <a:pt x="665920" y="2271429"/>
                        <a:pt x="176801" y="3572994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" name="Freeform 119">
                  <a:extLst>
                    <a:ext uri="{FF2B5EF4-FFF2-40B4-BE49-F238E27FC236}">
                      <a16:creationId xmlns:a16="http://schemas.microsoft.com/office/drawing/2014/main" id="{181F53AD-A955-E356-9281-222D6BE6B3F3}"/>
                    </a:ext>
                  </a:extLst>
                </p:cNvPr>
                <p:cNvSpPr/>
                <p:nvPr/>
              </p:nvSpPr>
              <p:spPr>
                <a:xfrm>
                  <a:off x="6856881" y="1938804"/>
                  <a:ext cx="1211216" cy="2346151"/>
                </a:xfrm>
                <a:custGeom>
                  <a:avLst/>
                  <a:gdLst>
                    <a:gd name="connsiteX0" fmla="*/ 1211619 w 1211216"/>
                    <a:gd name="connsiteY0" fmla="*/ 2163142 h 2346151"/>
                    <a:gd name="connsiteX1" fmla="*/ 1139424 w 1211216"/>
                    <a:gd name="connsiteY1" fmla="*/ 2346451 h 2346151"/>
                    <a:gd name="connsiteX2" fmla="*/ 508682 w 1211216"/>
                    <a:gd name="connsiteY2" fmla="*/ 7939 h 2346151"/>
                    <a:gd name="connsiteX3" fmla="*/ 642456 w 1211216"/>
                    <a:gd name="connsiteY3" fmla="*/ 300 h 2346151"/>
                    <a:gd name="connsiteX4" fmla="*/ 642732 w 1211216"/>
                    <a:gd name="connsiteY4" fmla="*/ 134460 h 2346151"/>
                    <a:gd name="connsiteX5" fmla="*/ 1211619 w 1211216"/>
                    <a:gd name="connsiteY5" fmla="*/ 2163142 h 2346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1216" h="2346151">
                      <a:moveTo>
                        <a:pt x="1211619" y="2163142"/>
                      </a:moveTo>
                      <a:cubicBezTo>
                        <a:pt x="1190452" y="2225350"/>
                        <a:pt x="1166365" y="2286521"/>
                        <a:pt x="1139424" y="2346451"/>
                      </a:cubicBezTo>
                      <a:cubicBezTo>
                        <a:pt x="-127177" y="1775814"/>
                        <a:pt x="-337426" y="996311"/>
                        <a:pt x="508682" y="7939"/>
                      </a:cubicBezTo>
                      <a:lnTo>
                        <a:pt x="642456" y="300"/>
                      </a:lnTo>
                      <a:lnTo>
                        <a:pt x="642732" y="134460"/>
                      </a:lnTo>
                      <a:cubicBezTo>
                        <a:pt x="-292742" y="1038483"/>
                        <a:pt x="-103115" y="1714712"/>
                        <a:pt x="1211619" y="2163142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1" name="Freeform 120">
                  <a:extLst>
                    <a:ext uri="{FF2B5EF4-FFF2-40B4-BE49-F238E27FC236}">
                      <a16:creationId xmlns:a16="http://schemas.microsoft.com/office/drawing/2014/main" id="{CB69C139-3ED1-DDAE-AF3B-02F2009478E0}"/>
                    </a:ext>
                  </a:extLst>
                </p:cNvPr>
                <p:cNvSpPr/>
                <p:nvPr/>
              </p:nvSpPr>
              <p:spPr>
                <a:xfrm>
                  <a:off x="6945545" y="2226687"/>
                  <a:ext cx="1050386" cy="702333"/>
                </a:xfrm>
                <a:custGeom>
                  <a:avLst/>
                  <a:gdLst>
                    <a:gd name="connsiteX0" fmla="*/ 960861 w 1050386"/>
                    <a:gd name="connsiteY0" fmla="*/ 169645 h 702333"/>
                    <a:gd name="connsiteX1" fmla="*/ 1050789 w 1050386"/>
                    <a:gd name="connsiteY1" fmla="*/ 346707 h 702333"/>
                    <a:gd name="connsiteX2" fmla="*/ 687509 w 1050386"/>
                    <a:gd name="connsiteY2" fmla="*/ 300 h 702333"/>
                    <a:gd name="connsiteX3" fmla="*/ 820608 w 1050386"/>
                    <a:gd name="connsiteY3" fmla="*/ 19912 h 702333"/>
                    <a:gd name="connsiteX4" fmla="*/ 794770 w 1050386"/>
                    <a:gd name="connsiteY4" fmla="*/ 152100 h 702333"/>
                    <a:gd name="connsiteX5" fmla="*/ 960861 w 1050386"/>
                    <a:gd name="connsiteY5" fmla="*/ 169645 h 702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50386" h="702333">
                      <a:moveTo>
                        <a:pt x="960861" y="169645"/>
                      </a:moveTo>
                      <a:cubicBezTo>
                        <a:pt x="993624" y="227205"/>
                        <a:pt x="1023638" y="286289"/>
                        <a:pt x="1050789" y="346707"/>
                      </a:cubicBezTo>
                      <a:cubicBezTo>
                        <a:pt x="-215834" y="917311"/>
                        <a:pt x="-336925" y="801841"/>
                        <a:pt x="687509" y="300"/>
                      </a:cubicBezTo>
                      <a:lnTo>
                        <a:pt x="820608" y="19912"/>
                      </a:lnTo>
                      <a:lnTo>
                        <a:pt x="794770" y="152100"/>
                      </a:lnTo>
                      <a:cubicBezTo>
                        <a:pt x="-301173" y="852442"/>
                        <a:pt x="-245809" y="858288"/>
                        <a:pt x="960861" y="169645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2" name="Freeform 121">
                  <a:extLst>
                    <a:ext uri="{FF2B5EF4-FFF2-40B4-BE49-F238E27FC236}">
                      <a16:creationId xmlns:a16="http://schemas.microsoft.com/office/drawing/2014/main" id="{06D17735-98F0-1556-E869-AFE6F7275238}"/>
                    </a:ext>
                  </a:extLst>
                </p:cNvPr>
                <p:cNvSpPr/>
                <p:nvPr/>
              </p:nvSpPr>
              <p:spPr>
                <a:xfrm>
                  <a:off x="6665556" y="2079364"/>
                  <a:ext cx="974183" cy="3203124"/>
                </a:xfrm>
                <a:custGeom>
                  <a:avLst/>
                  <a:gdLst>
                    <a:gd name="connsiteX0" fmla="*/ 558432 w 974183"/>
                    <a:gd name="connsiteY0" fmla="*/ 3103983 h 3203124"/>
                    <a:gd name="connsiteX1" fmla="*/ 386681 w 974183"/>
                    <a:gd name="connsiteY1" fmla="*/ 3203424 h 3203124"/>
                    <a:gd name="connsiteX2" fmla="*/ 840203 w 974183"/>
                    <a:gd name="connsiteY2" fmla="*/ 300 h 3203124"/>
                    <a:gd name="connsiteX3" fmla="*/ 974586 w 974183"/>
                    <a:gd name="connsiteY3" fmla="*/ 6529 h 3203124"/>
                    <a:gd name="connsiteX4" fmla="*/ 962028 w 974183"/>
                    <a:gd name="connsiteY4" fmla="*/ 140641 h 3203124"/>
                    <a:gd name="connsiteX5" fmla="*/ 558432 w 974183"/>
                    <a:gd name="connsiteY5" fmla="*/ 3103983 h 3203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74183" h="3203124">
                      <a:moveTo>
                        <a:pt x="558432" y="3103983"/>
                      </a:moveTo>
                      <a:cubicBezTo>
                        <a:pt x="502790" y="3139845"/>
                        <a:pt x="445473" y="3173020"/>
                        <a:pt x="386681" y="3203424"/>
                      </a:cubicBezTo>
                      <a:cubicBezTo>
                        <a:pt x="-250544" y="1967763"/>
                        <a:pt x="-99369" y="900056"/>
                        <a:pt x="840203" y="300"/>
                      </a:cubicBezTo>
                      <a:lnTo>
                        <a:pt x="974586" y="6529"/>
                      </a:lnTo>
                      <a:lnTo>
                        <a:pt x="962028" y="140641"/>
                      </a:lnTo>
                      <a:cubicBezTo>
                        <a:pt x="-58760" y="946837"/>
                        <a:pt x="-193294" y="1934618"/>
                        <a:pt x="558432" y="3103983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23" name="Graphic 4">
                <a:extLst>
                  <a:ext uri="{FF2B5EF4-FFF2-40B4-BE49-F238E27FC236}">
                    <a16:creationId xmlns:a16="http://schemas.microsoft.com/office/drawing/2014/main" id="{0A61F76F-D220-4EFC-FA3E-C8267FAECD99}"/>
                  </a:ext>
                </a:extLst>
              </p:cNvPr>
              <p:cNvGrpSpPr/>
              <p:nvPr/>
            </p:nvGrpSpPr>
            <p:grpSpPr>
              <a:xfrm>
                <a:off x="3300662" y="628008"/>
                <a:ext cx="5588376" cy="5593718"/>
                <a:chOff x="3300662" y="628008"/>
                <a:chExt cx="5588376" cy="5593718"/>
              </a:xfrm>
              <a:solidFill>
                <a:srgbClr val="000000"/>
              </a:solidFill>
            </p:grpSpPr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98BF1722-68F0-2310-6ACE-D50E475E9F7A}"/>
                    </a:ext>
                  </a:extLst>
                </p:cNvPr>
                <p:cNvSpPr txBox="1"/>
                <p:nvPr/>
              </p:nvSpPr>
              <p:spPr>
                <a:xfrm rot="1621063">
                  <a:off x="8133784" y="4456591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2024</a:t>
                  </a:r>
                </a:p>
              </p:txBody>
            </p: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0B2DE7EF-27EE-A328-C974-991D99BCA5E4}"/>
                    </a:ext>
                  </a:extLst>
                </p:cNvPr>
                <p:cNvSpPr txBox="1"/>
                <p:nvPr/>
              </p:nvSpPr>
              <p:spPr>
                <a:xfrm rot="17927479">
                  <a:off x="7084555" y="1040845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2014</a:t>
                  </a:r>
                </a:p>
              </p:txBody>
            </p:sp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975BE4C7-9450-92E4-8465-7DDADC44A0BE}"/>
                    </a:ext>
                  </a:extLst>
                </p:cNvPr>
                <p:cNvSpPr txBox="1"/>
                <p:nvPr/>
              </p:nvSpPr>
              <p:spPr>
                <a:xfrm rot="20541009">
                  <a:off x="8292893" y="2512192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2019</a:t>
                  </a:r>
                </a:p>
              </p:txBody>
            </p:sp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223E6FE4-BB6D-F8D5-617B-FD21E85B9D92}"/>
                    </a:ext>
                  </a:extLst>
                </p:cNvPr>
                <p:cNvSpPr txBox="1"/>
                <p:nvPr/>
              </p:nvSpPr>
              <p:spPr>
                <a:xfrm rot="4965457">
                  <a:off x="6172989" y="5837005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2022</a:t>
                  </a:r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394CD7F4-9536-B154-DB1D-EED4A3AED116}"/>
                    </a:ext>
                  </a:extLst>
                </p:cNvPr>
                <p:cNvSpPr txBox="1"/>
                <p:nvPr/>
              </p:nvSpPr>
              <p:spPr>
                <a:xfrm rot="17850327">
                  <a:off x="4670127" y="5558889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2018</a:t>
                  </a:r>
                </a:p>
              </p:txBody>
            </p:sp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09CDF1B4-9F98-54A9-BA9A-4E157ED09ABE}"/>
                    </a:ext>
                  </a:extLst>
                </p:cNvPr>
                <p:cNvSpPr txBox="1"/>
                <p:nvPr/>
              </p:nvSpPr>
              <p:spPr>
                <a:xfrm rot="1263109">
                  <a:off x="3465976" y="2371831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2021</a:t>
                  </a:r>
                </a:p>
              </p:txBody>
            </p:sp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7A6710A3-F111-C144-56F4-3E1254A8A8EF}"/>
                    </a:ext>
                  </a:extLst>
                </p:cNvPr>
                <p:cNvSpPr txBox="1"/>
                <p:nvPr/>
              </p:nvSpPr>
              <p:spPr>
                <a:xfrm rot="3890691">
                  <a:off x="6939577" y="5614035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2023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BC834B35-9984-D64E-9D3A-0C49855BC8A3}"/>
                    </a:ext>
                  </a:extLst>
                </p:cNvPr>
                <p:cNvSpPr txBox="1"/>
                <p:nvPr/>
              </p:nvSpPr>
              <p:spPr>
                <a:xfrm rot="21381337">
                  <a:off x="3300662" y="3453063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2020</a:t>
                  </a: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FAC04D6B-E269-0C1B-F80E-4D7A258455A9}"/>
                    </a:ext>
                  </a:extLst>
                </p:cNvPr>
                <p:cNvSpPr txBox="1"/>
                <p:nvPr/>
              </p:nvSpPr>
              <p:spPr>
                <a:xfrm rot="18811600">
                  <a:off x="4090662" y="5144795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2016</a:t>
                  </a: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0889E232-359D-74C0-AFF6-FB30CBB12020}"/>
                    </a:ext>
                  </a:extLst>
                </p:cNvPr>
                <p:cNvSpPr txBox="1"/>
                <p:nvPr/>
              </p:nvSpPr>
              <p:spPr>
                <a:xfrm rot="1787565">
                  <a:off x="3633098" y="2019790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2017</a:t>
                  </a: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7F948968-A0D3-CBE5-49AF-34478FC2FCE9}"/>
                    </a:ext>
                  </a:extLst>
                </p:cNvPr>
                <p:cNvSpPr txBox="1"/>
                <p:nvPr/>
              </p:nvSpPr>
              <p:spPr>
                <a:xfrm rot="16824388">
                  <a:off x="5388397" y="5805898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2013</a:t>
                  </a: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B2025D76-1D27-BE84-3EEB-FBF7A19D10D3}"/>
                    </a:ext>
                  </a:extLst>
                </p:cNvPr>
                <p:cNvSpPr txBox="1"/>
                <p:nvPr/>
              </p:nvSpPr>
              <p:spPr>
                <a:xfrm rot="19726685">
                  <a:off x="3665435" y="4616167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2015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9BA1D586-2A65-8D5D-ECEF-69A7732994BC}"/>
                    </a:ext>
                  </a:extLst>
                </p:cNvPr>
                <p:cNvSpPr txBox="1"/>
                <p:nvPr/>
              </p:nvSpPr>
              <p:spPr>
                <a:xfrm rot="20581066">
                  <a:off x="3405176" y="4038863"/>
                  <a:ext cx="486736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2011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B569932A-079B-41EF-5133-B2BB30AD3B67}"/>
                    </a:ext>
                  </a:extLst>
                </p:cNvPr>
                <p:cNvSpPr txBox="1"/>
                <p:nvPr/>
              </p:nvSpPr>
              <p:spPr>
                <a:xfrm rot="395847">
                  <a:off x="8396595" y="3585431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2005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8B11F0FE-0090-26CE-4BBD-7C6AE78CDBFA}"/>
                    </a:ext>
                  </a:extLst>
                </p:cNvPr>
                <p:cNvSpPr txBox="1"/>
                <p:nvPr/>
              </p:nvSpPr>
              <p:spPr>
                <a:xfrm rot="2773692">
                  <a:off x="7623383" y="5144124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2002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E22BAFD8-CF86-C414-9302-B093ECA0A67B}"/>
                    </a:ext>
                  </a:extLst>
                </p:cNvPr>
                <p:cNvSpPr txBox="1"/>
                <p:nvPr/>
              </p:nvSpPr>
              <p:spPr>
                <a:xfrm rot="573689">
                  <a:off x="3330977" y="2865691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1979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D187B16-73FA-1C2D-6020-C1632C7123D1}"/>
                    </a:ext>
                  </a:extLst>
                </p:cNvPr>
                <p:cNvSpPr txBox="1"/>
                <p:nvPr/>
              </p:nvSpPr>
              <p:spPr>
                <a:xfrm rot="2476199">
                  <a:off x="3929956" y="1603579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2007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966DC6F3-B7B8-B8A2-8727-52DD4007DDE3}"/>
                    </a:ext>
                  </a:extLst>
                </p:cNvPr>
                <p:cNvSpPr txBox="1"/>
                <p:nvPr/>
              </p:nvSpPr>
              <p:spPr>
                <a:xfrm rot="2172132">
                  <a:off x="3788633" y="1779972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2006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5328FB39-74C4-3D28-D142-577E6C6EFC11}"/>
                    </a:ext>
                  </a:extLst>
                </p:cNvPr>
                <p:cNvSpPr txBox="1"/>
                <p:nvPr/>
              </p:nvSpPr>
              <p:spPr>
                <a:xfrm rot="2768389">
                  <a:off x="4079913" y="1446490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2012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7311F51C-8F06-24AD-A48E-BAB9FE102706}"/>
                    </a:ext>
                  </a:extLst>
                </p:cNvPr>
                <p:cNvSpPr txBox="1"/>
                <p:nvPr/>
              </p:nvSpPr>
              <p:spPr>
                <a:xfrm rot="3210243">
                  <a:off x="4330571" y="1234558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2008</a:t>
                  </a: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E9B1F878-B4A3-B7C8-EB65-771947053D14}"/>
                    </a:ext>
                  </a:extLst>
                </p:cNvPr>
                <p:cNvSpPr txBox="1"/>
                <p:nvPr/>
              </p:nvSpPr>
              <p:spPr>
                <a:xfrm rot="3399494">
                  <a:off x="4445861" y="1153978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1998</a:t>
                  </a: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A66697ED-05BE-7C93-8DFC-5F48421A5F71}"/>
                    </a:ext>
                  </a:extLst>
                </p:cNvPr>
                <p:cNvSpPr txBox="1"/>
                <p:nvPr/>
              </p:nvSpPr>
              <p:spPr>
                <a:xfrm rot="4110319">
                  <a:off x="4913850" y="910906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2010</a:t>
                  </a:r>
                </a:p>
              </p:txBody>
            </p:sp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7D113290-DD0E-3B32-F8D3-1E8A86B362CE}"/>
                    </a:ext>
                  </a:extLst>
                </p:cNvPr>
                <p:cNvSpPr txBox="1"/>
                <p:nvPr/>
              </p:nvSpPr>
              <p:spPr>
                <a:xfrm rot="3582151">
                  <a:off x="4561162" y="1082348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1999</a:t>
                  </a:r>
                </a:p>
              </p:txBody>
            </p:sp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4679C018-6DB2-4378-529C-B504C1EE2409}"/>
                    </a:ext>
                  </a:extLst>
                </p:cNvPr>
                <p:cNvSpPr txBox="1"/>
                <p:nvPr/>
              </p:nvSpPr>
              <p:spPr>
                <a:xfrm rot="3013069">
                  <a:off x="4215362" y="1325133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1990</a:t>
                  </a:r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7BBA6E32-69E4-70CE-FEAA-EEBA65119411}"/>
                    </a:ext>
                  </a:extLst>
                </p:cNvPr>
                <p:cNvSpPr txBox="1"/>
                <p:nvPr/>
              </p:nvSpPr>
              <p:spPr>
                <a:xfrm rot="4278457">
                  <a:off x="5031163" y="867940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1992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0B9B53E2-3C73-07F1-B846-F8385B27F274}"/>
                    </a:ext>
                  </a:extLst>
                </p:cNvPr>
                <p:cNvSpPr txBox="1"/>
                <p:nvPr/>
              </p:nvSpPr>
              <p:spPr>
                <a:xfrm rot="3936903">
                  <a:off x="4795205" y="961185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2000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1D9F68E5-C7C8-DC42-75A8-8C1D9FB36C02}"/>
                    </a:ext>
                  </a:extLst>
                </p:cNvPr>
                <p:cNvSpPr txBox="1"/>
                <p:nvPr/>
              </p:nvSpPr>
              <p:spPr>
                <a:xfrm rot="3760845">
                  <a:off x="4677494" y="1018288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1980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67EBD4DC-D484-5E01-D6C0-267038C4FCC1}"/>
                    </a:ext>
                  </a:extLst>
                </p:cNvPr>
                <p:cNvSpPr txBox="1"/>
                <p:nvPr/>
              </p:nvSpPr>
              <p:spPr>
                <a:xfrm rot="4441317">
                  <a:off x="5146663" y="831839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2025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308925EE-7BFE-2A1E-41F2-7C65F76BE6BC}"/>
                    </a:ext>
                  </a:extLst>
                </p:cNvPr>
                <p:cNvSpPr txBox="1"/>
                <p:nvPr/>
              </p:nvSpPr>
              <p:spPr>
                <a:xfrm rot="4602857">
                  <a:off x="5262786" y="801486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1982</a:t>
                  </a: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90FEC4F3-DB79-054B-D46F-47C137756E1D}"/>
                    </a:ext>
                  </a:extLst>
                </p:cNvPr>
                <p:cNvSpPr txBox="1"/>
                <p:nvPr/>
              </p:nvSpPr>
              <p:spPr>
                <a:xfrm rot="4764397">
                  <a:off x="5380204" y="776629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1978</a:t>
                  </a: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817F963B-ACC9-B040-1234-8476722D110B}"/>
                    </a:ext>
                  </a:extLst>
                </p:cNvPr>
                <p:cNvSpPr txBox="1"/>
                <p:nvPr/>
              </p:nvSpPr>
              <p:spPr>
                <a:xfrm rot="4924617">
                  <a:off x="5497688" y="757447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1995</a:t>
                  </a: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6F559E6D-B7FD-5019-2E0B-E05E1E467D1F}"/>
                    </a:ext>
                  </a:extLst>
                </p:cNvPr>
                <p:cNvSpPr txBox="1"/>
                <p:nvPr/>
              </p:nvSpPr>
              <p:spPr>
                <a:xfrm rot="5083518">
                  <a:off x="5614961" y="743872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1997</a:t>
                  </a: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03BBFF23-3618-0710-D41C-1BB263B39CF4}"/>
                    </a:ext>
                  </a:extLst>
                </p:cNvPr>
                <p:cNvSpPr txBox="1"/>
                <p:nvPr/>
              </p:nvSpPr>
              <p:spPr>
                <a:xfrm rot="5242419">
                  <a:off x="5732735" y="735730"/>
                  <a:ext cx="492443" cy="276999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spAutoFit/>
                </a:bodyPr>
                <a:lstStyle/>
                <a:p>
                  <a:pPr algn="l"/>
                  <a:r>
                    <a:rPr lang="en-US" spc="0" baseline="23333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1977</a:t>
                  </a:r>
                </a:p>
              </p:txBody>
            </p:sp>
          </p:grpSp>
        </p:grpSp>
        <p:grpSp>
          <p:nvGrpSpPr>
            <p:cNvPr id="897" name="Group 896">
              <a:extLst>
                <a:ext uri="{FF2B5EF4-FFF2-40B4-BE49-F238E27FC236}">
                  <a16:creationId xmlns:a16="http://schemas.microsoft.com/office/drawing/2014/main" id="{75F42886-2391-5226-E5C0-E119C0832C46}"/>
                </a:ext>
              </a:extLst>
            </p:cNvPr>
            <p:cNvGrpSpPr/>
            <p:nvPr/>
          </p:nvGrpSpPr>
          <p:grpSpPr>
            <a:xfrm>
              <a:off x="10314357" y="269514"/>
              <a:ext cx="1503647" cy="6371980"/>
              <a:chOff x="9411055" y="210063"/>
              <a:chExt cx="1503647" cy="6371980"/>
            </a:xfrm>
          </p:grpSpPr>
          <p:graphicFrame>
            <p:nvGraphicFramePr>
              <p:cNvPr id="861" name="Chart 860">
                <a:extLst>
                  <a:ext uri="{FF2B5EF4-FFF2-40B4-BE49-F238E27FC236}">
                    <a16:creationId xmlns:a16="http://schemas.microsoft.com/office/drawing/2014/main" id="{8C1F2AF1-53F0-9409-198B-A0A4FAFD963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20707441"/>
                  </p:ext>
                </p:extLst>
              </p:nvPr>
            </p:nvGraphicFramePr>
            <p:xfrm>
              <a:off x="9411055" y="210063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graphicFrame>
            <p:nvGraphicFramePr>
              <p:cNvPr id="862" name="Chart 861">
                <a:extLst>
                  <a:ext uri="{FF2B5EF4-FFF2-40B4-BE49-F238E27FC236}">
                    <a16:creationId xmlns:a16="http://schemas.microsoft.com/office/drawing/2014/main" id="{1C592353-C055-E2A8-05B9-47F28270012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1212871"/>
                  </p:ext>
                </p:extLst>
              </p:nvPr>
            </p:nvGraphicFramePr>
            <p:xfrm>
              <a:off x="9411055" y="983391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graphicFrame>
            <p:nvGraphicFramePr>
              <p:cNvPr id="863" name="Chart 862">
                <a:extLst>
                  <a:ext uri="{FF2B5EF4-FFF2-40B4-BE49-F238E27FC236}">
                    <a16:creationId xmlns:a16="http://schemas.microsoft.com/office/drawing/2014/main" id="{235A73AD-727C-7743-0B04-ADC1D45A96E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12235877"/>
                  </p:ext>
                </p:extLst>
              </p:nvPr>
            </p:nvGraphicFramePr>
            <p:xfrm>
              <a:off x="9411055" y="175671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graphicFrame>
            <p:nvGraphicFramePr>
              <p:cNvPr id="865" name="Chart 864">
                <a:extLst>
                  <a:ext uri="{FF2B5EF4-FFF2-40B4-BE49-F238E27FC236}">
                    <a16:creationId xmlns:a16="http://schemas.microsoft.com/office/drawing/2014/main" id="{D21A1E8F-1795-F3F7-CFFB-2FC1DE4368A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498112202"/>
                  </p:ext>
                </p:extLst>
              </p:nvPr>
            </p:nvGraphicFramePr>
            <p:xfrm>
              <a:off x="9411055" y="2530047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  <p:graphicFrame>
            <p:nvGraphicFramePr>
              <p:cNvPr id="866" name="Chart 865">
                <a:extLst>
                  <a:ext uri="{FF2B5EF4-FFF2-40B4-BE49-F238E27FC236}">
                    <a16:creationId xmlns:a16="http://schemas.microsoft.com/office/drawing/2014/main" id="{C8723249-8C8D-A907-0952-2AB50BD4261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66197271"/>
                  </p:ext>
                </p:extLst>
              </p:nvPr>
            </p:nvGraphicFramePr>
            <p:xfrm>
              <a:off x="9411055" y="3303376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6"/>
              </a:graphicData>
            </a:graphic>
          </p:graphicFrame>
          <p:graphicFrame>
            <p:nvGraphicFramePr>
              <p:cNvPr id="867" name="Chart 866">
                <a:extLst>
                  <a:ext uri="{FF2B5EF4-FFF2-40B4-BE49-F238E27FC236}">
                    <a16:creationId xmlns:a16="http://schemas.microsoft.com/office/drawing/2014/main" id="{B5D5056B-2F94-4466-C1B4-385BD68CF91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35722539"/>
                  </p:ext>
                </p:extLst>
              </p:nvPr>
            </p:nvGraphicFramePr>
            <p:xfrm>
              <a:off x="9411055" y="409420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7"/>
              </a:graphicData>
            </a:graphic>
          </p:graphicFrame>
          <p:graphicFrame>
            <p:nvGraphicFramePr>
              <p:cNvPr id="868" name="Chart 867">
                <a:extLst>
                  <a:ext uri="{FF2B5EF4-FFF2-40B4-BE49-F238E27FC236}">
                    <a16:creationId xmlns:a16="http://schemas.microsoft.com/office/drawing/2014/main" id="{1CC8A735-15EA-B502-0297-1935AD48B8B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89301818"/>
                  </p:ext>
                </p:extLst>
              </p:nvPr>
            </p:nvGraphicFramePr>
            <p:xfrm>
              <a:off x="9411055" y="490975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8"/>
              </a:graphicData>
            </a:graphic>
          </p:graphicFrame>
          <p:graphicFrame>
            <p:nvGraphicFramePr>
              <p:cNvPr id="869" name="Chart 868">
                <a:extLst>
                  <a:ext uri="{FF2B5EF4-FFF2-40B4-BE49-F238E27FC236}">
                    <a16:creationId xmlns:a16="http://schemas.microsoft.com/office/drawing/2014/main" id="{D241BB17-EA4F-56E5-860B-54DDD008398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41493646"/>
                  </p:ext>
                </p:extLst>
              </p:nvPr>
            </p:nvGraphicFramePr>
            <p:xfrm>
              <a:off x="9411055" y="571239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9"/>
              </a:graphicData>
            </a:graphic>
          </p:graphicFrame>
        </p:grpSp>
        <p:grpSp>
          <p:nvGrpSpPr>
            <p:cNvPr id="896" name="Group 895">
              <a:extLst>
                <a:ext uri="{FF2B5EF4-FFF2-40B4-BE49-F238E27FC236}">
                  <a16:creationId xmlns:a16="http://schemas.microsoft.com/office/drawing/2014/main" id="{AC979AC9-8C31-0BEA-C05C-31D63953B925}"/>
                </a:ext>
              </a:extLst>
            </p:cNvPr>
            <p:cNvGrpSpPr/>
            <p:nvPr/>
          </p:nvGrpSpPr>
          <p:grpSpPr>
            <a:xfrm>
              <a:off x="2080803" y="269514"/>
              <a:ext cx="1503648" cy="6371980"/>
              <a:chOff x="1636040" y="210063"/>
              <a:chExt cx="1503648" cy="6371980"/>
            </a:xfrm>
          </p:grpSpPr>
          <p:graphicFrame>
            <p:nvGraphicFramePr>
              <p:cNvPr id="880" name="Chart 879">
                <a:extLst>
                  <a:ext uri="{FF2B5EF4-FFF2-40B4-BE49-F238E27FC236}">
                    <a16:creationId xmlns:a16="http://schemas.microsoft.com/office/drawing/2014/main" id="{912C8B84-41B6-8277-8EF6-7F321C06311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30640617"/>
                  </p:ext>
                </p:extLst>
              </p:nvPr>
            </p:nvGraphicFramePr>
            <p:xfrm>
              <a:off x="1636041" y="210063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0"/>
              </a:graphicData>
            </a:graphic>
          </p:graphicFrame>
          <p:graphicFrame>
            <p:nvGraphicFramePr>
              <p:cNvPr id="881" name="Chart 880">
                <a:extLst>
                  <a:ext uri="{FF2B5EF4-FFF2-40B4-BE49-F238E27FC236}">
                    <a16:creationId xmlns:a16="http://schemas.microsoft.com/office/drawing/2014/main" id="{D82D4A80-5810-C788-687B-027D047A898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91242908"/>
                  </p:ext>
                </p:extLst>
              </p:nvPr>
            </p:nvGraphicFramePr>
            <p:xfrm>
              <a:off x="1636041" y="983391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1"/>
              </a:graphicData>
            </a:graphic>
          </p:graphicFrame>
          <p:graphicFrame>
            <p:nvGraphicFramePr>
              <p:cNvPr id="882" name="Chart 881">
                <a:extLst>
                  <a:ext uri="{FF2B5EF4-FFF2-40B4-BE49-F238E27FC236}">
                    <a16:creationId xmlns:a16="http://schemas.microsoft.com/office/drawing/2014/main" id="{165BA9D1-E5D3-FF66-6B6B-503382ED582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45088802"/>
                  </p:ext>
                </p:extLst>
              </p:nvPr>
            </p:nvGraphicFramePr>
            <p:xfrm>
              <a:off x="1636041" y="175671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2"/>
              </a:graphicData>
            </a:graphic>
          </p:graphicFrame>
          <p:graphicFrame>
            <p:nvGraphicFramePr>
              <p:cNvPr id="883" name="Chart 882">
                <a:extLst>
                  <a:ext uri="{FF2B5EF4-FFF2-40B4-BE49-F238E27FC236}">
                    <a16:creationId xmlns:a16="http://schemas.microsoft.com/office/drawing/2014/main" id="{75A07D70-686D-E360-4343-FAD4552C955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51263060"/>
                  </p:ext>
                </p:extLst>
              </p:nvPr>
            </p:nvGraphicFramePr>
            <p:xfrm>
              <a:off x="1636041" y="2530047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3"/>
              </a:graphicData>
            </a:graphic>
          </p:graphicFrame>
          <p:graphicFrame>
            <p:nvGraphicFramePr>
              <p:cNvPr id="884" name="Chart 883">
                <a:extLst>
                  <a:ext uri="{FF2B5EF4-FFF2-40B4-BE49-F238E27FC236}">
                    <a16:creationId xmlns:a16="http://schemas.microsoft.com/office/drawing/2014/main" id="{921C7B1B-C80C-B366-5AC8-D5AA6013022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8966763"/>
                  </p:ext>
                </p:extLst>
              </p:nvPr>
            </p:nvGraphicFramePr>
            <p:xfrm>
              <a:off x="1636041" y="3303376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4"/>
              </a:graphicData>
            </a:graphic>
          </p:graphicFrame>
          <p:graphicFrame>
            <p:nvGraphicFramePr>
              <p:cNvPr id="885" name="Chart 884">
                <a:extLst>
                  <a:ext uri="{FF2B5EF4-FFF2-40B4-BE49-F238E27FC236}">
                    <a16:creationId xmlns:a16="http://schemas.microsoft.com/office/drawing/2014/main" id="{DC927CDA-5E10-15AA-83E3-F4B743BF557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166977728"/>
                  </p:ext>
                </p:extLst>
              </p:nvPr>
            </p:nvGraphicFramePr>
            <p:xfrm>
              <a:off x="1636040" y="409420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5"/>
              </a:graphicData>
            </a:graphic>
          </p:graphicFrame>
          <p:graphicFrame>
            <p:nvGraphicFramePr>
              <p:cNvPr id="886" name="Chart 885">
                <a:extLst>
                  <a:ext uri="{FF2B5EF4-FFF2-40B4-BE49-F238E27FC236}">
                    <a16:creationId xmlns:a16="http://schemas.microsoft.com/office/drawing/2014/main" id="{54908828-9ABF-EB2A-9D3C-AEE38CD1FF5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15669016"/>
                  </p:ext>
                </p:extLst>
              </p:nvPr>
            </p:nvGraphicFramePr>
            <p:xfrm>
              <a:off x="1636041" y="490975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6"/>
              </a:graphicData>
            </a:graphic>
          </p:graphicFrame>
          <p:graphicFrame>
            <p:nvGraphicFramePr>
              <p:cNvPr id="887" name="Chart 886">
                <a:extLst>
                  <a:ext uri="{FF2B5EF4-FFF2-40B4-BE49-F238E27FC236}">
                    <a16:creationId xmlns:a16="http://schemas.microsoft.com/office/drawing/2014/main" id="{788F2653-BF7E-DF4B-B6A6-72B8B11152E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13694432"/>
                  </p:ext>
                </p:extLst>
              </p:nvPr>
            </p:nvGraphicFramePr>
            <p:xfrm>
              <a:off x="1636041" y="571239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7"/>
              </a:graphicData>
            </a:graphic>
          </p:graphicFrame>
        </p:grpSp>
        <p:grpSp>
          <p:nvGrpSpPr>
            <p:cNvPr id="931" name="Group 930">
              <a:extLst>
                <a:ext uri="{FF2B5EF4-FFF2-40B4-BE49-F238E27FC236}">
                  <a16:creationId xmlns:a16="http://schemas.microsoft.com/office/drawing/2014/main" id="{640041FA-F1A1-9D11-6520-C3A2F5B755A7}"/>
                </a:ext>
              </a:extLst>
            </p:cNvPr>
            <p:cNvGrpSpPr/>
            <p:nvPr/>
          </p:nvGrpSpPr>
          <p:grpSpPr>
            <a:xfrm>
              <a:off x="8634055" y="269514"/>
              <a:ext cx="1856961" cy="6371980"/>
              <a:chOff x="10555799" y="210063"/>
              <a:chExt cx="1856961" cy="6371980"/>
            </a:xfrm>
          </p:grpSpPr>
          <p:graphicFrame>
            <p:nvGraphicFramePr>
              <p:cNvPr id="3" name="Chart 2">
                <a:extLst>
                  <a:ext uri="{FF2B5EF4-FFF2-40B4-BE49-F238E27FC236}">
                    <a16:creationId xmlns:a16="http://schemas.microsoft.com/office/drawing/2014/main" id="{D58EF8F8-B7B2-56E9-96ED-7DF66DF35C7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37056582"/>
                  </p:ext>
                </p:extLst>
              </p:nvPr>
            </p:nvGraphicFramePr>
            <p:xfrm>
              <a:off x="10909113" y="210063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8"/>
              </a:graphicData>
            </a:graphic>
          </p:graphicFrame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6CAADFAD-1EC0-0753-D927-ABFC50BFE96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39771548"/>
                  </p:ext>
                </p:extLst>
              </p:nvPr>
            </p:nvGraphicFramePr>
            <p:xfrm>
              <a:off x="10909113" y="983391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9"/>
              </a:graphicData>
            </a:graphic>
          </p:graphicFrame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92E7E5F4-2BA1-D3E4-2BA2-1FF9F7BA762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19440779"/>
                  </p:ext>
                </p:extLst>
              </p:nvPr>
            </p:nvGraphicFramePr>
            <p:xfrm>
              <a:off x="10909113" y="175671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0"/>
              </a:graphicData>
            </a:graphic>
          </p:graphicFrame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E1778DD7-2DA0-ABDE-CD9A-9BA489E3E1B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62015066"/>
                  </p:ext>
                </p:extLst>
              </p:nvPr>
            </p:nvGraphicFramePr>
            <p:xfrm>
              <a:off x="10909113" y="2530047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1"/>
              </a:graphicData>
            </a:graphic>
          </p:graphicFrame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E0DDF929-7052-2759-FE8D-F9555CCA555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49352472"/>
                  </p:ext>
                </p:extLst>
              </p:nvPr>
            </p:nvGraphicFramePr>
            <p:xfrm>
              <a:off x="10909113" y="3303376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2"/>
              </a:graphicData>
            </a:graphic>
          </p:graphicFrame>
          <p:graphicFrame>
            <p:nvGraphicFramePr>
              <p:cNvPr id="899" name="Chart 898">
                <a:extLst>
                  <a:ext uri="{FF2B5EF4-FFF2-40B4-BE49-F238E27FC236}">
                    <a16:creationId xmlns:a16="http://schemas.microsoft.com/office/drawing/2014/main" id="{9E5E66DB-E741-AE4C-A933-12D4BD2CF1F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56178769"/>
                  </p:ext>
                </p:extLst>
              </p:nvPr>
            </p:nvGraphicFramePr>
            <p:xfrm>
              <a:off x="10909113" y="409420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3"/>
              </a:graphicData>
            </a:graphic>
          </p:graphicFrame>
          <p:graphicFrame>
            <p:nvGraphicFramePr>
              <p:cNvPr id="900" name="Chart 899">
                <a:extLst>
                  <a:ext uri="{FF2B5EF4-FFF2-40B4-BE49-F238E27FC236}">
                    <a16:creationId xmlns:a16="http://schemas.microsoft.com/office/drawing/2014/main" id="{4DAAEB94-2CA1-124E-CC99-294C1260175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2694753"/>
                  </p:ext>
                </p:extLst>
              </p:nvPr>
            </p:nvGraphicFramePr>
            <p:xfrm>
              <a:off x="10909113" y="490975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4"/>
              </a:graphicData>
            </a:graphic>
          </p:graphicFrame>
          <p:graphicFrame>
            <p:nvGraphicFramePr>
              <p:cNvPr id="901" name="Chart 900">
                <a:extLst>
                  <a:ext uri="{FF2B5EF4-FFF2-40B4-BE49-F238E27FC236}">
                    <a16:creationId xmlns:a16="http://schemas.microsoft.com/office/drawing/2014/main" id="{A4605E33-6684-5B52-0194-D010AFD745A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02571680"/>
                  </p:ext>
                </p:extLst>
              </p:nvPr>
            </p:nvGraphicFramePr>
            <p:xfrm>
              <a:off x="10909113" y="571239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5"/>
              </a:graphicData>
            </a:graphic>
          </p:graphicFrame>
          <p:sp>
            <p:nvSpPr>
              <p:cNvPr id="902" name="TextBox 901">
                <a:extLst>
                  <a:ext uri="{FF2B5EF4-FFF2-40B4-BE49-F238E27FC236}">
                    <a16:creationId xmlns:a16="http://schemas.microsoft.com/office/drawing/2014/main" id="{7A764C7A-1524-57EF-ED66-77BF764DF6C3}"/>
                  </a:ext>
                </a:extLst>
              </p:cNvPr>
              <p:cNvSpPr txBox="1"/>
              <p:nvPr/>
            </p:nvSpPr>
            <p:spPr>
              <a:xfrm>
                <a:off x="10555799" y="27595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2014</a:t>
                </a:r>
              </a:p>
            </p:txBody>
          </p:sp>
          <p:sp>
            <p:nvSpPr>
              <p:cNvPr id="903" name="TextBox 902">
                <a:extLst>
                  <a:ext uri="{FF2B5EF4-FFF2-40B4-BE49-F238E27FC236}">
                    <a16:creationId xmlns:a16="http://schemas.microsoft.com/office/drawing/2014/main" id="{92234E79-6D3B-E35B-CBDD-5454432B0EDE}"/>
                  </a:ext>
                </a:extLst>
              </p:cNvPr>
              <p:cNvSpPr txBox="1"/>
              <p:nvPr/>
            </p:nvSpPr>
            <p:spPr>
              <a:xfrm>
                <a:off x="10555799" y="1052132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2019</a:t>
                </a:r>
              </a:p>
            </p:txBody>
          </p:sp>
          <p:sp>
            <p:nvSpPr>
              <p:cNvPr id="904" name="TextBox 903">
                <a:extLst>
                  <a:ext uri="{FF2B5EF4-FFF2-40B4-BE49-F238E27FC236}">
                    <a16:creationId xmlns:a16="http://schemas.microsoft.com/office/drawing/2014/main" id="{AAA9BF95-895A-DBD6-8367-85E9C59F77A9}"/>
                  </a:ext>
                </a:extLst>
              </p:cNvPr>
              <p:cNvSpPr txBox="1"/>
              <p:nvPr/>
            </p:nvSpPr>
            <p:spPr>
              <a:xfrm>
                <a:off x="10555799" y="1828309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2005</a:t>
                </a:r>
              </a:p>
            </p:txBody>
          </p:sp>
          <p:sp>
            <p:nvSpPr>
              <p:cNvPr id="905" name="TextBox 904">
                <a:extLst>
                  <a:ext uri="{FF2B5EF4-FFF2-40B4-BE49-F238E27FC236}">
                    <a16:creationId xmlns:a16="http://schemas.microsoft.com/office/drawing/2014/main" id="{11E27220-976E-2FAF-75ED-9A78778FB316}"/>
                  </a:ext>
                </a:extLst>
              </p:cNvPr>
              <p:cNvSpPr txBox="1"/>
              <p:nvPr/>
            </p:nvSpPr>
            <p:spPr>
              <a:xfrm>
                <a:off x="10555799" y="2604486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2024</a:t>
                </a:r>
              </a:p>
            </p:txBody>
          </p:sp>
          <p:sp>
            <p:nvSpPr>
              <p:cNvPr id="906" name="TextBox 905">
                <a:extLst>
                  <a:ext uri="{FF2B5EF4-FFF2-40B4-BE49-F238E27FC236}">
                    <a16:creationId xmlns:a16="http://schemas.microsoft.com/office/drawing/2014/main" id="{71E98ADB-1D37-76E0-04F3-11EBB58AB02A}"/>
                  </a:ext>
                </a:extLst>
              </p:cNvPr>
              <p:cNvSpPr txBox="1"/>
              <p:nvPr/>
            </p:nvSpPr>
            <p:spPr>
              <a:xfrm>
                <a:off x="10555799" y="3380663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2002</a:t>
                </a:r>
              </a:p>
            </p:txBody>
          </p:sp>
          <p:sp>
            <p:nvSpPr>
              <p:cNvPr id="907" name="TextBox 906">
                <a:extLst>
                  <a:ext uri="{FF2B5EF4-FFF2-40B4-BE49-F238E27FC236}">
                    <a16:creationId xmlns:a16="http://schemas.microsoft.com/office/drawing/2014/main" id="{C06772ED-2CD6-AF1F-A3C0-D23362D50EFF}"/>
                  </a:ext>
                </a:extLst>
              </p:cNvPr>
              <p:cNvSpPr txBox="1"/>
              <p:nvPr/>
            </p:nvSpPr>
            <p:spPr>
              <a:xfrm>
                <a:off x="10555799" y="4178105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2023</a:t>
                </a:r>
              </a:p>
            </p:txBody>
          </p:sp>
          <p:sp>
            <p:nvSpPr>
              <p:cNvPr id="908" name="TextBox 907">
                <a:extLst>
                  <a:ext uri="{FF2B5EF4-FFF2-40B4-BE49-F238E27FC236}">
                    <a16:creationId xmlns:a16="http://schemas.microsoft.com/office/drawing/2014/main" id="{8C949744-5529-46C7-2531-BC0552CF9A5D}"/>
                  </a:ext>
                </a:extLst>
              </p:cNvPr>
              <p:cNvSpPr txBox="1"/>
              <p:nvPr/>
            </p:nvSpPr>
            <p:spPr>
              <a:xfrm>
                <a:off x="10555799" y="4986179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2022</a:t>
                </a:r>
              </a:p>
            </p:txBody>
          </p:sp>
          <p:sp>
            <p:nvSpPr>
              <p:cNvPr id="909" name="TextBox 908">
                <a:extLst>
                  <a:ext uri="{FF2B5EF4-FFF2-40B4-BE49-F238E27FC236}">
                    <a16:creationId xmlns:a16="http://schemas.microsoft.com/office/drawing/2014/main" id="{06C33F3B-BB07-39FC-FA4B-A0E6771A588A}"/>
                  </a:ext>
                </a:extLst>
              </p:cNvPr>
              <p:cNvSpPr txBox="1"/>
              <p:nvPr/>
            </p:nvSpPr>
            <p:spPr>
              <a:xfrm>
                <a:off x="10555799" y="578893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2013</a:t>
                </a:r>
              </a:p>
            </p:txBody>
          </p:sp>
        </p:grpSp>
        <p:grpSp>
          <p:nvGrpSpPr>
            <p:cNvPr id="912" name="Group 911">
              <a:extLst>
                <a:ext uri="{FF2B5EF4-FFF2-40B4-BE49-F238E27FC236}">
                  <a16:creationId xmlns:a16="http://schemas.microsoft.com/office/drawing/2014/main" id="{B47348A8-6B0F-91BC-F6C9-1C66922FD873}"/>
                </a:ext>
              </a:extLst>
            </p:cNvPr>
            <p:cNvGrpSpPr/>
            <p:nvPr/>
          </p:nvGrpSpPr>
          <p:grpSpPr>
            <a:xfrm>
              <a:off x="400500" y="269514"/>
              <a:ext cx="1856961" cy="6371980"/>
              <a:chOff x="1282727" y="210063"/>
              <a:chExt cx="1856961" cy="6371980"/>
            </a:xfrm>
          </p:grpSpPr>
          <p:graphicFrame>
            <p:nvGraphicFramePr>
              <p:cNvPr id="913" name="Chart 912">
                <a:extLst>
                  <a:ext uri="{FF2B5EF4-FFF2-40B4-BE49-F238E27FC236}">
                    <a16:creationId xmlns:a16="http://schemas.microsoft.com/office/drawing/2014/main" id="{07F34E77-4573-BB6D-79EA-C8E20E00367F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77545297"/>
                  </p:ext>
                </p:extLst>
              </p:nvPr>
            </p:nvGraphicFramePr>
            <p:xfrm>
              <a:off x="1636041" y="210063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6"/>
              </a:graphicData>
            </a:graphic>
          </p:graphicFrame>
          <p:graphicFrame>
            <p:nvGraphicFramePr>
              <p:cNvPr id="914" name="Chart 913">
                <a:extLst>
                  <a:ext uri="{FF2B5EF4-FFF2-40B4-BE49-F238E27FC236}">
                    <a16:creationId xmlns:a16="http://schemas.microsoft.com/office/drawing/2014/main" id="{1DDAD669-3517-8158-AA68-56AAC33B047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89390822"/>
                  </p:ext>
                </p:extLst>
              </p:nvPr>
            </p:nvGraphicFramePr>
            <p:xfrm>
              <a:off x="1636041" y="983391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7"/>
              </a:graphicData>
            </a:graphic>
          </p:graphicFrame>
          <p:graphicFrame>
            <p:nvGraphicFramePr>
              <p:cNvPr id="915" name="Chart 914">
                <a:extLst>
                  <a:ext uri="{FF2B5EF4-FFF2-40B4-BE49-F238E27FC236}">
                    <a16:creationId xmlns:a16="http://schemas.microsoft.com/office/drawing/2014/main" id="{251B028B-9BD2-0F73-BECA-7F3408010C1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11737960"/>
                  </p:ext>
                </p:extLst>
              </p:nvPr>
            </p:nvGraphicFramePr>
            <p:xfrm>
              <a:off x="1636041" y="175671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8"/>
              </a:graphicData>
            </a:graphic>
          </p:graphicFrame>
          <p:graphicFrame>
            <p:nvGraphicFramePr>
              <p:cNvPr id="916" name="Chart 915">
                <a:extLst>
                  <a:ext uri="{FF2B5EF4-FFF2-40B4-BE49-F238E27FC236}">
                    <a16:creationId xmlns:a16="http://schemas.microsoft.com/office/drawing/2014/main" id="{277DA997-4704-3B08-4D19-90343451D78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09555103"/>
                  </p:ext>
                </p:extLst>
              </p:nvPr>
            </p:nvGraphicFramePr>
            <p:xfrm>
              <a:off x="1636041" y="2530047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9"/>
              </a:graphicData>
            </a:graphic>
          </p:graphicFrame>
          <p:graphicFrame>
            <p:nvGraphicFramePr>
              <p:cNvPr id="917" name="Chart 916">
                <a:extLst>
                  <a:ext uri="{FF2B5EF4-FFF2-40B4-BE49-F238E27FC236}">
                    <a16:creationId xmlns:a16="http://schemas.microsoft.com/office/drawing/2014/main" id="{EC68E695-A0C0-9AE5-A8CF-657C23933F7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53932078"/>
                  </p:ext>
                </p:extLst>
              </p:nvPr>
            </p:nvGraphicFramePr>
            <p:xfrm>
              <a:off x="1636041" y="3303376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0"/>
              </a:graphicData>
            </a:graphic>
          </p:graphicFrame>
          <p:graphicFrame>
            <p:nvGraphicFramePr>
              <p:cNvPr id="918" name="Chart 917">
                <a:extLst>
                  <a:ext uri="{FF2B5EF4-FFF2-40B4-BE49-F238E27FC236}">
                    <a16:creationId xmlns:a16="http://schemas.microsoft.com/office/drawing/2014/main" id="{2CD39B3E-B137-15ED-F7B1-7F2D25CEABD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38258512"/>
                  </p:ext>
                </p:extLst>
              </p:nvPr>
            </p:nvGraphicFramePr>
            <p:xfrm>
              <a:off x="1636041" y="4094209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1"/>
              </a:graphicData>
            </a:graphic>
          </p:graphicFrame>
          <p:graphicFrame>
            <p:nvGraphicFramePr>
              <p:cNvPr id="919" name="Chart 918">
                <a:extLst>
                  <a:ext uri="{FF2B5EF4-FFF2-40B4-BE49-F238E27FC236}">
                    <a16:creationId xmlns:a16="http://schemas.microsoft.com/office/drawing/2014/main" id="{2AFC0A6E-92C7-1084-9131-36A0A3C6668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50564028"/>
                  </p:ext>
                </p:extLst>
              </p:nvPr>
            </p:nvGraphicFramePr>
            <p:xfrm>
              <a:off x="1636041" y="490975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2"/>
              </a:graphicData>
            </a:graphic>
          </p:graphicFrame>
          <p:graphicFrame>
            <p:nvGraphicFramePr>
              <p:cNvPr id="920" name="Chart 919">
                <a:extLst>
                  <a:ext uri="{FF2B5EF4-FFF2-40B4-BE49-F238E27FC236}">
                    <a16:creationId xmlns:a16="http://schemas.microsoft.com/office/drawing/2014/main" id="{59751771-1CF1-5F3B-442E-8981DFE4FA7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07876325"/>
                  </p:ext>
                </p:extLst>
              </p:nvPr>
            </p:nvGraphicFramePr>
            <p:xfrm>
              <a:off x="1636041" y="5712395"/>
              <a:ext cx="1503647" cy="86964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3"/>
              </a:graphicData>
            </a:graphic>
          </p:graphicFrame>
          <p:sp>
            <p:nvSpPr>
              <p:cNvPr id="921" name="TextBox 920">
                <a:extLst>
                  <a:ext uri="{FF2B5EF4-FFF2-40B4-BE49-F238E27FC236}">
                    <a16:creationId xmlns:a16="http://schemas.microsoft.com/office/drawing/2014/main" id="{77FA9064-4C67-6E31-251A-1C7BD43951A4}"/>
                  </a:ext>
                </a:extLst>
              </p:cNvPr>
              <p:cNvSpPr txBox="1"/>
              <p:nvPr/>
            </p:nvSpPr>
            <p:spPr>
              <a:xfrm>
                <a:off x="1282727" y="27595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2018</a:t>
                </a:r>
              </a:p>
            </p:txBody>
          </p:sp>
          <p:sp>
            <p:nvSpPr>
              <p:cNvPr id="922" name="TextBox 921">
                <a:extLst>
                  <a:ext uri="{FF2B5EF4-FFF2-40B4-BE49-F238E27FC236}">
                    <a16:creationId xmlns:a16="http://schemas.microsoft.com/office/drawing/2014/main" id="{9BDCF5A4-23CB-9EA2-BB5A-86E616EBE450}"/>
                  </a:ext>
                </a:extLst>
              </p:cNvPr>
              <p:cNvSpPr txBox="1"/>
              <p:nvPr/>
            </p:nvSpPr>
            <p:spPr>
              <a:xfrm>
                <a:off x="1282727" y="1052132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2016</a:t>
                </a:r>
              </a:p>
            </p:txBody>
          </p:sp>
          <p:sp>
            <p:nvSpPr>
              <p:cNvPr id="923" name="TextBox 922">
                <a:extLst>
                  <a:ext uri="{FF2B5EF4-FFF2-40B4-BE49-F238E27FC236}">
                    <a16:creationId xmlns:a16="http://schemas.microsoft.com/office/drawing/2014/main" id="{3C02CE01-67CF-BC94-9801-640BA6A4374A}"/>
                  </a:ext>
                </a:extLst>
              </p:cNvPr>
              <p:cNvSpPr txBox="1"/>
              <p:nvPr/>
            </p:nvSpPr>
            <p:spPr>
              <a:xfrm>
                <a:off x="1282727" y="1828309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2015</a:t>
                </a:r>
              </a:p>
            </p:txBody>
          </p:sp>
          <p:sp>
            <p:nvSpPr>
              <p:cNvPr id="924" name="TextBox 923">
                <a:extLst>
                  <a:ext uri="{FF2B5EF4-FFF2-40B4-BE49-F238E27FC236}">
                    <a16:creationId xmlns:a16="http://schemas.microsoft.com/office/drawing/2014/main" id="{20BD78EB-FF3B-9F25-1889-4F5ABDBBC92F}"/>
                  </a:ext>
                </a:extLst>
              </p:cNvPr>
              <p:cNvSpPr txBox="1"/>
              <p:nvPr/>
            </p:nvSpPr>
            <p:spPr>
              <a:xfrm>
                <a:off x="1282727" y="2604486"/>
                <a:ext cx="5370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2011</a:t>
                </a:r>
              </a:p>
            </p:txBody>
          </p:sp>
          <p:sp>
            <p:nvSpPr>
              <p:cNvPr id="925" name="TextBox 924">
                <a:extLst>
                  <a:ext uri="{FF2B5EF4-FFF2-40B4-BE49-F238E27FC236}">
                    <a16:creationId xmlns:a16="http://schemas.microsoft.com/office/drawing/2014/main" id="{C7A4AD1D-8025-AC4B-A6F3-695B8BF59B2A}"/>
                  </a:ext>
                </a:extLst>
              </p:cNvPr>
              <p:cNvSpPr txBox="1"/>
              <p:nvPr/>
            </p:nvSpPr>
            <p:spPr>
              <a:xfrm>
                <a:off x="1282727" y="3380663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2020</a:t>
                </a:r>
              </a:p>
            </p:txBody>
          </p:sp>
          <p:sp>
            <p:nvSpPr>
              <p:cNvPr id="926" name="TextBox 925">
                <a:extLst>
                  <a:ext uri="{FF2B5EF4-FFF2-40B4-BE49-F238E27FC236}">
                    <a16:creationId xmlns:a16="http://schemas.microsoft.com/office/drawing/2014/main" id="{BF8AE0E2-C0F6-1183-2B96-208CC271C763}"/>
                  </a:ext>
                </a:extLst>
              </p:cNvPr>
              <p:cNvSpPr txBox="1"/>
              <p:nvPr/>
            </p:nvSpPr>
            <p:spPr>
              <a:xfrm>
                <a:off x="1282727" y="4178105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1979</a:t>
                </a:r>
              </a:p>
            </p:txBody>
          </p:sp>
          <p:sp>
            <p:nvSpPr>
              <p:cNvPr id="927" name="TextBox 926">
                <a:extLst>
                  <a:ext uri="{FF2B5EF4-FFF2-40B4-BE49-F238E27FC236}">
                    <a16:creationId xmlns:a16="http://schemas.microsoft.com/office/drawing/2014/main" id="{29C97153-F5AB-4CB7-C5A6-466DB4CDE5DE}"/>
                  </a:ext>
                </a:extLst>
              </p:cNvPr>
              <p:cNvSpPr txBox="1"/>
              <p:nvPr/>
            </p:nvSpPr>
            <p:spPr>
              <a:xfrm>
                <a:off x="1282727" y="4986179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2021</a:t>
                </a:r>
              </a:p>
            </p:txBody>
          </p:sp>
          <p:sp>
            <p:nvSpPr>
              <p:cNvPr id="928" name="TextBox 927">
                <a:extLst>
                  <a:ext uri="{FF2B5EF4-FFF2-40B4-BE49-F238E27FC236}">
                    <a16:creationId xmlns:a16="http://schemas.microsoft.com/office/drawing/2014/main" id="{2A2D7405-FDDC-98AF-E94E-D0F56ABB7A23}"/>
                  </a:ext>
                </a:extLst>
              </p:cNvPr>
              <p:cNvSpPr txBox="1"/>
              <p:nvPr/>
            </p:nvSpPr>
            <p:spPr>
              <a:xfrm>
                <a:off x="1282727" y="5788937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2017</a:t>
                </a:r>
              </a:p>
            </p:txBody>
          </p:sp>
        </p:grpSp>
        <p:grpSp>
          <p:nvGrpSpPr>
            <p:cNvPr id="935" name="Group 934">
              <a:extLst>
                <a:ext uri="{FF2B5EF4-FFF2-40B4-BE49-F238E27FC236}">
                  <a16:creationId xmlns:a16="http://schemas.microsoft.com/office/drawing/2014/main" id="{BDFAEEA1-7F56-4DB1-0A26-47A49FB30415}"/>
                </a:ext>
              </a:extLst>
            </p:cNvPr>
            <p:cNvGrpSpPr/>
            <p:nvPr/>
          </p:nvGrpSpPr>
          <p:grpSpPr>
            <a:xfrm>
              <a:off x="806116" y="78197"/>
              <a:ext cx="1929527" cy="307777"/>
              <a:chOff x="806116" y="78197"/>
              <a:chExt cx="1929527" cy="307777"/>
            </a:xfrm>
          </p:grpSpPr>
          <p:sp>
            <p:nvSpPr>
              <p:cNvPr id="929" name="TextBox 928">
                <a:extLst>
                  <a:ext uri="{FF2B5EF4-FFF2-40B4-BE49-F238E27FC236}">
                    <a16:creationId xmlns:a16="http://schemas.microsoft.com/office/drawing/2014/main" id="{74B344E7-7439-79BB-D956-766364EBE1DC}"/>
                  </a:ext>
                </a:extLst>
              </p:cNvPr>
              <p:cNvSpPr txBox="1"/>
              <p:nvPr/>
            </p:nvSpPr>
            <p:spPr>
              <a:xfrm>
                <a:off x="2132593" y="78197"/>
                <a:ext cx="6030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Cited</a:t>
                </a:r>
              </a:p>
            </p:txBody>
          </p:sp>
          <p:sp>
            <p:nvSpPr>
              <p:cNvPr id="932" name="TextBox 931">
                <a:extLst>
                  <a:ext uri="{FF2B5EF4-FFF2-40B4-BE49-F238E27FC236}">
                    <a16:creationId xmlns:a16="http://schemas.microsoft.com/office/drawing/2014/main" id="{976AC597-BD39-070B-E22B-CA0ECBC732E9}"/>
                  </a:ext>
                </a:extLst>
              </p:cNvPr>
              <p:cNvSpPr txBox="1"/>
              <p:nvPr/>
            </p:nvSpPr>
            <p:spPr>
              <a:xfrm>
                <a:off x="806116" y="78197"/>
                <a:ext cx="6623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Citing</a:t>
                </a:r>
              </a:p>
            </p:txBody>
          </p:sp>
        </p:grpSp>
        <p:grpSp>
          <p:nvGrpSpPr>
            <p:cNvPr id="936" name="Group 935">
              <a:extLst>
                <a:ext uri="{FF2B5EF4-FFF2-40B4-BE49-F238E27FC236}">
                  <a16:creationId xmlns:a16="http://schemas.microsoft.com/office/drawing/2014/main" id="{0D3B2DD7-9544-FA49-B133-E13670190FCA}"/>
                </a:ext>
              </a:extLst>
            </p:cNvPr>
            <p:cNvGrpSpPr/>
            <p:nvPr/>
          </p:nvGrpSpPr>
          <p:grpSpPr>
            <a:xfrm>
              <a:off x="9020179" y="78197"/>
              <a:ext cx="1897228" cy="345205"/>
              <a:chOff x="806116" y="78197"/>
              <a:chExt cx="1897228" cy="345205"/>
            </a:xfrm>
          </p:grpSpPr>
          <p:sp>
            <p:nvSpPr>
              <p:cNvPr id="937" name="TextBox 936">
                <a:extLst>
                  <a:ext uri="{FF2B5EF4-FFF2-40B4-BE49-F238E27FC236}">
                    <a16:creationId xmlns:a16="http://schemas.microsoft.com/office/drawing/2014/main" id="{AE07307F-B7DF-9E47-BD53-C290B84B1BE5}"/>
                  </a:ext>
                </a:extLst>
              </p:cNvPr>
              <p:cNvSpPr txBox="1"/>
              <p:nvPr/>
            </p:nvSpPr>
            <p:spPr>
              <a:xfrm>
                <a:off x="2100294" y="115625"/>
                <a:ext cx="60305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Cited</a:t>
                </a:r>
              </a:p>
            </p:txBody>
          </p:sp>
          <p:sp>
            <p:nvSpPr>
              <p:cNvPr id="938" name="TextBox 937">
                <a:extLst>
                  <a:ext uri="{FF2B5EF4-FFF2-40B4-BE49-F238E27FC236}">
                    <a16:creationId xmlns:a16="http://schemas.microsoft.com/office/drawing/2014/main" id="{C1AD48D5-07E5-83C3-93BD-96C4CA1D2698}"/>
                  </a:ext>
                </a:extLst>
              </p:cNvPr>
              <p:cNvSpPr txBox="1"/>
              <p:nvPr/>
            </p:nvSpPr>
            <p:spPr>
              <a:xfrm>
                <a:off x="806116" y="78197"/>
                <a:ext cx="6623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Citing</a:t>
                </a:r>
              </a:p>
            </p:txBody>
          </p:sp>
        </p:grpSp>
      </p:grpSp>
      <p:sp>
        <p:nvSpPr>
          <p:cNvPr id="941" name="TextBox 940">
            <a:extLst>
              <a:ext uri="{FF2B5EF4-FFF2-40B4-BE49-F238E27FC236}">
                <a16:creationId xmlns:a16="http://schemas.microsoft.com/office/drawing/2014/main" id="{542104E8-9259-1BB0-227E-6F89CAAC3B84}"/>
              </a:ext>
            </a:extLst>
          </p:cNvPr>
          <p:cNvSpPr txBox="1"/>
          <p:nvPr/>
        </p:nvSpPr>
        <p:spPr>
          <a:xfrm>
            <a:off x="3860800" y="83989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82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020B9A4D-0F2D-9F78-741E-BACBD4A88189}"/>
              </a:ext>
            </a:extLst>
          </p:cNvPr>
          <p:cNvSpPr/>
          <p:nvPr/>
        </p:nvSpPr>
        <p:spPr>
          <a:xfrm>
            <a:off x="1866777" y="2722451"/>
            <a:ext cx="7372060" cy="825400"/>
          </a:xfrm>
          <a:custGeom>
            <a:avLst/>
            <a:gdLst>
              <a:gd name="connsiteX0" fmla="*/ 0 w 7372060"/>
              <a:gd name="connsiteY0" fmla="*/ 774394 h 825400"/>
              <a:gd name="connsiteX1" fmla="*/ 21564 w 7372060"/>
              <a:gd name="connsiteY1" fmla="*/ 763144 h 825400"/>
              <a:gd name="connsiteX2" fmla="*/ 150948 w 7372060"/>
              <a:gd name="connsiteY2" fmla="*/ 724706 h 825400"/>
              <a:gd name="connsiteX3" fmla="*/ 387214 w 7372060"/>
              <a:gd name="connsiteY3" fmla="*/ 746269 h 825400"/>
              <a:gd name="connsiteX4" fmla="*/ 624417 w 7372060"/>
              <a:gd name="connsiteY4" fmla="*/ 790332 h 825400"/>
              <a:gd name="connsiteX5" fmla="*/ 796929 w 7372060"/>
              <a:gd name="connsiteY5" fmla="*/ 773457 h 825400"/>
              <a:gd name="connsiteX6" fmla="*/ 1011631 w 7372060"/>
              <a:gd name="connsiteY6" fmla="*/ 751894 h 825400"/>
              <a:gd name="connsiteX7" fmla="*/ 1162579 w 7372060"/>
              <a:gd name="connsiteY7" fmla="*/ 763144 h 825400"/>
              <a:gd name="connsiteX8" fmla="*/ 1291962 w 7372060"/>
              <a:gd name="connsiteY8" fmla="*/ 756582 h 825400"/>
              <a:gd name="connsiteX9" fmla="*/ 1421346 w 7372060"/>
              <a:gd name="connsiteY9" fmla="*/ 789395 h 825400"/>
              <a:gd name="connsiteX10" fmla="*/ 1550730 w 7372060"/>
              <a:gd name="connsiteY10" fmla="*/ 804395 h 825400"/>
              <a:gd name="connsiteX11" fmla="*/ 1680114 w 7372060"/>
              <a:gd name="connsiteY11" fmla="*/ 824083 h 825400"/>
              <a:gd name="connsiteX12" fmla="*/ 1809497 w 7372060"/>
              <a:gd name="connsiteY12" fmla="*/ 806270 h 825400"/>
              <a:gd name="connsiteX13" fmla="*/ 1938881 w 7372060"/>
              <a:gd name="connsiteY13" fmla="*/ 747206 h 825400"/>
              <a:gd name="connsiteX14" fmla="*/ 2089829 w 7372060"/>
              <a:gd name="connsiteY14" fmla="*/ 755644 h 825400"/>
              <a:gd name="connsiteX15" fmla="*/ 2348596 w 7372060"/>
              <a:gd name="connsiteY15" fmla="*/ 731268 h 825400"/>
              <a:gd name="connsiteX16" fmla="*/ 2671118 w 7372060"/>
              <a:gd name="connsiteY16" fmla="*/ 717205 h 825400"/>
              <a:gd name="connsiteX17" fmla="*/ 2843630 w 7372060"/>
              <a:gd name="connsiteY17" fmla="*/ 700330 h 825400"/>
              <a:gd name="connsiteX18" fmla="*/ 2973013 w 7372060"/>
              <a:gd name="connsiteY18" fmla="*/ 714393 h 825400"/>
              <a:gd name="connsiteX19" fmla="*/ 3123961 w 7372060"/>
              <a:gd name="connsiteY19" fmla="*/ 708768 h 825400"/>
              <a:gd name="connsiteX20" fmla="*/ 3339601 w 7372060"/>
              <a:gd name="connsiteY20" fmla="*/ 715331 h 825400"/>
              <a:gd name="connsiteX21" fmla="*/ 3490548 w 7372060"/>
              <a:gd name="connsiteY21" fmla="*/ 748144 h 825400"/>
              <a:gd name="connsiteX22" fmla="*/ 3619932 w 7372060"/>
              <a:gd name="connsiteY22" fmla="*/ 730331 h 825400"/>
              <a:gd name="connsiteX23" fmla="*/ 3749316 w 7372060"/>
              <a:gd name="connsiteY23" fmla="*/ 692830 h 825400"/>
              <a:gd name="connsiteX24" fmla="*/ 3878700 w 7372060"/>
              <a:gd name="connsiteY24" fmla="*/ 661892 h 825400"/>
              <a:gd name="connsiteX25" fmla="*/ 4008083 w 7372060"/>
              <a:gd name="connsiteY25" fmla="*/ 699393 h 825400"/>
              <a:gd name="connsiteX26" fmla="*/ 4137467 w 7372060"/>
              <a:gd name="connsiteY26" fmla="*/ 687205 h 825400"/>
              <a:gd name="connsiteX27" fmla="*/ 4266851 w 7372060"/>
              <a:gd name="connsiteY27" fmla="*/ 689080 h 825400"/>
              <a:gd name="connsiteX28" fmla="*/ 4396235 w 7372060"/>
              <a:gd name="connsiteY28" fmla="*/ 700330 h 825400"/>
              <a:gd name="connsiteX29" fmla="*/ 4525619 w 7372060"/>
              <a:gd name="connsiteY29" fmla="*/ 712518 h 825400"/>
              <a:gd name="connsiteX30" fmla="*/ 4655002 w 7372060"/>
              <a:gd name="connsiteY30" fmla="*/ 706893 h 825400"/>
              <a:gd name="connsiteX31" fmla="*/ 4784386 w 7372060"/>
              <a:gd name="connsiteY31" fmla="*/ 630016 h 825400"/>
              <a:gd name="connsiteX32" fmla="*/ 4913769 w 7372060"/>
              <a:gd name="connsiteY32" fmla="*/ 515638 h 825400"/>
              <a:gd name="connsiteX33" fmla="*/ 5043154 w 7372060"/>
              <a:gd name="connsiteY33" fmla="*/ 557826 h 825400"/>
              <a:gd name="connsiteX34" fmla="*/ 5172537 w 7372060"/>
              <a:gd name="connsiteY34" fmla="*/ 554076 h 825400"/>
              <a:gd name="connsiteX35" fmla="*/ 5301921 w 7372060"/>
              <a:gd name="connsiteY35" fmla="*/ 521263 h 825400"/>
              <a:gd name="connsiteX36" fmla="*/ 5431305 w 7372060"/>
              <a:gd name="connsiteY36" fmla="*/ 519388 h 825400"/>
              <a:gd name="connsiteX37" fmla="*/ 5560688 w 7372060"/>
              <a:gd name="connsiteY37" fmla="*/ 406885 h 825400"/>
              <a:gd name="connsiteX38" fmla="*/ 5690072 w 7372060"/>
              <a:gd name="connsiteY38" fmla="*/ 436886 h 825400"/>
              <a:gd name="connsiteX39" fmla="*/ 5819456 w 7372060"/>
              <a:gd name="connsiteY39" fmla="*/ 310320 h 825400"/>
              <a:gd name="connsiteX40" fmla="*/ 5948840 w 7372060"/>
              <a:gd name="connsiteY40" fmla="*/ 176254 h 825400"/>
              <a:gd name="connsiteX41" fmla="*/ 6078223 w 7372060"/>
              <a:gd name="connsiteY41" fmla="*/ 346884 h 825400"/>
              <a:gd name="connsiteX42" fmla="*/ 6207607 w 7372060"/>
              <a:gd name="connsiteY42" fmla="*/ 234381 h 825400"/>
              <a:gd name="connsiteX43" fmla="*/ 6336991 w 7372060"/>
              <a:gd name="connsiteY43" fmla="*/ 275632 h 825400"/>
              <a:gd name="connsiteX44" fmla="*/ 6466375 w 7372060"/>
              <a:gd name="connsiteY44" fmla="*/ 127503 h 825400"/>
              <a:gd name="connsiteX45" fmla="*/ 6595758 w 7372060"/>
              <a:gd name="connsiteY45" fmla="*/ 104065 h 825400"/>
              <a:gd name="connsiteX46" fmla="*/ 6725142 w 7372060"/>
              <a:gd name="connsiteY46" fmla="*/ 334696 h 825400"/>
              <a:gd name="connsiteX47" fmla="*/ 6854526 w 7372060"/>
              <a:gd name="connsiteY47" fmla="*/ 161254 h 825400"/>
              <a:gd name="connsiteX48" fmla="*/ 6983910 w 7372060"/>
              <a:gd name="connsiteY48" fmla="*/ 78752 h 825400"/>
              <a:gd name="connsiteX49" fmla="*/ 7113293 w 7372060"/>
              <a:gd name="connsiteY49" fmla="*/ 46876 h 825400"/>
              <a:gd name="connsiteX50" fmla="*/ 7242677 w 7372060"/>
              <a:gd name="connsiteY50" fmla="*/ 62814 h 825400"/>
              <a:gd name="connsiteX51" fmla="*/ 7350497 w 7372060"/>
              <a:gd name="connsiteY51" fmla="*/ 15000 h 825400"/>
              <a:gd name="connsiteX52" fmla="*/ 7372061 w 7372060"/>
              <a:gd name="connsiteY52" fmla="*/ 0 h 825400"/>
              <a:gd name="connsiteX53" fmla="*/ 7372061 w 7372060"/>
              <a:gd name="connsiteY53" fmla="*/ 65627 h 825400"/>
              <a:gd name="connsiteX54" fmla="*/ 7350497 w 7372060"/>
              <a:gd name="connsiteY54" fmla="*/ 102190 h 825400"/>
              <a:gd name="connsiteX55" fmla="*/ 7242677 w 7372060"/>
              <a:gd name="connsiteY55" fmla="*/ 238131 h 825400"/>
              <a:gd name="connsiteX56" fmla="*/ 7113293 w 7372060"/>
              <a:gd name="connsiteY56" fmla="*/ 287820 h 825400"/>
              <a:gd name="connsiteX57" fmla="*/ 6983910 w 7372060"/>
              <a:gd name="connsiteY57" fmla="*/ 473449 h 825400"/>
              <a:gd name="connsiteX58" fmla="*/ 6854526 w 7372060"/>
              <a:gd name="connsiteY58" fmla="*/ 490325 h 825400"/>
              <a:gd name="connsiteX59" fmla="*/ 6725142 w 7372060"/>
              <a:gd name="connsiteY59" fmla="*/ 608453 h 825400"/>
              <a:gd name="connsiteX60" fmla="*/ 6595758 w 7372060"/>
              <a:gd name="connsiteY60" fmla="*/ 531576 h 825400"/>
              <a:gd name="connsiteX61" fmla="*/ 6466375 w 7372060"/>
              <a:gd name="connsiteY61" fmla="*/ 390947 h 825400"/>
              <a:gd name="connsiteX62" fmla="*/ 6336991 w 7372060"/>
              <a:gd name="connsiteY62" fmla="*/ 364697 h 825400"/>
              <a:gd name="connsiteX63" fmla="*/ 6207607 w 7372060"/>
              <a:gd name="connsiteY63" fmla="*/ 421886 h 825400"/>
              <a:gd name="connsiteX64" fmla="*/ 6078223 w 7372060"/>
              <a:gd name="connsiteY64" fmla="*/ 457512 h 825400"/>
              <a:gd name="connsiteX65" fmla="*/ 5948840 w 7372060"/>
              <a:gd name="connsiteY65" fmla="*/ 341259 h 825400"/>
              <a:gd name="connsiteX66" fmla="*/ 5819456 w 7372060"/>
              <a:gd name="connsiteY66" fmla="*/ 617828 h 825400"/>
              <a:gd name="connsiteX67" fmla="*/ 5690072 w 7372060"/>
              <a:gd name="connsiteY67" fmla="*/ 624391 h 825400"/>
              <a:gd name="connsiteX68" fmla="*/ 5560688 w 7372060"/>
              <a:gd name="connsiteY68" fmla="*/ 572827 h 825400"/>
              <a:gd name="connsiteX69" fmla="*/ 5431305 w 7372060"/>
              <a:gd name="connsiteY69" fmla="*/ 619703 h 825400"/>
              <a:gd name="connsiteX70" fmla="*/ 5301921 w 7372060"/>
              <a:gd name="connsiteY70" fmla="*/ 632828 h 825400"/>
              <a:gd name="connsiteX71" fmla="*/ 5172537 w 7372060"/>
              <a:gd name="connsiteY71" fmla="*/ 632828 h 825400"/>
              <a:gd name="connsiteX72" fmla="*/ 5043154 w 7372060"/>
              <a:gd name="connsiteY72" fmla="*/ 647829 h 825400"/>
              <a:gd name="connsiteX73" fmla="*/ 4913769 w 7372060"/>
              <a:gd name="connsiteY73" fmla="*/ 681580 h 825400"/>
              <a:gd name="connsiteX74" fmla="*/ 4784386 w 7372060"/>
              <a:gd name="connsiteY74" fmla="*/ 751894 h 825400"/>
              <a:gd name="connsiteX75" fmla="*/ 4655002 w 7372060"/>
              <a:gd name="connsiteY75" fmla="*/ 741581 h 825400"/>
              <a:gd name="connsiteX76" fmla="*/ 4525619 w 7372060"/>
              <a:gd name="connsiteY76" fmla="*/ 757519 h 825400"/>
              <a:gd name="connsiteX77" fmla="*/ 4396235 w 7372060"/>
              <a:gd name="connsiteY77" fmla="*/ 723768 h 825400"/>
              <a:gd name="connsiteX78" fmla="*/ 4266851 w 7372060"/>
              <a:gd name="connsiteY78" fmla="*/ 755644 h 825400"/>
              <a:gd name="connsiteX79" fmla="*/ 4137467 w 7372060"/>
              <a:gd name="connsiteY79" fmla="*/ 786582 h 825400"/>
              <a:gd name="connsiteX80" fmla="*/ 4008083 w 7372060"/>
              <a:gd name="connsiteY80" fmla="*/ 733143 h 825400"/>
              <a:gd name="connsiteX81" fmla="*/ 3878700 w 7372060"/>
              <a:gd name="connsiteY81" fmla="*/ 717205 h 825400"/>
              <a:gd name="connsiteX82" fmla="*/ 3749316 w 7372060"/>
              <a:gd name="connsiteY82" fmla="*/ 759394 h 825400"/>
              <a:gd name="connsiteX83" fmla="*/ 3619932 w 7372060"/>
              <a:gd name="connsiteY83" fmla="*/ 796895 h 825400"/>
              <a:gd name="connsiteX84" fmla="*/ 3490548 w 7372060"/>
              <a:gd name="connsiteY84" fmla="*/ 803458 h 825400"/>
              <a:gd name="connsiteX85" fmla="*/ 3339601 w 7372060"/>
              <a:gd name="connsiteY85" fmla="*/ 726581 h 825400"/>
              <a:gd name="connsiteX86" fmla="*/ 3123961 w 7372060"/>
              <a:gd name="connsiteY86" fmla="*/ 708768 h 825400"/>
              <a:gd name="connsiteX87" fmla="*/ 2973013 w 7372060"/>
              <a:gd name="connsiteY87" fmla="*/ 714393 h 825400"/>
              <a:gd name="connsiteX88" fmla="*/ 2843630 w 7372060"/>
              <a:gd name="connsiteY88" fmla="*/ 700330 h 825400"/>
              <a:gd name="connsiteX89" fmla="*/ 2671118 w 7372060"/>
              <a:gd name="connsiteY89" fmla="*/ 717205 h 825400"/>
              <a:gd name="connsiteX90" fmla="*/ 2348596 w 7372060"/>
              <a:gd name="connsiteY90" fmla="*/ 731268 h 825400"/>
              <a:gd name="connsiteX91" fmla="*/ 2089829 w 7372060"/>
              <a:gd name="connsiteY91" fmla="*/ 755644 h 825400"/>
              <a:gd name="connsiteX92" fmla="*/ 1938881 w 7372060"/>
              <a:gd name="connsiteY92" fmla="*/ 747206 h 825400"/>
              <a:gd name="connsiteX93" fmla="*/ 1809497 w 7372060"/>
              <a:gd name="connsiteY93" fmla="*/ 806270 h 825400"/>
              <a:gd name="connsiteX94" fmla="*/ 1680114 w 7372060"/>
              <a:gd name="connsiteY94" fmla="*/ 824083 h 825400"/>
              <a:gd name="connsiteX95" fmla="*/ 1550730 w 7372060"/>
              <a:gd name="connsiteY95" fmla="*/ 804395 h 825400"/>
              <a:gd name="connsiteX96" fmla="*/ 1421346 w 7372060"/>
              <a:gd name="connsiteY96" fmla="*/ 789395 h 825400"/>
              <a:gd name="connsiteX97" fmla="*/ 1291962 w 7372060"/>
              <a:gd name="connsiteY97" fmla="*/ 756582 h 825400"/>
              <a:gd name="connsiteX98" fmla="*/ 1162579 w 7372060"/>
              <a:gd name="connsiteY98" fmla="*/ 763144 h 825400"/>
              <a:gd name="connsiteX99" fmla="*/ 1011631 w 7372060"/>
              <a:gd name="connsiteY99" fmla="*/ 751894 h 825400"/>
              <a:gd name="connsiteX100" fmla="*/ 796929 w 7372060"/>
              <a:gd name="connsiteY100" fmla="*/ 773457 h 825400"/>
              <a:gd name="connsiteX101" fmla="*/ 624417 w 7372060"/>
              <a:gd name="connsiteY101" fmla="*/ 800645 h 825400"/>
              <a:gd name="connsiteX102" fmla="*/ 387214 w 7372060"/>
              <a:gd name="connsiteY102" fmla="*/ 811895 h 825400"/>
              <a:gd name="connsiteX103" fmla="*/ 150948 w 7372060"/>
              <a:gd name="connsiteY103" fmla="*/ 823146 h 825400"/>
              <a:gd name="connsiteX104" fmla="*/ 21564 w 7372060"/>
              <a:gd name="connsiteY104" fmla="*/ 784707 h 825400"/>
              <a:gd name="connsiteX105" fmla="*/ 0 w 7372060"/>
              <a:gd name="connsiteY105" fmla="*/ 773457 h 825400"/>
              <a:gd name="connsiteX106" fmla="*/ 0 w 7372060"/>
              <a:gd name="connsiteY106" fmla="*/ 774394 h 82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7372060" h="825400">
                <a:moveTo>
                  <a:pt x="0" y="774394"/>
                </a:moveTo>
                <a:lnTo>
                  <a:pt x="21564" y="763144"/>
                </a:lnTo>
                <a:cubicBezTo>
                  <a:pt x="43128" y="751894"/>
                  <a:pt x="86256" y="730331"/>
                  <a:pt x="150948" y="724706"/>
                </a:cubicBezTo>
                <a:cubicBezTo>
                  <a:pt x="215640" y="719081"/>
                  <a:pt x="301895" y="730331"/>
                  <a:pt x="387214" y="746269"/>
                </a:cubicBezTo>
                <a:cubicBezTo>
                  <a:pt x="473469" y="763144"/>
                  <a:pt x="559725" y="784707"/>
                  <a:pt x="624417" y="790332"/>
                </a:cubicBezTo>
                <a:cubicBezTo>
                  <a:pt x="689109" y="795958"/>
                  <a:pt x="732237" y="784707"/>
                  <a:pt x="796929" y="773457"/>
                </a:cubicBezTo>
                <a:cubicBezTo>
                  <a:pt x="861621" y="762207"/>
                  <a:pt x="947877" y="751894"/>
                  <a:pt x="1011631" y="751894"/>
                </a:cubicBezTo>
                <a:cubicBezTo>
                  <a:pt x="1075385" y="751894"/>
                  <a:pt x="1119451" y="763144"/>
                  <a:pt x="1162579" y="763144"/>
                </a:cubicBezTo>
                <a:cubicBezTo>
                  <a:pt x="1205707" y="763144"/>
                  <a:pt x="1248834" y="751894"/>
                  <a:pt x="1291962" y="756582"/>
                </a:cubicBezTo>
                <a:cubicBezTo>
                  <a:pt x="1335090" y="760332"/>
                  <a:pt x="1378218" y="780020"/>
                  <a:pt x="1421346" y="789395"/>
                </a:cubicBezTo>
                <a:cubicBezTo>
                  <a:pt x="1464474" y="798770"/>
                  <a:pt x="1507602" y="798770"/>
                  <a:pt x="1550730" y="804395"/>
                </a:cubicBezTo>
                <a:cubicBezTo>
                  <a:pt x="1593858" y="810021"/>
                  <a:pt x="1636986" y="821271"/>
                  <a:pt x="1680114" y="824083"/>
                </a:cubicBezTo>
                <a:cubicBezTo>
                  <a:pt x="1723241" y="827833"/>
                  <a:pt x="1766369" y="824083"/>
                  <a:pt x="1809497" y="806270"/>
                </a:cubicBezTo>
                <a:cubicBezTo>
                  <a:pt x="1852625" y="788457"/>
                  <a:pt x="1895753" y="755644"/>
                  <a:pt x="1938881" y="747206"/>
                </a:cubicBezTo>
                <a:cubicBezTo>
                  <a:pt x="1982009" y="738769"/>
                  <a:pt x="2025137" y="755644"/>
                  <a:pt x="2089829" y="755644"/>
                </a:cubicBezTo>
                <a:cubicBezTo>
                  <a:pt x="2154521" y="755644"/>
                  <a:pt x="2240776" y="738769"/>
                  <a:pt x="2348596" y="731268"/>
                </a:cubicBezTo>
                <a:cubicBezTo>
                  <a:pt x="2456416" y="722831"/>
                  <a:pt x="2585800" y="722831"/>
                  <a:pt x="2671118" y="717205"/>
                </a:cubicBezTo>
                <a:cubicBezTo>
                  <a:pt x="2756436" y="711581"/>
                  <a:pt x="2800502" y="700330"/>
                  <a:pt x="2843630" y="700330"/>
                </a:cubicBezTo>
                <a:cubicBezTo>
                  <a:pt x="2886758" y="700330"/>
                  <a:pt x="2929886" y="711581"/>
                  <a:pt x="2973013" y="714393"/>
                </a:cubicBezTo>
                <a:cubicBezTo>
                  <a:pt x="3016141" y="717205"/>
                  <a:pt x="3059269" y="711581"/>
                  <a:pt x="3123961" y="708768"/>
                </a:cubicBezTo>
                <a:cubicBezTo>
                  <a:pt x="3188653" y="705955"/>
                  <a:pt x="3274909" y="705955"/>
                  <a:pt x="3339601" y="715331"/>
                </a:cubicBezTo>
                <a:cubicBezTo>
                  <a:pt x="3404293" y="724706"/>
                  <a:pt x="3447421" y="744394"/>
                  <a:pt x="3490548" y="748144"/>
                </a:cubicBezTo>
                <a:cubicBezTo>
                  <a:pt x="3533676" y="751894"/>
                  <a:pt x="3576804" y="741581"/>
                  <a:pt x="3619932" y="730331"/>
                </a:cubicBezTo>
                <a:cubicBezTo>
                  <a:pt x="3663060" y="719081"/>
                  <a:pt x="3706188" y="708768"/>
                  <a:pt x="3749316" y="692830"/>
                </a:cubicBezTo>
                <a:cubicBezTo>
                  <a:pt x="3792444" y="677830"/>
                  <a:pt x="3835572" y="658142"/>
                  <a:pt x="3878700" y="661892"/>
                </a:cubicBezTo>
                <a:cubicBezTo>
                  <a:pt x="3921827" y="665642"/>
                  <a:pt x="3964955" y="692830"/>
                  <a:pt x="4008083" y="699393"/>
                </a:cubicBezTo>
                <a:cubicBezTo>
                  <a:pt x="4051211" y="705955"/>
                  <a:pt x="4094339" y="691892"/>
                  <a:pt x="4137467" y="687205"/>
                </a:cubicBezTo>
                <a:cubicBezTo>
                  <a:pt x="4180595" y="681580"/>
                  <a:pt x="4223723" y="685330"/>
                  <a:pt x="4266851" y="689080"/>
                </a:cubicBezTo>
                <a:cubicBezTo>
                  <a:pt x="4309979" y="692830"/>
                  <a:pt x="4353107" y="696580"/>
                  <a:pt x="4396235" y="700330"/>
                </a:cubicBezTo>
                <a:cubicBezTo>
                  <a:pt x="4439363" y="704080"/>
                  <a:pt x="4482491" y="708768"/>
                  <a:pt x="4525619" y="712518"/>
                </a:cubicBezTo>
                <a:cubicBezTo>
                  <a:pt x="4568746" y="716268"/>
                  <a:pt x="4611874" y="718143"/>
                  <a:pt x="4655002" y="706893"/>
                </a:cubicBezTo>
                <a:cubicBezTo>
                  <a:pt x="4698130" y="695643"/>
                  <a:pt x="4741258" y="672204"/>
                  <a:pt x="4784386" y="630016"/>
                </a:cubicBezTo>
                <a:cubicBezTo>
                  <a:pt x="4827514" y="587827"/>
                  <a:pt x="4870642" y="526888"/>
                  <a:pt x="4913769" y="515638"/>
                </a:cubicBezTo>
                <a:cubicBezTo>
                  <a:pt x="4956898" y="504388"/>
                  <a:pt x="5000025" y="541889"/>
                  <a:pt x="5043154" y="557826"/>
                </a:cubicBezTo>
                <a:cubicBezTo>
                  <a:pt x="5086281" y="573764"/>
                  <a:pt x="5129409" y="567202"/>
                  <a:pt x="5172537" y="554076"/>
                </a:cubicBezTo>
                <a:cubicBezTo>
                  <a:pt x="5215665" y="540951"/>
                  <a:pt x="5258793" y="520325"/>
                  <a:pt x="5301921" y="521263"/>
                </a:cubicBezTo>
                <a:cubicBezTo>
                  <a:pt x="5345049" y="521263"/>
                  <a:pt x="5388177" y="544701"/>
                  <a:pt x="5431305" y="519388"/>
                </a:cubicBezTo>
                <a:cubicBezTo>
                  <a:pt x="5474433" y="494075"/>
                  <a:pt x="5517560" y="420011"/>
                  <a:pt x="5560688" y="406885"/>
                </a:cubicBezTo>
                <a:cubicBezTo>
                  <a:pt x="5603816" y="393760"/>
                  <a:pt x="5646944" y="439699"/>
                  <a:pt x="5690072" y="436886"/>
                </a:cubicBezTo>
                <a:cubicBezTo>
                  <a:pt x="5733200" y="433136"/>
                  <a:pt x="5776328" y="380635"/>
                  <a:pt x="5819456" y="310320"/>
                </a:cubicBezTo>
                <a:cubicBezTo>
                  <a:pt x="5862584" y="240006"/>
                  <a:pt x="5905712" y="152816"/>
                  <a:pt x="5948840" y="176254"/>
                </a:cubicBezTo>
                <a:cubicBezTo>
                  <a:pt x="5991967" y="199693"/>
                  <a:pt x="6035096" y="333758"/>
                  <a:pt x="6078223" y="346884"/>
                </a:cubicBezTo>
                <a:cubicBezTo>
                  <a:pt x="6121351" y="360009"/>
                  <a:pt x="6164479" y="254069"/>
                  <a:pt x="6207607" y="234381"/>
                </a:cubicBezTo>
                <a:cubicBezTo>
                  <a:pt x="6250735" y="214693"/>
                  <a:pt x="6293863" y="284070"/>
                  <a:pt x="6336991" y="275632"/>
                </a:cubicBezTo>
                <a:cubicBezTo>
                  <a:pt x="6380119" y="267194"/>
                  <a:pt x="6423246" y="183755"/>
                  <a:pt x="6466375" y="127503"/>
                </a:cubicBezTo>
                <a:cubicBezTo>
                  <a:pt x="6509502" y="71252"/>
                  <a:pt x="6552631" y="41251"/>
                  <a:pt x="6595758" y="104065"/>
                </a:cubicBezTo>
                <a:cubicBezTo>
                  <a:pt x="6638886" y="166879"/>
                  <a:pt x="6682014" y="319695"/>
                  <a:pt x="6725142" y="334696"/>
                </a:cubicBezTo>
                <a:cubicBezTo>
                  <a:pt x="6768270" y="349696"/>
                  <a:pt x="6811398" y="225943"/>
                  <a:pt x="6854526" y="161254"/>
                </a:cubicBezTo>
                <a:cubicBezTo>
                  <a:pt x="6897654" y="96565"/>
                  <a:pt x="6940781" y="91877"/>
                  <a:pt x="6983910" y="78752"/>
                </a:cubicBezTo>
                <a:cubicBezTo>
                  <a:pt x="7027037" y="66564"/>
                  <a:pt x="7070165" y="45939"/>
                  <a:pt x="7113293" y="46876"/>
                </a:cubicBezTo>
                <a:cubicBezTo>
                  <a:pt x="7156421" y="46876"/>
                  <a:pt x="7199549" y="67502"/>
                  <a:pt x="7242677" y="62814"/>
                </a:cubicBezTo>
                <a:cubicBezTo>
                  <a:pt x="7285805" y="58126"/>
                  <a:pt x="7328933" y="29063"/>
                  <a:pt x="7350497" y="15000"/>
                </a:cubicBezTo>
                <a:lnTo>
                  <a:pt x="7372061" y="0"/>
                </a:lnTo>
                <a:lnTo>
                  <a:pt x="7372061" y="65627"/>
                </a:lnTo>
                <a:lnTo>
                  <a:pt x="7350497" y="102190"/>
                </a:lnTo>
                <a:cubicBezTo>
                  <a:pt x="7328933" y="138754"/>
                  <a:pt x="7285805" y="211880"/>
                  <a:pt x="7242677" y="238131"/>
                </a:cubicBezTo>
                <a:cubicBezTo>
                  <a:pt x="7199549" y="264382"/>
                  <a:pt x="7156421" y="244694"/>
                  <a:pt x="7113293" y="287820"/>
                </a:cubicBezTo>
                <a:cubicBezTo>
                  <a:pt x="7070165" y="330946"/>
                  <a:pt x="7027037" y="438761"/>
                  <a:pt x="6983910" y="473449"/>
                </a:cubicBezTo>
                <a:cubicBezTo>
                  <a:pt x="6940781" y="508138"/>
                  <a:pt x="6897654" y="469699"/>
                  <a:pt x="6854526" y="490325"/>
                </a:cubicBezTo>
                <a:cubicBezTo>
                  <a:pt x="6811398" y="510950"/>
                  <a:pt x="6768270" y="590640"/>
                  <a:pt x="6725142" y="608453"/>
                </a:cubicBezTo>
                <a:cubicBezTo>
                  <a:pt x="6682014" y="626266"/>
                  <a:pt x="6638886" y="582202"/>
                  <a:pt x="6595758" y="531576"/>
                </a:cubicBezTo>
                <a:cubicBezTo>
                  <a:pt x="6552631" y="480012"/>
                  <a:pt x="6509502" y="421886"/>
                  <a:pt x="6466375" y="390947"/>
                </a:cubicBezTo>
                <a:cubicBezTo>
                  <a:pt x="6423246" y="360009"/>
                  <a:pt x="6380119" y="356259"/>
                  <a:pt x="6336991" y="364697"/>
                </a:cubicBezTo>
                <a:cubicBezTo>
                  <a:pt x="6293863" y="373134"/>
                  <a:pt x="6250735" y="391885"/>
                  <a:pt x="6207607" y="421886"/>
                </a:cubicBezTo>
                <a:cubicBezTo>
                  <a:pt x="6164479" y="451886"/>
                  <a:pt x="6121351" y="493137"/>
                  <a:pt x="6078223" y="457512"/>
                </a:cubicBezTo>
                <a:cubicBezTo>
                  <a:pt x="6035096" y="421886"/>
                  <a:pt x="5991967" y="310320"/>
                  <a:pt x="5948840" y="341259"/>
                </a:cubicBezTo>
                <a:cubicBezTo>
                  <a:pt x="5905712" y="372197"/>
                  <a:pt x="5862584" y="547514"/>
                  <a:pt x="5819456" y="617828"/>
                </a:cubicBezTo>
                <a:cubicBezTo>
                  <a:pt x="5776328" y="688142"/>
                  <a:pt x="5733200" y="653454"/>
                  <a:pt x="5690072" y="624391"/>
                </a:cubicBezTo>
                <a:cubicBezTo>
                  <a:pt x="5646944" y="595327"/>
                  <a:pt x="5603816" y="570014"/>
                  <a:pt x="5560688" y="572827"/>
                </a:cubicBezTo>
                <a:cubicBezTo>
                  <a:pt x="5517560" y="575640"/>
                  <a:pt x="5474433" y="604703"/>
                  <a:pt x="5431305" y="619703"/>
                </a:cubicBezTo>
                <a:cubicBezTo>
                  <a:pt x="5388177" y="634703"/>
                  <a:pt x="5345049" y="633766"/>
                  <a:pt x="5301921" y="632828"/>
                </a:cubicBezTo>
                <a:cubicBezTo>
                  <a:pt x="5258793" y="631891"/>
                  <a:pt x="5215665" y="630953"/>
                  <a:pt x="5172537" y="632828"/>
                </a:cubicBezTo>
                <a:cubicBezTo>
                  <a:pt x="5129409" y="635641"/>
                  <a:pt x="5086281" y="641266"/>
                  <a:pt x="5043154" y="647829"/>
                </a:cubicBezTo>
                <a:cubicBezTo>
                  <a:pt x="5000025" y="654392"/>
                  <a:pt x="4956898" y="660017"/>
                  <a:pt x="4913769" y="681580"/>
                </a:cubicBezTo>
                <a:cubicBezTo>
                  <a:pt x="4870642" y="703143"/>
                  <a:pt x="4827514" y="742519"/>
                  <a:pt x="4784386" y="751894"/>
                </a:cubicBezTo>
                <a:cubicBezTo>
                  <a:pt x="4741258" y="761269"/>
                  <a:pt x="4698130" y="741581"/>
                  <a:pt x="4655002" y="741581"/>
                </a:cubicBezTo>
                <a:cubicBezTo>
                  <a:pt x="4611874" y="741581"/>
                  <a:pt x="4568746" y="761269"/>
                  <a:pt x="4525619" y="757519"/>
                </a:cubicBezTo>
                <a:cubicBezTo>
                  <a:pt x="4482491" y="753769"/>
                  <a:pt x="4439363" y="727518"/>
                  <a:pt x="4396235" y="723768"/>
                </a:cubicBezTo>
                <a:cubicBezTo>
                  <a:pt x="4353107" y="720018"/>
                  <a:pt x="4309979" y="737831"/>
                  <a:pt x="4266851" y="755644"/>
                </a:cubicBezTo>
                <a:cubicBezTo>
                  <a:pt x="4223723" y="773457"/>
                  <a:pt x="4180595" y="792207"/>
                  <a:pt x="4137467" y="786582"/>
                </a:cubicBezTo>
                <a:cubicBezTo>
                  <a:pt x="4094339" y="780957"/>
                  <a:pt x="4051211" y="750956"/>
                  <a:pt x="4008083" y="733143"/>
                </a:cubicBezTo>
                <a:cubicBezTo>
                  <a:pt x="3964955" y="715331"/>
                  <a:pt x="3921827" y="709705"/>
                  <a:pt x="3878700" y="717205"/>
                </a:cubicBezTo>
                <a:cubicBezTo>
                  <a:pt x="3835572" y="724706"/>
                  <a:pt x="3792444" y="744394"/>
                  <a:pt x="3749316" y="759394"/>
                </a:cubicBezTo>
                <a:cubicBezTo>
                  <a:pt x="3706188" y="774394"/>
                  <a:pt x="3663060" y="785645"/>
                  <a:pt x="3619932" y="796895"/>
                </a:cubicBezTo>
                <a:cubicBezTo>
                  <a:pt x="3576804" y="808145"/>
                  <a:pt x="3533676" y="818458"/>
                  <a:pt x="3490548" y="803458"/>
                </a:cubicBezTo>
                <a:cubicBezTo>
                  <a:pt x="3447421" y="788457"/>
                  <a:pt x="3404293" y="747206"/>
                  <a:pt x="3339601" y="726581"/>
                </a:cubicBezTo>
                <a:cubicBezTo>
                  <a:pt x="3274909" y="705955"/>
                  <a:pt x="3188653" y="705955"/>
                  <a:pt x="3123961" y="708768"/>
                </a:cubicBezTo>
                <a:cubicBezTo>
                  <a:pt x="3059269" y="711581"/>
                  <a:pt x="3016141" y="717205"/>
                  <a:pt x="2973013" y="714393"/>
                </a:cubicBezTo>
                <a:cubicBezTo>
                  <a:pt x="2929886" y="711581"/>
                  <a:pt x="2886758" y="700330"/>
                  <a:pt x="2843630" y="700330"/>
                </a:cubicBezTo>
                <a:cubicBezTo>
                  <a:pt x="2800502" y="700330"/>
                  <a:pt x="2757374" y="711581"/>
                  <a:pt x="2671118" y="717205"/>
                </a:cubicBezTo>
                <a:cubicBezTo>
                  <a:pt x="2584862" y="722831"/>
                  <a:pt x="2455478" y="722831"/>
                  <a:pt x="2348596" y="731268"/>
                </a:cubicBezTo>
                <a:cubicBezTo>
                  <a:pt x="2240776" y="739706"/>
                  <a:pt x="2154521" y="755644"/>
                  <a:pt x="2089829" y="755644"/>
                </a:cubicBezTo>
                <a:cubicBezTo>
                  <a:pt x="2025137" y="755644"/>
                  <a:pt x="1982009" y="738769"/>
                  <a:pt x="1938881" y="747206"/>
                </a:cubicBezTo>
                <a:cubicBezTo>
                  <a:pt x="1895753" y="755644"/>
                  <a:pt x="1852625" y="788457"/>
                  <a:pt x="1809497" y="806270"/>
                </a:cubicBezTo>
                <a:cubicBezTo>
                  <a:pt x="1766369" y="824083"/>
                  <a:pt x="1723241" y="827833"/>
                  <a:pt x="1680114" y="824083"/>
                </a:cubicBezTo>
                <a:cubicBezTo>
                  <a:pt x="1636986" y="820333"/>
                  <a:pt x="1593858" y="809083"/>
                  <a:pt x="1550730" y="804395"/>
                </a:cubicBezTo>
                <a:cubicBezTo>
                  <a:pt x="1507602" y="798770"/>
                  <a:pt x="1464474" y="798770"/>
                  <a:pt x="1421346" y="789395"/>
                </a:cubicBezTo>
                <a:cubicBezTo>
                  <a:pt x="1378218" y="780020"/>
                  <a:pt x="1335090" y="760332"/>
                  <a:pt x="1291962" y="756582"/>
                </a:cubicBezTo>
                <a:cubicBezTo>
                  <a:pt x="1248834" y="752832"/>
                  <a:pt x="1205707" y="763144"/>
                  <a:pt x="1162579" y="763144"/>
                </a:cubicBezTo>
                <a:cubicBezTo>
                  <a:pt x="1119451" y="763144"/>
                  <a:pt x="1076323" y="751894"/>
                  <a:pt x="1011631" y="751894"/>
                </a:cubicBezTo>
                <a:cubicBezTo>
                  <a:pt x="946939" y="751894"/>
                  <a:pt x="860683" y="763144"/>
                  <a:pt x="796929" y="773457"/>
                </a:cubicBezTo>
                <a:cubicBezTo>
                  <a:pt x="733175" y="783770"/>
                  <a:pt x="689109" y="795020"/>
                  <a:pt x="624417" y="800645"/>
                </a:cubicBezTo>
                <a:cubicBezTo>
                  <a:pt x="559725" y="806270"/>
                  <a:pt x="473469" y="806270"/>
                  <a:pt x="387214" y="811895"/>
                </a:cubicBezTo>
                <a:cubicBezTo>
                  <a:pt x="300958" y="817521"/>
                  <a:pt x="214702" y="828771"/>
                  <a:pt x="150948" y="823146"/>
                </a:cubicBezTo>
                <a:cubicBezTo>
                  <a:pt x="86256" y="817521"/>
                  <a:pt x="43128" y="795958"/>
                  <a:pt x="21564" y="784707"/>
                </a:cubicBezTo>
                <a:lnTo>
                  <a:pt x="0" y="773457"/>
                </a:lnTo>
                <a:lnTo>
                  <a:pt x="0" y="774394"/>
                </a:lnTo>
                <a:close/>
              </a:path>
            </a:pathLst>
          </a:custGeom>
          <a:solidFill>
            <a:srgbClr val="CB7729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3C0FF3C-DB77-0211-22F0-9DD38046F0B0}"/>
              </a:ext>
            </a:extLst>
          </p:cNvPr>
          <p:cNvSpPr/>
          <p:nvPr/>
        </p:nvSpPr>
        <p:spPr>
          <a:xfrm>
            <a:off x="1866777" y="2787140"/>
            <a:ext cx="7372060" cy="2710528"/>
          </a:xfrm>
          <a:custGeom>
            <a:avLst/>
            <a:gdLst>
              <a:gd name="connsiteX0" fmla="*/ 0 w 7372060"/>
              <a:gd name="connsiteY0" fmla="*/ 709705 h 2710528"/>
              <a:gd name="connsiteX1" fmla="*/ 21564 w 7372060"/>
              <a:gd name="connsiteY1" fmla="*/ 720956 h 2710528"/>
              <a:gd name="connsiteX2" fmla="*/ 150948 w 7372060"/>
              <a:gd name="connsiteY2" fmla="*/ 759394 h 2710528"/>
              <a:gd name="connsiteX3" fmla="*/ 387214 w 7372060"/>
              <a:gd name="connsiteY3" fmla="*/ 748144 h 2710528"/>
              <a:gd name="connsiteX4" fmla="*/ 624417 w 7372060"/>
              <a:gd name="connsiteY4" fmla="*/ 736893 h 2710528"/>
              <a:gd name="connsiteX5" fmla="*/ 796929 w 7372060"/>
              <a:gd name="connsiteY5" fmla="*/ 709705 h 2710528"/>
              <a:gd name="connsiteX6" fmla="*/ 1011631 w 7372060"/>
              <a:gd name="connsiteY6" fmla="*/ 688142 h 2710528"/>
              <a:gd name="connsiteX7" fmla="*/ 1162579 w 7372060"/>
              <a:gd name="connsiteY7" fmla="*/ 699393 h 2710528"/>
              <a:gd name="connsiteX8" fmla="*/ 1291962 w 7372060"/>
              <a:gd name="connsiteY8" fmla="*/ 692830 h 2710528"/>
              <a:gd name="connsiteX9" fmla="*/ 1421346 w 7372060"/>
              <a:gd name="connsiteY9" fmla="*/ 725643 h 2710528"/>
              <a:gd name="connsiteX10" fmla="*/ 1550730 w 7372060"/>
              <a:gd name="connsiteY10" fmla="*/ 740644 h 2710528"/>
              <a:gd name="connsiteX11" fmla="*/ 1680114 w 7372060"/>
              <a:gd name="connsiteY11" fmla="*/ 760332 h 2710528"/>
              <a:gd name="connsiteX12" fmla="*/ 1809497 w 7372060"/>
              <a:gd name="connsiteY12" fmla="*/ 742519 h 2710528"/>
              <a:gd name="connsiteX13" fmla="*/ 1938881 w 7372060"/>
              <a:gd name="connsiteY13" fmla="*/ 683455 h 2710528"/>
              <a:gd name="connsiteX14" fmla="*/ 2089829 w 7372060"/>
              <a:gd name="connsiteY14" fmla="*/ 691892 h 2710528"/>
              <a:gd name="connsiteX15" fmla="*/ 2348596 w 7372060"/>
              <a:gd name="connsiteY15" fmla="*/ 667517 h 2710528"/>
              <a:gd name="connsiteX16" fmla="*/ 2671118 w 7372060"/>
              <a:gd name="connsiteY16" fmla="*/ 653454 h 2710528"/>
              <a:gd name="connsiteX17" fmla="*/ 2843630 w 7372060"/>
              <a:gd name="connsiteY17" fmla="*/ 636579 h 2710528"/>
              <a:gd name="connsiteX18" fmla="*/ 2973013 w 7372060"/>
              <a:gd name="connsiteY18" fmla="*/ 650641 h 2710528"/>
              <a:gd name="connsiteX19" fmla="*/ 3123961 w 7372060"/>
              <a:gd name="connsiteY19" fmla="*/ 645016 h 2710528"/>
              <a:gd name="connsiteX20" fmla="*/ 3339601 w 7372060"/>
              <a:gd name="connsiteY20" fmla="*/ 662829 h 2710528"/>
              <a:gd name="connsiteX21" fmla="*/ 3490548 w 7372060"/>
              <a:gd name="connsiteY21" fmla="*/ 739706 h 2710528"/>
              <a:gd name="connsiteX22" fmla="*/ 3619932 w 7372060"/>
              <a:gd name="connsiteY22" fmla="*/ 733143 h 2710528"/>
              <a:gd name="connsiteX23" fmla="*/ 3749316 w 7372060"/>
              <a:gd name="connsiteY23" fmla="*/ 695643 h 2710528"/>
              <a:gd name="connsiteX24" fmla="*/ 3878700 w 7372060"/>
              <a:gd name="connsiteY24" fmla="*/ 653454 h 2710528"/>
              <a:gd name="connsiteX25" fmla="*/ 4008083 w 7372060"/>
              <a:gd name="connsiteY25" fmla="*/ 669392 h 2710528"/>
              <a:gd name="connsiteX26" fmla="*/ 4137467 w 7372060"/>
              <a:gd name="connsiteY26" fmla="*/ 733143 h 2710528"/>
              <a:gd name="connsiteX27" fmla="*/ 4266851 w 7372060"/>
              <a:gd name="connsiteY27" fmla="*/ 746269 h 2710528"/>
              <a:gd name="connsiteX28" fmla="*/ 4396235 w 7372060"/>
              <a:gd name="connsiteY28" fmla="*/ 714393 h 2710528"/>
              <a:gd name="connsiteX29" fmla="*/ 4525619 w 7372060"/>
              <a:gd name="connsiteY29" fmla="*/ 715331 h 2710528"/>
              <a:gd name="connsiteX30" fmla="*/ 4655002 w 7372060"/>
              <a:gd name="connsiteY30" fmla="*/ 720956 h 2710528"/>
              <a:gd name="connsiteX31" fmla="*/ 4784386 w 7372060"/>
              <a:gd name="connsiteY31" fmla="*/ 698455 h 2710528"/>
              <a:gd name="connsiteX32" fmla="*/ 4913769 w 7372060"/>
              <a:gd name="connsiteY32" fmla="*/ 616891 h 2710528"/>
              <a:gd name="connsiteX33" fmla="*/ 5043154 w 7372060"/>
              <a:gd name="connsiteY33" fmla="*/ 593452 h 2710528"/>
              <a:gd name="connsiteX34" fmla="*/ 5172537 w 7372060"/>
              <a:gd name="connsiteY34" fmla="*/ 622516 h 2710528"/>
              <a:gd name="connsiteX35" fmla="*/ 5301921 w 7372060"/>
              <a:gd name="connsiteY35" fmla="*/ 632829 h 2710528"/>
              <a:gd name="connsiteX36" fmla="*/ 5431305 w 7372060"/>
              <a:gd name="connsiteY36" fmla="*/ 619703 h 2710528"/>
              <a:gd name="connsiteX37" fmla="*/ 5560688 w 7372060"/>
              <a:gd name="connsiteY37" fmla="*/ 561577 h 2710528"/>
              <a:gd name="connsiteX38" fmla="*/ 5690072 w 7372060"/>
              <a:gd name="connsiteY38" fmla="*/ 569077 h 2710528"/>
              <a:gd name="connsiteX39" fmla="*/ 5819456 w 7372060"/>
              <a:gd name="connsiteY39" fmla="*/ 584077 h 2710528"/>
              <a:gd name="connsiteX40" fmla="*/ 5948840 w 7372060"/>
              <a:gd name="connsiteY40" fmla="*/ 417198 h 2710528"/>
              <a:gd name="connsiteX41" fmla="*/ 6078223 w 7372060"/>
              <a:gd name="connsiteY41" fmla="*/ 479074 h 2710528"/>
              <a:gd name="connsiteX42" fmla="*/ 6207607 w 7372060"/>
              <a:gd name="connsiteY42" fmla="*/ 465012 h 2710528"/>
              <a:gd name="connsiteX43" fmla="*/ 6336991 w 7372060"/>
              <a:gd name="connsiteY43" fmla="*/ 539076 h 2710528"/>
              <a:gd name="connsiteX44" fmla="*/ 6466375 w 7372060"/>
              <a:gd name="connsiteY44" fmla="*/ 434073 h 2710528"/>
              <a:gd name="connsiteX45" fmla="*/ 6595758 w 7372060"/>
              <a:gd name="connsiteY45" fmla="*/ 530638 h 2710528"/>
              <a:gd name="connsiteX46" fmla="*/ 6725142 w 7372060"/>
              <a:gd name="connsiteY46" fmla="*/ 618766 h 2710528"/>
              <a:gd name="connsiteX47" fmla="*/ 6854526 w 7372060"/>
              <a:gd name="connsiteY47" fmla="*/ 533451 h 2710528"/>
              <a:gd name="connsiteX48" fmla="*/ 6983910 w 7372060"/>
              <a:gd name="connsiteY48" fmla="*/ 495013 h 2710528"/>
              <a:gd name="connsiteX49" fmla="*/ 7113293 w 7372060"/>
              <a:gd name="connsiteY49" fmla="*/ 342196 h 2710528"/>
              <a:gd name="connsiteX50" fmla="*/ 7242677 w 7372060"/>
              <a:gd name="connsiteY50" fmla="*/ 281257 h 2710528"/>
              <a:gd name="connsiteX51" fmla="*/ 7350497 w 7372060"/>
              <a:gd name="connsiteY51" fmla="*/ 58126 h 2710528"/>
              <a:gd name="connsiteX52" fmla="*/ 7372061 w 7372060"/>
              <a:gd name="connsiteY52" fmla="*/ 0 h 2710528"/>
              <a:gd name="connsiteX53" fmla="*/ 7372061 w 7372060"/>
              <a:gd name="connsiteY53" fmla="*/ 196880 h 2710528"/>
              <a:gd name="connsiteX54" fmla="*/ 7350497 w 7372060"/>
              <a:gd name="connsiteY54" fmla="*/ 572827 h 2710528"/>
              <a:gd name="connsiteX55" fmla="*/ 7242677 w 7372060"/>
              <a:gd name="connsiteY55" fmla="*/ 2064427 h 2710528"/>
              <a:gd name="connsiteX56" fmla="*/ 7113293 w 7372060"/>
              <a:gd name="connsiteY56" fmla="*/ 2409436 h 2710528"/>
              <a:gd name="connsiteX57" fmla="*/ 6983910 w 7372060"/>
              <a:gd name="connsiteY57" fmla="*/ 2430999 h 2710528"/>
              <a:gd name="connsiteX58" fmla="*/ 6854526 w 7372060"/>
              <a:gd name="connsiteY58" fmla="*/ 2316621 h 2710528"/>
              <a:gd name="connsiteX59" fmla="*/ 6725142 w 7372060"/>
              <a:gd name="connsiteY59" fmla="*/ 2096303 h 2710528"/>
              <a:gd name="connsiteX60" fmla="*/ 6595758 w 7372060"/>
              <a:gd name="connsiteY60" fmla="*/ 2610066 h 2710528"/>
              <a:gd name="connsiteX61" fmla="*/ 6466375 w 7372060"/>
              <a:gd name="connsiteY61" fmla="*/ 2579127 h 2710528"/>
              <a:gd name="connsiteX62" fmla="*/ 6336991 w 7372060"/>
              <a:gd name="connsiteY62" fmla="*/ 2082240 h 2710528"/>
              <a:gd name="connsiteX63" fmla="*/ 6207607 w 7372060"/>
              <a:gd name="connsiteY63" fmla="*/ 2369122 h 2710528"/>
              <a:gd name="connsiteX64" fmla="*/ 6078223 w 7372060"/>
              <a:gd name="connsiteY64" fmla="*/ 2240682 h 2710528"/>
              <a:gd name="connsiteX65" fmla="*/ 5948840 w 7372060"/>
              <a:gd name="connsiteY65" fmla="*/ 2299746 h 2710528"/>
              <a:gd name="connsiteX66" fmla="*/ 5819456 w 7372060"/>
              <a:gd name="connsiteY66" fmla="*/ 2018488 h 2710528"/>
              <a:gd name="connsiteX67" fmla="*/ 5690072 w 7372060"/>
              <a:gd name="connsiteY67" fmla="*/ 1839421 h 2710528"/>
              <a:gd name="connsiteX68" fmla="*/ 5560688 w 7372060"/>
              <a:gd name="connsiteY68" fmla="*/ 1776607 h 2710528"/>
              <a:gd name="connsiteX69" fmla="*/ 5431305 w 7372060"/>
              <a:gd name="connsiteY69" fmla="*/ 1484100 h 2710528"/>
              <a:gd name="connsiteX70" fmla="*/ 5301921 w 7372060"/>
              <a:gd name="connsiteY70" fmla="*/ 1344409 h 2710528"/>
              <a:gd name="connsiteX71" fmla="*/ 5172537 w 7372060"/>
              <a:gd name="connsiteY71" fmla="*/ 1257219 h 2710528"/>
              <a:gd name="connsiteX72" fmla="*/ 5043154 w 7372060"/>
              <a:gd name="connsiteY72" fmla="*/ 1305033 h 2710528"/>
              <a:gd name="connsiteX73" fmla="*/ 4913769 w 7372060"/>
              <a:gd name="connsiteY73" fmla="*/ 1317221 h 2710528"/>
              <a:gd name="connsiteX74" fmla="*/ 4784386 w 7372060"/>
              <a:gd name="connsiteY74" fmla="*/ 1070652 h 2710528"/>
              <a:gd name="connsiteX75" fmla="*/ 4655002 w 7372060"/>
              <a:gd name="connsiteY75" fmla="*/ 907523 h 2710528"/>
              <a:gd name="connsiteX76" fmla="*/ 4525619 w 7372060"/>
              <a:gd name="connsiteY76" fmla="*/ 956274 h 2710528"/>
              <a:gd name="connsiteX77" fmla="*/ 4396235 w 7372060"/>
              <a:gd name="connsiteY77" fmla="*/ 932836 h 2710528"/>
              <a:gd name="connsiteX78" fmla="*/ 4266851 w 7372060"/>
              <a:gd name="connsiteY78" fmla="*/ 811895 h 2710528"/>
              <a:gd name="connsiteX79" fmla="*/ 4137467 w 7372060"/>
              <a:gd name="connsiteY79" fmla="*/ 831583 h 2710528"/>
              <a:gd name="connsiteX80" fmla="*/ 4008083 w 7372060"/>
              <a:gd name="connsiteY80" fmla="*/ 767832 h 2710528"/>
              <a:gd name="connsiteX81" fmla="*/ 3878700 w 7372060"/>
              <a:gd name="connsiteY81" fmla="*/ 795958 h 2710528"/>
              <a:gd name="connsiteX82" fmla="*/ 3749316 w 7372060"/>
              <a:gd name="connsiteY82" fmla="*/ 728456 h 2710528"/>
              <a:gd name="connsiteX83" fmla="*/ 3619932 w 7372060"/>
              <a:gd name="connsiteY83" fmla="*/ 733143 h 2710528"/>
              <a:gd name="connsiteX84" fmla="*/ 3490548 w 7372060"/>
              <a:gd name="connsiteY84" fmla="*/ 739706 h 2710528"/>
              <a:gd name="connsiteX85" fmla="*/ 3339601 w 7372060"/>
              <a:gd name="connsiteY85" fmla="*/ 674080 h 2710528"/>
              <a:gd name="connsiteX86" fmla="*/ 3123961 w 7372060"/>
              <a:gd name="connsiteY86" fmla="*/ 700330 h 2710528"/>
              <a:gd name="connsiteX87" fmla="*/ 2973013 w 7372060"/>
              <a:gd name="connsiteY87" fmla="*/ 727518 h 2710528"/>
              <a:gd name="connsiteX88" fmla="*/ 2843630 w 7372060"/>
              <a:gd name="connsiteY88" fmla="*/ 746269 h 2710528"/>
              <a:gd name="connsiteX89" fmla="*/ 2671118 w 7372060"/>
              <a:gd name="connsiteY89" fmla="*/ 729393 h 2710528"/>
              <a:gd name="connsiteX90" fmla="*/ 2348596 w 7372060"/>
              <a:gd name="connsiteY90" fmla="*/ 720956 h 2710528"/>
              <a:gd name="connsiteX91" fmla="*/ 2089829 w 7372060"/>
              <a:gd name="connsiteY91" fmla="*/ 702205 h 2710528"/>
              <a:gd name="connsiteX92" fmla="*/ 1938881 w 7372060"/>
              <a:gd name="connsiteY92" fmla="*/ 693768 h 2710528"/>
              <a:gd name="connsiteX93" fmla="*/ 1809497 w 7372060"/>
              <a:gd name="connsiteY93" fmla="*/ 785645 h 2710528"/>
              <a:gd name="connsiteX94" fmla="*/ 1680114 w 7372060"/>
              <a:gd name="connsiteY94" fmla="*/ 781895 h 2710528"/>
              <a:gd name="connsiteX95" fmla="*/ 1550730 w 7372060"/>
              <a:gd name="connsiteY95" fmla="*/ 795020 h 2710528"/>
              <a:gd name="connsiteX96" fmla="*/ 1421346 w 7372060"/>
              <a:gd name="connsiteY96" fmla="*/ 791270 h 2710528"/>
              <a:gd name="connsiteX97" fmla="*/ 1291962 w 7372060"/>
              <a:gd name="connsiteY97" fmla="*/ 747206 h 2710528"/>
              <a:gd name="connsiteX98" fmla="*/ 1162579 w 7372060"/>
              <a:gd name="connsiteY98" fmla="*/ 710643 h 2710528"/>
              <a:gd name="connsiteX99" fmla="*/ 1011631 w 7372060"/>
              <a:gd name="connsiteY99" fmla="*/ 689080 h 2710528"/>
              <a:gd name="connsiteX100" fmla="*/ 796929 w 7372060"/>
              <a:gd name="connsiteY100" fmla="*/ 710643 h 2710528"/>
              <a:gd name="connsiteX101" fmla="*/ 624417 w 7372060"/>
              <a:gd name="connsiteY101" fmla="*/ 737831 h 2710528"/>
              <a:gd name="connsiteX102" fmla="*/ 387214 w 7372060"/>
              <a:gd name="connsiteY102" fmla="*/ 749081 h 2710528"/>
              <a:gd name="connsiteX103" fmla="*/ 150948 w 7372060"/>
              <a:gd name="connsiteY103" fmla="*/ 760332 h 2710528"/>
              <a:gd name="connsiteX104" fmla="*/ 21564 w 7372060"/>
              <a:gd name="connsiteY104" fmla="*/ 721893 h 2710528"/>
              <a:gd name="connsiteX105" fmla="*/ 0 w 7372060"/>
              <a:gd name="connsiteY105" fmla="*/ 710643 h 2710528"/>
              <a:gd name="connsiteX106" fmla="*/ 0 w 7372060"/>
              <a:gd name="connsiteY106" fmla="*/ 709705 h 2710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7372060" h="2710528">
                <a:moveTo>
                  <a:pt x="0" y="709705"/>
                </a:moveTo>
                <a:lnTo>
                  <a:pt x="21564" y="720956"/>
                </a:lnTo>
                <a:cubicBezTo>
                  <a:pt x="43128" y="732206"/>
                  <a:pt x="86256" y="753769"/>
                  <a:pt x="150948" y="759394"/>
                </a:cubicBezTo>
                <a:cubicBezTo>
                  <a:pt x="215640" y="765019"/>
                  <a:pt x="301895" y="753769"/>
                  <a:pt x="387214" y="748144"/>
                </a:cubicBezTo>
                <a:cubicBezTo>
                  <a:pt x="473469" y="742519"/>
                  <a:pt x="559725" y="742519"/>
                  <a:pt x="624417" y="736893"/>
                </a:cubicBezTo>
                <a:cubicBezTo>
                  <a:pt x="689109" y="731269"/>
                  <a:pt x="732237" y="720018"/>
                  <a:pt x="796929" y="709705"/>
                </a:cubicBezTo>
                <a:cubicBezTo>
                  <a:pt x="861621" y="699393"/>
                  <a:pt x="947877" y="688142"/>
                  <a:pt x="1011631" y="688142"/>
                </a:cubicBezTo>
                <a:cubicBezTo>
                  <a:pt x="1075385" y="688142"/>
                  <a:pt x="1119451" y="699393"/>
                  <a:pt x="1162579" y="699393"/>
                </a:cubicBezTo>
                <a:cubicBezTo>
                  <a:pt x="1205707" y="699393"/>
                  <a:pt x="1248834" y="688142"/>
                  <a:pt x="1291962" y="692830"/>
                </a:cubicBezTo>
                <a:cubicBezTo>
                  <a:pt x="1335090" y="696580"/>
                  <a:pt x="1378218" y="716268"/>
                  <a:pt x="1421346" y="725643"/>
                </a:cubicBezTo>
                <a:cubicBezTo>
                  <a:pt x="1464474" y="735019"/>
                  <a:pt x="1507602" y="735019"/>
                  <a:pt x="1550730" y="740644"/>
                </a:cubicBezTo>
                <a:cubicBezTo>
                  <a:pt x="1593858" y="746269"/>
                  <a:pt x="1636986" y="757519"/>
                  <a:pt x="1680114" y="760332"/>
                </a:cubicBezTo>
                <a:cubicBezTo>
                  <a:pt x="1723241" y="764082"/>
                  <a:pt x="1766369" y="760332"/>
                  <a:pt x="1809497" y="742519"/>
                </a:cubicBezTo>
                <a:cubicBezTo>
                  <a:pt x="1852625" y="724706"/>
                  <a:pt x="1895753" y="691892"/>
                  <a:pt x="1938881" y="683455"/>
                </a:cubicBezTo>
                <a:cubicBezTo>
                  <a:pt x="1982009" y="675017"/>
                  <a:pt x="2025137" y="691892"/>
                  <a:pt x="2089829" y="691892"/>
                </a:cubicBezTo>
                <a:cubicBezTo>
                  <a:pt x="2154521" y="691892"/>
                  <a:pt x="2240776" y="675017"/>
                  <a:pt x="2348596" y="667517"/>
                </a:cubicBezTo>
                <a:cubicBezTo>
                  <a:pt x="2456416" y="659079"/>
                  <a:pt x="2585800" y="659079"/>
                  <a:pt x="2671118" y="653454"/>
                </a:cubicBezTo>
                <a:cubicBezTo>
                  <a:pt x="2756436" y="647829"/>
                  <a:pt x="2800502" y="636579"/>
                  <a:pt x="2843630" y="636579"/>
                </a:cubicBezTo>
                <a:cubicBezTo>
                  <a:pt x="2886758" y="636579"/>
                  <a:pt x="2929886" y="647829"/>
                  <a:pt x="2973013" y="650641"/>
                </a:cubicBezTo>
                <a:cubicBezTo>
                  <a:pt x="3016141" y="653454"/>
                  <a:pt x="3059269" y="647829"/>
                  <a:pt x="3123961" y="645016"/>
                </a:cubicBezTo>
                <a:cubicBezTo>
                  <a:pt x="3188653" y="642204"/>
                  <a:pt x="3274909" y="642204"/>
                  <a:pt x="3339601" y="662829"/>
                </a:cubicBezTo>
                <a:cubicBezTo>
                  <a:pt x="3404293" y="683455"/>
                  <a:pt x="3447421" y="724706"/>
                  <a:pt x="3490548" y="739706"/>
                </a:cubicBezTo>
                <a:cubicBezTo>
                  <a:pt x="3533676" y="754707"/>
                  <a:pt x="3576804" y="743456"/>
                  <a:pt x="3619932" y="733143"/>
                </a:cubicBezTo>
                <a:cubicBezTo>
                  <a:pt x="3663060" y="721893"/>
                  <a:pt x="3706188" y="711581"/>
                  <a:pt x="3749316" y="695643"/>
                </a:cubicBezTo>
                <a:cubicBezTo>
                  <a:pt x="3792444" y="680642"/>
                  <a:pt x="3835572" y="660954"/>
                  <a:pt x="3878700" y="653454"/>
                </a:cubicBezTo>
                <a:cubicBezTo>
                  <a:pt x="3921827" y="645954"/>
                  <a:pt x="3964955" y="651579"/>
                  <a:pt x="4008083" y="669392"/>
                </a:cubicBezTo>
                <a:cubicBezTo>
                  <a:pt x="4051211" y="687205"/>
                  <a:pt x="4094339" y="716268"/>
                  <a:pt x="4137467" y="733143"/>
                </a:cubicBezTo>
                <a:cubicBezTo>
                  <a:pt x="4180595" y="750019"/>
                  <a:pt x="4223723" y="753769"/>
                  <a:pt x="4266851" y="746269"/>
                </a:cubicBezTo>
                <a:cubicBezTo>
                  <a:pt x="4309979" y="738769"/>
                  <a:pt x="4353107" y="720956"/>
                  <a:pt x="4396235" y="714393"/>
                </a:cubicBezTo>
                <a:cubicBezTo>
                  <a:pt x="4439363" y="707830"/>
                  <a:pt x="4482491" y="712518"/>
                  <a:pt x="4525619" y="715331"/>
                </a:cubicBezTo>
                <a:cubicBezTo>
                  <a:pt x="4568746" y="718143"/>
                  <a:pt x="4611874" y="720956"/>
                  <a:pt x="4655002" y="720956"/>
                </a:cubicBezTo>
                <a:cubicBezTo>
                  <a:pt x="4698130" y="720956"/>
                  <a:pt x="4741258" y="719081"/>
                  <a:pt x="4784386" y="698455"/>
                </a:cubicBezTo>
                <a:cubicBezTo>
                  <a:pt x="4827514" y="677830"/>
                  <a:pt x="4870642" y="639391"/>
                  <a:pt x="4913769" y="616891"/>
                </a:cubicBezTo>
                <a:cubicBezTo>
                  <a:pt x="4956898" y="594390"/>
                  <a:pt x="5000025" y="588765"/>
                  <a:pt x="5043154" y="593452"/>
                </a:cubicBezTo>
                <a:cubicBezTo>
                  <a:pt x="5086281" y="598140"/>
                  <a:pt x="5129409" y="614078"/>
                  <a:pt x="5172537" y="622516"/>
                </a:cubicBezTo>
                <a:cubicBezTo>
                  <a:pt x="5215665" y="630953"/>
                  <a:pt x="5258793" y="631891"/>
                  <a:pt x="5301921" y="632829"/>
                </a:cubicBezTo>
                <a:cubicBezTo>
                  <a:pt x="5345049" y="633766"/>
                  <a:pt x="5388177" y="633766"/>
                  <a:pt x="5431305" y="619703"/>
                </a:cubicBezTo>
                <a:cubicBezTo>
                  <a:pt x="5474433" y="604703"/>
                  <a:pt x="5517560" y="575640"/>
                  <a:pt x="5560688" y="561577"/>
                </a:cubicBezTo>
                <a:cubicBezTo>
                  <a:pt x="5603816" y="547514"/>
                  <a:pt x="5646944" y="551264"/>
                  <a:pt x="5690072" y="569077"/>
                </a:cubicBezTo>
                <a:cubicBezTo>
                  <a:pt x="5733200" y="587827"/>
                  <a:pt x="5776328" y="621578"/>
                  <a:pt x="5819456" y="584077"/>
                </a:cubicBezTo>
                <a:cubicBezTo>
                  <a:pt x="5862584" y="546576"/>
                  <a:pt x="5905712" y="437824"/>
                  <a:pt x="5948840" y="417198"/>
                </a:cubicBezTo>
                <a:cubicBezTo>
                  <a:pt x="5991967" y="396573"/>
                  <a:pt x="6035096" y="465012"/>
                  <a:pt x="6078223" y="479074"/>
                </a:cubicBezTo>
                <a:cubicBezTo>
                  <a:pt x="6121351" y="492200"/>
                  <a:pt x="6164479" y="451886"/>
                  <a:pt x="6207607" y="465012"/>
                </a:cubicBezTo>
                <a:cubicBezTo>
                  <a:pt x="6250735" y="478137"/>
                  <a:pt x="6293863" y="547514"/>
                  <a:pt x="6336991" y="539076"/>
                </a:cubicBezTo>
                <a:cubicBezTo>
                  <a:pt x="6380119" y="531576"/>
                  <a:pt x="6423246" y="447199"/>
                  <a:pt x="6466375" y="434073"/>
                </a:cubicBezTo>
                <a:cubicBezTo>
                  <a:pt x="6509502" y="420948"/>
                  <a:pt x="6552631" y="479074"/>
                  <a:pt x="6595758" y="530638"/>
                </a:cubicBezTo>
                <a:cubicBezTo>
                  <a:pt x="6638886" y="582202"/>
                  <a:pt x="6682014" y="625328"/>
                  <a:pt x="6725142" y="618766"/>
                </a:cubicBezTo>
                <a:cubicBezTo>
                  <a:pt x="6768270" y="612203"/>
                  <a:pt x="6811398" y="554076"/>
                  <a:pt x="6854526" y="533451"/>
                </a:cubicBezTo>
                <a:cubicBezTo>
                  <a:pt x="6897654" y="512825"/>
                  <a:pt x="6940781" y="529701"/>
                  <a:pt x="6983910" y="495013"/>
                </a:cubicBezTo>
                <a:cubicBezTo>
                  <a:pt x="7027037" y="460324"/>
                  <a:pt x="7070165" y="375009"/>
                  <a:pt x="7113293" y="342196"/>
                </a:cubicBezTo>
                <a:cubicBezTo>
                  <a:pt x="7156421" y="309383"/>
                  <a:pt x="7199549" y="330008"/>
                  <a:pt x="7242677" y="281257"/>
                </a:cubicBezTo>
                <a:cubicBezTo>
                  <a:pt x="7285805" y="233443"/>
                  <a:pt x="7328933" y="116253"/>
                  <a:pt x="7350497" y="58126"/>
                </a:cubicBezTo>
                <a:lnTo>
                  <a:pt x="7372061" y="0"/>
                </a:lnTo>
                <a:lnTo>
                  <a:pt x="7372061" y="196880"/>
                </a:lnTo>
                <a:lnTo>
                  <a:pt x="7350497" y="572827"/>
                </a:lnTo>
                <a:cubicBezTo>
                  <a:pt x="7328933" y="948774"/>
                  <a:pt x="7285805" y="1699730"/>
                  <a:pt x="7242677" y="2064427"/>
                </a:cubicBezTo>
                <a:cubicBezTo>
                  <a:pt x="7199549" y="2430061"/>
                  <a:pt x="7156421" y="2409436"/>
                  <a:pt x="7113293" y="2409436"/>
                </a:cubicBezTo>
                <a:cubicBezTo>
                  <a:pt x="7070165" y="2409436"/>
                  <a:pt x="7027037" y="2429124"/>
                  <a:pt x="6983910" y="2430999"/>
                </a:cubicBezTo>
                <a:cubicBezTo>
                  <a:pt x="6940781" y="2432874"/>
                  <a:pt x="6897654" y="2415998"/>
                  <a:pt x="6854526" y="2316621"/>
                </a:cubicBezTo>
                <a:cubicBezTo>
                  <a:pt x="6811398" y="2217244"/>
                  <a:pt x="6768270" y="2034426"/>
                  <a:pt x="6725142" y="2096303"/>
                </a:cubicBezTo>
                <a:cubicBezTo>
                  <a:pt x="6682014" y="2158179"/>
                  <a:pt x="6638886" y="2463812"/>
                  <a:pt x="6595758" y="2610066"/>
                </a:cubicBezTo>
                <a:cubicBezTo>
                  <a:pt x="6552631" y="2755382"/>
                  <a:pt x="6509502" y="2741319"/>
                  <a:pt x="6466375" y="2579127"/>
                </a:cubicBezTo>
                <a:cubicBezTo>
                  <a:pt x="6423246" y="2416936"/>
                  <a:pt x="6380119" y="2107553"/>
                  <a:pt x="6336991" y="2082240"/>
                </a:cubicBezTo>
                <a:cubicBezTo>
                  <a:pt x="6293863" y="2056927"/>
                  <a:pt x="6250735" y="2316621"/>
                  <a:pt x="6207607" y="2369122"/>
                </a:cubicBezTo>
                <a:cubicBezTo>
                  <a:pt x="6164479" y="2421624"/>
                  <a:pt x="6121351" y="2265057"/>
                  <a:pt x="6078223" y="2240682"/>
                </a:cubicBezTo>
                <a:cubicBezTo>
                  <a:pt x="6035096" y="2216306"/>
                  <a:pt x="5991967" y="2323184"/>
                  <a:pt x="5948840" y="2299746"/>
                </a:cubicBezTo>
                <a:cubicBezTo>
                  <a:pt x="5905712" y="2276307"/>
                  <a:pt x="5862584" y="2123491"/>
                  <a:pt x="5819456" y="2018488"/>
                </a:cubicBezTo>
                <a:cubicBezTo>
                  <a:pt x="5776328" y="1913486"/>
                  <a:pt x="5733200" y="1857234"/>
                  <a:pt x="5690072" y="1839421"/>
                </a:cubicBezTo>
                <a:cubicBezTo>
                  <a:pt x="5646944" y="1820671"/>
                  <a:pt x="5603816" y="1839421"/>
                  <a:pt x="5560688" y="1776607"/>
                </a:cubicBezTo>
                <a:cubicBezTo>
                  <a:pt x="5517560" y="1713793"/>
                  <a:pt x="5474433" y="1568477"/>
                  <a:pt x="5431305" y="1484100"/>
                </a:cubicBezTo>
                <a:cubicBezTo>
                  <a:pt x="5388177" y="1399723"/>
                  <a:pt x="5345049" y="1378160"/>
                  <a:pt x="5301921" y="1344409"/>
                </a:cubicBezTo>
                <a:cubicBezTo>
                  <a:pt x="5258793" y="1310658"/>
                  <a:pt x="5215665" y="1265657"/>
                  <a:pt x="5172537" y="1257219"/>
                </a:cubicBezTo>
                <a:cubicBezTo>
                  <a:pt x="5129409" y="1248781"/>
                  <a:pt x="5086281" y="1276907"/>
                  <a:pt x="5043154" y="1305033"/>
                </a:cubicBezTo>
                <a:cubicBezTo>
                  <a:pt x="5000025" y="1333159"/>
                  <a:pt x="4956898" y="1360347"/>
                  <a:pt x="4913769" y="1317221"/>
                </a:cubicBezTo>
                <a:cubicBezTo>
                  <a:pt x="4870642" y="1274095"/>
                  <a:pt x="4827514" y="1158779"/>
                  <a:pt x="4784386" y="1070652"/>
                </a:cubicBezTo>
                <a:cubicBezTo>
                  <a:pt x="4741258" y="981587"/>
                  <a:pt x="4698130" y="917836"/>
                  <a:pt x="4655002" y="907523"/>
                </a:cubicBezTo>
                <a:cubicBezTo>
                  <a:pt x="4611874" y="896273"/>
                  <a:pt x="4568746" y="938461"/>
                  <a:pt x="4525619" y="956274"/>
                </a:cubicBezTo>
                <a:cubicBezTo>
                  <a:pt x="4482491" y="974087"/>
                  <a:pt x="4439363" y="970337"/>
                  <a:pt x="4396235" y="932836"/>
                </a:cubicBezTo>
                <a:cubicBezTo>
                  <a:pt x="4353107" y="896273"/>
                  <a:pt x="4309979" y="826896"/>
                  <a:pt x="4266851" y="811895"/>
                </a:cubicBezTo>
                <a:cubicBezTo>
                  <a:pt x="4223723" y="796895"/>
                  <a:pt x="4180595" y="837209"/>
                  <a:pt x="4137467" y="831583"/>
                </a:cubicBezTo>
                <a:cubicBezTo>
                  <a:pt x="4094339" y="825958"/>
                  <a:pt x="4051211" y="774394"/>
                  <a:pt x="4008083" y="767832"/>
                </a:cubicBezTo>
                <a:cubicBezTo>
                  <a:pt x="3964955" y="761269"/>
                  <a:pt x="3921827" y="799708"/>
                  <a:pt x="3878700" y="795958"/>
                </a:cubicBezTo>
                <a:cubicBezTo>
                  <a:pt x="3835572" y="792208"/>
                  <a:pt x="3792444" y="746269"/>
                  <a:pt x="3749316" y="728456"/>
                </a:cubicBezTo>
                <a:cubicBezTo>
                  <a:pt x="3706188" y="710643"/>
                  <a:pt x="3663060" y="721893"/>
                  <a:pt x="3619932" y="733143"/>
                </a:cubicBezTo>
                <a:cubicBezTo>
                  <a:pt x="3576804" y="744394"/>
                  <a:pt x="3533676" y="754707"/>
                  <a:pt x="3490548" y="739706"/>
                </a:cubicBezTo>
                <a:cubicBezTo>
                  <a:pt x="3447421" y="724706"/>
                  <a:pt x="3404293" y="683455"/>
                  <a:pt x="3339601" y="674080"/>
                </a:cubicBezTo>
                <a:cubicBezTo>
                  <a:pt x="3274909" y="664704"/>
                  <a:pt x="3188653" y="686267"/>
                  <a:pt x="3123961" y="700330"/>
                </a:cubicBezTo>
                <a:cubicBezTo>
                  <a:pt x="3059269" y="714393"/>
                  <a:pt x="3016141" y="719081"/>
                  <a:pt x="2973013" y="727518"/>
                </a:cubicBezTo>
                <a:cubicBezTo>
                  <a:pt x="2929886" y="735956"/>
                  <a:pt x="2886758" y="746269"/>
                  <a:pt x="2843630" y="746269"/>
                </a:cubicBezTo>
                <a:cubicBezTo>
                  <a:pt x="2800502" y="746269"/>
                  <a:pt x="2757374" y="735019"/>
                  <a:pt x="2671118" y="729393"/>
                </a:cubicBezTo>
                <a:cubicBezTo>
                  <a:pt x="2584862" y="723768"/>
                  <a:pt x="2455478" y="723768"/>
                  <a:pt x="2348596" y="720956"/>
                </a:cubicBezTo>
                <a:cubicBezTo>
                  <a:pt x="2240776" y="718143"/>
                  <a:pt x="2154521" y="712518"/>
                  <a:pt x="2089829" y="702205"/>
                </a:cubicBezTo>
                <a:cubicBezTo>
                  <a:pt x="2025137" y="690955"/>
                  <a:pt x="1982009" y="675017"/>
                  <a:pt x="1938881" y="693768"/>
                </a:cubicBezTo>
                <a:cubicBezTo>
                  <a:pt x="1895753" y="712518"/>
                  <a:pt x="1852625" y="767832"/>
                  <a:pt x="1809497" y="785645"/>
                </a:cubicBezTo>
                <a:cubicBezTo>
                  <a:pt x="1766369" y="803458"/>
                  <a:pt x="1723241" y="785645"/>
                  <a:pt x="1680114" y="781895"/>
                </a:cubicBezTo>
                <a:cubicBezTo>
                  <a:pt x="1636986" y="778145"/>
                  <a:pt x="1593858" y="789395"/>
                  <a:pt x="1550730" y="795020"/>
                </a:cubicBezTo>
                <a:cubicBezTo>
                  <a:pt x="1507602" y="800645"/>
                  <a:pt x="1464474" y="800645"/>
                  <a:pt x="1421346" y="791270"/>
                </a:cubicBezTo>
                <a:cubicBezTo>
                  <a:pt x="1378218" y="781895"/>
                  <a:pt x="1335090" y="762207"/>
                  <a:pt x="1291962" y="747206"/>
                </a:cubicBezTo>
                <a:cubicBezTo>
                  <a:pt x="1248834" y="732206"/>
                  <a:pt x="1205707" y="720956"/>
                  <a:pt x="1162579" y="710643"/>
                </a:cubicBezTo>
                <a:cubicBezTo>
                  <a:pt x="1119451" y="700330"/>
                  <a:pt x="1076323" y="689080"/>
                  <a:pt x="1011631" y="689080"/>
                </a:cubicBezTo>
                <a:cubicBezTo>
                  <a:pt x="946939" y="689080"/>
                  <a:pt x="860683" y="700330"/>
                  <a:pt x="796929" y="710643"/>
                </a:cubicBezTo>
                <a:cubicBezTo>
                  <a:pt x="733175" y="720956"/>
                  <a:pt x="689109" y="732206"/>
                  <a:pt x="624417" y="737831"/>
                </a:cubicBezTo>
                <a:cubicBezTo>
                  <a:pt x="559725" y="743456"/>
                  <a:pt x="473469" y="743456"/>
                  <a:pt x="387214" y="749081"/>
                </a:cubicBezTo>
                <a:cubicBezTo>
                  <a:pt x="300958" y="754707"/>
                  <a:pt x="214702" y="765957"/>
                  <a:pt x="150948" y="760332"/>
                </a:cubicBezTo>
                <a:cubicBezTo>
                  <a:pt x="86256" y="754707"/>
                  <a:pt x="43128" y="733143"/>
                  <a:pt x="21564" y="721893"/>
                </a:cubicBezTo>
                <a:lnTo>
                  <a:pt x="0" y="710643"/>
                </a:lnTo>
                <a:lnTo>
                  <a:pt x="0" y="709705"/>
                </a:lnTo>
                <a:close/>
              </a:path>
            </a:pathLst>
          </a:custGeom>
          <a:pattFill prst="pct5">
            <a:fgClr>
              <a:schemeClr val="bg1">
                <a:lumMod val="50000"/>
              </a:schemeClr>
            </a:fgClr>
            <a:bgClr>
              <a:srgbClr val="B5DBA5"/>
            </a:bgClr>
          </a:patt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4148D96-2DFE-3CC0-0EC8-2D16F56EBBC5}"/>
              </a:ext>
            </a:extLst>
          </p:cNvPr>
          <p:cNvSpPr/>
          <p:nvPr/>
        </p:nvSpPr>
        <p:spPr>
          <a:xfrm>
            <a:off x="1866777" y="1038621"/>
            <a:ext cx="7372060" cy="2461684"/>
          </a:xfrm>
          <a:custGeom>
            <a:avLst/>
            <a:gdLst>
              <a:gd name="connsiteX0" fmla="*/ 0 w 7372060"/>
              <a:gd name="connsiteY0" fmla="*/ 2392598 h 2461684"/>
              <a:gd name="connsiteX1" fmla="*/ 21564 w 7372060"/>
              <a:gd name="connsiteY1" fmla="*/ 2392598 h 2461684"/>
              <a:gd name="connsiteX2" fmla="*/ 150948 w 7372060"/>
              <a:gd name="connsiteY2" fmla="*/ 2398224 h 2461684"/>
              <a:gd name="connsiteX3" fmla="*/ 387214 w 7372060"/>
              <a:gd name="connsiteY3" fmla="*/ 2409474 h 2461684"/>
              <a:gd name="connsiteX4" fmla="*/ 624417 w 7372060"/>
              <a:gd name="connsiteY4" fmla="*/ 2376661 h 2461684"/>
              <a:gd name="connsiteX5" fmla="*/ 796929 w 7372060"/>
              <a:gd name="connsiteY5" fmla="*/ 2382286 h 2461684"/>
              <a:gd name="connsiteX6" fmla="*/ 1011631 w 7372060"/>
              <a:gd name="connsiteY6" fmla="*/ 2360723 h 2461684"/>
              <a:gd name="connsiteX7" fmla="*/ 1162579 w 7372060"/>
              <a:gd name="connsiteY7" fmla="*/ 2339160 h 2461684"/>
              <a:gd name="connsiteX8" fmla="*/ 1291962 w 7372060"/>
              <a:gd name="connsiteY8" fmla="*/ 2342910 h 2461684"/>
              <a:gd name="connsiteX9" fmla="*/ 1421346 w 7372060"/>
              <a:gd name="connsiteY9" fmla="*/ 2331659 h 2461684"/>
              <a:gd name="connsiteX10" fmla="*/ 1550730 w 7372060"/>
              <a:gd name="connsiteY10" fmla="*/ 2445100 h 2461684"/>
              <a:gd name="connsiteX11" fmla="*/ 1680114 w 7372060"/>
              <a:gd name="connsiteY11" fmla="*/ 2443225 h 2461684"/>
              <a:gd name="connsiteX12" fmla="*/ 1809497 w 7372060"/>
              <a:gd name="connsiteY12" fmla="*/ 2381348 h 2461684"/>
              <a:gd name="connsiteX13" fmla="*/ 1938881 w 7372060"/>
              <a:gd name="connsiteY13" fmla="*/ 2343847 h 2461684"/>
              <a:gd name="connsiteX14" fmla="*/ 2089829 w 7372060"/>
              <a:gd name="connsiteY14" fmla="*/ 2329785 h 2461684"/>
              <a:gd name="connsiteX15" fmla="*/ 2348596 w 7372060"/>
              <a:gd name="connsiteY15" fmla="*/ 2348535 h 2461684"/>
              <a:gd name="connsiteX16" fmla="*/ 2671118 w 7372060"/>
              <a:gd name="connsiteY16" fmla="*/ 2389786 h 2461684"/>
              <a:gd name="connsiteX17" fmla="*/ 2843630 w 7372060"/>
              <a:gd name="connsiteY17" fmla="*/ 2372910 h 2461684"/>
              <a:gd name="connsiteX18" fmla="*/ 2973013 w 7372060"/>
              <a:gd name="connsiteY18" fmla="*/ 2342910 h 2461684"/>
              <a:gd name="connsiteX19" fmla="*/ 3123961 w 7372060"/>
              <a:gd name="connsiteY19" fmla="*/ 2326034 h 2461684"/>
              <a:gd name="connsiteX20" fmla="*/ 3339601 w 7372060"/>
              <a:gd name="connsiteY20" fmla="*/ 2311034 h 2461684"/>
              <a:gd name="connsiteX21" fmla="*/ 3490548 w 7372060"/>
              <a:gd name="connsiteY21" fmla="*/ 2266970 h 2461684"/>
              <a:gd name="connsiteX22" fmla="*/ 3619932 w 7372060"/>
              <a:gd name="connsiteY22" fmla="*/ 2281971 h 2461684"/>
              <a:gd name="connsiteX23" fmla="*/ 3749316 w 7372060"/>
              <a:gd name="connsiteY23" fmla="*/ 2299784 h 2461684"/>
              <a:gd name="connsiteX24" fmla="*/ 3878700 w 7372060"/>
              <a:gd name="connsiteY24" fmla="*/ 2279158 h 2461684"/>
              <a:gd name="connsiteX25" fmla="*/ 4008083 w 7372060"/>
              <a:gd name="connsiteY25" fmla="*/ 2295096 h 2461684"/>
              <a:gd name="connsiteX26" fmla="*/ 4137467 w 7372060"/>
              <a:gd name="connsiteY26" fmla="*/ 2217282 h 2461684"/>
              <a:gd name="connsiteX27" fmla="*/ 4266851 w 7372060"/>
              <a:gd name="connsiteY27" fmla="*/ 2251970 h 2461684"/>
              <a:gd name="connsiteX28" fmla="*/ 4396235 w 7372060"/>
              <a:gd name="connsiteY28" fmla="*/ 2176030 h 2461684"/>
              <a:gd name="connsiteX29" fmla="*/ 4525619 w 7372060"/>
              <a:gd name="connsiteY29" fmla="*/ 2242595 h 2461684"/>
              <a:gd name="connsiteX30" fmla="*/ 4655002 w 7372060"/>
              <a:gd name="connsiteY30" fmla="*/ 2248220 h 2461684"/>
              <a:gd name="connsiteX31" fmla="*/ 4784386 w 7372060"/>
              <a:gd name="connsiteY31" fmla="*/ 2116029 h 2461684"/>
              <a:gd name="connsiteX32" fmla="*/ 4913769 w 7372060"/>
              <a:gd name="connsiteY32" fmla="*/ 1958525 h 2461684"/>
              <a:gd name="connsiteX33" fmla="*/ 5043154 w 7372060"/>
              <a:gd name="connsiteY33" fmla="*/ 2033527 h 2461684"/>
              <a:gd name="connsiteX34" fmla="*/ 5172537 w 7372060"/>
              <a:gd name="connsiteY34" fmla="*/ 2029777 h 2461684"/>
              <a:gd name="connsiteX35" fmla="*/ 5301921 w 7372060"/>
              <a:gd name="connsiteY35" fmla="*/ 1908836 h 2461684"/>
              <a:gd name="connsiteX36" fmla="*/ 5431305 w 7372060"/>
              <a:gd name="connsiteY36" fmla="*/ 1687581 h 2461684"/>
              <a:gd name="connsiteX37" fmla="*/ 5560688 w 7372060"/>
              <a:gd name="connsiteY37" fmla="*/ 1399761 h 2461684"/>
              <a:gd name="connsiteX38" fmla="*/ 5690072 w 7372060"/>
              <a:gd name="connsiteY38" fmla="*/ 1396948 h 2461684"/>
              <a:gd name="connsiteX39" fmla="*/ 5819456 w 7372060"/>
              <a:gd name="connsiteY39" fmla="*/ 1291946 h 2461684"/>
              <a:gd name="connsiteX40" fmla="*/ 5948840 w 7372060"/>
              <a:gd name="connsiteY40" fmla="*/ 1179443 h 2461684"/>
              <a:gd name="connsiteX41" fmla="*/ 6078223 w 7372060"/>
              <a:gd name="connsiteY41" fmla="*/ 1087566 h 2461684"/>
              <a:gd name="connsiteX42" fmla="*/ 6207607 w 7372060"/>
              <a:gd name="connsiteY42" fmla="*/ 920686 h 2461684"/>
              <a:gd name="connsiteX43" fmla="*/ 6336991 w 7372060"/>
              <a:gd name="connsiteY43" fmla="*/ 1214131 h 2461684"/>
              <a:gd name="connsiteX44" fmla="*/ 6466375 w 7372060"/>
              <a:gd name="connsiteY44" fmla="*/ 660992 h 2461684"/>
              <a:gd name="connsiteX45" fmla="*/ 6595758 w 7372060"/>
              <a:gd name="connsiteY45" fmla="*/ 330984 h 2461684"/>
              <a:gd name="connsiteX46" fmla="*/ 6725142 w 7372060"/>
              <a:gd name="connsiteY46" fmla="*/ 200668 h 2461684"/>
              <a:gd name="connsiteX47" fmla="*/ 6854526 w 7372060"/>
              <a:gd name="connsiteY47" fmla="*/ 115354 h 2461684"/>
              <a:gd name="connsiteX48" fmla="*/ 6983910 w 7372060"/>
              <a:gd name="connsiteY48" fmla="*/ 38 h 2461684"/>
              <a:gd name="connsiteX49" fmla="*/ 7113293 w 7372060"/>
              <a:gd name="connsiteY49" fmla="*/ 120979 h 2461684"/>
              <a:gd name="connsiteX50" fmla="*/ 7242677 w 7372060"/>
              <a:gd name="connsiteY50" fmla="*/ 420986 h 2461684"/>
              <a:gd name="connsiteX51" fmla="*/ 7350497 w 7372060"/>
              <a:gd name="connsiteY51" fmla="*/ 1171005 h 2461684"/>
              <a:gd name="connsiteX52" fmla="*/ 7372061 w 7372060"/>
              <a:gd name="connsiteY52" fmla="*/ 1352885 h 2461684"/>
              <a:gd name="connsiteX53" fmla="*/ 7372061 w 7372060"/>
              <a:gd name="connsiteY53" fmla="*/ 1549765 h 2461684"/>
              <a:gd name="connsiteX54" fmla="*/ 7350497 w 7372060"/>
              <a:gd name="connsiteY54" fmla="*/ 1389448 h 2461684"/>
              <a:gd name="connsiteX55" fmla="*/ 7242677 w 7372060"/>
              <a:gd name="connsiteY55" fmla="*/ 792246 h 2461684"/>
              <a:gd name="connsiteX56" fmla="*/ 7113293 w 7372060"/>
              <a:gd name="connsiteY56" fmla="*/ 732244 h 2461684"/>
              <a:gd name="connsiteX57" fmla="*/ 6983910 w 7372060"/>
              <a:gd name="connsiteY57" fmla="*/ 491301 h 2461684"/>
              <a:gd name="connsiteX58" fmla="*/ 6854526 w 7372060"/>
              <a:gd name="connsiteY58" fmla="*/ 496926 h 2461684"/>
              <a:gd name="connsiteX59" fmla="*/ 6725142 w 7372060"/>
              <a:gd name="connsiteY59" fmla="*/ 473488 h 2461684"/>
              <a:gd name="connsiteX60" fmla="*/ 6595758 w 7372060"/>
              <a:gd name="connsiteY60" fmla="*/ 538177 h 2461684"/>
              <a:gd name="connsiteX61" fmla="*/ 6466375 w 7372060"/>
              <a:gd name="connsiteY61" fmla="*/ 824121 h 2461684"/>
              <a:gd name="connsiteX62" fmla="*/ 6336991 w 7372060"/>
              <a:gd name="connsiteY62" fmla="*/ 1257257 h 2461684"/>
              <a:gd name="connsiteX63" fmla="*/ 6207607 w 7372060"/>
              <a:gd name="connsiteY63" fmla="*/ 963812 h 2461684"/>
              <a:gd name="connsiteX64" fmla="*/ 6078223 w 7372060"/>
              <a:gd name="connsiteY64" fmla="*/ 1120379 h 2461684"/>
              <a:gd name="connsiteX65" fmla="*/ 5948840 w 7372060"/>
              <a:gd name="connsiteY65" fmla="*/ 1266633 h 2461684"/>
              <a:gd name="connsiteX66" fmla="*/ 5819456 w 7372060"/>
              <a:gd name="connsiteY66" fmla="*/ 1313509 h 2461684"/>
              <a:gd name="connsiteX67" fmla="*/ 5690072 w 7372060"/>
              <a:gd name="connsiteY67" fmla="*/ 1429762 h 2461684"/>
              <a:gd name="connsiteX68" fmla="*/ 5560688 w 7372060"/>
              <a:gd name="connsiteY68" fmla="*/ 1542265 h 2461684"/>
              <a:gd name="connsiteX69" fmla="*/ 5431305 w 7372060"/>
              <a:gd name="connsiteY69" fmla="*/ 1764458 h 2461684"/>
              <a:gd name="connsiteX70" fmla="*/ 5301921 w 7372060"/>
              <a:gd name="connsiteY70" fmla="*/ 1930399 h 2461684"/>
              <a:gd name="connsiteX71" fmla="*/ 5172537 w 7372060"/>
              <a:gd name="connsiteY71" fmla="*/ 2072903 h 2461684"/>
              <a:gd name="connsiteX72" fmla="*/ 5043154 w 7372060"/>
              <a:gd name="connsiteY72" fmla="*/ 2043840 h 2461684"/>
              <a:gd name="connsiteX73" fmla="*/ 4913769 w 7372060"/>
              <a:gd name="connsiteY73" fmla="*/ 1957588 h 2461684"/>
              <a:gd name="connsiteX74" fmla="*/ 4784386 w 7372060"/>
              <a:gd name="connsiteY74" fmla="*/ 2115092 h 2461684"/>
              <a:gd name="connsiteX75" fmla="*/ 4655002 w 7372060"/>
              <a:gd name="connsiteY75" fmla="*/ 2247282 h 2461684"/>
              <a:gd name="connsiteX76" fmla="*/ 4525619 w 7372060"/>
              <a:gd name="connsiteY76" fmla="*/ 2241657 h 2461684"/>
              <a:gd name="connsiteX77" fmla="*/ 4396235 w 7372060"/>
              <a:gd name="connsiteY77" fmla="*/ 2175093 h 2461684"/>
              <a:gd name="connsiteX78" fmla="*/ 4266851 w 7372060"/>
              <a:gd name="connsiteY78" fmla="*/ 2251032 h 2461684"/>
              <a:gd name="connsiteX79" fmla="*/ 4137467 w 7372060"/>
              <a:gd name="connsiteY79" fmla="*/ 2216344 h 2461684"/>
              <a:gd name="connsiteX80" fmla="*/ 4008083 w 7372060"/>
              <a:gd name="connsiteY80" fmla="*/ 2294159 h 2461684"/>
              <a:gd name="connsiteX81" fmla="*/ 3878700 w 7372060"/>
              <a:gd name="connsiteY81" fmla="*/ 2278221 h 2461684"/>
              <a:gd name="connsiteX82" fmla="*/ 3749316 w 7372060"/>
              <a:gd name="connsiteY82" fmla="*/ 2298846 h 2461684"/>
              <a:gd name="connsiteX83" fmla="*/ 3619932 w 7372060"/>
              <a:gd name="connsiteY83" fmla="*/ 2281033 h 2461684"/>
              <a:gd name="connsiteX84" fmla="*/ 3490548 w 7372060"/>
              <a:gd name="connsiteY84" fmla="*/ 2266033 h 2461684"/>
              <a:gd name="connsiteX85" fmla="*/ 3339601 w 7372060"/>
              <a:gd name="connsiteY85" fmla="*/ 2310097 h 2461684"/>
              <a:gd name="connsiteX86" fmla="*/ 3123961 w 7372060"/>
              <a:gd name="connsiteY86" fmla="*/ 2325097 h 2461684"/>
              <a:gd name="connsiteX87" fmla="*/ 2973013 w 7372060"/>
              <a:gd name="connsiteY87" fmla="*/ 2341972 h 2461684"/>
              <a:gd name="connsiteX88" fmla="*/ 2843630 w 7372060"/>
              <a:gd name="connsiteY88" fmla="*/ 2371973 h 2461684"/>
              <a:gd name="connsiteX89" fmla="*/ 2671118 w 7372060"/>
              <a:gd name="connsiteY89" fmla="*/ 2388848 h 2461684"/>
              <a:gd name="connsiteX90" fmla="*/ 2348596 w 7372060"/>
              <a:gd name="connsiteY90" fmla="*/ 2347597 h 2461684"/>
              <a:gd name="connsiteX91" fmla="*/ 2089829 w 7372060"/>
              <a:gd name="connsiteY91" fmla="*/ 2328847 h 2461684"/>
              <a:gd name="connsiteX92" fmla="*/ 1938881 w 7372060"/>
              <a:gd name="connsiteY92" fmla="*/ 2342910 h 2461684"/>
              <a:gd name="connsiteX93" fmla="*/ 1809497 w 7372060"/>
              <a:gd name="connsiteY93" fmla="*/ 2380411 h 2461684"/>
              <a:gd name="connsiteX94" fmla="*/ 1680114 w 7372060"/>
              <a:gd name="connsiteY94" fmla="*/ 2442287 h 2461684"/>
              <a:gd name="connsiteX95" fmla="*/ 1550730 w 7372060"/>
              <a:gd name="connsiteY95" fmla="*/ 2444162 h 2461684"/>
              <a:gd name="connsiteX96" fmla="*/ 1421346 w 7372060"/>
              <a:gd name="connsiteY96" fmla="*/ 2330722 h 2461684"/>
              <a:gd name="connsiteX97" fmla="*/ 1291962 w 7372060"/>
              <a:gd name="connsiteY97" fmla="*/ 2352285 h 2461684"/>
              <a:gd name="connsiteX98" fmla="*/ 1162579 w 7372060"/>
              <a:gd name="connsiteY98" fmla="*/ 2381348 h 2461684"/>
              <a:gd name="connsiteX99" fmla="*/ 1011631 w 7372060"/>
              <a:gd name="connsiteY99" fmla="*/ 2370098 h 2461684"/>
              <a:gd name="connsiteX100" fmla="*/ 796929 w 7372060"/>
              <a:gd name="connsiteY100" fmla="*/ 2381348 h 2461684"/>
              <a:gd name="connsiteX101" fmla="*/ 624417 w 7372060"/>
              <a:gd name="connsiteY101" fmla="*/ 2375723 h 2461684"/>
              <a:gd name="connsiteX102" fmla="*/ 387214 w 7372060"/>
              <a:gd name="connsiteY102" fmla="*/ 2408537 h 2461684"/>
              <a:gd name="connsiteX103" fmla="*/ 150948 w 7372060"/>
              <a:gd name="connsiteY103" fmla="*/ 2397286 h 2461684"/>
              <a:gd name="connsiteX104" fmla="*/ 21564 w 7372060"/>
              <a:gd name="connsiteY104" fmla="*/ 2391661 h 2461684"/>
              <a:gd name="connsiteX105" fmla="*/ 0 w 7372060"/>
              <a:gd name="connsiteY105" fmla="*/ 2391661 h 2461684"/>
              <a:gd name="connsiteX106" fmla="*/ 0 w 7372060"/>
              <a:gd name="connsiteY106" fmla="*/ 2392598 h 2461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7372060" h="2461684">
                <a:moveTo>
                  <a:pt x="0" y="2392598"/>
                </a:moveTo>
                <a:lnTo>
                  <a:pt x="21564" y="2392598"/>
                </a:lnTo>
                <a:cubicBezTo>
                  <a:pt x="43128" y="2392598"/>
                  <a:pt x="86256" y="2392598"/>
                  <a:pt x="150948" y="2398224"/>
                </a:cubicBezTo>
                <a:cubicBezTo>
                  <a:pt x="215640" y="2403849"/>
                  <a:pt x="301895" y="2415099"/>
                  <a:pt x="387214" y="2409474"/>
                </a:cubicBezTo>
                <a:cubicBezTo>
                  <a:pt x="473469" y="2403849"/>
                  <a:pt x="559725" y="2382286"/>
                  <a:pt x="624417" y="2376661"/>
                </a:cubicBezTo>
                <a:cubicBezTo>
                  <a:pt x="689109" y="2371036"/>
                  <a:pt x="732237" y="2382286"/>
                  <a:pt x="796929" y="2382286"/>
                </a:cubicBezTo>
                <a:cubicBezTo>
                  <a:pt x="861621" y="2382286"/>
                  <a:pt x="947877" y="2371036"/>
                  <a:pt x="1011631" y="2360723"/>
                </a:cubicBezTo>
                <a:cubicBezTo>
                  <a:pt x="1076323" y="2349472"/>
                  <a:pt x="1119451" y="2339160"/>
                  <a:pt x="1162579" y="2339160"/>
                </a:cubicBezTo>
                <a:cubicBezTo>
                  <a:pt x="1205707" y="2339160"/>
                  <a:pt x="1248834" y="2350410"/>
                  <a:pt x="1291962" y="2342910"/>
                </a:cubicBezTo>
                <a:cubicBezTo>
                  <a:pt x="1335090" y="2336347"/>
                  <a:pt x="1378218" y="2311034"/>
                  <a:pt x="1421346" y="2331659"/>
                </a:cubicBezTo>
                <a:cubicBezTo>
                  <a:pt x="1464474" y="2352285"/>
                  <a:pt x="1507602" y="2417912"/>
                  <a:pt x="1550730" y="2445100"/>
                </a:cubicBezTo>
                <a:cubicBezTo>
                  <a:pt x="1593858" y="2472288"/>
                  <a:pt x="1636986" y="2461975"/>
                  <a:pt x="1680114" y="2443225"/>
                </a:cubicBezTo>
                <a:cubicBezTo>
                  <a:pt x="1723241" y="2425412"/>
                  <a:pt x="1766369" y="2399161"/>
                  <a:pt x="1809497" y="2381348"/>
                </a:cubicBezTo>
                <a:cubicBezTo>
                  <a:pt x="1852625" y="2363535"/>
                  <a:pt x="1895753" y="2352285"/>
                  <a:pt x="1938881" y="2343847"/>
                </a:cubicBezTo>
                <a:cubicBezTo>
                  <a:pt x="1982009" y="2335409"/>
                  <a:pt x="2025137" y="2329785"/>
                  <a:pt x="2089829" y="2329785"/>
                </a:cubicBezTo>
                <a:cubicBezTo>
                  <a:pt x="2154521" y="2329785"/>
                  <a:pt x="2240776" y="2335409"/>
                  <a:pt x="2348596" y="2348535"/>
                </a:cubicBezTo>
                <a:cubicBezTo>
                  <a:pt x="2456416" y="2362598"/>
                  <a:pt x="2585800" y="2384161"/>
                  <a:pt x="2671118" y="2389786"/>
                </a:cubicBezTo>
                <a:cubicBezTo>
                  <a:pt x="2757374" y="2395411"/>
                  <a:pt x="2800502" y="2384161"/>
                  <a:pt x="2843630" y="2372910"/>
                </a:cubicBezTo>
                <a:cubicBezTo>
                  <a:pt x="2886758" y="2361660"/>
                  <a:pt x="2929886" y="2351348"/>
                  <a:pt x="2973013" y="2342910"/>
                </a:cubicBezTo>
                <a:cubicBezTo>
                  <a:pt x="3016141" y="2334472"/>
                  <a:pt x="3059269" y="2328847"/>
                  <a:pt x="3123961" y="2326034"/>
                </a:cubicBezTo>
                <a:cubicBezTo>
                  <a:pt x="3188653" y="2323222"/>
                  <a:pt x="3274909" y="2323222"/>
                  <a:pt x="3339601" y="2311034"/>
                </a:cubicBezTo>
                <a:cubicBezTo>
                  <a:pt x="3404293" y="2298846"/>
                  <a:pt x="3447421" y="2274470"/>
                  <a:pt x="3490548" y="2266970"/>
                </a:cubicBezTo>
                <a:cubicBezTo>
                  <a:pt x="3533676" y="2260408"/>
                  <a:pt x="3576804" y="2270720"/>
                  <a:pt x="3619932" y="2281971"/>
                </a:cubicBezTo>
                <a:cubicBezTo>
                  <a:pt x="3663060" y="2293221"/>
                  <a:pt x="3706188" y="2303534"/>
                  <a:pt x="3749316" y="2299784"/>
                </a:cubicBezTo>
                <a:cubicBezTo>
                  <a:pt x="3792444" y="2295096"/>
                  <a:pt x="3835572" y="2275408"/>
                  <a:pt x="3878700" y="2279158"/>
                </a:cubicBezTo>
                <a:cubicBezTo>
                  <a:pt x="3921827" y="2282908"/>
                  <a:pt x="3964955" y="2310097"/>
                  <a:pt x="4008083" y="2295096"/>
                </a:cubicBezTo>
                <a:cubicBezTo>
                  <a:pt x="4051211" y="2280096"/>
                  <a:pt x="4094339" y="2221969"/>
                  <a:pt x="4137467" y="2217282"/>
                </a:cubicBezTo>
                <a:cubicBezTo>
                  <a:pt x="4180595" y="2212594"/>
                  <a:pt x="4223723" y="2259470"/>
                  <a:pt x="4266851" y="2251970"/>
                </a:cubicBezTo>
                <a:cubicBezTo>
                  <a:pt x="4309979" y="2244470"/>
                  <a:pt x="4353107" y="2182593"/>
                  <a:pt x="4396235" y="2176030"/>
                </a:cubicBezTo>
                <a:cubicBezTo>
                  <a:pt x="4439363" y="2169468"/>
                  <a:pt x="4482491" y="2217282"/>
                  <a:pt x="4525619" y="2242595"/>
                </a:cubicBezTo>
                <a:cubicBezTo>
                  <a:pt x="4568746" y="2267908"/>
                  <a:pt x="4611874" y="2269783"/>
                  <a:pt x="4655002" y="2248220"/>
                </a:cubicBezTo>
                <a:cubicBezTo>
                  <a:pt x="4698130" y="2226657"/>
                  <a:pt x="4741258" y="2180718"/>
                  <a:pt x="4784386" y="2116029"/>
                </a:cubicBezTo>
                <a:cubicBezTo>
                  <a:pt x="4827514" y="2052277"/>
                  <a:pt x="4870642" y="1969775"/>
                  <a:pt x="4913769" y="1958525"/>
                </a:cubicBezTo>
                <a:cubicBezTo>
                  <a:pt x="4956898" y="1947275"/>
                  <a:pt x="5000025" y="2007276"/>
                  <a:pt x="5043154" y="2033527"/>
                </a:cubicBezTo>
                <a:cubicBezTo>
                  <a:pt x="5086281" y="2060715"/>
                  <a:pt x="5129409" y="2054152"/>
                  <a:pt x="5172537" y="2029777"/>
                </a:cubicBezTo>
                <a:cubicBezTo>
                  <a:pt x="5215665" y="2005401"/>
                  <a:pt x="5258793" y="1963213"/>
                  <a:pt x="5301921" y="1908836"/>
                </a:cubicBezTo>
                <a:cubicBezTo>
                  <a:pt x="5345049" y="1854460"/>
                  <a:pt x="5388177" y="1789771"/>
                  <a:pt x="5431305" y="1687581"/>
                </a:cubicBezTo>
                <a:cubicBezTo>
                  <a:pt x="5474433" y="1585391"/>
                  <a:pt x="5517560" y="1446637"/>
                  <a:pt x="5560688" y="1399761"/>
                </a:cubicBezTo>
                <a:cubicBezTo>
                  <a:pt x="5603816" y="1352885"/>
                  <a:pt x="5646944" y="1399761"/>
                  <a:pt x="5690072" y="1396948"/>
                </a:cubicBezTo>
                <a:cubicBezTo>
                  <a:pt x="5733200" y="1393198"/>
                  <a:pt x="5776328" y="1340697"/>
                  <a:pt x="5819456" y="1291946"/>
                </a:cubicBezTo>
                <a:cubicBezTo>
                  <a:pt x="5862584" y="1243195"/>
                  <a:pt x="5905712" y="1200068"/>
                  <a:pt x="5948840" y="1179443"/>
                </a:cubicBezTo>
                <a:cubicBezTo>
                  <a:pt x="5991967" y="1158817"/>
                  <a:pt x="6035096" y="1161630"/>
                  <a:pt x="6078223" y="1087566"/>
                </a:cubicBezTo>
                <a:cubicBezTo>
                  <a:pt x="6121351" y="1013501"/>
                  <a:pt x="6164479" y="863497"/>
                  <a:pt x="6207607" y="920686"/>
                </a:cubicBezTo>
                <a:cubicBezTo>
                  <a:pt x="6250735" y="977875"/>
                  <a:pt x="6293863" y="1243195"/>
                  <a:pt x="6336991" y="1214131"/>
                </a:cubicBezTo>
                <a:cubicBezTo>
                  <a:pt x="6380119" y="1185068"/>
                  <a:pt x="6423246" y="859747"/>
                  <a:pt x="6466375" y="660992"/>
                </a:cubicBezTo>
                <a:cubicBezTo>
                  <a:pt x="6509502" y="462237"/>
                  <a:pt x="6552631" y="389111"/>
                  <a:pt x="6595758" y="330984"/>
                </a:cubicBezTo>
                <a:cubicBezTo>
                  <a:pt x="6638886" y="272858"/>
                  <a:pt x="6682014" y="228794"/>
                  <a:pt x="6725142" y="200668"/>
                </a:cubicBezTo>
                <a:cubicBezTo>
                  <a:pt x="6768270" y="172543"/>
                  <a:pt x="6811398" y="157542"/>
                  <a:pt x="6854526" y="115354"/>
                </a:cubicBezTo>
                <a:cubicBezTo>
                  <a:pt x="6897654" y="73165"/>
                  <a:pt x="6940781" y="1913"/>
                  <a:pt x="6983910" y="38"/>
                </a:cubicBezTo>
                <a:cubicBezTo>
                  <a:pt x="7027037" y="-1837"/>
                  <a:pt x="7070165" y="65665"/>
                  <a:pt x="7113293" y="120979"/>
                </a:cubicBezTo>
                <a:cubicBezTo>
                  <a:pt x="7156421" y="176293"/>
                  <a:pt x="7199549" y="217544"/>
                  <a:pt x="7242677" y="420986"/>
                </a:cubicBezTo>
                <a:cubicBezTo>
                  <a:pt x="7285805" y="624429"/>
                  <a:pt x="7328933" y="989126"/>
                  <a:pt x="7350497" y="1171005"/>
                </a:cubicBezTo>
                <a:lnTo>
                  <a:pt x="7372061" y="1352885"/>
                </a:lnTo>
                <a:lnTo>
                  <a:pt x="7372061" y="1549765"/>
                </a:lnTo>
                <a:lnTo>
                  <a:pt x="7350497" y="1389448"/>
                </a:lnTo>
                <a:cubicBezTo>
                  <a:pt x="7328933" y="1229132"/>
                  <a:pt x="7285805" y="908499"/>
                  <a:pt x="7242677" y="792246"/>
                </a:cubicBezTo>
                <a:cubicBezTo>
                  <a:pt x="7199549" y="675993"/>
                  <a:pt x="7156421" y="765995"/>
                  <a:pt x="7113293" y="732244"/>
                </a:cubicBezTo>
                <a:cubicBezTo>
                  <a:pt x="7070165" y="698493"/>
                  <a:pt x="7027037" y="543802"/>
                  <a:pt x="6983910" y="491301"/>
                </a:cubicBezTo>
                <a:cubicBezTo>
                  <a:pt x="6940781" y="437862"/>
                  <a:pt x="6897654" y="487551"/>
                  <a:pt x="6854526" y="496926"/>
                </a:cubicBezTo>
                <a:cubicBezTo>
                  <a:pt x="6811398" y="506301"/>
                  <a:pt x="6768270" y="477238"/>
                  <a:pt x="6725142" y="473488"/>
                </a:cubicBezTo>
                <a:cubicBezTo>
                  <a:pt x="6682014" y="469738"/>
                  <a:pt x="6638886" y="491301"/>
                  <a:pt x="6595758" y="538177"/>
                </a:cubicBezTo>
                <a:cubicBezTo>
                  <a:pt x="6552631" y="585053"/>
                  <a:pt x="6509502" y="658180"/>
                  <a:pt x="6466375" y="824121"/>
                </a:cubicBezTo>
                <a:cubicBezTo>
                  <a:pt x="6423246" y="990063"/>
                  <a:pt x="6380119" y="1248820"/>
                  <a:pt x="6336991" y="1257257"/>
                </a:cubicBezTo>
                <a:cubicBezTo>
                  <a:pt x="6293863" y="1265695"/>
                  <a:pt x="6250735" y="1021939"/>
                  <a:pt x="6207607" y="963812"/>
                </a:cubicBezTo>
                <a:cubicBezTo>
                  <a:pt x="6164479" y="905686"/>
                  <a:pt x="6121351" y="1035064"/>
                  <a:pt x="6078223" y="1120379"/>
                </a:cubicBezTo>
                <a:cubicBezTo>
                  <a:pt x="6035096" y="1205694"/>
                  <a:pt x="5991967" y="1246007"/>
                  <a:pt x="5948840" y="1266633"/>
                </a:cubicBezTo>
                <a:cubicBezTo>
                  <a:pt x="5905712" y="1287258"/>
                  <a:pt x="5862584" y="1287258"/>
                  <a:pt x="5819456" y="1313509"/>
                </a:cubicBezTo>
                <a:cubicBezTo>
                  <a:pt x="5776328" y="1339760"/>
                  <a:pt x="5733200" y="1393198"/>
                  <a:pt x="5690072" y="1429762"/>
                </a:cubicBezTo>
                <a:cubicBezTo>
                  <a:pt x="5646944" y="1466325"/>
                  <a:pt x="5603816" y="1485076"/>
                  <a:pt x="5560688" y="1542265"/>
                </a:cubicBezTo>
                <a:cubicBezTo>
                  <a:pt x="5517560" y="1599454"/>
                  <a:pt x="5474433" y="1695081"/>
                  <a:pt x="5431305" y="1764458"/>
                </a:cubicBezTo>
                <a:cubicBezTo>
                  <a:pt x="5388177" y="1833834"/>
                  <a:pt x="5345049" y="1876960"/>
                  <a:pt x="5301921" y="1930399"/>
                </a:cubicBezTo>
                <a:cubicBezTo>
                  <a:pt x="5258793" y="1983838"/>
                  <a:pt x="5215665" y="2048527"/>
                  <a:pt x="5172537" y="2072903"/>
                </a:cubicBezTo>
                <a:cubicBezTo>
                  <a:pt x="5129409" y="2097279"/>
                  <a:pt x="5086281" y="2081341"/>
                  <a:pt x="5043154" y="2043840"/>
                </a:cubicBezTo>
                <a:cubicBezTo>
                  <a:pt x="5000025" y="2006339"/>
                  <a:pt x="4956898" y="1946337"/>
                  <a:pt x="4913769" y="1957588"/>
                </a:cubicBezTo>
                <a:cubicBezTo>
                  <a:pt x="4870642" y="1968838"/>
                  <a:pt x="4827514" y="2051340"/>
                  <a:pt x="4784386" y="2115092"/>
                </a:cubicBezTo>
                <a:cubicBezTo>
                  <a:pt x="4741258" y="2178843"/>
                  <a:pt x="4698130" y="2224782"/>
                  <a:pt x="4655002" y="2247282"/>
                </a:cubicBezTo>
                <a:cubicBezTo>
                  <a:pt x="4611874" y="2268846"/>
                  <a:pt x="4568746" y="2266970"/>
                  <a:pt x="4525619" y="2241657"/>
                </a:cubicBezTo>
                <a:cubicBezTo>
                  <a:pt x="4482491" y="2216344"/>
                  <a:pt x="4439363" y="2167593"/>
                  <a:pt x="4396235" y="2175093"/>
                </a:cubicBezTo>
                <a:cubicBezTo>
                  <a:pt x="4353107" y="2181656"/>
                  <a:pt x="4309979" y="2243532"/>
                  <a:pt x="4266851" y="2251032"/>
                </a:cubicBezTo>
                <a:cubicBezTo>
                  <a:pt x="4223723" y="2258533"/>
                  <a:pt x="4180595" y="2210719"/>
                  <a:pt x="4137467" y="2216344"/>
                </a:cubicBezTo>
                <a:cubicBezTo>
                  <a:pt x="4094339" y="2221969"/>
                  <a:pt x="4051211" y="2279158"/>
                  <a:pt x="4008083" y="2294159"/>
                </a:cubicBezTo>
                <a:cubicBezTo>
                  <a:pt x="3964955" y="2309159"/>
                  <a:pt x="3921827" y="2281971"/>
                  <a:pt x="3878700" y="2278221"/>
                </a:cubicBezTo>
                <a:cubicBezTo>
                  <a:pt x="3835572" y="2274470"/>
                  <a:pt x="3792444" y="2294159"/>
                  <a:pt x="3749316" y="2298846"/>
                </a:cubicBezTo>
                <a:cubicBezTo>
                  <a:pt x="3706188" y="2303534"/>
                  <a:pt x="3663060" y="2292284"/>
                  <a:pt x="3619932" y="2281033"/>
                </a:cubicBezTo>
                <a:cubicBezTo>
                  <a:pt x="3576804" y="2269783"/>
                  <a:pt x="3533676" y="2259470"/>
                  <a:pt x="3490548" y="2266033"/>
                </a:cubicBezTo>
                <a:cubicBezTo>
                  <a:pt x="3447421" y="2272596"/>
                  <a:pt x="3404293" y="2297909"/>
                  <a:pt x="3339601" y="2310097"/>
                </a:cubicBezTo>
                <a:cubicBezTo>
                  <a:pt x="3274909" y="2322284"/>
                  <a:pt x="3188653" y="2322284"/>
                  <a:pt x="3123961" y="2325097"/>
                </a:cubicBezTo>
                <a:cubicBezTo>
                  <a:pt x="3059269" y="2327909"/>
                  <a:pt x="3016141" y="2333535"/>
                  <a:pt x="2973013" y="2341972"/>
                </a:cubicBezTo>
                <a:cubicBezTo>
                  <a:pt x="2929886" y="2350410"/>
                  <a:pt x="2886758" y="2360723"/>
                  <a:pt x="2843630" y="2371973"/>
                </a:cubicBezTo>
                <a:cubicBezTo>
                  <a:pt x="2800502" y="2383223"/>
                  <a:pt x="2757374" y="2393536"/>
                  <a:pt x="2671118" y="2388848"/>
                </a:cubicBezTo>
                <a:cubicBezTo>
                  <a:pt x="2584862" y="2383223"/>
                  <a:pt x="2455478" y="2361660"/>
                  <a:pt x="2348596" y="2347597"/>
                </a:cubicBezTo>
                <a:cubicBezTo>
                  <a:pt x="2240776" y="2333535"/>
                  <a:pt x="2154521" y="2328847"/>
                  <a:pt x="2089829" y="2328847"/>
                </a:cubicBezTo>
                <a:cubicBezTo>
                  <a:pt x="2025137" y="2328847"/>
                  <a:pt x="1982009" y="2334472"/>
                  <a:pt x="1938881" y="2342910"/>
                </a:cubicBezTo>
                <a:cubicBezTo>
                  <a:pt x="1895753" y="2351348"/>
                  <a:pt x="1852625" y="2361660"/>
                  <a:pt x="1809497" y="2380411"/>
                </a:cubicBezTo>
                <a:cubicBezTo>
                  <a:pt x="1766369" y="2398224"/>
                  <a:pt x="1723241" y="2424474"/>
                  <a:pt x="1680114" y="2442287"/>
                </a:cubicBezTo>
                <a:cubicBezTo>
                  <a:pt x="1636986" y="2460100"/>
                  <a:pt x="1593858" y="2471350"/>
                  <a:pt x="1550730" y="2444162"/>
                </a:cubicBezTo>
                <a:cubicBezTo>
                  <a:pt x="1507602" y="2416974"/>
                  <a:pt x="1464474" y="2351348"/>
                  <a:pt x="1421346" y="2330722"/>
                </a:cubicBezTo>
                <a:cubicBezTo>
                  <a:pt x="1378218" y="2310097"/>
                  <a:pt x="1335090" y="2334472"/>
                  <a:pt x="1291962" y="2352285"/>
                </a:cubicBezTo>
                <a:cubicBezTo>
                  <a:pt x="1248834" y="2370098"/>
                  <a:pt x="1205707" y="2381348"/>
                  <a:pt x="1162579" y="2381348"/>
                </a:cubicBezTo>
                <a:cubicBezTo>
                  <a:pt x="1119451" y="2381348"/>
                  <a:pt x="1076323" y="2370098"/>
                  <a:pt x="1011631" y="2370098"/>
                </a:cubicBezTo>
                <a:cubicBezTo>
                  <a:pt x="946939" y="2370098"/>
                  <a:pt x="860683" y="2381348"/>
                  <a:pt x="796929" y="2381348"/>
                </a:cubicBezTo>
                <a:cubicBezTo>
                  <a:pt x="733175" y="2381348"/>
                  <a:pt x="689109" y="2370098"/>
                  <a:pt x="624417" y="2375723"/>
                </a:cubicBezTo>
                <a:cubicBezTo>
                  <a:pt x="559725" y="2381348"/>
                  <a:pt x="473469" y="2402911"/>
                  <a:pt x="387214" y="2408537"/>
                </a:cubicBezTo>
                <a:cubicBezTo>
                  <a:pt x="300958" y="2414162"/>
                  <a:pt x="214702" y="2402911"/>
                  <a:pt x="150948" y="2397286"/>
                </a:cubicBezTo>
                <a:cubicBezTo>
                  <a:pt x="86256" y="2391661"/>
                  <a:pt x="43128" y="2391661"/>
                  <a:pt x="21564" y="2391661"/>
                </a:cubicBezTo>
                <a:lnTo>
                  <a:pt x="0" y="2391661"/>
                </a:lnTo>
                <a:lnTo>
                  <a:pt x="0" y="2392598"/>
                </a:lnTo>
                <a:close/>
              </a:path>
            </a:pathLst>
          </a:custGeom>
          <a:solidFill>
            <a:srgbClr val="F4A988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CD31784-DDBA-2887-9949-E4B6DC3A2105}"/>
              </a:ext>
            </a:extLst>
          </p:cNvPr>
          <p:cNvSpPr/>
          <p:nvPr/>
        </p:nvSpPr>
        <p:spPr>
          <a:xfrm>
            <a:off x="1866777" y="1506478"/>
            <a:ext cx="7372060" cy="1993827"/>
          </a:xfrm>
          <a:custGeom>
            <a:avLst/>
            <a:gdLst>
              <a:gd name="connsiteX0" fmla="*/ 0 w 7372060"/>
              <a:gd name="connsiteY0" fmla="*/ 1924741 h 1993827"/>
              <a:gd name="connsiteX1" fmla="*/ 21564 w 7372060"/>
              <a:gd name="connsiteY1" fmla="*/ 1924741 h 1993827"/>
              <a:gd name="connsiteX2" fmla="*/ 150948 w 7372060"/>
              <a:gd name="connsiteY2" fmla="*/ 1930366 h 1993827"/>
              <a:gd name="connsiteX3" fmla="*/ 387214 w 7372060"/>
              <a:gd name="connsiteY3" fmla="*/ 1941617 h 1993827"/>
              <a:gd name="connsiteX4" fmla="*/ 624417 w 7372060"/>
              <a:gd name="connsiteY4" fmla="*/ 1908804 h 1993827"/>
              <a:gd name="connsiteX5" fmla="*/ 796929 w 7372060"/>
              <a:gd name="connsiteY5" fmla="*/ 1914428 h 1993827"/>
              <a:gd name="connsiteX6" fmla="*/ 1011631 w 7372060"/>
              <a:gd name="connsiteY6" fmla="*/ 1903178 h 1993827"/>
              <a:gd name="connsiteX7" fmla="*/ 1162579 w 7372060"/>
              <a:gd name="connsiteY7" fmla="*/ 1914428 h 1993827"/>
              <a:gd name="connsiteX8" fmla="*/ 1291962 w 7372060"/>
              <a:gd name="connsiteY8" fmla="*/ 1885365 h 1993827"/>
              <a:gd name="connsiteX9" fmla="*/ 1421346 w 7372060"/>
              <a:gd name="connsiteY9" fmla="*/ 1863802 h 1993827"/>
              <a:gd name="connsiteX10" fmla="*/ 1550730 w 7372060"/>
              <a:gd name="connsiteY10" fmla="*/ 1977243 h 1993827"/>
              <a:gd name="connsiteX11" fmla="*/ 1680114 w 7372060"/>
              <a:gd name="connsiteY11" fmla="*/ 1975367 h 1993827"/>
              <a:gd name="connsiteX12" fmla="*/ 1809497 w 7372060"/>
              <a:gd name="connsiteY12" fmla="*/ 1913491 h 1993827"/>
              <a:gd name="connsiteX13" fmla="*/ 1938881 w 7372060"/>
              <a:gd name="connsiteY13" fmla="*/ 1875990 h 1993827"/>
              <a:gd name="connsiteX14" fmla="*/ 2089829 w 7372060"/>
              <a:gd name="connsiteY14" fmla="*/ 1861927 h 1993827"/>
              <a:gd name="connsiteX15" fmla="*/ 2348596 w 7372060"/>
              <a:gd name="connsiteY15" fmla="*/ 1880678 h 1993827"/>
              <a:gd name="connsiteX16" fmla="*/ 2671118 w 7372060"/>
              <a:gd name="connsiteY16" fmla="*/ 1921929 h 1993827"/>
              <a:gd name="connsiteX17" fmla="*/ 2843630 w 7372060"/>
              <a:gd name="connsiteY17" fmla="*/ 1905053 h 1993827"/>
              <a:gd name="connsiteX18" fmla="*/ 2973013 w 7372060"/>
              <a:gd name="connsiteY18" fmla="*/ 1875053 h 1993827"/>
              <a:gd name="connsiteX19" fmla="*/ 3123961 w 7372060"/>
              <a:gd name="connsiteY19" fmla="*/ 1858177 h 1993827"/>
              <a:gd name="connsiteX20" fmla="*/ 3339601 w 7372060"/>
              <a:gd name="connsiteY20" fmla="*/ 1843177 h 1993827"/>
              <a:gd name="connsiteX21" fmla="*/ 3490548 w 7372060"/>
              <a:gd name="connsiteY21" fmla="*/ 1799113 h 1993827"/>
              <a:gd name="connsiteX22" fmla="*/ 3619932 w 7372060"/>
              <a:gd name="connsiteY22" fmla="*/ 1814114 h 1993827"/>
              <a:gd name="connsiteX23" fmla="*/ 3749316 w 7372060"/>
              <a:gd name="connsiteY23" fmla="*/ 1831926 h 1993827"/>
              <a:gd name="connsiteX24" fmla="*/ 3878700 w 7372060"/>
              <a:gd name="connsiteY24" fmla="*/ 1811301 h 1993827"/>
              <a:gd name="connsiteX25" fmla="*/ 4008083 w 7372060"/>
              <a:gd name="connsiteY25" fmla="*/ 1827239 h 1993827"/>
              <a:gd name="connsiteX26" fmla="*/ 4137467 w 7372060"/>
              <a:gd name="connsiteY26" fmla="*/ 1749425 h 1993827"/>
              <a:gd name="connsiteX27" fmla="*/ 4266851 w 7372060"/>
              <a:gd name="connsiteY27" fmla="*/ 1784113 h 1993827"/>
              <a:gd name="connsiteX28" fmla="*/ 4396235 w 7372060"/>
              <a:gd name="connsiteY28" fmla="*/ 1708173 h 1993827"/>
              <a:gd name="connsiteX29" fmla="*/ 4525619 w 7372060"/>
              <a:gd name="connsiteY29" fmla="*/ 1774737 h 1993827"/>
              <a:gd name="connsiteX30" fmla="*/ 4655002 w 7372060"/>
              <a:gd name="connsiteY30" fmla="*/ 1780363 h 1993827"/>
              <a:gd name="connsiteX31" fmla="*/ 4784386 w 7372060"/>
              <a:gd name="connsiteY31" fmla="*/ 1648172 h 1993827"/>
              <a:gd name="connsiteX32" fmla="*/ 4913769 w 7372060"/>
              <a:gd name="connsiteY32" fmla="*/ 1490668 h 1993827"/>
              <a:gd name="connsiteX33" fmla="*/ 5043154 w 7372060"/>
              <a:gd name="connsiteY33" fmla="*/ 1576920 h 1993827"/>
              <a:gd name="connsiteX34" fmla="*/ 5172537 w 7372060"/>
              <a:gd name="connsiteY34" fmla="*/ 1605983 h 1993827"/>
              <a:gd name="connsiteX35" fmla="*/ 5301921 w 7372060"/>
              <a:gd name="connsiteY35" fmla="*/ 1463480 h 1993827"/>
              <a:gd name="connsiteX36" fmla="*/ 5431305 w 7372060"/>
              <a:gd name="connsiteY36" fmla="*/ 1297538 h 1993827"/>
              <a:gd name="connsiteX37" fmla="*/ 5560688 w 7372060"/>
              <a:gd name="connsiteY37" fmla="*/ 1075345 h 1993827"/>
              <a:gd name="connsiteX38" fmla="*/ 5690072 w 7372060"/>
              <a:gd name="connsiteY38" fmla="*/ 962842 h 1993827"/>
              <a:gd name="connsiteX39" fmla="*/ 5819456 w 7372060"/>
              <a:gd name="connsiteY39" fmla="*/ 846589 h 1993827"/>
              <a:gd name="connsiteX40" fmla="*/ 5948840 w 7372060"/>
              <a:gd name="connsiteY40" fmla="*/ 799713 h 1993827"/>
              <a:gd name="connsiteX41" fmla="*/ 6078223 w 7372060"/>
              <a:gd name="connsiteY41" fmla="*/ 653459 h 1993827"/>
              <a:gd name="connsiteX42" fmla="*/ 6207607 w 7372060"/>
              <a:gd name="connsiteY42" fmla="*/ 496893 h 1993827"/>
              <a:gd name="connsiteX43" fmla="*/ 6336991 w 7372060"/>
              <a:gd name="connsiteY43" fmla="*/ 790338 h 1993827"/>
              <a:gd name="connsiteX44" fmla="*/ 6466375 w 7372060"/>
              <a:gd name="connsiteY44" fmla="*/ 357202 h 1993827"/>
              <a:gd name="connsiteX45" fmla="*/ 6595758 w 7372060"/>
              <a:gd name="connsiteY45" fmla="*/ 71257 h 1993827"/>
              <a:gd name="connsiteX46" fmla="*/ 6725142 w 7372060"/>
              <a:gd name="connsiteY46" fmla="*/ 6568 h 1993827"/>
              <a:gd name="connsiteX47" fmla="*/ 6854526 w 7372060"/>
              <a:gd name="connsiteY47" fmla="*/ 30006 h 1993827"/>
              <a:gd name="connsiteX48" fmla="*/ 6983910 w 7372060"/>
              <a:gd name="connsiteY48" fmla="*/ 24381 h 1993827"/>
              <a:gd name="connsiteX49" fmla="*/ 7113293 w 7372060"/>
              <a:gd name="connsiteY49" fmla="*/ 265325 h 1993827"/>
              <a:gd name="connsiteX50" fmla="*/ 7242677 w 7372060"/>
              <a:gd name="connsiteY50" fmla="*/ 325326 h 1993827"/>
              <a:gd name="connsiteX51" fmla="*/ 7350497 w 7372060"/>
              <a:gd name="connsiteY51" fmla="*/ 922529 h 1993827"/>
              <a:gd name="connsiteX52" fmla="*/ 7372061 w 7372060"/>
              <a:gd name="connsiteY52" fmla="*/ 1082845 h 1993827"/>
              <a:gd name="connsiteX53" fmla="*/ 7372061 w 7372060"/>
              <a:gd name="connsiteY53" fmla="*/ 1148472 h 1993827"/>
              <a:gd name="connsiteX54" fmla="*/ 7350497 w 7372060"/>
              <a:gd name="connsiteY54" fmla="*/ 1009718 h 1993827"/>
              <a:gd name="connsiteX55" fmla="*/ 7242677 w 7372060"/>
              <a:gd name="connsiteY55" fmla="*/ 489393 h 1993827"/>
              <a:gd name="connsiteX56" fmla="*/ 7113293 w 7372060"/>
              <a:gd name="connsiteY56" fmla="*/ 484705 h 1993827"/>
              <a:gd name="connsiteX57" fmla="*/ 6983910 w 7372060"/>
              <a:gd name="connsiteY57" fmla="*/ 495018 h 1993827"/>
              <a:gd name="connsiteX58" fmla="*/ 6854526 w 7372060"/>
              <a:gd name="connsiteY58" fmla="*/ 413453 h 1993827"/>
              <a:gd name="connsiteX59" fmla="*/ 6725142 w 7372060"/>
              <a:gd name="connsiteY59" fmla="*/ 345952 h 1993827"/>
              <a:gd name="connsiteX60" fmla="*/ 6595758 w 7372060"/>
              <a:gd name="connsiteY60" fmla="*/ 269075 h 1993827"/>
              <a:gd name="connsiteX61" fmla="*/ 6466375 w 7372060"/>
              <a:gd name="connsiteY61" fmla="*/ 599083 h 1993827"/>
              <a:gd name="connsiteX62" fmla="*/ 6336991 w 7372060"/>
              <a:gd name="connsiteY62" fmla="*/ 1032219 h 1993827"/>
              <a:gd name="connsiteX63" fmla="*/ 6207607 w 7372060"/>
              <a:gd name="connsiteY63" fmla="*/ 640334 h 1993827"/>
              <a:gd name="connsiteX64" fmla="*/ 6078223 w 7372060"/>
              <a:gd name="connsiteY64" fmla="*/ 741586 h 1993827"/>
              <a:gd name="connsiteX65" fmla="*/ 5948840 w 7372060"/>
              <a:gd name="connsiteY65" fmla="*/ 909403 h 1993827"/>
              <a:gd name="connsiteX66" fmla="*/ 5819456 w 7372060"/>
              <a:gd name="connsiteY66" fmla="*/ 933779 h 1993827"/>
              <a:gd name="connsiteX67" fmla="*/ 5690072 w 7372060"/>
              <a:gd name="connsiteY67" fmla="*/ 1060345 h 1993827"/>
              <a:gd name="connsiteX68" fmla="*/ 5560688 w 7372060"/>
              <a:gd name="connsiteY68" fmla="*/ 1107221 h 1993827"/>
              <a:gd name="connsiteX69" fmla="*/ 5431305 w 7372060"/>
              <a:gd name="connsiteY69" fmla="*/ 1339727 h 1993827"/>
              <a:gd name="connsiteX70" fmla="*/ 5301921 w 7372060"/>
              <a:gd name="connsiteY70" fmla="*/ 1484105 h 1993827"/>
              <a:gd name="connsiteX71" fmla="*/ 5172537 w 7372060"/>
              <a:gd name="connsiteY71" fmla="*/ 1648172 h 1993827"/>
              <a:gd name="connsiteX72" fmla="*/ 5043154 w 7372060"/>
              <a:gd name="connsiteY72" fmla="*/ 1586295 h 1993827"/>
              <a:gd name="connsiteX73" fmla="*/ 4913769 w 7372060"/>
              <a:gd name="connsiteY73" fmla="*/ 1488793 h 1993827"/>
              <a:gd name="connsiteX74" fmla="*/ 4784386 w 7372060"/>
              <a:gd name="connsiteY74" fmla="*/ 1657547 h 1993827"/>
              <a:gd name="connsiteX75" fmla="*/ 4655002 w 7372060"/>
              <a:gd name="connsiteY75" fmla="*/ 1822551 h 1993827"/>
              <a:gd name="connsiteX76" fmla="*/ 4525619 w 7372060"/>
              <a:gd name="connsiteY76" fmla="*/ 1795363 h 1993827"/>
              <a:gd name="connsiteX77" fmla="*/ 4396235 w 7372060"/>
              <a:gd name="connsiteY77" fmla="*/ 1750362 h 1993827"/>
              <a:gd name="connsiteX78" fmla="*/ 4266851 w 7372060"/>
              <a:gd name="connsiteY78" fmla="*/ 1793488 h 1993827"/>
              <a:gd name="connsiteX79" fmla="*/ 4137467 w 7372060"/>
              <a:gd name="connsiteY79" fmla="*/ 1747549 h 1993827"/>
              <a:gd name="connsiteX80" fmla="*/ 4008083 w 7372060"/>
              <a:gd name="connsiteY80" fmla="*/ 1825364 h 1993827"/>
              <a:gd name="connsiteX81" fmla="*/ 3878700 w 7372060"/>
              <a:gd name="connsiteY81" fmla="*/ 1809426 h 1993827"/>
              <a:gd name="connsiteX82" fmla="*/ 3749316 w 7372060"/>
              <a:gd name="connsiteY82" fmla="*/ 1830051 h 1993827"/>
              <a:gd name="connsiteX83" fmla="*/ 3619932 w 7372060"/>
              <a:gd name="connsiteY83" fmla="*/ 1812238 h 1993827"/>
              <a:gd name="connsiteX84" fmla="*/ 3490548 w 7372060"/>
              <a:gd name="connsiteY84" fmla="*/ 1797238 h 1993827"/>
              <a:gd name="connsiteX85" fmla="*/ 3339601 w 7372060"/>
              <a:gd name="connsiteY85" fmla="*/ 1841302 h 1993827"/>
              <a:gd name="connsiteX86" fmla="*/ 3123961 w 7372060"/>
              <a:gd name="connsiteY86" fmla="*/ 1856302 h 1993827"/>
              <a:gd name="connsiteX87" fmla="*/ 2973013 w 7372060"/>
              <a:gd name="connsiteY87" fmla="*/ 1873177 h 1993827"/>
              <a:gd name="connsiteX88" fmla="*/ 2843630 w 7372060"/>
              <a:gd name="connsiteY88" fmla="*/ 1903178 h 1993827"/>
              <a:gd name="connsiteX89" fmla="*/ 2671118 w 7372060"/>
              <a:gd name="connsiteY89" fmla="*/ 1930366 h 1993827"/>
              <a:gd name="connsiteX90" fmla="*/ 2348596 w 7372060"/>
              <a:gd name="connsiteY90" fmla="*/ 1933179 h 1993827"/>
              <a:gd name="connsiteX91" fmla="*/ 2089829 w 7372060"/>
              <a:gd name="connsiteY91" fmla="*/ 1924741 h 1993827"/>
              <a:gd name="connsiteX92" fmla="*/ 1938881 w 7372060"/>
              <a:gd name="connsiteY92" fmla="*/ 1927554 h 1993827"/>
              <a:gd name="connsiteX93" fmla="*/ 1809497 w 7372060"/>
              <a:gd name="connsiteY93" fmla="*/ 1920991 h 1993827"/>
              <a:gd name="connsiteX94" fmla="*/ 1680114 w 7372060"/>
              <a:gd name="connsiteY94" fmla="*/ 1971617 h 1993827"/>
              <a:gd name="connsiteX95" fmla="*/ 1550730 w 7372060"/>
              <a:gd name="connsiteY95" fmla="*/ 1984743 h 1993827"/>
              <a:gd name="connsiteX96" fmla="*/ 1421346 w 7372060"/>
              <a:gd name="connsiteY96" fmla="*/ 1904116 h 1993827"/>
              <a:gd name="connsiteX97" fmla="*/ 1291962 w 7372060"/>
              <a:gd name="connsiteY97" fmla="*/ 1892866 h 1993827"/>
              <a:gd name="connsiteX98" fmla="*/ 1162579 w 7372060"/>
              <a:gd name="connsiteY98" fmla="*/ 1921929 h 1993827"/>
              <a:gd name="connsiteX99" fmla="*/ 1011631 w 7372060"/>
              <a:gd name="connsiteY99" fmla="*/ 1943492 h 1993827"/>
              <a:gd name="connsiteX100" fmla="*/ 796929 w 7372060"/>
              <a:gd name="connsiteY100" fmla="*/ 1921929 h 1993827"/>
              <a:gd name="connsiteX101" fmla="*/ 624417 w 7372060"/>
              <a:gd name="connsiteY101" fmla="*/ 1905053 h 1993827"/>
              <a:gd name="connsiteX102" fmla="*/ 387214 w 7372060"/>
              <a:gd name="connsiteY102" fmla="*/ 1937867 h 1993827"/>
              <a:gd name="connsiteX103" fmla="*/ 150948 w 7372060"/>
              <a:gd name="connsiteY103" fmla="*/ 1937867 h 1993827"/>
              <a:gd name="connsiteX104" fmla="*/ 21564 w 7372060"/>
              <a:gd name="connsiteY104" fmla="*/ 1976305 h 1993827"/>
              <a:gd name="connsiteX105" fmla="*/ 0 w 7372060"/>
              <a:gd name="connsiteY105" fmla="*/ 1987555 h 1993827"/>
              <a:gd name="connsiteX106" fmla="*/ 0 w 7372060"/>
              <a:gd name="connsiteY106" fmla="*/ 1921929 h 1993827"/>
              <a:gd name="connsiteX107" fmla="*/ 0 w 7372060"/>
              <a:gd name="connsiteY107" fmla="*/ 1924741 h 1993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7372060" h="1993827">
                <a:moveTo>
                  <a:pt x="0" y="1924741"/>
                </a:moveTo>
                <a:lnTo>
                  <a:pt x="21564" y="1924741"/>
                </a:lnTo>
                <a:cubicBezTo>
                  <a:pt x="43128" y="1924741"/>
                  <a:pt x="86256" y="1924741"/>
                  <a:pt x="150948" y="1930366"/>
                </a:cubicBezTo>
                <a:cubicBezTo>
                  <a:pt x="215640" y="1935992"/>
                  <a:pt x="301895" y="1947242"/>
                  <a:pt x="387214" y="1941617"/>
                </a:cubicBezTo>
                <a:cubicBezTo>
                  <a:pt x="473469" y="1935992"/>
                  <a:pt x="559725" y="1914428"/>
                  <a:pt x="624417" y="1908804"/>
                </a:cubicBezTo>
                <a:cubicBezTo>
                  <a:pt x="689109" y="1903178"/>
                  <a:pt x="732237" y="1914428"/>
                  <a:pt x="796929" y="1914428"/>
                </a:cubicBezTo>
                <a:cubicBezTo>
                  <a:pt x="861621" y="1914428"/>
                  <a:pt x="947877" y="1903178"/>
                  <a:pt x="1011631" y="1903178"/>
                </a:cubicBezTo>
                <a:cubicBezTo>
                  <a:pt x="1075385" y="1903178"/>
                  <a:pt x="1119451" y="1914428"/>
                  <a:pt x="1162579" y="1914428"/>
                </a:cubicBezTo>
                <a:cubicBezTo>
                  <a:pt x="1205707" y="1914428"/>
                  <a:pt x="1248834" y="1903178"/>
                  <a:pt x="1291962" y="1885365"/>
                </a:cubicBezTo>
                <a:cubicBezTo>
                  <a:pt x="1335090" y="1867552"/>
                  <a:pt x="1378218" y="1843177"/>
                  <a:pt x="1421346" y="1863802"/>
                </a:cubicBezTo>
                <a:cubicBezTo>
                  <a:pt x="1464474" y="1884428"/>
                  <a:pt x="1507602" y="1950055"/>
                  <a:pt x="1550730" y="1977243"/>
                </a:cubicBezTo>
                <a:cubicBezTo>
                  <a:pt x="1593858" y="2004431"/>
                  <a:pt x="1636986" y="1994118"/>
                  <a:pt x="1680114" y="1975367"/>
                </a:cubicBezTo>
                <a:cubicBezTo>
                  <a:pt x="1723241" y="1957555"/>
                  <a:pt x="1766369" y="1931304"/>
                  <a:pt x="1809497" y="1913491"/>
                </a:cubicBezTo>
                <a:cubicBezTo>
                  <a:pt x="1852625" y="1895678"/>
                  <a:pt x="1895753" y="1884428"/>
                  <a:pt x="1938881" y="1875990"/>
                </a:cubicBezTo>
                <a:cubicBezTo>
                  <a:pt x="1982009" y="1867552"/>
                  <a:pt x="2025137" y="1861927"/>
                  <a:pt x="2089829" y="1861927"/>
                </a:cubicBezTo>
                <a:cubicBezTo>
                  <a:pt x="2154521" y="1861927"/>
                  <a:pt x="2240776" y="1867552"/>
                  <a:pt x="2348596" y="1880678"/>
                </a:cubicBezTo>
                <a:cubicBezTo>
                  <a:pt x="2456416" y="1894741"/>
                  <a:pt x="2585800" y="1916304"/>
                  <a:pt x="2671118" y="1921929"/>
                </a:cubicBezTo>
                <a:cubicBezTo>
                  <a:pt x="2757374" y="1927554"/>
                  <a:pt x="2800502" y="1916304"/>
                  <a:pt x="2843630" y="1905053"/>
                </a:cubicBezTo>
                <a:cubicBezTo>
                  <a:pt x="2886758" y="1893803"/>
                  <a:pt x="2929886" y="1883490"/>
                  <a:pt x="2973013" y="1875053"/>
                </a:cubicBezTo>
                <a:cubicBezTo>
                  <a:pt x="3016141" y="1866615"/>
                  <a:pt x="3059269" y="1860990"/>
                  <a:pt x="3123961" y="1858177"/>
                </a:cubicBezTo>
                <a:cubicBezTo>
                  <a:pt x="3188653" y="1855365"/>
                  <a:pt x="3274909" y="1855365"/>
                  <a:pt x="3339601" y="1843177"/>
                </a:cubicBezTo>
                <a:cubicBezTo>
                  <a:pt x="3404293" y="1830989"/>
                  <a:pt x="3447421" y="1806613"/>
                  <a:pt x="3490548" y="1799113"/>
                </a:cubicBezTo>
                <a:cubicBezTo>
                  <a:pt x="3533676" y="1792550"/>
                  <a:pt x="3576804" y="1802863"/>
                  <a:pt x="3619932" y="1814114"/>
                </a:cubicBezTo>
                <a:cubicBezTo>
                  <a:pt x="3663060" y="1825364"/>
                  <a:pt x="3706188" y="1835677"/>
                  <a:pt x="3749316" y="1831926"/>
                </a:cubicBezTo>
                <a:cubicBezTo>
                  <a:pt x="3792444" y="1827239"/>
                  <a:pt x="3835572" y="1807551"/>
                  <a:pt x="3878700" y="1811301"/>
                </a:cubicBezTo>
                <a:cubicBezTo>
                  <a:pt x="3921827" y="1815051"/>
                  <a:pt x="3964955" y="1842239"/>
                  <a:pt x="4008083" y="1827239"/>
                </a:cubicBezTo>
                <a:cubicBezTo>
                  <a:pt x="4051211" y="1812238"/>
                  <a:pt x="4094339" y="1754112"/>
                  <a:pt x="4137467" y="1749425"/>
                </a:cubicBezTo>
                <a:cubicBezTo>
                  <a:pt x="4180595" y="1744737"/>
                  <a:pt x="4223723" y="1791613"/>
                  <a:pt x="4266851" y="1784113"/>
                </a:cubicBezTo>
                <a:cubicBezTo>
                  <a:pt x="4309979" y="1776613"/>
                  <a:pt x="4353107" y="1714736"/>
                  <a:pt x="4396235" y="1708173"/>
                </a:cubicBezTo>
                <a:cubicBezTo>
                  <a:pt x="4439363" y="1701611"/>
                  <a:pt x="4482491" y="1749425"/>
                  <a:pt x="4525619" y="1774737"/>
                </a:cubicBezTo>
                <a:cubicBezTo>
                  <a:pt x="4568746" y="1800051"/>
                  <a:pt x="4611874" y="1801926"/>
                  <a:pt x="4655002" y="1780363"/>
                </a:cubicBezTo>
                <a:cubicBezTo>
                  <a:pt x="4698130" y="1758800"/>
                  <a:pt x="4741258" y="1712861"/>
                  <a:pt x="4784386" y="1648172"/>
                </a:cubicBezTo>
                <a:cubicBezTo>
                  <a:pt x="4827514" y="1584420"/>
                  <a:pt x="4870642" y="1501918"/>
                  <a:pt x="4913769" y="1490668"/>
                </a:cubicBezTo>
                <a:cubicBezTo>
                  <a:pt x="4956898" y="1479418"/>
                  <a:pt x="5000025" y="1539419"/>
                  <a:pt x="5043154" y="1576920"/>
                </a:cubicBezTo>
                <a:cubicBezTo>
                  <a:pt x="5086281" y="1614421"/>
                  <a:pt x="5129409" y="1630359"/>
                  <a:pt x="5172537" y="1605983"/>
                </a:cubicBezTo>
                <a:cubicBezTo>
                  <a:pt x="5215665" y="1581608"/>
                  <a:pt x="5258793" y="1516918"/>
                  <a:pt x="5301921" y="1463480"/>
                </a:cubicBezTo>
                <a:cubicBezTo>
                  <a:pt x="5345049" y="1410041"/>
                  <a:pt x="5388177" y="1365977"/>
                  <a:pt x="5431305" y="1297538"/>
                </a:cubicBezTo>
                <a:cubicBezTo>
                  <a:pt x="5474433" y="1228161"/>
                  <a:pt x="5517560" y="1132534"/>
                  <a:pt x="5560688" y="1075345"/>
                </a:cubicBezTo>
                <a:cubicBezTo>
                  <a:pt x="5603816" y="1018156"/>
                  <a:pt x="5646944" y="999405"/>
                  <a:pt x="5690072" y="962842"/>
                </a:cubicBezTo>
                <a:cubicBezTo>
                  <a:pt x="5733200" y="926279"/>
                  <a:pt x="5776328" y="873777"/>
                  <a:pt x="5819456" y="846589"/>
                </a:cubicBezTo>
                <a:cubicBezTo>
                  <a:pt x="5862584" y="820339"/>
                  <a:pt x="5905712" y="820339"/>
                  <a:pt x="5948840" y="799713"/>
                </a:cubicBezTo>
                <a:cubicBezTo>
                  <a:pt x="5991967" y="779087"/>
                  <a:pt x="6035096" y="737836"/>
                  <a:pt x="6078223" y="653459"/>
                </a:cubicBezTo>
                <a:cubicBezTo>
                  <a:pt x="6121351" y="568145"/>
                  <a:pt x="6164479" y="439704"/>
                  <a:pt x="6207607" y="496893"/>
                </a:cubicBezTo>
                <a:cubicBezTo>
                  <a:pt x="6250735" y="554082"/>
                  <a:pt x="6293863" y="797838"/>
                  <a:pt x="6336991" y="790338"/>
                </a:cubicBezTo>
                <a:cubicBezTo>
                  <a:pt x="6380119" y="782838"/>
                  <a:pt x="6423246" y="523143"/>
                  <a:pt x="6466375" y="357202"/>
                </a:cubicBezTo>
                <a:cubicBezTo>
                  <a:pt x="6509502" y="191260"/>
                  <a:pt x="6552631" y="118133"/>
                  <a:pt x="6595758" y="71257"/>
                </a:cubicBezTo>
                <a:cubicBezTo>
                  <a:pt x="6638886" y="24381"/>
                  <a:pt x="6682014" y="1880"/>
                  <a:pt x="6725142" y="6568"/>
                </a:cubicBezTo>
                <a:cubicBezTo>
                  <a:pt x="6768270" y="10318"/>
                  <a:pt x="6811398" y="40319"/>
                  <a:pt x="6854526" y="30006"/>
                </a:cubicBezTo>
                <a:cubicBezTo>
                  <a:pt x="6897654" y="20631"/>
                  <a:pt x="6940781" y="-29058"/>
                  <a:pt x="6983910" y="24381"/>
                </a:cubicBezTo>
                <a:cubicBezTo>
                  <a:pt x="7027037" y="77820"/>
                  <a:pt x="7070165" y="232511"/>
                  <a:pt x="7113293" y="265325"/>
                </a:cubicBezTo>
                <a:cubicBezTo>
                  <a:pt x="7156421" y="298138"/>
                  <a:pt x="7199549" y="209073"/>
                  <a:pt x="7242677" y="325326"/>
                </a:cubicBezTo>
                <a:cubicBezTo>
                  <a:pt x="7285805" y="441579"/>
                  <a:pt x="7328933" y="762212"/>
                  <a:pt x="7350497" y="922529"/>
                </a:cubicBezTo>
                <a:lnTo>
                  <a:pt x="7372061" y="1082845"/>
                </a:lnTo>
                <a:lnTo>
                  <a:pt x="7372061" y="1148472"/>
                </a:lnTo>
                <a:lnTo>
                  <a:pt x="7350497" y="1009718"/>
                </a:lnTo>
                <a:cubicBezTo>
                  <a:pt x="7328933" y="870965"/>
                  <a:pt x="7285805" y="594395"/>
                  <a:pt x="7242677" y="489393"/>
                </a:cubicBezTo>
                <a:cubicBezTo>
                  <a:pt x="7199549" y="384390"/>
                  <a:pt x="7156421" y="451892"/>
                  <a:pt x="7113293" y="484705"/>
                </a:cubicBezTo>
                <a:cubicBezTo>
                  <a:pt x="7070165" y="517518"/>
                  <a:pt x="7027037" y="515643"/>
                  <a:pt x="6983910" y="495018"/>
                </a:cubicBezTo>
                <a:cubicBezTo>
                  <a:pt x="6940781" y="474392"/>
                  <a:pt x="6897654" y="435954"/>
                  <a:pt x="6854526" y="413453"/>
                </a:cubicBezTo>
                <a:cubicBezTo>
                  <a:pt x="6811398" y="390953"/>
                  <a:pt x="6768270" y="382515"/>
                  <a:pt x="6725142" y="345952"/>
                </a:cubicBezTo>
                <a:cubicBezTo>
                  <a:pt x="6682014" y="309388"/>
                  <a:pt x="6638886" y="243761"/>
                  <a:pt x="6595758" y="269075"/>
                </a:cubicBezTo>
                <a:cubicBezTo>
                  <a:pt x="6552631" y="294388"/>
                  <a:pt x="6509502" y="411578"/>
                  <a:pt x="6466375" y="599083"/>
                </a:cubicBezTo>
                <a:cubicBezTo>
                  <a:pt x="6423246" y="786588"/>
                  <a:pt x="6380119" y="1046282"/>
                  <a:pt x="6336991" y="1032219"/>
                </a:cubicBezTo>
                <a:cubicBezTo>
                  <a:pt x="6293863" y="1018156"/>
                  <a:pt x="6250735" y="731274"/>
                  <a:pt x="6207607" y="640334"/>
                </a:cubicBezTo>
                <a:cubicBezTo>
                  <a:pt x="6164479" y="550332"/>
                  <a:pt x="6121351" y="657209"/>
                  <a:pt x="6078223" y="741586"/>
                </a:cubicBezTo>
                <a:cubicBezTo>
                  <a:pt x="6035096" y="826901"/>
                  <a:pt x="5991967" y="889715"/>
                  <a:pt x="5948840" y="909403"/>
                </a:cubicBezTo>
                <a:cubicBezTo>
                  <a:pt x="5905712" y="929091"/>
                  <a:pt x="5862584" y="907528"/>
                  <a:pt x="5819456" y="933779"/>
                </a:cubicBezTo>
                <a:cubicBezTo>
                  <a:pt x="5776328" y="960029"/>
                  <a:pt x="5733200" y="1035031"/>
                  <a:pt x="5690072" y="1060345"/>
                </a:cubicBezTo>
                <a:cubicBezTo>
                  <a:pt x="5646944" y="1085658"/>
                  <a:pt x="5603816" y="1060345"/>
                  <a:pt x="5560688" y="1107221"/>
                </a:cubicBezTo>
                <a:cubicBezTo>
                  <a:pt x="5517560" y="1154097"/>
                  <a:pt x="5474433" y="1270350"/>
                  <a:pt x="5431305" y="1339727"/>
                </a:cubicBezTo>
                <a:cubicBezTo>
                  <a:pt x="5388177" y="1409103"/>
                  <a:pt x="5345049" y="1430666"/>
                  <a:pt x="5301921" y="1484105"/>
                </a:cubicBezTo>
                <a:cubicBezTo>
                  <a:pt x="5258793" y="1537544"/>
                  <a:pt x="5215665" y="1623796"/>
                  <a:pt x="5172537" y="1648172"/>
                </a:cubicBezTo>
                <a:cubicBezTo>
                  <a:pt x="5129409" y="1672547"/>
                  <a:pt x="5086281" y="1635047"/>
                  <a:pt x="5043154" y="1586295"/>
                </a:cubicBezTo>
                <a:cubicBezTo>
                  <a:pt x="5000025" y="1537544"/>
                  <a:pt x="4956898" y="1477543"/>
                  <a:pt x="4913769" y="1488793"/>
                </a:cubicBezTo>
                <a:cubicBezTo>
                  <a:pt x="4870642" y="1500043"/>
                  <a:pt x="4827514" y="1582545"/>
                  <a:pt x="4784386" y="1657547"/>
                </a:cubicBezTo>
                <a:cubicBezTo>
                  <a:pt x="4741258" y="1732549"/>
                  <a:pt x="4698130" y="1800051"/>
                  <a:pt x="4655002" y="1822551"/>
                </a:cubicBezTo>
                <a:cubicBezTo>
                  <a:pt x="4611874" y="1844114"/>
                  <a:pt x="4568746" y="1820676"/>
                  <a:pt x="4525619" y="1795363"/>
                </a:cubicBezTo>
                <a:cubicBezTo>
                  <a:pt x="4482491" y="1770050"/>
                  <a:pt x="4439363" y="1743799"/>
                  <a:pt x="4396235" y="1750362"/>
                </a:cubicBezTo>
                <a:cubicBezTo>
                  <a:pt x="4353107" y="1756925"/>
                  <a:pt x="4309979" y="1797238"/>
                  <a:pt x="4266851" y="1793488"/>
                </a:cubicBezTo>
                <a:cubicBezTo>
                  <a:pt x="4223723" y="1789738"/>
                  <a:pt x="4180595" y="1742862"/>
                  <a:pt x="4137467" y="1747549"/>
                </a:cubicBezTo>
                <a:cubicBezTo>
                  <a:pt x="4094339" y="1752237"/>
                  <a:pt x="4051211" y="1810364"/>
                  <a:pt x="4008083" y="1825364"/>
                </a:cubicBezTo>
                <a:cubicBezTo>
                  <a:pt x="3964955" y="1840364"/>
                  <a:pt x="3921827" y="1813176"/>
                  <a:pt x="3878700" y="1809426"/>
                </a:cubicBezTo>
                <a:cubicBezTo>
                  <a:pt x="3835572" y="1805676"/>
                  <a:pt x="3792444" y="1825364"/>
                  <a:pt x="3749316" y="1830051"/>
                </a:cubicBezTo>
                <a:cubicBezTo>
                  <a:pt x="3706188" y="1834739"/>
                  <a:pt x="3663060" y="1823489"/>
                  <a:pt x="3619932" y="1812238"/>
                </a:cubicBezTo>
                <a:cubicBezTo>
                  <a:pt x="3576804" y="1800988"/>
                  <a:pt x="3533676" y="1790675"/>
                  <a:pt x="3490548" y="1797238"/>
                </a:cubicBezTo>
                <a:cubicBezTo>
                  <a:pt x="3447421" y="1803801"/>
                  <a:pt x="3404293" y="1829114"/>
                  <a:pt x="3339601" y="1841302"/>
                </a:cubicBezTo>
                <a:cubicBezTo>
                  <a:pt x="3274909" y="1853489"/>
                  <a:pt x="3188653" y="1853489"/>
                  <a:pt x="3123961" y="1856302"/>
                </a:cubicBezTo>
                <a:cubicBezTo>
                  <a:pt x="3059269" y="1859115"/>
                  <a:pt x="3016141" y="1864740"/>
                  <a:pt x="2973013" y="1873177"/>
                </a:cubicBezTo>
                <a:cubicBezTo>
                  <a:pt x="2929886" y="1881615"/>
                  <a:pt x="2886758" y="1891928"/>
                  <a:pt x="2843630" y="1903178"/>
                </a:cubicBezTo>
                <a:cubicBezTo>
                  <a:pt x="2800502" y="1914428"/>
                  <a:pt x="2757374" y="1924741"/>
                  <a:pt x="2671118" y="1930366"/>
                </a:cubicBezTo>
                <a:cubicBezTo>
                  <a:pt x="2584862" y="1935992"/>
                  <a:pt x="2455478" y="1935992"/>
                  <a:pt x="2348596" y="1933179"/>
                </a:cubicBezTo>
                <a:cubicBezTo>
                  <a:pt x="2240776" y="1930366"/>
                  <a:pt x="2154521" y="1924741"/>
                  <a:pt x="2089829" y="1924741"/>
                </a:cubicBezTo>
                <a:cubicBezTo>
                  <a:pt x="2025137" y="1924741"/>
                  <a:pt x="1982009" y="1930366"/>
                  <a:pt x="1938881" y="1927554"/>
                </a:cubicBezTo>
                <a:cubicBezTo>
                  <a:pt x="1895753" y="1924741"/>
                  <a:pt x="1852625" y="1913491"/>
                  <a:pt x="1809497" y="1920991"/>
                </a:cubicBezTo>
                <a:cubicBezTo>
                  <a:pt x="1766369" y="1928491"/>
                  <a:pt x="1723241" y="1953805"/>
                  <a:pt x="1680114" y="1971617"/>
                </a:cubicBezTo>
                <a:cubicBezTo>
                  <a:pt x="1636986" y="1989430"/>
                  <a:pt x="1593858" y="2000681"/>
                  <a:pt x="1550730" y="1984743"/>
                </a:cubicBezTo>
                <a:cubicBezTo>
                  <a:pt x="1507602" y="1968805"/>
                  <a:pt x="1464474" y="1924741"/>
                  <a:pt x="1421346" y="1904116"/>
                </a:cubicBezTo>
                <a:cubicBezTo>
                  <a:pt x="1378218" y="1883490"/>
                  <a:pt x="1335090" y="1886303"/>
                  <a:pt x="1291962" y="1892866"/>
                </a:cubicBezTo>
                <a:cubicBezTo>
                  <a:pt x="1248834" y="1899428"/>
                  <a:pt x="1205707" y="1910678"/>
                  <a:pt x="1162579" y="1921929"/>
                </a:cubicBezTo>
                <a:cubicBezTo>
                  <a:pt x="1119451" y="1933179"/>
                  <a:pt x="1076323" y="1943492"/>
                  <a:pt x="1011631" y="1943492"/>
                </a:cubicBezTo>
                <a:cubicBezTo>
                  <a:pt x="946939" y="1943492"/>
                  <a:pt x="860683" y="1932242"/>
                  <a:pt x="796929" y="1921929"/>
                </a:cubicBezTo>
                <a:cubicBezTo>
                  <a:pt x="733175" y="1911616"/>
                  <a:pt x="689109" y="1900366"/>
                  <a:pt x="624417" y="1905053"/>
                </a:cubicBezTo>
                <a:cubicBezTo>
                  <a:pt x="559725" y="1910678"/>
                  <a:pt x="473469" y="1932242"/>
                  <a:pt x="387214" y="1937867"/>
                </a:cubicBezTo>
                <a:cubicBezTo>
                  <a:pt x="300958" y="1943492"/>
                  <a:pt x="214702" y="1932242"/>
                  <a:pt x="150948" y="1937867"/>
                </a:cubicBezTo>
                <a:cubicBezTo>
                  <a:pt x="86256" y="1943492"/>
                  <a:pt x="43128" y="1965055"/>
                  <a:pt x="21564" y="1976305"/>
                </a:cubicBezTo>
                <a:lnTo>
                  <a:pt x="0" y="1987555"/>
                </a:lnTo>
                <a:lnTo>
                  <a:pt x="0" y="1921929"/>
                </a:lnTo>
                <a:lnTo>
                  <a:pt x="0" y="1924741"/>
                </a:lnTo>
                <a:close/>
              </a:path>
            </a:pathLst>
          </a:custGeom>
          <a:solidFill>
            <a:srgbClr val="C04E3F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82881E97-94C3-5216-7EF7-93BFD4F3E169}"/>
              </a:ext>
            </a:extLst>
          </p:cNvPr>
          <p:cNvSpPr/>
          <p:nvPr/>
        </p:nvSpPr>
        <p:spPr>
          <a:xfrm>
            <a:off x="1866777" y="2139986"/>
            <a:ext cx="7372060" cy="1409741"/>
          </a:xfrm>
          <a:custGeom>
            <a:avLst/>
            <a:gdLst>
              <a:gd name="connsiteX0" fmla="*/ 0 w 7372060"/>
              <a:gd name="connsiteY0" fmla="*/ 1356860 h 1409741"/>
              <a:gd name="connsiteX1" fmla="*/ 21564 w 7372060"/>
              <a:gd name="connsiteY1" fmla="*/ 1345610 h 1409741"/>
              <a:gd name="connsiteX2" fmla="*/ 150948 w 7372060"/>
              <a:gd name="connsiteY2" fmla="*/ 1307172 h 1409741"/>
              <a:gd name="connsiteX3" fmla="*/ 387214 w 7372060"/>
              <a:gd name="connsiteY3" fmla="*/ 1307172 h 1409741"/>
              <a:gd name="connsiteX4" fmla="*/ 624417 w 7372060"/>
              <a:gd name="connsiteY4" fmla="*/ 1274358 h 1409741"/>
              <a:gd name="connsiteX5" fmla="*/ 796929 w 7372060"/>
              <a:gd name="connsiteY5" fmla="*/ 1291234 h 1409741"/>
              <a:gd name="connsiteX6" fmla="*/ 1011631 w 7372060"/>
              <a:gd name="connsiteY6" fmla="*/ 1312797 h 1409741"/>
              <a:gd name="connsiteX7" fmla="*/ 1162579 w 7372060"/>
              <a:gd name="connsiteY7" fmla="*/ 1301546 h 1409741"/>
              <a:gd name="connsiteX8" fmla="*/ 1291962 w 7372060"/>
              <a:gd name="connsiteY8" fmla="*/ 1305296 h 1409741"/>
              <a:gd name="connsiteX9" fmla="*/ 1421346 w 7372060"/>
              <a:gd name="connsiteY9" fmla="*/ 1283733 h 1409741"/>
              <a:gd name="connsiteX10" fmla="*/ 1550730 w 7372060"/>
              <a:gd name="connsiteY10" fmla="*/ 1353110 h 1409741"/>
              <a:gd name="connsiteX11" fmla="*/ 1680114 w 7372060"/>
              <a:gd name="connsiteY11" fmla="*/ 1362485 h 1409741"/>
              <a:gd name="connsiteX12" fmla="*/ 1809497 w 7372060"/>
              <a:gd name="connsiteY12" fmla="*/ 1377486 h 1409741"/>
              <a:gd name="connsiteX13" fmla="*/ 1938881 w 7372060"/>
              <a:gd name="connsiteY13" fmla="*/ 1318422 h 1409741"/>
              <a:gd name="connsiteX14" fmla="*/ 2089829 w 7372060"/>
              <a:gd name="connsiteY14" fmla="*/ 1294046 h 1409741"/>
              <a:gd name="connsiteX15" fmla="*/ 2348596 w 7372060"/>
              <a:gd name="connsiteY15" fmla="*/ 1302484 h 1409741"/>
              <a:gd name="connsiteX16" fmla="*/ 2671118 w 7372060"/>
              <a:gd name="connsiteY16" fmla="*/ 1299671 h 1409741"/>
              <a:gd name="connsiteX17" fmla="*/ 2843630 w 7372060"/>
              <a:gd name="connsiteY17" fmla="*/ 1272483 h 1409741"/>
              <a:gd name="connsiteX18" fmla="*/ 2973013 w 7372060"/>
              <a:gd name="connsiteY18" fmla="*/ 1253733 h 1409741"/>
              <a:gd name="connsiteX19" fmla="*/ 3123961 w 7372060"/>
              <a:gd name="connsiteY19" fmla="*/ 1280921 h 1409741"/>
              <a:gd name="connsiteX20" fmla="*/ 3339601 w 7372060"/>
              <a:gd name="connsiteY20" fmla="*/ 1277171 h 1409741"/>
              <a:gd name="connsiteX21" fmla="*/ 3490548 w 7372060"/>
              <a:gd name="connsiteY21" fmla="*/ 1233107 h 1409741"/>
              <a:gd name="connsiteX22" fmla="*/ 3619932 w 7372060"/>
              <a:gd name="connsiteY22" fmla="*/ 1248107 h 1409741"/>
              <a:gd name="connsiteX23" fmla="*/ 3749316 w 7372060"/>
              <a:gd name="connsiteY23" fmla="*/ 1265921 h 1409741"/>
              <a:gd name="connsiteX24" fmla="*/ 3878700 w 7372060"/>
              <a:gd name="connsiteY24" fmla="*/ 1234982 h 1409741"/>
              <a:gd name="connsiteX25" fmla="*/ 4008083 w 7372060"/>
              <a:gd name="connsiteY25" fmla="*/ 1218107 h 1409741"/>
              <a:gd name="connsiteX26" fmla="*/ 4137467 w 7372060"/>
              <a:gd name="connsiteY26" fmla="*/ 1161855 h 1409741"/>
              <a:gd name="connsiteX27" fmla="*/ 4266851 w 7372060"/>
              <a:gd name="connsiteY27" fmla="*/ 1207794 h 1409741"/>
              <a:gd name="connsiteX28" fmla="*/ 4396235 w 7372060"/>
              <a:gd name="connsiteY28" fmla="*/ 1251858 h 1409741"/>
              <a:gd name="connsiteX29" fmla="*/ 4525619 w 7372060"/>
              <a:gd name="connsiteY29" fmla="*/ 1209669 h 1409741"/>
              <a:gd name="connsiteX30" fmla="*/ 4655002 w 7372060"/>
              <a:gd name="connsiteY30" fmla="*/ 1259358 h 1409741"/>
              <a:gd name="connsiteX31" fmla="*/ 4784386 w 7372060"/>
              <a:gd name="connsiteY31" fmla="*/ 1149667 h 1409741"/>
              <a:gd name="connsiteX32" fmla="*/ 4913769 w 7372060"/>
              <a:gd name="connsiteY32" fmla="*/ 992164 h 1409741"/>
              <a:gd name="connsiteX33" fmla="*/ 5043154 w 7372060"/>
              <a:gd name="connsiteY33" fmla="*/ 1078416 h 1409741"/>
              <a:gd name="connsiteX34" fmla="*/ 5172537 w 7372060"/>
              <a:gd name="connsiteY34" fmla="*/ 1118729 h 1409741"/>
              <a:gd name="connsiteX35" fmla="*/ 5301921 w 7372060"/>
              <a:gd name="connsiteY35" fmla="*/ 1030602 h 1409741"/>
              <a:gd name="connsiteX36" fmla="*/ 5431305 w 7372060"/>
              <a:gd name="connsiteY36" fmla="*/ 940600 h 1409741"/>
              <a:gd name="connsiteX37" fmla="*/ 5560688 w 7372060"/>
              <a:gd name="connsiteY37" fmla="*/ 816847 h 1409741"/>
              <a:gd name="connsiteX38" fmla="*/ 5690072 w 7372060"/>
              <a:gd name="connsiteY38" fmla="*/ 704344 h 1409741"/>
              <a:gd name="connsiteX39" fmla="*/ 5819456 w 7372060"/>
              <a:gd name="connsiteY39" fmla="*/ 512151 h 1409741"/>
              <a:gd name="connsiteX40" fmla="*/ 5948840 w 7372060"/>
              <a:gd name="connsiteY40" fmla="*/ 498089 h 1409741"/>
              <a:gd name="connsiteX41" fmla="*/ 6078223 w 7372060"/>
              <a:gd name="connsiteY41" fmla="*/ 439025 h 1409741"/>
              <a:gd name="connsiteX42" fmla="*/ 6207607 w 7372060"/>
              <a:gd name="connsiteY42" fmla="*/ 380898 h 1409741"/>
              <a:gd name="connsiteX43" fmla="*/ 6336991 w 7372060"/>
              <a:gd name="connsiteY43" fmla="*/ 575903 h 1409741"/>
              <a:gd name="connsiteX44" fmla="*/ 6466375 w 7372060"/>
              <a:gd name="connsiteY44" fmla="*/ 285271 h 1409741"/>
              <a:gd name="connsiteX45" fmla="*/ 6595758 w 7372060"/>
              <a:gd name="connsiteY45" fmla="*/ 140892 h 1409741"/>
              <a:gd name="connsiteX46" fmla="*/ 6725142 w 7372060"/>
              <a:gd name="connsiteY46" fmla="*/ 240270 h 1409741"/>
              <a:gd name="connsiteX47" fmla="*/ 6854526 w 7372060"/>
              <a:gd name="connsiteY47" fmla="*/ 66828 h 1409741"/>
              <a:gd name="connsiteX48" fmla="*/ 6983910 w 7372060"/>
              <a:gd name="connsiteY48" fmla="*/ 28389 h 1409741"/>
              <a:gd name="connsiteX49" fmla="*/ 7113293 w 7372060"/>
              <a:gd name="connsiteY49" fmla="*/ 269333 h 1409741"/>
              <a:gd name="connsiteX50" fmla="*/ 7242677 w 7372060"/>
              <a:gd name="connsiteY50" fmla="*/ 329334 h 1409741"/>
              <a:gd name="connsiteX51" fmla="*/ 7350497 w 7372060"/>
              <a:gd name="connsiteY51" fmla="*/ 478401 h 1409741"/>
              <a:gd name="connsiteX52" fmla="*/ 7372061 w 7372060"/>
              <a:gd name="connsiteY52" fmla="*/ 518714 h 1409741"/>
              <a:gd name="connsiteX53" fmla="*/ 7372061 w 7372060"/>
              <a:gd name="connsiteY53" fmla="*/ 584341 h 1409741"/>
              <a:gd name="connsiteX54" fmla="*/ 7350497 w 7372060"/>
              <a:gd name="connsiteY54" fmla="*/ 599341 h 1409741"/>
              <a:gd name="connsiteX55" fmla="*/ 7242677 w 7372060"/>
              <a:gd name="connsiteY55" fmla="*/ 647155 h 1409741"/>
              <a:gd name="connsiteX56" fmla="*/ 7113293 w 7372060"/>
              <a:gd name="connsiteY56" fmla="*/ 631217 h 1409741"/>
              <a:gd name="connsiteX57" fmla="*/ 6983910 w 7372060"/>
              <a:gd name="connsiteY57" fmla="*/ 663093 h 1409741"/>
              <a:gd name="connsiteX58" fmla="*/ 6854526 w 7372060"/>
              <a:gd name="connsiteY58" fmla="*/ 745595 h 1409741"/>
              <a:gd name="connsiteX59" fmla="*/ 6725142 w 7372060"/>
              <a:gd name="connsiteY59" fmla="*/ 919037 h 1409741"/>
              <a:gd name="connsiteX60" fmla="*/ 6595758 w 7372060"/>
              <a:gd name="connsiteY60" fmla="*/ 688406 h 1409741"/>
              <a:gd name="connsiteX61" fmla="*/ 6466375 w 7372060"/>
              <a:gd name="connsiteY61" fmla="*/ 711844 h 1409741"/>
              <a:gd name="connsiteX62" fmla="*/ 6336991 w 7372060"/>
              <a:gd name="connsiteY62" fmla="*/ 859973 h 1409741"/>
              <a:gd name="connsiteX63" fmla="*/ 6207607 w 7372060"/>
              <a:gd name="connsiteY63" fmla="*/ 818722 h 1409741"/>
              <a:gd name="connsiteX64" fmla="*/ 6078223 w 7372060"/>
              <a:gd name="connsiteY64" fmla="*/ 931225 h 1409741"/>
              <a:gd name="connsiteX65" fmla="*/ 5948840 w 7372060"/>
              <a:gd name="connsiteY65" fmla="*/ 760595 h 1409741"/>
              <a:gd name="connsiteX66" fmla="*/ 5819456 w 7372060"/>
              <a:gd name="connsiteY66" fmla="*/ 894661 h 1409741"/>
              <a:gd name="connsiteX67" fmla="*/ 5690072 w 7372060"/>
              <a:gd name="connsiteY67" fmla="*/ 1021227 h 1409741"/>
              <a:gd name="connsiteX68" fmla="*/ 5560688 w 7372060"/>
              <a:gd name="connsiteY68" fmla="*/ 991226 h 1409741"/>
              <a:gd name="connsiteX69" fmla="*/ 5431305 w 7372060"/>
              <a:gd name="connsiteY69" fmla="*/ 1103729 h 1409741"/>
              <a:gd name="connsiteX70" fmla="*/ 5301921 w 7372060"/>
              <a:gd name="connsiteY70" fmla="*/ 1105604 h 1409741"/>
              <a:gd name="connsiteX71" fmla="*/ 5172537 w 7372060"/>
              <a:gd name="connsiteY71" fmla="*/ 1138417 h 1409741"/>
              <a:gd name="connsiteX72" fmla="*/ 5043154 w 7372060"/>
              <a:gd name="connsiteY72" fmla="*/ 1142167 h 1409741"/>
              <a:gd name="connsiteX73" fmla="*/ 4913769 w 7372060"/>
              <a:gd name="connsiteY73" fmla="*/ 1099979 h 1409741"/>
              <a:gd name="connsiteX74" fmla="*/ 4784386 w 7372060"/>
              <a:gd name="connsiteY74" fmla="*/ 1214357 h 1409741"/>
              <a:gd name="connsiteX75" fmla="*/ 4655002 w 7372060"/>
              <a:gd name="connsiteY75" fmla="*/ 1291234 h 1409741"/>
              <a:gd name="connsiteX76" fmla="*/ 4525619 w 7372060"/>
              <a:gd name="connsiteY76" fmla="*/ 1296859 h 1409741"/>
              <a:gd name="connsiteX77" fmla="*/ 4396235 w 7372060"/>
              <a:gd name="connsiteY77" fmla="*/ 1284671 h 1409741"/>
              <a:gd name="connsiteX78" fmla="*/ 4266851 w 7372060"/>
              <a:gd name="connsiteY78" fmla="*/ 1273421 h 1409741"/>
              <a:gd name="connsiteX79" fmla="*/ 4137467 w 7372060"/>
              <a:gd name="connsiteY79" fmla="*/ 1271546 h 1409741"/>
              <a:gd name="connsiteX80" fmla="*/ 4008083 w 7372060"/>
              <a:gd name="connsiteY80" fmla="*/ 1283733 h 1409741"/>
              <a:gd name="connsiteX81" fmla="*/ 3878700 w 7372060"/>
              <a:gd name="connsiteY81" fmla="*/ 1246233 h 1409741"/>
              <a:gd name="connsiteX82" fmla="*/ 3749316 w 7372060"/>
              <a:gd name="connsiteY82" fmla="*/ 1277171 h 1409741"/>
              <a:gd name="connsiteX83" fmla="*/ 3619932 w 7372060"/>
              <a:gd name="connsiteY83" fmla="*/ 1314672 h 1409741"/>
              <a:gd name="connsiteX84" fmla="*/ 3490548 w 7372060"/>
              <a:gd name="connsiteY84" fmla="*/ 1332485 h 1409741"/>
              <a:gd name="connsiteX85" fmla="*/ 3339601 w 7372060"/>
              <a:gd name="connsiteY85" fmla="*/ 1299671 h 1409741"/>
              <a:gd name="connsiteX86" fmla="*/ 3123961 w 7372060"/>
              <a:gd name="connsiteY86" fmla="*/ 1293109 h 1409741"/>
              <a:gd name="connsiteX87" fmla="*/ 2973013 w 7372060"/>
              <a:gd name="connsiteY87" fmla="*/ 1298734 h 1409741"/>
              <a:gd name="connsiteX88" fmla="*/ 2843630 w 7372060"/>
              <a:gd name="connsiteY88" fmla="*/ 1284671 h 1409741"/>
              <a:gd name="connsiteX89" fmla="*/ 2671118 w 7372060"/>
              <a:gd name="connsiteY89" fmla="*/ 1301546 h 1409741"/>
              <a:gd name="connsiteX90" fmla="*/ 2348596 w 7372060"/>
              <a:gd name="connsiteY90" fmla="*/ 1315609 h 1409741"/>
              <a:gd name="connsiteX91" fmla="*/ 2089829 w 7372060"/>
              <a:gd name="connsiteY91" fmla="*/ 1339985 h 1409741"/>
              <a:gd name="connsiteX92" fmla="*/ 1938881 w 7372060"/>
              <a:gd name="connsiteY92" fmla="*/ 1331547 h 1409741"/>
              <a:gd name="connsiteX93" fmla="*/ 1809497 w 7372060"/>
              <a:gd name="connsiteY93" fmla="*/ 1390611 h 1409741"/>
              <a:gd name="connsiteX94" fmla="*/ 1680114 w 7372060"/>
              <a:gd name="connsiteY94" fmla="*/ 1408424 h 1409741"/>
              <a:gd name="connsiteX95" fmla="*/ 1550730 w 7372060"/>
              <a:gd name="connsiteY95" fmla="*/ 1388736 h 1409741"/>
              <a:gd name="connsiteX96" fmla="*/ 1421346 w 7372060"/>
              <a:gd name="connsiteY96" fmla="*/ 1373736 h 1409741"/>
              <a:gd name="connsiteX97" fmla="*/ 1291962 w 7372060"/>
              <a:gd name="connsiteY97" fmla="*/ 1340922 h 1409741"/>
              <a:gd name="connsiteX98" fmla="*/ 1162579 w 7372060"/>
              <a:gd name="connsiteY98" fmla="*/ 1347485 h 1409741"/>
              <a:gd name="connsiteX99" fmla="*/ 1011631 w 7372060"/>
              <a:gd name="connsiteY99" fmla="*/ 1336235 h 1409741"/>
              <a:gd name="connsiteX100" fmla="*/ 796929 w 7372060"/>
              <a:gd name="connsiteY100" fmla="*/ 1357798 h 1409741"/>
              <a:gd name="connsiteX101" fmla="*/ 624417 w 7372060"/>
              <a:gd name="connsiteY101" fmla="*/ 1374673 h 1409741"/>
              <a:gd name="connsiteX102" fmla="*/ 387214 w 7372060"/>
              <a:gd name="connsiteY102" fmla="*/ 1330610 h 1409741"/>
              <a:gd name="connsiteX103" fmla="*/ 150948 w 7372060"/>
              <a:gd name="connsiteY103" fmla="*/ 1309046 h 1409741"/>
              <a:gd name="connsiteX104" fmla="*/ 21564 w 7372060"/>
              <a:gd name="connsiteY104" fmla="*/ 1347485 h 1409741"/>
              <a:gd name="connsiteX105" fmla="*/ 0 w 7372060"/>
              <a:gd name="connsiteY105" fmla="*/ 1358735 h 1409741"/>
              <a:gd name="connsiteX106" fmla="*/ 0 w 7372060"/>
              <a:gd name="connsiteY106" fmla="*/ 1356860 h 1409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7372060" h="1409741">
                <a:moveTo>
                  <a:pt x="0" y="1356860"/>
                </a:moveTo>
                <a:lnTo>
                  <a:pt x="21564" y="1345610"/>
                </a:lnTo>
                <a:cubicBezTo>
                  <a:pt x="43128" y="1334360"/>
                  <a:pt x="86256" y="1312797"/>
                  <a:pt x="150948" y="1307172"/>
                </a:cubicBezTo>
                <a:cubicBezTo>
                  <a:pt x="215640" y="1301546"/>
                  <a:pt x="301895" y="1312797"/>
                  <a:pt x="387214" y="1307172"/>
                </a:cubicBezTo>
                <a:cubicBezTo>
                  <a:pt x="473469" y="1301546"/>
                  <a:pt x="559725" y="1279983"/>
                  <a:pt x="624417" y="1274358"/>
                </a:cubicBezTo>
                <a:cubicBezTo>
                  <a:pt x="689109" y="1268733"/>
                  <a:pt x="732237" y="1279983"/>
                  <a:pt x="796929" y="1291234"/>
                </a:cubicBezTo>
                <a:cubicBezTo>
                  <a:pt x="861621" y="1302484"/>
                  <a:pt x="947877" y="1312797"/>
                  <a:pt x="1011631" y="1312797"/>
                </a:cubicBezTo>
                <a:cubicBezTo>
                  <a:pt x="1075385" y="1312797"/>
                  <a:pt x="1119451" y="1301546"/>
                  <a:pt x="1162579" y="1301546"/>
                </a:cubicBezTo>
                <a:cubicBezTo>
                  <a:pt x="1205707" y="1301546"/>
                  <a:pt x="1248834" y="1312797"/>
                  <a:pt x="1291962" y="1305296"/>
                </a:cubicBezTo>
                <a:cubicBezTo>
                  <a:pt x="1335090" y="1298734"/>
                  <a:pt x="1378218" y="1273421"/>
                  <a:pt x="1421346" y="1283733"/>
                </a:cubicBezTo>
                <a:cubicBezTo>
                  <a:pt x="1464474" y="1293109"/>
                  <a:pt x="1507602" y="1337172"/>
                  <a:pt x="1550730" y="1353110"/>
                </a:cubicBezTo>
                <a:cubicBezTo>
                  <a:pt x="1593858" y="1369048"/>
                  <a:pt x="1636986" y="1358735"/>
                  <a:pt x="1680114" y="1362485"/>
                </a:cubicBezTo>
                <a:cubicBezTo>
                  <a:pt x="1723241" y="1366235"/>
                  <a:pt x="1766369" y="1384048"/>
                  <a:pt x="1809497" y="1377486"/>
                </a:cubicBezTo>
                <a:cubicBezTo>
                  <a:pt x="1852625" y="1370923"/>
                  <a:pt x="1895753" y="1337172"/>
                  <a:pt x="1938881" y="1318422"/>
                </a:cubicBezTo>
                <a:cubicBezTo>
                  <a:pt x="1982009" y="1299671"/>
                  <a:pt x="2025137" y="1294046"/>
                  <a:pt x="2089829" y="1294046"/>
                </a:cubicBezTo>
                <a:cubicBezTo>
                  <a:pt x="2154521" y="1294046"/>
                  <a:pt x="2240776" y="1299671"/>
                  <a:pt x="2348596" y="1302484"/>
                </a:cubicBezTo>
                <a:cubicBezTo>
                  <a:pt x="2456416" y="1305296"/>
                  <a:pt x="2585800" y="1305296"/>
                  <a:pt x="2671118" y="1299671"/>
                </a:cubicBezTo>
                <a:cubicBezTo>
                  <a:pt x="2756436" y="1294046"/>
                  <a:pt x="2800502" y="1282796"/>
                  <a:pt x="2843630" y="1272483"/>
                </a:cubicBezTo>
                <a:cubicBezTo>
                  <a:pt x="2886758" y="1261233"/>
                  <a:pt x="2929886" y="1250920"/>
                  <a:pt x="2973013" y="1253733"/>
                </a:cubicBezTo>
                <a:cubicBezTo>
                  <a:pt x="3016141" y="1256545"/>
                  <a:pt x="3059269" y="1272483"/>
                  <a:pt x="3123961" y="1280921"/>
                </a:cubicBezTo>
                <a:cubicBezTo>
                  <a:pt x="3188653" y="1289359"/>
                  <a:pt x="3274909" y="1289359"/>
                  <a:pt x="3339601" y="1277171"/>
                </a:cubicBezTo>
                <a:cubicBezTo>
                  <a:pt x="3404293" y="1264983"/>
                  <a:pt x="3447421" y="1240607"/>
                  <a:pt x="3490548" y="1233107"/>
                </a:cubicBezTo>
                <a:cubicBezTo>
                  <a:pt x="3533676" y="1226544"/>
                  <a:pt x="3576804" y="1236857"/>
                  <a:pt x="3619932" y="1248107"/>
                </a:cubicBezTo>
                <a:cubicBezTo>
                  <a:pt x="3663060" y="1259358"/>
                  <a:pt x="3706188" y="1269671"/>
                  <a:pt x="3749316" y="1265921"/>
                </a:cubicBezTo>
                <a:cubicBezTo>
                  <a:pt x="3792444" y="1261233"/>
                  <a:pt x="3835572" y="1241545"/>
                  <a:pt x="3878700" y="1234982"/>
                </a:cubicBezTo>
                <a:cubicBezTo>
                  <a:pt x="3921827" y="1228420"/>
                  <a:pt x="3964955" y="1233107"/>
                  <a:pt x="4008083" y="1218107"/>
                </a:cubicBezTo>
                <a:cubicBezTo>
                  <a:pt x="4051211" y="1203106"/>
                  <a:pt x="4094339" y="1166543"/>
                  <a:pt x="4137467" y="1161855"/>
                </a:cubicBezTo>
                <a:cubicBezTo>
                  <a:pt x="4180595" y="1156230"/>
                  <a:pt x="4223723" y="1182481"/>
                  <a:pt x="4266851" y="1207794"/>
                </a:cubicBezTo>
                <a:cubicBezTo>
                  <a:pt x="4309979" y="1233107"/>
                  <a:pt x="4353107" y="1258420"/>
                  <a:pt x="4396235" y="1251858"/>
                </a:cubicBezTo>
                <a:cubicBezTo>
                  <a:pt x="4439363" y="1245295"/>
                  <a:pt x="4482491" y="1205919"/>
                  <a:pt x="4525619" y="1209669"/>
                </a:cubicBezTo>
                <a:cubicBezTo>
                  <a:pt x="4568746" y="1213419"/>
                  <a:pt x="4611874" y="1259358"/>
                  <a:pt x="4655002" y="1259358"/>
                </a:cubicBezTo>
                <a:cubicBezTo>
                  <a:pt x="4698130" y="1259358"/>
                  <a:pt x="4741258" y="1213419"/>
                  <a:pt x="4784386" y="1149667"/>
                </a:cubicBezTo>
                <a:cubicBezTo>
                  <a:pt x="4827514" y="1085916"/>
                  <a:pt x="4870642" y="1003414"/>
                  <a:pt x="4913769" y="992164"/>
                </a:cubicBezTo>
                <a:cubicBezTo>
                  <a:pt x="4956898" y="980913"/>
                  <a:pt x="5000025" y="1040915"/>
                  <a:pt x="5043154" y="1078416"/>
                </a:cubicBezTo>
                <a:cubicBezTo>
                  <a:pt x="5086281" y="1115917"/>
                  <a:pt x="5129409" y="1131855"/>
                  <a:pt x="5172537" y="1118729"/>
                </a:cubicBezTo>
                <a:cubicBezTo>
                  <a:pt x="5215665" y="1105604"/>
                  <a:pt x="5258793" y="1062478"/>
                  <a:pt x="5301921" y="1030602"/>
                </a:cubicBezTo>
                <a:cubicBezTo>
                  <a:pt x="5345049" y="998726"/>
                  <a:pt x="5388177" y="977163"/>
                  <a:pt x="5431305" y="940600"/>
                </a:cubicBezTo>
                <a:cubicBezTo>
                  <a:pt x="5474433" y="904036"/>
                  <a:pt x="5517560" y="852473"/>
                  <a:pt x="5560688" y="816847"/>
                </a:cubicBezTo>
                <a:cubicBezTo>
                  <a:pt x="5603816" y="781221"/>
                  <a:pt x="5646944" y="762470"/>
                  <a:pt x="5690072" y="704344"/>
                </a:cubicBezTo>
                <a:cubicBezTo>
                  <a:pt x="5733200" y="646217"/>
                  <a:pt x="5776328" y="549652"/>
                  <a:pt x="5819456" y="512151"/>
                </a:cubicBezTo>
                <a:cubicBezTo>
                  <a:pt x="5862584" y="474651"/>
                  <a:pt x="5905712" y="497151"/>
                  <a:pt x="5948840" y="498089"/>
                </a:cubicBezTo>
                <a:cubicBezTo>
                  <a:pt x="5991967" y="499964"/>
                  <a:pt x="6035096" y="480276"/>
                  <a:pt x="6078223" y="439025"/>
                </a:cubicBezTo>
                <a:cubicBezTo>
                  <a:pt x="6121351" y="397774"/>
                  <a:pt x="6164479" y="334959"/>
                  <a:pt x="6207607" y="380898"/>
                </a:cubicBezTo>
                <a:cubicBezTo>
                  <a:pt x="6250735" y="426837"/>
                  <a:pt x="6293863" y="583403"/>
                  <a:pt x="6336991" y="575903"/>
                </a:cubicBezTo>
                <a:cubicBezTo>
                  <a:pt x="6380119" y="568403"/>
                  <a:pt x="6423246" y="396836"/>
                  <a:pt x="6466375" y="285271"/>
                </a:cubicBezTo>
                <a:cubicBezTo>
                  <a:pt x="6509502" y="173705"/>
                  <a:pt x="6552631" y="123079"/>
                  <a:pt x="6595758" y="140892"/>
                </a:cubicBezTo>
                <a:cubicBezTo>
                  <a:pt x="6638886" y="158705"/>
                  <a:pt x="6682014" y="246832"/>
                  <a:pt x="6725142" y="240270"/>
                </a:cubicBezTo>
                <a:cubicBezTo>
                  <a:pt x="6768270" y="233707"/>
                  <a:pt x="6811398" y="131517"/>
                  <a:pt x="6854526" y="66828"/>
                </a:cubicBezTo>
                <a:cubicBezTo>
                  <a:pt x="6897654" y="2139"/>
                  <a:pt x="6940781" y="-25050"/>
                  <a:pt x="6983910" y="28389"/>
                </a:cubicBezTo>
                <a:cubicBezTo>
                  <a:pt x="7027037" y="81828"/>
                  <a:pt x="7070165" y="214957"/>
                  <a:pt x="7113293" y="269333"/>
                </a:cubicBezTo>
                <a:cubicBezTo>
                  <a:pt x="7156421" y="323709"/>
                  <a:pt x="7199549" y="300271"/>
                  <a:pt x="7242677" y="329334"/>
                </a:cubicBezTo>
                <a:cubicBezTo>
                  <a:pt x="7285805" y="357460"/>
                  <a:pt x="7328933" y="438087"/>
                  <a:pt x="7350497" y="478401"/>
                </a:cubicBezTo>
                <a:lnTo>
                  <a:pt x="7372061" y="518714"/>
                </a:lnTo>
                <a:lnTo>
                  <a:pt x="7372061" y="584341"/>
                </a:lnTo>
                <a:lnTo>
                  <a:pt x="7350497" y="599341"/>
                </a:lnTo>
                <a:cubicBezTo>
                  <a:pt x="7328933" y="614342"/>
                  <a:pt x="7285805" y="643405"/>
                  <a:pt x="7242677" y="647155"/>
                </a:cubicBezTo>
                <a:cubicBezTo>
                  <a:pt x="7199549" y="651842"/>
                  <a:pt x="7156421" y="631217"/>
                  <a:pt x="7113293" y="631217"/>
                </a:cubicBezTo>
                <a:cubicBezTo>
                  <a:pt x="7070165" y="631217"/>
                  <a:pt x="7027037" y="650905"/>
                  <a:pt x="6983910" y="663093"/>
                </a:cubicBezTo>
                <a:cubicBezTo>
                  <a:pt x="6940781" y="675281"/>
                  <a:pt x="6897654" y="680906"/>
                  <a:pt x="6854526" y="745595"/>
                </a:cubicBezTo>
                <a:cubicBezTo>
                  <a:pt x="6811398" y="810284"/>
                  <a:pt x="6768270" y="933100"/>
                  <a:pt x="6725142" y="919037"/>
                </a:cubicBezTo>
                <a:cubicBezTo>
                  <a:pt x="6682014" y="904036"/>
                  <a:pt x="6638886" y="751220"/>
                  <a:pt x="6595758" y="688406"/>
                </a:cubicBezTo>
                <a:cubicBezTo>
                  <a:pt x="6552631" y="625592"/>
                  <a:pt x="6509502" y="655593"/>
                  <a:pt x="6466375" y="711844"/>
                </a:cubicBezTo>
                <a:cubicBezTo>
                  <a:pt x="6423246" y="768095"/>
                  <a:pt x="6380119" y="852473"/>
                  <a:pt x="6336991" y="859973"/>
                </a:cubicBezTo>
                <a:cubicBezTo>
                  <a:pt x="6293863" y="867473"/>
                  <a:pt x="6250735" y="799034"/>
                  <a:pt x="6207607" y="818722"/>
                </a:cubicBezTo>
                <a:cubicBezTo>
                  <a:pt x="6164479" y="838410"/>
                  <a:pt x="6121351" y="944350"/>
                  <a:pt x="6078223" y="931225"/>
                </a:cubicBezTo>
                <a:cubicBezTo>
                  <a:pt x="6035096" y="918099"/>
                  <a:pt x="5991967" y="784033"/>
                  <a:pt x="5948840" y="760595"/>
                </a:cubicBezTo>
                <a:cubicBezTo>
                  <a:pt x="5905712" y="737157"/>
                  <a:pt x="5862584" y="824347"/>
                  <a:pt x="5819456" y="894661"/>
                </a:cubicBezTo>
                <a:cubicBezTo>
                  <a:pt x="5776328" y="964975"/>
                  <a:pt x="5733200" y="1018414"/>
                  <a:pt x="5690072" y="1021227"/>
                </a:cubicBezTo>
                <a:cubicBezTo>
                  <a:pt x="5646944" y="1024977"/>
                  <a:pt x="5603816" y="978101"/>
                  <a:pt x="5560688" y="991226"/>
                </a:cubicBezTo>
                <a:cubicBezTo>
                  <a:pt x="5517560" y="1004351"/>
                  <a:pt x="5474433" y="1078416"/>
                  <a:pt x="5431305" y="1103729"/>
                </a:cubicBezTo>
                <a:cubicBezTo>
                  <a:pt x="5388177" y="1129042"/>
                  <a:pt x="5345049" y="1106542"/>
                  <a:pt x="5301921" y="1105604"/>
                </a:cubicBezTo>
                <a:cubicBezTo>
                  <a:pt x="5258793" y="1105604"/>
                  <a:pt x="5215665" y="1125292"/>
                  <a:pt x="5172537" y="1138417"/>
                </a:cubicBezTo>
                <a:cubicBezTo>
                  <a:pt x="5129409" y="1151543"/>
                  <a:pt x="5086281" y="1158105"/>
                  <a:pt x="5043154" y="1142167"/>
                </a:cubicBezTo>
                <a:cubicBezTo>
                  <a:pt x="5000025" y="1126229"/>
                  <a:pt x="4956898" y="1088728"/>
                  <a:pt x="4913769" y="1099979"/>
                </a:cubicBezTo>
                <a:cubicBezTo>
                  <a:pt x="4870642" y="1111229"/>
                  <a:pt x="4827514" y="1171231"/>
                  <a:pt x="4784386" y="1214357"/>
                </a:cubicBezTo>
                <a:cubicBezTo>
                  <a:pt x="4741258" y="1256545"/>
                  <a:pt x="4698130" y="1280921"/>
                  <a:pt x="4655002" y="1291234"/>
                </a:cubicBezTo>
                <a:cubicBezTo>
                  <a:pt x="4611874" y="1302484"/>
                  <a:pt x="4568746" y="1299671"/>
                  <a:pt x="4525619" y="1296859"/>
                </a:cubicBezTo>
                <a:cubicBezTo>
                  <a:pt x="4482491" y="1294046"/>
                  <a:pt x="4439363" y="1288421"/>
                  <a:pt x="4396235" y="1284671"/>
                </a:cubicBezTo>
                <a:cubicBezTo>
                  <a:pt x="4353107" y="1280921"/>
                  <a:pt x="4309979" y="1277171"/>
                  <a:pt x="4266851" y="1273421"/>
                </a:cubicBezTo>
                <a:cubicBezTo>
                  <a:pt x="4223723" y="1269671"/>
                  <a:pt x="4180595" y="1265921"/>
                  <a:pt x="4137467" y="1271546"/>
                </a:cubicBezTo>
                <a:cubicBezTo>
                  <a:pt x="4094339" y="1277171"/>
                  <a:pt x="4051211" y="1291234"/>
                  <a:pt x="4008083" y="1283733"/>
                </a:cubicBezTo>
                <a:cubicBezTo>
                  <a:pt x="3964955" y="1277171"/>
                  <a:pt x="3921827" y="1249983"/>
                  <a:pt x="3878700" y="1246233"/>
                </a:cubicBezTo>
                <a:cubicBezTo>
                  <a:pt x="3835572" y="1242483"/>
                  <a:pt x="3792444" y="1262170"/>
                  <a:pt x="3749316" y="1277171"/>
                </a:cubicBezTo>
                <a:cubicBezTo>
                  <a:pt x="3706188" y="1292171"/>
                  <a:pt x="3663060" y="1303422"/>
                  <a:pt x="3619932" y="1314672"/>
                </a:cubicBezTo>
                <a:cubicBezTo>
                  <a:pt x="3576804" y="1325922"/>
                  <a:pt x="3533676" y="1336235"/>
                  <a:pt x="3490548" y="1332485"/>
                </a:cubicBezTo>
                <a:cubicBezTo>
                  <a:pt x="3447421" y="1328735"/>
                  <a:pt x="3404293" y="1309046"/>
                  <a:pt x="3339601" y="1299671"/>
                </a:cubicBezTo>
                <a:cubicBezTo>
                  <a:pt x="3274909" y="1290296"/>
                  <a:pt x="3188653" y="1290296"/>
                  <a:pt x="3123961" y="1293109"/>
                </a:cubicBezTo>
                <a:cubicBezTo>
                  <a:pt x="3059269" y="1295921"/>
                  <a:pt x="3016141" y="1301546"/>
                  <a:pt x="2973013" y="1298734"/>
                </a:cubicBezTo>
                <a:cubicBezTo>
                  <a:pt x="2929886" y="1295921"/>
                  <a:pt x="2886758" y="1284671"/>
                  <a:pt x="2843630" y="1284671"/>
                </a:cubicBezTo>
                <a:cubicBezTo>
                  <a:pt x="2800502" y="1284671"/>
                  <a:pt x="2757374" y="1295921"/>
                  <a:pt x="2671118" y="1301546"/>
                </a:cubicBezTo>
                <a:cubicBezTo>
                  <a:pt x="2584862" y="1307172"/>
                  <a:pt x="2455478" y="1307172"/>
                  <a:pt x="2348596" y="1315609"/>
                </a:cubicBezTo>
                <a:cubicBezTo>
                  <a:pt x="2240776" y="1324047"/>
                  <a:pt x="2154521" y="1339985"/>
                  <a:pt x="2089829" y="1339985"/>
                </a:cubicBezTo>
                <a:cubicBezTo>
                  <a:pt x="2025137" y="1339985"/>
                  <a:pt x="1982009" y="1323109"/>
                  <a:pt x="1938881" y="1331547"/>
                </a:cubicBezTo>
                <a:cubicBezTo>
                  <a:pt x="1895753" y="1339985"/>
                  <a:pt x="1852625" y="1372798"/>
                  <a:pt x="1809497" y="1390611"/>
                </a:cubicBezTo>
                <a:cubicBezTo>
                  <a:pt x="1766369" y="1408424"/>
                  <a:pt x="1723241" y="1412174"/>
                  <a:pt x="1680114" y="1408424"/>
                </a:cubicBezTo>
                <a:cubicBezTo>
                  <a:pt x="1636986" y="1404674"/>
                  <a:pt x="1593858" y="1393424"/>
                  <a:pt x="1550730" y="1388736"/>
                </a:cubicBezTo>
                <a:cubicBezTo>
                  <a:pt x="1507602" y="1383111"/>
                  <a:pt x="1464474" y="1383111"/>
                  <a:pt x="1421346" y="1373736"/>
                </a:cubicBezTo>
                <a:cubicBezTo>
                  <a:pt x="1378218" y="1364361"/>
                  <a:pt x="1335090" y="1344673"/>
                  <a:pt x="1291962" y="1340922"/>
                </a:cubicBezTo>
                <a:cubicBezTo>
                  <a:pt x="1248834" y="1337172"/>
                  <a:pt x="1205707" y="1347485"/>
                  <a:pt x="1162579" y="1347485"/>
                </a:cubicBezTo>
                <a:cubicBezTo>
                  <a:pt x="1119451" y="1347485"/>
                  <a:pt x="1076323" y="1336235"/>
                  <a:pt x="1011631" y="1336235"/>
                </a:cubicBezTo>
                <a:cubicBezTo>
                  <a:pt x="946939" y="1336235"/>
                  <a:pt x="860683" y="1347485"/>
                  <a:pt x="796929" y="1357798"/>
                </a:cubicBezTo>
                <a:cubicBezTo>
                  <a:pt x="733175" y="1368111"/>
                  <a:pt x="689109" y="1379361"/>
                  <a:pt x="624417" y="1374673"/>
                </a:cubicBezTo>
                <a:cubicBezTo>
                  <a:pt x="559725" y="1369048"/>
                  <a:pt x="473469" y="1347485"/>
                  <a:pt x="387214" y="1330610"/>
                </a:cubicBezTo>
                <a:cubicBezTo>
                  <a:pt x="300958" y="1313734"/>
                  <a:pt x="214702" y="1303422"/>
                  <a:pt x="150948" y="1309046"/>
                </a:cubicBezTo>
                <a:cubicBezTo>
                  <a:pt x="86256" y="1314672"/>
                  <a:pt x="43128" y="1336235"/>
                  <a:pt x="21564" y="1347485"/>
                </a:cubicBezTo>
                <a:lnTo>
                  <a:pt x="0" y="1358735"/>
                </a:lnTo>
                <a:lnTo>
                  <a:pt x="0" y="1356860"/>
                </a:lnTo>
                <a:close/>
              </a:path>
            </a:pathLst>
          </a:custGeom>
          <a:solidFill>
            <a:srgbClr val="339999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87BA29A-199C-92C4-8581-70D77058E37E}"/>
              </a:ext>
            </a:extLst>
          </p:cNvPr>
          <p:cNvSpPr/>
          <p:nvPr/>
        </p:nvSpPr>
        <p:spPr>
          <a:xfrm>
            <a:off x="1866777" y="1772702"/>
            <a:ext cx="7372060" cy="1745585"/>
          </a:xfrm>
          <a:custGeom>
            <a:avLst/>
            <a:gdLst>
              <a:gd name="connsiteX0" fmla="*/ 0 w 7372060"/>
              <a:gd name="connsiteY0" fmla="*/ 1724144 h 1745585"/>
              <a:gd name="connsiteX1" fmla="*/ 21564 w 7372060"/>
              <a:gd name="connsiteY1" fmla="*/ 1712894 h 1745585"/>
              <a:gd name="connsiteX2" fmla="*/ 150948 w 7372060"/>
              <a:gd name="connsiteY2" fmla="*/ 1674455 h 1745585"/>
              <a:gd name="connsiteX3" fmla="*/ 387214 w 7372060"/>
              <a:gd name="connsiteY3" fmla="*/ 1674455 h 1745585"/>
              <a:gd name="connsiteX4" fmla="*/ 624417 w 7372060"/>
              <a:gd name="connsiteY4" fmla="*/ 1641642 h 1745585"/>
              <a:gd name="connsiteX5" fmla="*/ 796929 w 7372060"/>
              <a:gd name="connsiteY5" fmla="*/ 1658517 h 1745585"/>
              <a:gd name="connsiteX6" fmla="*/ 1011631 w 7372060"/>
              <a:gd name="connsiteY6" fmla="*/ 1680080 h 1745585"/>
              <a:gd name="connsiteX7" fmla="*/ 1162579 w 7372060"/>
              <a:gd name="connsiteY7" fmla="*/ 1658517 h 1745585"/>
              <a:gd name="connsiteX8" fmla="*/ 1291962 w 7372060"/>
              <a:gd name="connsiteY8" fmla="*/ 1629454 h 1745585"/>
              <a:gd name="connsiteX9" fmla="*/ 1421346 w 7372060"/>
              <a:gd name="connsiteY9" fmla="*/ 1640704 h 1745585"/>
              <a:gd name="connsiteX10" fmla="*/ 1550730 w 7372060"/>
              <a:gd name="connsiteY10" fmla="*/ 1721331 h 1745585"/>
              <a:gd name="connsiteX11" fmla="*/ 1680114 w 7372060"/>
              <a:gd name="connsiteY11" fmla="*/ 1708206 h 1745585"/>
              <a:gd name="connsiteX12" fmla="*/ 1809497 w 7372060"/>
              <a:gd name="connsiteY12" fmla="*/ 1657580 h 1745585"/>
              <a:gd name="connsiteX13" fmla="*/ 1938881 w 7372060"/>
              <a:gd name="connsiteY13" fmla="*/ 1664142 h 1745585"/>
              <a:gd name="connsiteX14" fmla="*/ 2089829 w 7372060"/>
              <a:gd name="connsiteY14" fmla="*/ 1661330 h 1745585"/>
              <a:gd name="connsiteX15" fmla="*/ 2348596 w 7372060"/>
              <a:gd name="connsiteY15" fmla="*/ 1669768 h 1745585"/>
              <a:gd name="connsiteX16" fmla="*/ 2671118 w 7372060"/>
              <a:gd name="connsiteY16" fmla="*/ 1666955 h 1745585"/>
              <a:gd name="connsiteX17" fmla="*/ 2843630 w 7372060"/>
              <a:gd name="connsiteY17" fmla="*/ 1639767 h 1745585"/>
              <a:gd name="connsiteX18" fmla="*/ 2973013 w 7372060"/>
              <a:gd name="connsiteY18" fmla="*/ 1609766 h 1745585"/>
              <a:gd name="connsiteX19" fmla="*/ 3123961 w 7372060"/>
              <a:gd name="connsiteY19" fmla="*/ 1592890 h 1745585"/>
              <a:gd name="connsiteX20" fmla="*/ 3339601 w 7372060"/>
              <a:gd name="connsiteY20" fmla="*/ 1577890 h 1745585"/>
              <a:gd name="connsiteX21" fmla="*/ 3490548 w 7372060"/>
              <a:gd name="connsiteY21" fmla="*/ 1533827 h 1745585"/>
              <a:gd name="connsiteX22" fmla="*/ 3619932 w 7372060"/>
              <a:gd name="connsiteY22" fmla="*/ 1548827 h 1745585"/>
              <a:gd name="connsiteX23" fmla="*/ 3749316 w 7372060"/>
              <a:gd name="connsiteY23" fmla="*/ 1566640 h 1745585"/>
              <a:gd name="connsiteX24" fmla="*/ 3878700 w 7372060"/>
              <a:gd name="connsiteY24" fmla="*/ 1546014 h 1745585"/>
              <a:gd name="connsiteX25" fmla="*/ 4008083 w 7372060"/>
              <a:gd name="connsiteY25" fmla="*/ 1561952 h 1745585"/>
              <a:gd name="connsiteX26" fmla="*/ 4137467 w 7372060"/>
              <a:gd name="connsiteY26" fmla="*/ 1484138 h 1745585"/>
              <a:gd name="connsiteX27" fmla="*/ 4266851 w 7372060"/>
              <a:gd name="connsiteY27" fmla="*/ 1530077 h 1745585"/>
              <a:gd name="connsiteX28" fmla="*/ 4396235 w 7372060"/>
              <a:gd name="connsiteY28" fmla="*/ 1486950 h 1745585"/>
              <a:gd name="connsiteX29" fmla="*/ 4525619 w 7372060"/>
              <a:gd name="connsiteY29" fmla="*/ 1531951 h 1745585"/>
              <a:gd name="connsiteX30" fmla="*/ 4655002 w 7372060"/>
              <a:gd name="connsiteY30" fmla="*/ 1559140 h 1745585"/>
              <a:gd name="connsiteX31" fmla="*/ 4784386 w 7372060"/>
              <a:gd name="connsiteY31" fmla="*/ 1394135 h 1745585"/>
              <a:gd name="connsiteX32" fmla="*/ 4913769 w 7372060"/>
              <a:gd name="connsiteY32" fmla="*/ 1225381 h 1745585"/>
              <a:gd name="connsiteX33" fmla="*/ 5043154 w 7372060"/>
              <a:gd name="connsiteY33" fmla="*/ 1322884 h 1745585"/>
              <a:gd name="connsiteX34" fmla="*/ 5172537 w 7372060"/>
              <a:gd name="connsiteY34" fmla="*/ 1384760 h 1745585"/>
              <a:gd name="connsiteX35" fmla="*/ 5301921 w 7372060"/>
              <a:gd name="connsiteY35" fmla="*/ 1220694 h 1745585"/>
              <a:gd name="connsiteX36" fmla="*/ 5431305 w 7372060"/>
              <a:gd name="connsiteY36" fmla="*/ 1076315 h 1745585"/>
              <a:gd name="connsiteX37" fmla="*/ 5560688 w 7372060"/>
              <a:gd name="connsiteY37" fmla="*/ 843809 h 1745585"/>
              <a:gd name="connsiteX38" fmla="*/ 5690072 w 7372060"/>
              <a:gd name="connsiteY38" fmla="*/ 796933 h 1745585"/>
              <a:gd name="connsiteX39" fmla="*/ 5819456 w 7372060"/>
              <a:gd name="connsiteY39" fmla="*/ 670367 h 1745585"/>
              <a:gd name="connsiteX40" fmla="*/ 5948840 w 7372060"/>
              <a:gd name="connsiteY40" fmla="*/ 645992 h 1745585"/>
              <a:gd name="connsiteX41" fmla="*/ 6078223 w 7372060"/>
              <a:gd name="connsiteY41" fmla="*/ 478175 h 1745585"/>
              <a:gd name="connsiteX42" fmla="*/ 6207607 w 7372060"/>
              <a:gd name="connsiteY42" fmla="*/ 376922 h 1745585"/>
              <a:gd name="connsiteX43" fmla="*/ 6336991 w 7372060"/>
              <a:gd name="connsiteY43" fmla="*/ 768807 h 1745585"/>
              <a:gd name="connsiteX44" fmla="*/ 6466375 w 7372060"/>
              <a:gd name="connsiteY44" fmla="*/ 335671 h 1745585"/>
              <a:gd name="connsiteX45" fmla="*/ 6595758 w 7372060"/>
              <a:gd name="connsiteY45" fmla="*/ 5663 h 1745585"/>
              <a:gd name="connsiteX46" fmla="*/ 6725142 w 7372060"/>
              <a:gd name="connsiteY46" fmla="*/ 82540 h 1745585"/>
              <a:gd name="connsiteX47" fmla="*/ 6854526 w 7372060"/>
              <a:gd name="connsiteY47" fmla="*/ 150042 h 1745585"/>
              <a:gd name="connsiteX48" fmla="*/ 6983910 w 7372060"/>
              <a:gd name="connsiteY48" fmla="*/ 231606 h 1745585"/>
              <a:gd name="connsiteX49" fmla="*/ 7113293 w 7372060"/>
              <a:gd name="connsiteY49" fmla="*/ 221293 h 1745585"/>
              <a:gd name="connsiteX50" fmla="*/ 7242677 w 7372060"/>
              <a:gd name="connsiteY50" fmla="*/ 225981 h 1745585"/>
              <a:gd name="connsiteX51" fmla="*/ 7350497 w 7372060"/>
              <a:gd name="connsiteY51" fmla="*/ 746307 h 1745585"/>
              <a:gd name="connsiteX52" fmla="*/ 7372061 w 7372060"/>
              <a:gd name="connsiteY52" fmla="*/ 885060 h 1745585"/>
              <a:gd name="connsiteX53" fmla="*/ 7372061 w 7372060"/>
              <a:gd name="connsiteY53" fmla="*/ 885060 h 1745585"/>
              <a:gd name="connsiteX54" fmla="*/ 7350497 w 7372060"/>
              <a:gd name="connsiteY54" fmla="*/ 844747 h 1745585"/>
              <a:gd name="connsiteX55" fmla="*/ 7242677 w 7372060"/>
              <a:gd name="connsiteY55" fmla="*/ 695680 h 1745585"/>
              <a:gd name="connsiteX56" fmla="*/ 7113293 w 7372060"/>
              <a:gd name="connsiteY56" fmla="*/ 635679 h 1745585"/>
              <a:gd name="connsiteX57" fmla="*/ 6983910 w 7372060"/>
              <a:gd name="connsiteY57" fmla="*/ 394735 h 1745585"/>
              <a:gd name="connsiteX58" fmla="*/ 6854526 w 7372060"/>
              <a:gd name="connsiteY58" fmla="*/ 433174 h 1745585"/>
              <a:gd name="connsiteX59" fmla="*/ 6725142 w 7372060"/>
              <a:gd name="connsiteY59" fmla="*/ 606616 h 1745585"/>
              <a:gd name="connsiteX60" fmla="*/ 6595758 w 7372060"/>
              <a:gd name="connsiteY60" fmla="*/ 507238 h 1745585"/>
              <a:gd name="connsiteX61" fmla="*/ 6466375 w 7372060"/>
              <a:gd name="connsiteY61" fmla="*/ 651617 h 1745585"/>
              <a:gd name="connsiteX62" fmla="*/ 6336991 w 7372060"/>
              <a:gd name="connsiteY62" fmla="*/ 942249 h 1745585"/>
              <a:gd name="connsiteX63" fmla="*/ 6207607 w 7372060"/>
              <a:gd name="connsiteY63" fmla="*/ 747244 h 1745585"/>
              <a:gd name="connsiteX64" fmla="*/ 6078223 w 7372060"/>
              <a:gd name="connsiteY64" fmla="*/ 805371 h 1745585"/>
              <a:gd name="connsiteX65" fmla="*/ 5948840 w 7372060"/>
              <a:gd name="connsiteY65" fmla="*/ 864435 h 1745585"/>
              <a:gd name="connsiteX66" fmla="*/ 5819456 w 7372060"/>
              <a:gd name="connsiteY66" fmla="*/ 878497 h 1745585"/>
              <a:gd name="connsiteX67" fmla="*/ 5690072 w 7372060"/>
              <a:gd name="connsiteY67" fmla="*/ 1070690 h 1745585"/>
              <a:gd name="connsiteX68" fmla="*/ 5560688 w 7372060"/>
              <a:gd name="connsiteY68" fmla="*/ 1183193 h 1745585"/>
              <a:gd name="connsiteX69" fmla="*/ 5431305 w 7372060"/>
              <a:gd name="connsiteY69" fmla="*/ 1306946 h 1745585"/>
              <a:gd name="connsiteX70" fmla="*/ 5301921 w 7372060"/>
              <a:gd name="connsiteY70" fmla="*/ 1396948 h 1745585"/>
              <a:gd name="connsiteX71" fmla="*/ 5172537 w 7372060"/>
              <a:gd name="connsiteY71" fmla="*/ 1485075 h 1745585"/>
              <a:gd name="connsiteX72" fmla="*/ 5043154 w 7372060"/>
              <a:gd name="connsiteY72" fmla="*/ 1444762 h 1745585"/>
              <a:gd name="connsiteX73" fmla="*/ 4913769 w 7372060"/>
              <a:gd name="connsiteY73" fmla="*/ 1358510 h 1745585"/>
              <a:gd name="connsiteX74" fmla="*/ 4784386 w 7372060"/>
              <a:gd name="connsiteY74" fmla="*/ 1516014 h 1745585"/>
              <a:gd name="connsiteX75" fmla="*/ 4655002 w 7372060"/>
              <a:gd name="connsiteY75" fmla="*/ 1625704 h 1745585"/>
              <a:gd name="connsiteX76" fmla="*/ 4525619 w 7372060"/>
              <a:gd name="connsiteY76" fmla="*/ 1576015 h 1745585"/>
              <a:gd name="connsiteX77" fmla="*/ 4396235 w 7372060"/>
              <a:gd name="connsiteY77" fmla="*/ 1618204 h 1745585"/>
              <a:gd name="connsiteX78" fmla="*/ 4266851 w 7372060"/>
              <a:gd name="connsiteY78" fmla="*/ 1574140 h 1745585"/>
              <a:gd name="connsiteX79" fmla="*/ 4137467 w 7372060"/>
              <a:gd name="connsiteY79" fmla="*/ 1528201 h 1745585"/>
              <a:gd name="connsiteX80" fmla="*/ 4008083 w 7372060"/>
              <a:gd name="connsiteY80" fmla="*/ 1584453 h 1745585"/>
              <a:gd name="connsiteX81" fmla="*/ 3878700 w 7372060"/>
              <a:gd name="connsiteY81" fmla="*/ 1601328 h 1745585"/>
              <a:gd name="connsiteX82" fmla="*/ 3749316 w 7372060"/>
              <a:gd name="connsiteY82" fmla="*/ 1632267 h 1745585"/>
              <a:gd name="connsiteX83" fmla="*/ 3619932 w 7372060"/>
              <a:gd name="connsiteY83" fmla="*/ 1614454 h 1745585"/>
              <a:gd name="connsiteX84" fmla="*/ 3490548 w 7372060"/>
              <a:gd name="connsiteY84" fmla="*/ 1599453 h 1745585"/>
              <a:gd name="connsiteX85" fmla="*/ 3339601 w 7372060"/>
              <a:gd name="connsiteY85" fmla="*/ 1643517 h 1745585"/>
              <a:gd name="connsiteX86" fmla="*/ 3123961 w 7372060"/>
              <a:gd name="connsiteY86" fmla="*/ 1647267 h 1745585"/>
              <a:gd name="connsiteX87" fmla="*/ 2973013 w 7372060"/>
              <a:gd name="connsiteY87" fmla="*/ 1620079 h 1745585"/>
              <a:gd name="connsiteX88" fmla="*/ 2843630 w 7372060"/>
              <a:gd name="connsiteY88" fmla="*/ 1638829 h 1745585"/>
              <a:gd name="connsiteX89" fmla="*/ 2671118 w 7372060"/>
              <a:gd name="connsiteY89" fmla="*/ 1666017 h 1745585"/>
              <a:gd name="connsiteX90" fmla="*/ 2348596 w 7372060"/>
              <a:gd name="connsiteY90" fmla="*/ 1668830 h 1745585"/>
              <a:gd name="connsiteX91" fmla="*/ 2089829 w 7372060"/>
              <a:gd name="connsiteY91" fmla="*/ 1660392 h 1745585"/>
              <a:gd name="connsiteX92" fmla="*/ 1938881 w 7372060"/>
              <a:gd name="connsiteY92" fmla="*/ 1684768 h 1745585"/>
              <a:gd name="connsiteX93" fmla="*/ 1809497 w 7372060"/>
              <a:gd name="connsiteY93" fmla="*/ 1743832 h 1745585"/>
              <a:gd name="connsiteX94" fmla="*/ 1680114 w 7372060"/>
              <a:gd name="connsiteY94" fmla="*/ 1728831 h 1745585"/>
              <a:gd name="connsiteX95" fmla="*/ 1550730 w 7372060"/>
              <a:gd name="connsiteY95" fmla="*/ 1719456 h 1745585"/>
              <a:gd name="connsiteX96" fmla="*/ 1421346 w 7372060"/>
              <a:gd name="connsiteY96" fmla="*/ 1650079 h 1745585"/>
              <a:gd name="connsiteX97" fmla="*/ 1291962 w 7372060"/>
              <a:gd name="connsiteY97" fmla="*/ 1671642 h 1745585"/>
              <a:gd name="connsiteX98" fmla="*/ 1162579 w 7372060"/>
              <a:gd name="connsiteY98" fmla="*/ 1667892 h 1745585"/>
              <a:gd name="connsiteX99" fmla="*/ 1011631 w 7372060"/>
              <a:gd name="connsiteY99" fmla="*/ 1679143 h 1745585"/>
              <a:gd name="connsiteX100" fmla="*/ 796929 w 7372060"/>
              <a:gd name="connsiteY100" fmla="*/ 1657580 h 1745585"/>
              <a:gd name="connsiteX101" fmla="*/ 624417 w 7372060"/>
              <a:gd name="connsiteY101" fmla="*/ 1640704 h 1745585"/>
              <a:gd name="connsiteX102" fmla="*/ 387214 w 7372060"/>
              <a:gd name="connsiteY102" fmla="*/ 1673518 h 1745585"/>
              <a:gd name="connsiteX103" fmla="*/ 150948 w 7372060"/>
              <a:gd name="connsiteY103" fmla="*/ 1673518 h 1745585"/>
              <a:gd name="connsiteX104" fmla="*/ 21564 w 7372060"/>
              <a:gd name="connsiteY104" fmla="*/ 1711956 h 1745585"/>
              <a:gd name="connsiteX105" fmla="*/ 0 w 7372060"/>
              <a:gd name="connsiteY105" fmla="*/ 1723206 h 1745585"/>
              <a:gd name="connsiteX106" fmla="*/ 0 w 7372060"/>
              <a:gd name="connsiteY106" fmla="*/ 1724144 h 174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7372060" h="1745585">
                <a:moveTo>
                  <a:pt x="0" y="1724144"/>
                </a:moveTo>
                <a:lnTo>
                  <a:pt x="21564" y="1712894"/>
                </a:lnTo>
                <a:cubicBezTo>
                  <a:pt x="43128" y="1701643"/>
                  <a:pt x="86256" y="1680080"/>
                  <a:pt x="150948" y="1674455"/>
                </a:cubicBezTo>
                <a:cubicBezTo>
                  <a:pt x="215640" y="1668830"/>
                  <a:pt x="301895" y="1680080"/>
                  <a:pt x="387214" y="1674455"/>
                </a:cubicBezTo>
                <a:cubicBezTo>
                  <a:pt x="473469" y="1668830"/>
                  <a:pt x="559725" y="1647267"/>
                  <a:pt x="624417" y="1641642"/>
                </a:cubicBezTo>
                <a:cubicBezTo>
                  <a:pt x="689109" y="1636017"/>
                  <a:pt x="732237" y="1647267"/>
                  <a:pt x="796929" y="1658517"/>
                </a:cubicBezTo>
                <a:cubicBezTo>
                  <a:pt x="861621" y="1669768"/>
                  <a:pt x="947877" y="1680080"/>
                  <a:pt x="1011631" y="1680080"/>
                </a:cubicBezTo>
                <a:cubicBezTo>
                  <a:pt x="1075385" y="1680080"/>
                  <a:pt x="1119451" y="1668830"/>
                  <a:pt x="1162579" y="1658517"/>
                </a:cubicBezTo>
                <a:cubicBezTo>
                  <a:pt x="1205707" y="1648204"/>
                  <a:pt x="1248834" y="1636954"/>
                  <a:pt x="1291962" y="1629454"/>
                </a:cubicBezTo>
                <a:cubicBezTo>
                  <a:pt x="1335090" y="1622891"/>
                  <a:pt x="1378218" y="1620079"/>
                  <a:pt x="1421346" y="1640704"/>
                </a:cubicBezTo>
                <a:cubicBezTo>
                  <a:pt x="1464474" y="1661330"/>
                  <a:pt x="1507602" y="1705393"/>
                  <a:pt x="1550730" y="1721331"/>
                </a:cubicBezTo>
                <a:cubicBezTo>
                  <a:pt x="1593858" y="1737269"/>
                  <a:pt x="1636986" y="1726957"/>
                  <a:pt x="1680114" y="1708206"/>
                </a:cubicBezTo>
                <a:cubicBezTo>
                  <a:pt x="1723241" y="1690393"/>
                  <a:pt x="1766369" y="1664142"/>
                  <a:pt x="1809497" y="1657580"/>
                </a:cubicBezTo>
                <a:cubicBezTo>
                  <a:pt x="1852625" y="1651017"/>
                  <a:pt x="1895753" y="1661330"/>
                  <a:pt x="1938881" y="1664142"/>
                </a:cubicBezTo>
                <a:cubicBezTo>
                  <a:pt x="1982009" y="1666955"/>
                  <a:pt x="2025137" y="1661330"/>
                  <a:pt x="2089829" y="1661330"/>
                </a:cubicBezTo>
                <a:cubicBezTo>
                  <a:pt x="2154521" y="1661330"/>
                  <a:pt x="2240776" y="1666955"/>
                  <a:pt x="2348596" y="1669768"/>
                </a:cubicBezTo>
                <a:cubicBezTo>
                  <a:pt x="2456416" y="1672580"/>
                  <a:pt x="2585800" y="1672580"/>
                  <a:pt x="2671118" y="1666955"/>
                </a:cubicBezTo>
                <a:cubicBezTo>
                  <a:pt x="2756436" y="1661330"/>
                  <a:pt x="2800502" y="1650079"/>
                  <a:pt x="2843630" y="1639767"/>
                </a:cubicBezTo>
                <a:cubicBezTo>
                  <a:pt x="2886758" y="1628517"/>
                  <a:pt x="2929886" y="1618204"/>
                  <a:pt x="2973013" y="1609766"/>
                </a:cubicBezTo>
                <a:cubicBezTo>
                  <a:pt x="3016141" y="1601328"/>
                  <a:pt x="3059269" y="1595703"/>
                  <a:pt x="3123961" y="1592890"/>
                </a:cubicBezTo>
                <a:cubicBezTo>
                  <a:pt x="3188653" y="1590078"/>
                  <a:pt x="3274909" y="1590078"/>
                  <a:pt x="3339601" y="1577890"/>
                </a:cubicBezTo>
                <a:cubicBezTo>
                  <a:pt x="3404293" y="1565702"/>
                  <a:pt x="3447421" y="1541327"/>
                  <a:pt x="3490548" y="1533827"/>
                </a:cubicBezTo>
                <a:cubicBezTo>
                  <a:pt x="3533676" y="1527264"/>
                  <a:pt x="3576804" y="1537577"/>
                  <a:pt x="3619932" y="1548827"/>
                </a:cubicBezTo>
                <a:cubicBezTo>
                  <a:pt x="3663060" y="1560077"/>
                  <a:pt x="3706188" y="1570390"/>
                  <a:pt x="3749316" y="1566640"/>
                </a:cubicBezTo>
                <a:cubicBezTo>
                  <a:pt x="3792444" y="1561952"/>
                  <a:pt x="3835572" y="1542264"/>
                  <a:pt x="3878700" y="1546014"/>
                </a:cubicBezTo>
                <a:cubicBezTo>
                  <a:pt x="3921827" y="1549764"/>
                  <a:pt x="3964955" y="1576953"/>
                  <a:pt x="4008083" y="1561952"/>
                </a:cubicBezTo>
                <a:cubicBezTo>
                  <a:pt x="4051211" y="1546952"/>
                  <a:pt x="4094339" y="1488825"/>
                  <a:pt x="4137467" y="1484138"/>
                </a:cubicBezTo>
                <a:cubicBezTo>
                  <a:pt x="4180595" y="1479450"/>
                  <a:pt x="4223723" y="1526326"/>
                  <a:pt x="4266851" y="1530077"/>
                </a:cubicBezTo>
                <a:cubicBezTo>
                  <a:pt x="4309979" y="1533827"/>
                  <a:pt x="4353107" y="1493513"/>
                  <a:pt x="4396235" y="1486950"/>
                </a:cubicBezTo>
                <a:cubicBezTo>
                  <a:pt x="4439363" y="1480388"/>
                  <a:pt x="4482491" y="1506638"/>
                  <a:pt x="4525619" y="1531951"/>
                </a:cubicBezTo>
                <a:cubicBezTo>
                  <a:pt x="4568746" y="1557265"/>
                  <a:pt x="4611874" y="1581640"/>
                  <a:pt x="4655002" y="1559140"/>
                </a:cubicBezTo>
                <a:cubicBezTo>
                  <a:pt x="4698130" y="1537577"/>
                  <a:pt x="4741258" y="1469138"/>
                  <a:pt x="4784386" y="1394135"/>
                </a:cubicBezTo>
                <a:cubicBezTo>
                  <a:pt x="4827514" y="1319134"/>
                  <a:pt x="4870642" y="1236631"/>
                  <a:pt x="4913769" y="1225381"/>
                </a:cubicBezTo>
                <a:cubicBezTo>
                  <a:pt x="4956898" y="1214131"/>
                  <a:pt x="5000025" y="1274132"/>
                  <a:pt x="5043154" y="1322884"/>
                </a:cubicBezTo>
                <a:cubicBezTo>
                  <a:pt x="5086281" y="1371635"/>
                  <a:pt x="5129409" y="1409136"/>
                  <a:pt x="5172537" y="1384760"/>
                </a:cubicBezTo>
                <a:cubicBezTo>
                  <a:pt x="5215665" y="1360385"/>
                  <a:pt x="5258793" y="1274132"/>
                  <a:pt x="5301921" y="1220694"/>
                </a:cubicBezTo>
                <a:cubicBezTo>
                  <a:pt x="5345049" y="1167255"/>
                  <a:pt x="5388177" y="1145692"/>
                  <a:pt x="5431305" y="1076315"/>
                </a:cubicBezTo>
                <a:cubicBezTo>
                  <a:pt x="5474433" y="1006938"/>
                  <a:pt x="5517560" y="889748"/>
                  <a:pt x="5560688" y="843809"/>
                </a:cubicBezTo>
                <a:cubicBezTo>
                  <a:pt x="5603816" y="797871"/>
                  <a:pt x="5646944" y="822246"/>
                  <a:pt x="5690072" y="796933"/>
                </a:cubicBezTo>
                <a:cubicBezTo>
                  <a:pt x="5733200" y="771620"/>
                  <a:pt x="5776328" y="696618"/>
                  <a:pt x="5819456" y="670367"/>
                </a:cubicBezTo>
                <a:cubicBezTo>
                  <a:pt x="5862584" y="644117"/>
                  <a:pt x="5905712" y="665680"/>
                  <a:pt x="5948840" y="645992"/>
                </a:cubicBezTo>
                <a:cubicBezTo>
                  <a:pt x="5991967" y="626304"/>
                  <a:pt x="6035096" y="562552"/>
                  <a:pt x="6078223" y="478175"/>
                </a:cubicBezTo>
                <a:cubicBezTo>
                  <a:pt x="6121351" y="392860"/>
                  <a:pt x="6164479" y="286920"/>
                  <a:pt x="6207607" y="376922"/>
                </a:cubicBezTo>
                <a:cubicBezTo>
                  <a:pt x="6250735" y="466925"/>
                  <a:pt x="6293863" y="754744"/>
                  <a:pt x="6336991" y="768807"/>
                </a:cubicBezTo>
                <a:cubicBezTo>
                  <a:pt x="6380119" y="782870"/>
                  <a:pt x="6423246" y="524114"/>
                  <a:pt x="6466375" y="335671"/>
                </a:cubicBezTo>
                <a:cubicBezTo>
                  <a:pt x="6509502" y="147229"/>
                  <a:pt x="6552631" y="30976"/>
                  <a:pt x="6595758" y="5663"/>
                </a:cubicBezTo>
                <a:cubicBezTo>
                  <a:pt x="6638886" y="-19650"/>
                  <a:pt x="6682014" y="45977"/>
                  <a:pt x="6725142" y="82540"/>
                </a:cubicBezTo>
                <a:cubicBezTo>
                  <a:pt x="6768270" y="119103"/>
                  <a:pt x="6811398" y="126604"/>
                  <a:pt x="6854526" y="150042"/>
                </a:cubicBezTo>
                <a:cubicBezTo>
                  <a:pt x="6897654" y="173480"/>
                  <a:pt x="6940781" y="211918"/>
                  <a:pt x="6983910" y="231606"/>
                </a:cubicBezTo>
                <a:cubicBezTo>
                  <a:pt x="7027037" y="251294"/>
                  <a:pt x="7070165" y="254107"/>
                  <a:pt x="7113293" y="221293"/>
                </a:cubicBezTo>
                <a:cubicBezTo>
                  <a:pt x="7156421" y="188480"/>
                  <a:pt x="7199549" y="120978"/>
                  <a:pt x="7242677" y="225981"/>
                </a:cubicBezTo>
                <a:cubicBezTo>
                  <a:pt x="7285805" y="330984"/>
                  <a:pt x="7328933" y="607553"/>
                  <a:pt x="7350497" y="746307"/>
                </a:cubicBezTo>
                <a:lnTo>
                  <a:pt x="7372061" y="885060"/>
                </a:lnTo>
                <a:lnTo>
                  <a:pt x="7372061" y="885060"/>
                </a:lnTo>
                <a:lnTo>
                  <a:pt x="7350497" y="844747"/>
                </a:lnTo>
                <a:cubicBezTo>
                  <a:pt x="7328933" y="804433"/>
                  <a:pt x="7285805" y="724744"/>
                  <a:pt x="7242677" y="695680"/>
                </a:cubicBezTo>
                <a:cubicBezTo>
                  <a:pt x="7199549" y="667555"/>
                  <a:pt x="7156421" y="690993"/>
                  <a:pt x="7113293" y="635679"/>
                </a:cubicBezTo>
                <a:cubicBezTo>
                  <a:pt x="7070165" y="580365"/>
                  <a:pt x="7027037" y="447237"/>
                  <a:pt x="6983910" y="394735"/>
                </a:cubicBezTo>
                <a:cubicBezTo>
                  <a:pt x="6940781" y="342234"/>
                  <a:pt x="6897654" y="368485"/>
                  <a:pt x="6854526" y="433174"/>
                </a:cubicBezTo>
                <a:cubicBezTo>
                  <a:pt x="6811398" y="497863"/>
                  <a:pt x="6768270" y="599115"/>
                  <a:pt x="6725142" y="606616"/>
                </a:cubicBezTo>
                <a:cubicBezTo>
                  <a:pt x="6682014" y="614116"/>
                  <a:pt x="6638886" y="525989"/>
                  <a:pt x="6595758" y="507238"/>
                </a:cubicBezTo>
                <a:cubicBezTo>
                  <a:pt x="6552631" y="488488"/>
                  <a:pt x="6509502" y="540052"/>
                  <a:pt x="6466375" y="651617"/>
                </a:cubicBezTo>
                <a:cubicBezTo>
                  <a:pt x="6423246" y="763182"/>
                  <a:pt x="6380119" y="934749"/>
                  <a:pt x="6336991" y="942249"/>
                </a:cubicBezTo>
                <a:cubicBezTo>
                  <a:pt x="6293863" y="949749"/>
                  <a:pt x="6250735" y="794120"/>
                  <a:pt x="6207607" y="747244"/>
                </a:cubicBezTo>
                <a:cubicBezTo>
                  <a:pt x="6164479" y="700368"/>
                  <a:pt x="6121351" y="764120"/>
                  <a:pt x="6078223" y="805371"/>
                </a:cubicBezTo>
                <a:cubicBezTo>
                  <a:pt x="6035096" y="846622"/>
                  <a:pt x="5991967" y="865372"/>
                  <a:pt x="5948840" y="864435"/>
                </a:cubicBezTo>
                <a:cubicBezTo>
                  <a:pt x="5905712" y="862560"/>
                  <a:pt x="5862584" y="840997"/>
                  <a:pt x="5819456" y="878497"/>
                </a:cubicBezTo>
                <a:cubicBezTo>
                  <a:pt x="5776328" y="915998"/>
                  <a:pt x="5733200" y="1012563"/>
                  <a:pt x="5690072" y="1070690"/>
                </a:cubicBezTo>
                <a:cubicBezTo>
                  <a:pt x="5646944" y="1128816"/>
                  <a:pt x="5603816" y="1147567"/>
                  <a:pt x="5560688" y="1183193"/>
                </a:cubicBezTo>
                <a:cubicBezTo>
                  <a:pt x="5517560" y="1218819"/>
                  <a:pt x="5474433" y="1270382"/>
                  <a:pt x="5431305" y="1306946"/>
                </a:cubicBezTo>
                <a:cubicBezTo>
                  <a:pt x="5388177" y="1343509"/>
                  <a:pt x="5345049" y="1365072"/>
                  <a:pt x="5301921" y="1396948"/>
                </a:cubicBezTo>
                <a:cubicBezTo>
                  <a:pt x="5258793" y="1428824"/>
                  <a:pt x="5215665" y="1471012"/>
                  <a:pt x="5172537" y="1485075"/>
                </a:cubicBezTo>
                <a:cubicBezTo>
                  <a:pt x="5129409" y="1499138"/>
                  <a:pt x="5086281" y="1483200"/>
                  <a:pt x="5043154" y="1444762"/>
                </a:cubicBezTo>
                <a:cubicBezTo>
                  <a:pt x="5000025" y="1406323"/>
                  <a:pt x="4956898" y="1347259"/>
                  <a:pt x="4913769" y="1358510"/>
                </a:cubicBezTo>
                <a:cubicBezTo>
                  <a:pt x="4870642" y="1369760"/>
                  <a:pt x="4827514" y="1452262"/>
                  <a:pt x="4784386" y="1516014"/>
                </a:cubicBezTo>
                <a:cubicBezTo>
                  <a:pt x="4741258" y="1579765"/>
                  <a:pt x="4698130" y="1625704"/>
                  <a:pt x="4655002" y="1625704"/>
                </a:cubicBezTo>
                <a:cubicBezTo>
                  <a:pt x="4611874" y="1625704"/>
                  <a:pt x="4568746" y="1579765"/>
                  <a:pt x="4525619" y="1576015"/>
                </a:cubicBezTo>
                <a:cubicBezTo>
                  <a:pt x="4482491" y="1572265"/>
                  <a:pt x="4439363" y="1611641"/>
                  <a:pt x="4396235" y="1618204"/>
                </a:cubicBezTo>
                <a:cubicBezTo>
                  <a:pt x="4353107" y="1624766"/>
                  <a:pt x="4309979" y="1599453"/>
                  <a:pt x="4266851" y="1574140"/>
                </a:cubicBezTo>
                <a:cubicBezTo>
                  <a:pt x="4223723" y="1548827"/>
                  <a:pt x="4180595" y="1523514"/>
                  <a:pt x="4137467" y="1528201"/>
                </a:cubicBezTo>
                <a:cubicBezTo>
                  <a:pt x="4094339" y="1533827"/>
                  <a:pt x="4051211" y="1569452"/>
                  <a:pt x="4008083" y="1584453"/>
                </a:cubicBezTo>
                <a:cubicBezTo>
                  <a:pt x="3964955" y="1599453"/>
                  <a:pt x="3921827" y="1593828"/>
                  <a:pt x="3878700" y="1601328"/>
                </a:cubicBezTo>
                <a:cubicBezTo>
                  <a:pt x="3835572" y="1608828"/>
                  <a:pt x="3792444" y="1628517"/>
                  <a:pt x="3749316" y="1632267"/>
                </a:cubicBezTo>
                <a:cubicBezTo>
                  <a:pt x="3706188" y="1636954"/>
                  <a:pt x="3663060" y="1625704"/>
                  <a:pt x="3619932" y="1614454"/>
                </a:cubicBezTo>
                <a:cubicBezTo>
                  <a:pt x="3576804" y="1603203"/>
                  <a:pt x="3533676" y="1592890"/>
                  <a:pt x="3490548" y="1599453"/>
                </a:cubicBezTo>
                <a:cubicBezTo>
                  <a:pt x="3447421" y="1606016"/>
                  <a:pt x="3404293" y="1631329"/>
                  <a:pt x="3339601" y="1643517"/>
                </a:cubicBezTo>
                <a:cubicBezTo>
                  <a:pt x="3274909" y="1655705"/>
                  <a:pt x="3188653" y="1655705"/>
                  <a:pt x="3123961" y="1647267"/>
                </a:cubicBezTo>
                <a:cubicBezTo>
                  <a:pt x="3059269" y="1638829"/>
                  <a:pt x="3016141" y="1622891"/>
                  <a:pt x="2973013" y="1620079"/>
                </a:cubicBezTo>
                <a:cubicBezTo>
                  <a:pt x="2929886" y="1617266"/>
                  <a:pt x="2886758" y="1628517"/>
                  <a:pt x="2843630" y="1638829"/>
                </a:cubicBezTo>
                <a:cubicBezTo>
                  <a:pt x="2800502" y="1650079"/>
                  <a:pt x="2757374" y="1660392"/>
                  <a:pt x="2671118" y="1666017"/>
                </a:cubicBezTo>
                <a:cubicBezTo>
                  <a:pt x="2584862" y="1671642"/>
                  <a:pt x="2455478" y="1671642"/>
                  <a:pt x="2348596" y="1668830"/>
                </a:cubicBezTo>
                <a:cubicBezTo>
                  <a:pt x="2240776" y="1666017"/>
                  <a:pt x="2154521" y="1660392"/>
                  <a:pt x="2089829" y="1660392"/>
                </a:cubicBezTo>
                <a:cubicBezTo>
                  <a:pt x="2025137" y="1660392"/>
                  <a:pt x="1982009" y="1666017"/>
                  <a:pt x="1938881" y="1684768"/>
                </a:cubicBezTo>
                <a:cubicBezTo>
                  <a:pt x="1895753" y="1703518"/>
                  <a:pt x="1852625" y="1736332"/>
                  <a:pt x="1809497" y="1743832"/>
                </a:cubicBezTo>
                <a:cubicBezTo>
                  <a:pt x="1766369" y="1751332"/>
                  <a:pt x="1723241" y="1732581"/>
                  <a:pt x="1680114" y="1728831"/>
                </a:cubicBezTo>
                <a:cubicBezTo>
                  <a:pt x="1636986" y="1725081"/>
                  <a:pt x="1593858" y="1736332"/>
                  <a:pt x="1550730" y="1719456"/>
                </a:cubicBezTo>
                <a:cubicBezTo>
                  <a:pt x="1507602" y="1702581"/>
                  <a:pt x="1464474" y="1659455"/>
                  <a:pt x="1421346" y="1650079"/>
                </a:cubicBezTo>
                <a:cubicBezTo>
                  <a:pt x="1378218" y="1640704"/>
                  <a:pt x="1335090" y="1665080"/>
                  <a:pt x="1291962" y="1671642"/>
                </a:cubicBezTo>
                <a:cubicBezTo>
                  <a:pt x="1248834" y="1678205"/>
                  <a:pt x="1205707" y="1667892"/>
                  <a:pt x="1162579" y="1667892"/>
                </a:cubicBezTo>
                <a:cubicBezTo>
                  <a:pt x="1119451" y="1667892"/>
                  <a:pt x="1076323" y="1679143"/>
                  <a:pt x="1011631" y="1679143"/>
                </a:cubicBezTo>
                <a:cubicBezTo>
                  <a:pt x="946939" y="1679143"/>
                  <a:pt x="860683" y="1667892"/>
                  <a:pt x="796929" y="1657580"/>
                </a:cubicBezTo>
                <a:cubicBezTo>
                  <a:pt x="733175" y="1647267"/>
                  <a:pt x="689109" y="1636017"/>
                  <a:pt x="624417" y="1640704"/>
                </a:cubicBezTo>
                <a:cubicBezTo>
                  <a:pt x="559725" y="1646329"/>
                  <a:pt x="473469" y="1667892"/>
                  <a:pt x="387214" y="1673518"/>
                </a:cubicBezTo>
                <a:cubicBezTo>
                  <a:pt x="300958" y="1679143"/>
                  <a:pt x="214702" y="1667892"/>
                  <a:pt x="150948" y="1673518"/>
                </a:cubicBezTo>
                <a:cubicBezTo>
                  <a:pt x="86256" y="1679143"/>
                  <a:pt x="43128" y="1700706"/>
                  <a:pt x="21564" y="1711956"/>
                </a:cubicBezTo>
                <a:lnTo>
                  <a:pt x="0" y="1723206"/>
                </a:lnTo>
                <a:lnTo>
                  <a:pt x="0" y="1724144"/>
                </a:lnTo>
                <a:close/>
              </a:path>
            </a:pathLst>
          </a:custGeom>
          <a:solidFill>
            <a:srgbClr val="F4E1A1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D8E8EBF-119B-3343-9D9D-ED9F60D27CDD}"/>
              </a:ext>
            </a:extLst>
          </p:cNvPr>
          <p:cNvSpPr/>
          <p:nvPr/>
        </p:nvSpPr>
        <p:spPr>
          <a:xfrm>
            <a:off x="1866777" y="2789015"/>
            <a:ext cx="7372060" cy="759774"/>
          </a:xfrm>
          <a:custGeom>
            <a:avLst/>
            <a:gdLst>
              <a:gd name="connsiteX0" fmla="*/ 0 w 7372060"/>
              <a:gd name="connsiteY0" fmla="*/ 707830 h 759774"/>
              <a:gd name="connsiteX1" fmla="*/ 21564 w 7372060"/>
              <a:gd name="connsiteY1" fmla="*/ 719081 h 759774"/>
              <a:gd name="connsiteX2" fmla="*/ 150948 w 7372060"/>
              <a:gd name="connsiteY2" fmla="*/ 757519 h 759774"/>
              <a:gd name="connsiteX3" fmla="*/ 387214 w 7372060"/>
              <a:gd name="connsiteY3" fmla="*/ 746269 h 759774"/>
              <a:gd name="connsiteX4" fmla="*/ 624417 w 7372060"/>
              <a:gd name="connsiteY4" fmla="*/ 735018 h 759774"/>
              <a:gd name="connsiteX5" fmla="*/ 796929 w 7372060"/>
              <a:gd name="connsiteY5" fmla="*/ 707830 h 759774"/>
              <a:gd name="connsiteX6" fmla="*/ 1011631 w 7372060"/>
              <a:gd name="connsiteY6" fmla="*/ 686267 h 759774"/>
              <a:gd name="connsiteX7" fmla="*/ 1162579 w 7372060"/>
              <a:gd name="connsiteY7" fmla="*/ 697518 h 759774"/>
              <a:gd name="connsiteX8" fmla="*/ 1291962 w 7372060"/>
              <a:gd name="connsiteY8" fmla="*/ 690955 h 759774"/>
              <a:gd name="connsiteX9" fmla="*/ 1421346 w 7372060"/>
              <a:gd name="connsiteY9" fmla="*/ 723768 h 759774"/>
              <a:gd name="connsiteX10" fmla="*/ 1550730 w 7372060"/>
              <a:gd name="connsiteY10" fmla="*/ 738769 h 759774"/>
              <a:gd name="connsiteX11" fmla="*/ 1680114 w 7372060"/>
              <a:gd name="connsiteY11" fmla="*/ 758457 h 759774"/>
              <a:gd name="connsiteX12" fmla="*/ 1809497 w 7372060"/>
              <a:gd name="connsiteY12" fmla="*/ 740644 h 759774"/>
              <a:gd name="connsiteX13" fmla="*/ 1938881 w 7372060"/>
              <a:gd name="connsiteY13" fmla="*/ 681580 h 759774"/>
              <a:gd name="connsiteX14" fmla="*/ 2089829 w 7372060"/>
              <a:gd name="connsiteY14" fmla="*/ 690017 h 759774"/>
              <a:gd name="connsiteX15" fmla="*/ 2348596 w 7372060"/>
              <a:gd name="connsiteY15" fmla="*/ 665642 h 759774"/>
              <a:gd name="connsiteX16" fmla="*/ 2671118 w 7372060"/>
              <a:gd name="connsiteY16" fmla="*/ 651579 h 759774"/>
              <a:gd name="connsiteX17" fmla="*/ 2843630 w 7372060"/>
              <a:gd name="connsiteY17" fmla="*/ 634704 h 759774"/>
              <a:gd name="connsiteX18" fmla="*/ 2973013 w 7372060"/>
              <a:gd name="connsiteY18" fmla="*/ 648766 h 759774"/>
              <a:gd name="connsiteX19" fmla="*/ 3123961 w 7372060"/>
              <a:gd name="connsiteY19" fmla="*/ 643141 h 759774"/>
              <a:gd name="connsiteX20" fmla="*/ 3339601 w 7372060"/>
              <a:gd name="connsiteY20" fmla="*/ 660954 h 759774"/>
              <a:gd name="connsiteX21" fmla="*/ 3490548 w 7372060"/>
              <a:gd name="connsiteY21" fmla="*/ 737831 h 759774"/>
              <a:gd name="connsiteX22" fmla="*/ 3619932 w 7372060"/>
              <a:gd name="connsiteY22" fmla="*/ 731268 h 759774"/>
              <a:gd name="connsiteX23" fmla="*/ 3749316 w 7372060"/>
              <a:gd name="connsiteY23" fmla="*/ 693767 h 759774"/>
              <a:gd name="connsiteX24" fmla="*/ 3878700 w 7372060"/>
              <a:gd name="connsiteY24" fmla="*/ 651579 h 759774"/>
              <a:gd name="connsiteX25" fmla="*/ 4008083 w 7372060"/>
              <a:gd name="connsiteY25" fmla="*/ 667517 h 759774"/>
              <a:gd name="connsiteX26" fmla="*/ 4137467 w 7372060"/>
              <a:gd name="connsiteY26" fmla="*/ 720956 h 759774"/>
              <a:gd name="connsiteX27" fmla="*/ 4266851 w 7372060"/>
              <a:gd name="connsiteY27" fmla="*/ 690017 h 759774"/>
              <a:gd name="connsiteX28" fmla="*/ 4396235 w 7372060"/>
              <a:gd name="connsiteY28" fmla="*/ 658142 h 759774"/>
              <a:gd name="connsiteX29" fmla="*/ 4525619 w 7372060"/>
              <a:gd name="connsiteY29" fmla="*/ 691893 h 759774"/>
              <a:gd name="connsiteX30" fmla="*/ 4655002 w 7372060"/>
              <a:gd name="connsiteY30" fmla="*/ 675955 h 759774"/>
              <a:gd name="connsiteX31" fmla="*/ 4784386 w 7372060"/>
              <a:gd name="connsiteY31" fmla="*/ 686267 h 759774"/>
              <a:gd name="connsiteX32" fmla="*/ 4913769 w 7372060"/>
              <a:gd name="connsiteY32" fmla="*/ 615953 h 759774"/>
              <a:gd name="connsiteX33" fmla="*/ 5043154 w 7372060"/>
              <a:gd name="connsiteY33" fmla="*/ 582202 h 759774"/>
              <a:gd name="connsiteX34" fmla="*/ 5172537 w 7372060"/>
              <a:gd name="connsiteY34" fmla="*/ 567202 h 759774"/>
              <a:gd name="connsiteX35" fmla="*/ 5301921 w 7372060"/>
              <a:gd name="connsiteY35" fmla="*/ 567202 h 759774"/>
              <a:gd name="connsiteX36" fmla="*/ 5431305 w 7372060"/>
              <a:gd name="connsiteY36" fmla="*/ 554077 h 759774"/>
              <a:gd name="connsiteX37" fmla="*/ 5560688 w 7372060"/>
              <a:gd name="connsiteY37" fmla="*/ 507200 h 759774"/>
              <a:gd name="connsiteX38" fmla="*/ 5690072 w 7372060"/>
              <a:gd name="connsiteY38" fmla="*/ 558764 h 759774"/>
              <a:gd name="connsiteX39" fmla="*/ 5819456 w 7372060"/>
              <a:gd name="connsiteY39" fmla="*/ 552201 h 759774"/>
              <a:gd name="connsiteX40" fmla="*/ 5948840 w 7372060"/>
              <a:gd name="connsiteY40" fmla="*/ 275632 h 759774"/>
              <a:gd name="connsiteX41" fmla="*/ 6078223 w 7372060"/>
              <a:gd name="connsiteY41" fmla="*/ 391885 h 759774"/>
              <a:gd name="connsiteX42" fmla="*/ 6207607 w 7372060"/>
              <a:gd name="connsiteY42" fmla="*/ 356259 h 759774"/>
              <a:gd name="connsiteX43" fmla="*/ 6336991 w 7372060"/>
              <a:gd name="connsiteY43" fmla="*/ 299070 h 759774"/>
              <a:gd name="connsiteX44" fmla="*/ 6466375 w 7372060"/>
              <a:gd name="connsiteY44" fmla="*/ 325321 h 759774"/>
              <a:gd name="connsiteX45" fmla="*/ 6595758 w 7372060"/>
              <a:gd name="connsiteY45" fmla="*/ 465949 h 759774"/>
              <a:gd name="connsiteX46" fmla="*/ 6725142 w 7372060"/>
              <a:gd name="connsiteY46" fmla="*/ 542826 h 759774"/>
              <a:gd name="connsiteX47" fmla="*/ 6854526 w 7372060"/>
              <a:gd name="connsiteY47" fmla="*/ 424698 h 759774"/>
              <a:gd name="connsiteX48" fmla="*/ 6983910 w 7372060"/>
              <a:gd name="connsiteY48" fmla="*/ 407823 h 759774"/>
              <a:gd name="connsiteX49" fmla="*/ 7113293 w 7372060"/>
              <a:gd name="connsiteY49" fmla="*/ 222193 h 759774"/>
              <a:gd name="connsiteX50" fmla="*/ 7242677 w 7372060"/>
              <a:gd name="connsiteY50" fmla="*/ 172504 h 759774"/>
              <a:gd name="connsiteX51" fmla="*/ 7350497 w 7372060"/>
              <a:gd name="connsiteY51" fmla="*/ 36564 h 759774"/>
              <a:gd name="connsiteX52" fmla="*/ 7372061 w 7372060"/>
              <a:gd name="connsiteY52" fmla="*/ 0 h 759774"/>
              <a:gd name="connsiteX53" fmla="*/ 7372061 w 7372060"/>
              <a:gd name="connsiteY53" fmla="*/ 0 h 759774"/>
              <a:gd name="connsiteX54" fmla="*/ 7350497 w 7372060"/>
              <a:gd name="connsiteY54" fmla="*/ 58127 h 759774"/>
              <a:gd name="connsiteX55" fmla="*/ 7242677 w 7372060"/>
              <a:gd name="connsiteY55" fmla="*/ 270007 h 759774"/>
              <a:gd name="connsiteX56" fmla="*/ 7113293 w 7372060"/>
              <a:gd name="connsiteY56" fmla="*/ 298133 h 759774"/>
              <a:gd name="connsiteX57" fmla="*/ 6983910 w 7372060"/>
              <a:gd name="connsiteY57" fmla="*/ 472512 h 759774"/>
              <a:gd name="connsiteX58" fmla="*/ 6854526 w 7372060"/>
              <a:gd name="connsiteY58" fmla="*/ 478137 h 759774"/>
              <a:gd name="connsiteX59" fmla="*/ 6725142 w 7372060"/>
              <a:gd name="connsiteY59" fmla="*/ 553139 h 759774"/>
              <a:gd name="connsiteX60" fmla="*/ 6595758 w 7372060"/>
              <a:gd name="connsiteY60" fmla="*/ 476262 h 759774"/>
              <a:gd name="connsiteX61" fmla="*/ 6466375 w 7372060"/>
              <a:gd name="connsiteY61" fmla="*/ 401260 h 759774"/>
              <a:gd name="connsiteX62" fmla="*/ 6336991 w 7372060"/>
              <a:gd name="connsiteY62" fmla="*/ 450949 h 759774"/>
              <a:gd name="connsiteX63" fmla="*/ 6207607 w 7372060"/>
              <a:gd name="connsiteY63" fmla="*/ 431261 h 759774"/>
              <a:gd name="connsiteX64" fmla="*/ 6078223 w 7372060"/>
              <a:gd name="connsiteY64" fmla="*/ 412510 h 759774"/>
              <a:gd name="connsiteX65" fmla="*/ 5948840 w 7372060"/>
              <a:gd name="connsiteY65" fmla="*/ 317821 h 759774"/>
              <a:gd name="connsiteX66" fmla="*/ 5819456 w 7372060"/>
              <a:gd name="connsiteY66" fmla="*/ 561577 h 759774"/>
              <a:gd name="connsiteX67" fmla="*/ 5690072 w 7372060"/>
              <a:gd name="connsiteY67" fmla="*/ 568139 h 759774"/>
              <a:gd name="connsiteX68" fmla="*/ 5560688 w 7372060"/>
              <a:gd name="connsiteY68" fmla="*/ 549389 h 759774"/>
              <a:gd name="connsiteX69" fmla="*/ 5431305 w 7372060"/>
              <a:gd name="connsiteY69" fmla="*/ 563452 h 759774"/>
              <a:gd name="connsiteX70" fmla="*/ 5301921 w 7372060"/>
              <a:gd name="connsiteY70" fmla="*/ 576577 h 759774"/>
              <a:gd name="connsiteX71" fmla="*/ 5172537 w 7372060"/>
              <a:gd name="connsiteY71" fmla="*/ 609390 h 759774"/>
              <a:gd name="connsiteX72" fmla="*/ 5043154 w 7372060"/>
              <a:gd name="connsiteY72" fmla="*/ 591577 h 759774"/>
              <a:gd name="connsiteX73" fmla="*/ 4913769 w 7372060"/>
              <a:gd name="connsiteY73" fmla="*/ 615016 h 759774"/>
              <a:gd name="connsiteX74" fmla="*/ 4784386 w 7372060"/>
              <a:gd name="connsiteY74" fmla="*/ 685330 h 759774"/>
              <a:gd name="connsiteX75" fmla="*/ 4655002 w 7372060"/>
              <a:gd name="connsiteY75" fmla="*/ 675017 h 759774"/>
              <a:gd name="connsiteX76" fmla="*/ 4525619 w 7372060"/>
              <a:gd name="connsiteY76" fmla="*/ 690955 h 759774"/>
              <a:gd name="connsiteX77" fmla="*/ 4396235 w 7372060"/>
              <a:gd name="connsiteY77" fmla="*/ 667517 h 759774"/>
              <a:gd name="connsiteX78" fmla="*/ 4266851 w 7372060"/>
              <a:gd name="connsiteY78" fmla="*/ 732206 h 759774"/>
              <a:gd name="connsiteX79" fmla="*/ 4137467 w 7372060"/>
              <a:gd name="connsiteY79" fmla="*/ 730331 h 759774"/>
              <a:gd name="connsiteX80" fmla="*/ 4008083 w 7372060"/>
              <a:gd name="connsiteY80" fmla="*/ 666579 h 759774"/>
              <a:gd name="connsiteX81" fmla="*/ 3878700 w 7372060"/>
              <a:gd name="connsiteY81" fmla="*/ 650641 h 759774"/>
              <a:gd name="connsiteX82" fmla="*/ 3749316 w 7372060"/>
              <a:gd name="connsiteY82" fmla="*/ 692830 h 759774"/>
              <a:gd name="connsiteX83" fmla="*/ 3619932 w 7372060"/>
              <a:gd name="connsiteY83" fmla="*/ 730331 h 759774"/>
              <a:gd name="connsiteX84" fmla="*/ 3490548 w 7372060"/>
              <a:gd name="connsiteY84" fmla="*/ 736894 h 759774"/>
              <a:gd name="connsiteX85" fmla="*/ 3339601 w 7372060"/>
              <a:gd name="connsiteY85" fmla="*/ 660017 h 759774"/>
              <a:gd name="connsiteX86" fmla="*/ 3123961 w 7372060"/>
              <a:gd name="connsiteY86" fmla="*/ 642204 h 759774"/>
              <a:gd name="connsiteX87" fmla="*/ 2973013 w 7372060"/>
              <a:gd name="connsiteY87" fmla="*/ 647829 h 759774"/>
              <a:gd name="connsiteX88" fmla="*/ 2843630 w 7372060"/>
              <a:gd name="connsiteY88" fmla="*/ 633766 h 759774"/>
              <a:gd name="connsiteX89" fmla="*/ 2671118 w 7372060"/>
              <a:gd name="connsiteY89" fmla="*/ 650641 h 759774"/>
              <a:gd name="connsiteX90" fmla="*/ 2348596 w 7372060"/>
              <a:gd name="connsiteY90" fmla="*/ 664704 h 759774"/>
              <a:gd name="connsiteX91" fmla="*/ 2089829 w 7372060"/>
              <a:gd name="connsiteY91" fmla="*/ 689080 h 759774"/>
              <a:gd name="connsiteX92" fmla="*/ 1938881 w 7372060"/>
              <a:gd name="connsiteY92" fmla="*/ 680642 h 759774"/>
              <a:gd name="connsiteX93" fmla="*/ 1809497 w 7372060"/>
              <a:gd name="connsiteY93" fmla="*/ 739706 h 759774"/>
              <a:gd name="connsiteX94" fmla="*/ 1680114 w 7372060"/>
              <a:gd name="connsiteY94" fmla="*/ 757519 h 759774"/>
              <a:gd name="connsiteX95" fmla="*/ 1550730 w 7372060"/>
              <a:gd name="connsiteY95" fmla="*/ 737831 h 759774"/>
              <a:gd name="connsiteX96" fmla="*/ 1421346 w 7372060"/>
              <a:gd name="connsiteY96" fmla="*/ 722831 h 759774"/>
              <a:gd name="connsiteX97" fmla="*/ 1291962 w 7372060"/>
              <a:gd name="connsiteY97" fmla="*/ 690017 h 759774"/>
              <a:gd name="connsiteX98" fmla="*/ 1162579 w 7372060"/>
              <a:gd name="connsiteY98" fmla="*/ 696580 h 759774"/>
              <a:gd name="connsiteX99" fmla="*/ 1011631 w 7372060"/>
              <a:gd name="connsiteY99" fmla="*/ 685330 h 759774"/>
              <a:gd name="connsiteX100" fmla="*/ 796929 w 7372060"/>
              <a:gd name="connsiteY100" fmla="*/ 706893 h 759774"/>
              <a:gd name="connsiteX101" fmla="*/ 624417 w 7372060"/>
              <a:gd name="connsiteY101" fmla="*/ 734081 h 759774"/>
              <a:gd name="connsiteX102" fmla="*/ 387214 w 7372060"/>
              <a:gd name="connsiteY102" fmla="*/ 745331 h 759774"/>
              <a:gd name="connsiteX103" fmla="*/ 150948 w 7372060"/>
              <a:gd name="connsiteY103" fmla="*/ 756582 h 759774"/>
              <a:gd name="connsiteX104" fmla="*/ 21564 w 7372060"/>
              <a:gd name="connsiteY104" fmla="*/ 718143 h 759774"/>
              <a:gd name="connsiteX105" fmla="*/ 0 w 7372060"/>
              <a:gd name="connsiteY105" fmla="*/ 706893 h 759774"/>
              <a:gd name="connsiteX106" fmla="*/ 0 w 7372060"/>
              <a:gd name="connsiteY106" fmla="*/ 707830 h 759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7372060" h="759774">
                <a:moveTo>
                  <a:pt x="0" y="707830"/>
                </a:moveTo>
                <a:lnTo>
                  <a:pt x="21564" y="719081"/>
                </a:lnTo>
                <a:cubicBezTo>
                  <a:pt x="43128" y="730331"/>
                  <a:pt x="86256" y="751894"/>
                  <a:pt x="150948" y="757519"/>
                </a:cubicBezTo>
                <a:cubicBezTo>
                  <a:pt x="215640" y="763144"/>
                  <a:pt x="301895" y="751894"/>
                  <a:pt x="387214" y="746269"/>
                </a:cubicBezTo>
                <a:cubicBezTo>
                  <a:pt x="473469" y="740644"/>
                  <a:pt x="559725" y="740644"/>
                  <a:pt x="624417" y="735018"/>
                </a:cubicBezTo>
                <a:cubicBezTo>
                  <a:pt x="689109" y="729394"/>
                  <a:pt x="732237" y="718143"/>
                  <a:pt x="796929" y="707830"/>
                </a:cubicBezTo>
                <a:cubicBezTo>
                  <a:pt x="861621" y="697518"/>
                  <a:pt x="947877" y="686267"/>
                  <a:pt x="1011631" y="686267"/>
                </a:cubicBezTo>
                <a:cubicBezTo>
                  <a:pt x="1075385" y="686267"/>
                  <a:pt x="1119451" y="697518"/>
                  <a:pt x="1162579" y="697518"/>
                </a:cubicBezTo>
                <a:cubicBezTo>
                  <a:pt x="1205707" y="697518"/>
                  <a:pt x="1248834" y="686267"/>
                  <a:pt x="1291962" y="690955"/>
                </a:cubicBezTo>
                <a:cubicBezTo>
                  <a:pt x="1335090" y="694705"/>
                  <a:pt x="1378218" y="714393"/>
                  <a:pt x="1421346" y="723768"/>
                </a:cubicBezTo>
                <a:cubicBezTo>
                  <a:pt x="1464474" y="733144"/>
                  <a:pt x="1507602" y="733144"/>
                  <a:pt x="1550730" y="738769"/>
                </a:cubicBezTo>
                <a:cubicBezTo>
                  <a:pt x="1593858" y="744394"/>
                  <a:pt x="1636986" y="755644"/>
                  <a:pt x="1680114" y="758457"/>
                </a:cubicBezTo>
                <a:cubicBezTo>
                  <a:pt x="1723241" y="762207"/>
                  <a:pt x="1766369" y="758457"/>
                  <a:pt x="1809497" y="740644"/>
                </a:cubicBezTo>
                <a:cubicBezTo>
                  <a:pt x="1852625" y="722831"/>
                  <a:pt x="1895753" y="690017"/>
                  <a:pt x="1938881" y="681580"/>
                </a:cubicBezTo>
                <a:cubicBezTo>
                  <a:pt x="1982009" y="673142"/>
                  <a:pt x="2025137" y="690017"/>
                  <a:pt x="2089829" y="690017"/>
                </a:cubicBezTo>
                <a:cubicBezTo>
                  <a:pt x="2154521" y="690017"/>
                  <a:pt x="2240776" y="673142"/>
                  <a:pt x="2348596" y="665642"/>
                </a:cubicBezTo>
                <a:cubicBezTo>
                  <a:pt x="2456416" y="657204"/>
                  <a:pt x="2585800" y="657204"/>
                  <a:pt x="2671118" y="651579"/>
                </a:cubicBezTo>
                <a:cubicBezTo>
                  <a:pt x="2756436" y="645954"/>
                  <a:pt x="2800502" y="634704"/>
                  <a:pt x="2843630" y="634704"/>
                </a:cubicBezTo>
                <a:cubicBezTo>
                  <a:pt x="2886758" y="634704"/>
                  <a:pt x="2929886" y="645954"/>
                  <a:pt x="2973013" y="648766"/>
                </a:cubicBezTo>
                <a:cubicBezTo>
                  <a:pt x="3016141" y="651579"/>
                  <a:pt x="3059269" y="645954"/>
                  <a:pt x="3123961" y="643141"/>
                </a:cubicBezTo>
                <a:cubicBezTo>
                  <a:pt x="3188653" y="640329"/>
                  <a:pt x="3274909" y="640329"/>
                  <a:pt x="3339601" y="660954"/>
                </a:cubicBezTo>
                <a:cubicBezTo>
                  <a:pt x="3404293" y="681580"/>
                  <a:pt x="3447421" y="722831"/>
                  <a:pt x="3490548" y="737831"/>
                </a:cubicBezTo>
                <a:cubicBezTo>
                  <a:pt x="3533676" y="752832"/>
                  <a:pt x="3576804" y="741581"/>
                  <a:pt x="3619932" y="731268"/>
                </a:cubicBezTo>
                <a:cubicBezTo>
                  <a:pt x="3663060" y="720018"/>
                  <a:pt x="3706188" y="709706"/>
                  <a:pt x="3749316" y="693767"/>
                </a:cubicBezTo>
                <a:cubicBezTo>
                  <a:pt x="3792444" y="678767"/>
                  <a:pt x="3835572" y="659079"/>
                  <a:pt x="3878700" y="651579"/>
                </a:cubicBezTo>
                <a:cubicBezTo>
                  <a:pt x="3921827" y="644079"/>
                  <a:pt x="3964955" y="649704"/>
                  <a:pt x="4008083" y="667517"/>
                </a:cubicBezTo>
                <a:cubicBezTo>
                  <a:pt x="4051211" y="685330"/>
                  <a:pt x="4094339" y="714393"/>
                  <a:pt x="4137467" y="720956"/>
                </a:cubicBezTo>
                <a:cubicBezTo>
                  <a:pt x="4180595" y="727518"/>
                  <a:pt x="4223723" y="708768"/>
                  <a:pt x="4266851" y="690017"/>
                </a:cubicBezTo>
                <a:cubicBezTo>
                  <a:pt x="4309979" y="672205"/>
                  <a:pt x="4353107" y="653454"/>
                  <a:pt x="4396235" y="658142"/>
                </a:cubicBezTo>
                <a:cubicBezTo>
                  <a:pt x="4439363" y="662829"/>
                  <a:pt x="4482491" y="689080"/>
                  <a:pt x="4525619" y="691893"/>
                </a:cubicBezTo>
                <a:cubicBezTo>
                  <a:pt x="4568746" y="694705"/>
                  <a:pt x="4611874" y="675955"/>
                  <a:pt x="4655002" y="675955"/>
                </a:cubicBezTo>
                <a:cubicBezTo>
                  <a:pt x="4698130" y="675955"/>
                  <a:pt x="4741258" y="695643"/>
                  <a:pt x="4784386" y="686267"/>
                </a:cubicBezTo>
                <a:cubicBezTo>
                  <a:pt x="4827514" y="676892"/>
                  <a:pt x="4870642" y="638454"/>
                  <a:pt x="4913769" y="615953"/>
                </a:cubicBezTo>
                <a:cubicBezTo>
                  <a:pt x="4956898" y="593453"/>
                  <a:pt x="5000025" y="587827"/>
                  <a:pt x="5043154" y="582202"/>
                </a:cubicBezTo>
                <a:cubicBezTo>
                  <a:pt x="5086281" y="576577"/>
                  <a:pt x="5129409" y="570015"/>
                  <a:pt x="5172537" y="567202"/>
                </a:cubicBezTo>
                <a:cubicBezTo>
                  <a:pt x="5215665" y="564389"/>
                  <a:pt x="5258793" y="566264"/>
                  <a:pt x="5301921" y="567202"/>
                </a:cubicBezTo>
                <a:cubicBezTo>
                  <a:pt x="5345049" y="568139"/>
                  <a:pt x="5388177" y="568139"/>
                  <a:pt x="5431305" y="554077"/>
                </a:cubicBezTo>
                <a:cubicBezTo>
                  <a:pt x="5474433" y="539076"/>
                  <a:pt x="5517560" y="510013"/>
                  <a:pt x="5560688" y="507200"/>
                </a:cubicBezTo>
                <a:cubicBezTo>
                  <a:pt x="5603816" y="504388"/>
                  <a:pt x="5646944" y="529701"/>
                  <a:pt x="5690072" y="558764"/>
                </a:cubicBezTo>
                <a:cubicBezTo>
                  <a:pt x="5733200" y="587827"/>
                  <a:pt x="5776328" y="622516"/>
                  <a:pt x="5819456" y="552201"/>
                </a:cubicBezTo>
                <a:cubicBezTo>
                  <a:pt x="5862584" y="481887"/>
                  <a:pt x="5905712" y="307508"/>
                  <a:pt x="5948840" y="275632"/>
                </a:cubicBezTo>
                <a:cubicBezTo>
                  <a:pt x="5991967" y="244694"/>
                  <a:pt x="6035096" y="356259"/>
                  <a:pt x="6078223" y="391885"/>
                </a:cubicBezTo>
                <a:cubicBezTo>
                  <a:pt x="6121351" y="427511"/>
                  <a:pt x="6164479" y="386260"/>
                  <a:pt x="6207607" y="356259"/>
                </a:cubicBezTo>
                <a:cubicBezTo>
                  <a:pt x="6250735" y="326258"/>
                  <a:pt x="6293863" y="307508"/>
                  <a:pt x="6336991" y="299070"/>
                </a:cubicBezTo>
                <a:cubicBezTo>
                  <a:pt x="6380119" y="290632"/>
                  <a:pt x="6423246" y="294383"/>
                  <a:pt x="6466375" y="325321"/>
                </a:cubicBezTo>
                <a:cubicBezTo>
                  <a:pt x="6509502" y="356259"/>
                  <a:pt x="6552631" y="414386"/>
                  <a:pt x="6595758" y="465949"/>
                </a:cubicBezTo>
                <a:cubicBezTo>
                  <a:pt x="6638886" y="517513"/>
                  <a:pt x="6682014" y="560639"/>
                  <a:pt x="6725142" y="542826"/>
                </a:cubicBezTo>
                <a:cubicBezTo>
                  <a:pt x="6768270" y="525013"/>
                  <a:pt x="6811398" y="445324"/>
                  <a:pt x="6854526" y="424698"/>
                </a:cubicBezTo>
                <a:cubicBezTo>
                  <a:pt x="6897654" y="404073"/>
                  <a:pt x="6940781" y="442511"/>
                  <a:pt x="6983910" y="407823"/>
                </a:cubicBezTo>
                <a:cubicBezTo>
                  <a:pt x="7027037" y="373134"/>
                  <a:pt x="7070165" y="266257"/>
                  <a:pt x="7113293" y="222193"/>
                </a:cubicBezTo>
                <a:cubicBezTo>
                  <a:pt x="7156421" y="178129"/>
                  <a:pt x="7199549" y="198755"/>
                  <a:pt x="7242677" y="172504"/>
                </a:cubicBezTo>
                <a:cubicBezTo>
                  <a:pt x="7285805" y="146254"/>
                  <a:pt x="7328933" y="73127"/>
                  <a:pt x="7350497" y="36564"/>
                </a:cubicBezTo>
                <a:lnTo>
                  <a:pt x="7372061" y="0"/>
                </a:lnTo>
                <a:lnTo>
                  <a:pt x="7372061" y="0"/>
                </a:lnTo>
                <a:lnTo>
                  <a:pt x="7350497" y="58127"/>
                </a:lnTo>
                <a:cubicBezTo>
                  <a:pt x="7328933" y="116253"/>
                  <a:pt x="7285805" y="233443"/>
                  <a:pt x="7242677" y="270007"/>
                </a:cubicBezTo>
                <a:cubicBezTo>
                  <a:pt x="7199549" y="307508"/>
                  <a:pt x="7156421" y="265319"/>
                  <a:pt x="7113293" y="298133"/>
                </a:cubicBezTo>
                <a:cubicBezTo>
                  <a:pt x="7070165" y="330946"/>
                  <a:pt x="7027037" y="437824"/>
                  <a:pt x="6983910" y="472512"/>
                </a:cubicBezTo>
                <a:cubicBezTo>
                  <a:pt x="6940781" y="507200"/>
                  <a:pt x="6897654" y="468762"/>
                  <a:pt x="6854526" y="478137"/>
                </a:cubicBezTo>
                <a:cubicBezTo>
                  <a:pt x="6811398" y="487512"/>
                  <a:pt x="6768270" y="545639"/>
                  <a:pt x="6725142" y="553139"/>
                </a:cubicBezTo>
                <a:cubicBezTo>
                  <a:pt x="6682014" y="559702"/>
                  <a:pt x="6638886" y="516576"/>
                  <a:pt x="6595758" y="476262"/>
                </a:cubicBezTo>
                <a:cubicBezTo>
                  <a:pt x="6552631" y="435948"/>
                  <a:pt x="6509502" y="399385"/>
                  <a:pt x="6466375" y="401260"/>
                </a:cubicBezTo>
                <a:cubicBezTo>
                  <a:pt x="6423246" y="403135"/>
                  <a:pt x="6380119" y="443449"/>
                  <a:pt x="6336991" y="450949"/>
                </a:cubicBezTo>
                <a:cubicBezTo>
                  <a:pt x="6293863" y="458449"/>
                  <a:pt x="6250735" y="434074"/>
                  <a:pt x="6207607" y="431261"/>
                </a:cubicBezTo>
                <a:cubicBezTo>
                  <a:pt x="6164479" y="428448"/>
                  <a:pt x="6121351" y="448136"/>
                  <a:pt x="6078223" y="412510"/>
                </a:cubicBezTo>
                <a:cubicBezTo>
                  <a:pt x="6035096" y="376885"/>
                  <a:pt x="5991967" y="286882"/>
                  <a:pt x="5948840" y="317821"/>
                </a:cubicBezTo>
                <a:cubicBezTo>
                  <a:pt x="5905712" y="348759"/>
                  <a:pt x="5862584" y="502513"/>
                  <a:pt x="5819456" y="561577"/>
                </a:cubicBezTo>
                <a:cubicBezTo>
                  <a:pt x="5776328" y="620641"/>
                  <a:pt x="5733200" y="586890"/>
                  <a:pt x="5690072" y="568139"/>
                </a:cubicBezTo>
                <a:cubicBezTo>
                  <a:pt x="5646944" y="549389"/>
                  <a:pt x="5603816" y="546576"/>
                  <a:pt x="5560688" y="549389"/>
                </a:cubicBezTo>
                <a:cubicBezTo>
                  <a:pt x="5517560" y="552201"/>
                  <a:pt x="5474433" y="559702"/>
                  <a:pt x="5431305" y="563452"/>
                </a:cubicBezTo>
                <a:cubicBezTo>
                  <a:pt x="5388177" y="567202"/>
                  <a:pt x="5345049" y="566264"/>
                  <a:pt x="5301921" y="576577"/>
                </a:cubicBezTo>
                <a:cubicBezTo>
                  <a:pt x="5258793" y="586890"/>
                  <a:pt x="5215665" y="607515"/>
                  <a:pt x="5172537" y="609390"/>
                </a:cubicBezTo>
                <a:cubicBezTo>
                  <a:pt x="5129409" y="611266"/>
                  <a:pt x="5086281" y="596265"/>
                  <a:pt x="5043154" y="591577"/>
                </a:cubicBezTo>
                <a:cubicBezTo>
                  <a:pt x="5000025" y="586890"/>
                  <a:pt x="4956898" y="592515"/>
                  <a:pt x="4913769" y="615016"/>
                </a:cubicBezTo>
                <a:cubicBezTo>
                  <a:pt x="4870642" y="637516"/>
                  <a:pt x="4827514" y="675955"/>
                  <a:pt x="4784386" y="685330"/>
                </a:cubicBezTo>
                <a:cubicBezTo>
                  <a:pt x="4741258" y="694705"/>
                  <a:pt x="4698130" y="675017"/>
                  <a:pt x="4655002" y="675017"/>
                </a:cubicBezTo>
                <a:cubicBezTo>
                  <a:pt x="4611874" y="675017"/>
                  <a:pt x="4568746" y="694705"/>
                  <a:pt x="4525619" y="690955"/>
                </a:cubicBezTo>
                <a:cubicBezTo>
                  <a:pt x="4482491" y="687205"/>
                  <a:pt x="4439363" y="660954"/>
                  <a:pt x="4396235" y="667517"/>
                </a:cubicBezTo>
                <a:cubicBezTo>
                  <a:pt x="4353107" y="674079"/>
                  <a:pt x="4309979" y="714393"/>
                  <a:pt x="4266851" y="732206"/>
                </a:cubicBezTo>
                <a:cubicBezTo>
                  <a:pt x="4223723" y="750019"/>
                  <a:pt x="4180595" y="747206"/>
                  <a:pt x="4137467" y="730331"/>
                </a:cubicBezTo>
                <a:cubicBezTo>
                  <a:pt x="4094339" y="713456"/>
                  <a:pt x="4051211" y="684392"/>
                  <a:pt x="4008083" y="666579"/>
                </a:cubicBezTo>
                <a:cubicBezTo>
                  <a:pt x="3964955" y="648766"/>
                  <a:pt x="3921827" y="643141"/>
                  <a:pt x="3878700" y="650641"/>
                </a:cubicBezTo>
                <a:cubicBezTo>
                  <a:pt x="3835572" y="658142"/>
                  <a:pt x="3792444" y="677830"/>
                  <a:pt x="3749316" y="692830"/>
                </a:cubicBezTo>
                <a:cubicBezTo>
                  <a:pt x="3706188" y="707830"/>
                  <a:pt x="3663060" y="719081"/>
                  <a:pt x="3619932" y="730331"/>
                </a:cubicBezTo>
                <a:cubicBezTo>
                  <a:pt x="3576804" y="741581"/>
                  <a:pt x="3533676" y="751894"/>
                  <a:pt x="3490548" y="736894"/>
                </a:cubicBezTo>
                <a:cubicBezTo>
                  <a:pt x="3447421" y="721893"/>
                  <a:pt x="3404293" y="680642"/>
                  <a:pt x="3339601" y="660017"/>
                </a:cubicBezTo>
                <a:cubicBezTo>
                  <a:pt x="3274909" y="639391"/>
                  <a:pt x="3188653" y="639391"/>
                  <a:pt x="3123961" y="642204"/>
                </a:cubicBezTo>
                <a:cubicBezTo>
                  <a:pt x="3059269" y="645016"/>
                  <a:pt x="3016141" y="650641"/>
                  <a:pt x="2973013" y="647829"/>
                </a:cubicBezTo>
                <a:cubicBezTo>
                  <a:pt x="2929886" y="645016"/>
                  <a:pt x="2886758" y="633766"/>
                  <a:pt x="2843630" y="633766"/>
                </a:cubicBezTo>
                <a:cubicBezTo>
                  <a:pt x="2800502" y="633766"/>
                  <a:pt x="2757374" y="645016"/>
                  <a:pt x="2671118" y="650641"/>
                </a:cubicBezTo>
                <a:cubicBezTo>
                  <a:pt x="2584862" y="656267"/>
                  <a:pt x="2455478" y="656267"/>
                  <a:pt x="2348596" y="664704"/>
                </a:cubicBezTo>
                <a:cubicBezTo>
                  <a:pt x="2240776" y="673142"/>
                  <a:pt x="2154521" y="689080"/>
                  <a:pt x="2089829" y="689080"/>
                </a:cubicBezTo>
                <a:cubicBezTo>
                  <a:pt x="2025137" y="689080"/>
                  <a:pt x="1982009" y="672205"/>
                  <a:pt x="1938881" y="680642"/>
                </a:cubicBezTo>
                <a:cubicBezTo>
                  <a:pt x="1895753" y="689080"/>
                  <a:pt x="1852625" y="721893"/>
                  <a:pt x="1809497" y="739706"/>
                </a:cubicBezTo>
                <a:cubicBezTo>
                  <a:pt x="1766369" y="757519"/>
                  <a:pt x="1723241" y="761269"/>
                  <a:pt x="1680114" y="757519"/>
                </a:cubicBezTo>
                <a:cubicBezTo>
                  <a:pt x="1636986" y="753769"/>
                  <a:pt x="1593858" y="742519"/>
                  <a:pt x="1550730" y="737831"/>
                </a:cubicBezTo>
                <a:cubicBezTo>
                  <a:pt x="1507602" y="732206"/>
                  <a:pt x="1464474" y="732206"/>
                  <a:pt x="1421346" y="722831"/>
                </a:cubicBezTo>
                <a:cubicBezTo>
                  <a:pt x="1378218" y="713456"/>
                  <a:pt x="1335090" y="693767"/>
                  <a:pt x="1291962" y="690017"/>
                </a:cubicBezTo>
                <a:cubicBezTo>
                  <a:pt x="1248834" y="686267"/>
                  <a:pt x="1205707" y="696580"/>
                  <a:pt x="1162579" y="696580"/>
                </a:cubicBezTo>
                <a:cubicBezTo>
                  <a:pt x="1119451" y="696580"/>
                  <a:pt x="1076323" y="685330"/>
                  <a:pt x="1011631" y="685330"/>
                </a:cubicBezTo>
                <a:cubicBezTo>
                  <a:pt x="946939" y="685330"/>
                  <a:pt x="860683" y="696580"/>
                  <a:pt x="796929" y="706893"/>
                </a:cubicBezTo>
                <a:cubicBezTo>
                  <a:pt x="733175" y="717206"/>
                  <a:pt x="689109" y="728456"/>
                  <a:pt x="624417" y="734081"/>
                </a:cubicBezTo>
                <a:cubicBezTo>
                  <a:pt x="559725" y="739706"/>
                  <a:pt x="473469" y="739706"/>
                  <a:pt x="387214" y="745331"/>
                </a:cubicBezTo>
                <a:cubicBezTo>
                  <a:pt x="300958" y="750956"/>
                  <a:pt x="214702" y="762207"/>
                  <a:pt x="150948" y="756582"/>
                </a:cubicBezTo>
                <a:cubicBezTo>
                  <a:pt x="86256" y="750956"/>
                  <a:pt x="43128" y="729394"/>
                  <a:pt x="21564" y="718143"/>
                </a:cubicBezTo>
                <a:lnTo>
                  <a:pt x="0" y="706893"/>
                </a:lnTo>
                <a:lnTo>
                  <a:pt x="0" y="707830"/>
                </a:lnTo>
                <a:close/>
              </a:path>
            </a:pathLst>
          </a:custGeom>
          <a:solidFill>
            <a:srgbClr val="FFC3C2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525B1BF-B2D7-1B19-AA5F-1C9599C9BC2D}"/>
              </a:ext>
            </a:extLst>
          </p:cNvPr>
          <p:cNvSpPr/>
          <p:nvPr/>
        </p:nvSpPr>
        <p:spPr>
          <a:xfrm>
            <a:off x="1866777" y="2789953"/>
            <a:ext cx="7372060" cy="761649"/>
          </a:xfrm>
          <a:custGeom>
            <a:avLst/>
            <a:gdLst>
              <a:gd name="connsiteX0" fmla="*/ 0 w 7372060"/>
              <a:gd name="connsiteY0" fmla="*/ 706893 h 761649"/>
              <a:gd name="connsiteX1" fmla="*/ 21564 w 7372060"/>
              <a:gd name="connsiteY1" fmla="*/ 718143 h 761649"/>
              <a:gd name="connsiteX2" fmla="*/ 150948 w 7372060"/>
              <a:gd name="connsiteY2" fmla="*/ 756582 h 761649"/>
              <a:gd name="connsiteX3" fmla="*/ 387214 w 7372060"/>
              <a:gd name="connsiteY3" fmla="*/ 745331 h 761649"/>
              <a:gd name="connsiteX4" fmla="*/ 624417 w 7372060"/>
              <a:gd name="connsiteY4" fmla="*/ 734081 h 761649"/>
              <a:gd name="connsiteX5" fmla="*/ 796929 w 7372060"/>
              <a:gd name="connsiteY5" fmla="*/ 706893 h 761649"/>
              <a:gd name="connsiteX6" fmla="*/ 1011631 w 7372060"/>
              <a:gd name="connsiteY6" fmla="*/ 685330 h 761649"/>
              <a:gd name="connsiteX7" fmla="*/ 1162579 w 7372060"/>
              <a:gd name="connsiteY7" fmla="*/ 696580 h 761649"/>
              <a:gd name="connsiteX8" fmla="*/ 1291962 w 7372060"/>
              <a:gd name="connsiteY8" fmla="*/ 690017 h 761649"/>
              <a:gd name="connsiteX9" fmla="*/ 1421346 w 7372060"/>
              <a:gd name="connsiteY9" fmla="*/ 722831 h 761649"/>
              <a:gd name="connsiteX10" fmla="*/ 1550730 w 7372060"/>
              <a:gd name="connsiteY10" fmla="*/ 737831 h 761649"/>
              <a:gd name="connsiteX11" fmla="*/ 1680114 w 7372060"/>
              <a:gd name="connsiteY11" fmla="*/ 757519 h 761649"/>
              <a:gd name="connsiteX12" fmla="*/ 1809497 w 7372060"/>
              <a:gd name="connsiteY12" fmla="*/ 739706 h 761649"/>
              <a:gd name="connsiteX13" fmla="*/ 1938881 w 7372060"/>
              <a:gd name="connsiteY13" fmla="*/ 680642 h 761649"/>
              <a:gd name="connsiteX14" fmla="*/ 2089829 w 7372060"/>
              <a:gd name="connsiteY14" fmla="*/ 689080 h 761649"/>
              <a:gd name="connsiteX15" fmla="*/ 2348596 w 7372060"/>
              <a:gd name="connsiteY15" fmla="*/ 664704 h 761649"/>
              <a:gd name="connsiteX16" fmla="*/ 2671118 w 7372060"/>
              <a:gd name="connsiteY16" fmla="*/ 650641 h 761649"/>
              <a:gd name="connsiteX17" fmla="*/ 2843630 w 7372060"/>
              <a:gd name="connsiteY17" fmla="*/ 633766 h 761649"/>
              <a:gd name="connsiteX18" fmla="*/ 2973013 w 7372060"/>
              <a:gd name="connsiteY18" fmla="*/ 647829 h 761649"/>
              <a:gd name="connsiteX19" fmla="*/ 3123961 w 7372060"/>
              <a:gd name="connsiteY19" fmla="*/ 642204 h 761649"/>
              <a:gd name="connsiteX20" fmla="*/ 3339601 w 7372060"/>
              <a:gd name="connsiteY20" fmla="*/ 660017 h 761649"/>
              <a:gd name="connsiteX21" fmla="*/ 3490548 w 7372060"/>
              <a:gd name="connsiteY21" fmla="*/ 736894 h 761649"/>
              <a:gd name="connsiteX22" fmla="*/ 3619932 w 7372060"/>
              <a:gd name="connsiteY22" fmla="*/ 730331 h 761649"/>
              <a:gd name="connsiteX23" fmla="*/ 3749316 w 7372060"/>
              <a:gd name="connsiteY23" fmla="*/ 692830 h 761649"/>
              <a:gd name="connsiteX24" fmla="*/ 3878700 w 7372060"/>
              <a:gd name="connsiteY24" fmla="*/ 650641 h 761649"/>
              <a:gd name="connsiteX25" fmla="*/ 4008083 w 7372060"/>
              <a:gd name="connsiteY25" fmla="*/ 666579 h 761649"/>
              <a:gd name="connsiteX26" fmla="*/ 4137467 w 7372060"/>
              <a:gd name="connsiteY26" fmla="*/ 730331 h 761649"/>
              <a:gd name="connsiteX27" fmla="*/ 4266851 w 7372060"/>
              <a:gd name="connsiteY27" fmla="*/ 732206 h 761649"/>
              <a:gd name="connsiteX28" fmla="*/ 4396235 w 7372060"/>
              <a:gd name="connsiteY28" fmla="*/ 667517 h 761649"/>
              <a:gd name="connsiteX29" fmla="*/ 4525619 w 7372060"/>
              <a:gd name="connsiteY29" fmla="*/ 690955 h 761649"/>
              <a:gd name="connsiteX30" fmla="*/ 4655002 w 7372060"/>
              <a:gd name="connsiteY30" fmla="*/ 675017 h 761649"/>
              <a:gd name="connsiteX31" fmla="*/ 4784386 w 7372060"/>
              <a:gd name="connsiteY31" fmla="*/ 685330 h 761649"/>
              <a:gd name="connsiteX32" fmla="*/ 4913769 w 7372060"/>
              <a:gd name="connsiteY32" fmla="*/ 615016 h 761649"/>
              <a:gd name="connsiteX33" fmla="*/ 5043154 w 7372060"/>
              <a:gd name="connsiteY33" fmla="*/ 591577 h 761649"/>
              <a:gd name="connsiteX34" fmla="*/ 5172537 w 7372060"/>
              <a:gd name="connsiteY34" fmla="*/ 609390 h 761649"/>
              <a:gd name="connsiteX35" fmla="*/ 5301921 w 7372060"/>
              <a:gd name="connsiteY35" fmla="*/ 576577 h 761649"/>
              <a:gd name="connsiteX36" fmla="*/ 5431305 w 7372060"/>
              <a:gd name="connsiteY36" fmla="*/ 563452 h 761649"/>
              <a:gd name="connsiteX37" fmla="*/ 5560688 w 7372060"/>
              <a:gd name="connsiteY37" fmla="*/ 549389 h 761649"/>
              <a:gd name="connsiteX38" fmla="*/ 5690072 w 7372060"/>
              <a:gd name="connsiteY38" fmla="*/ 568139 h 761649"/>
              <a:gd name="connsiteX39" fmla="*/ 5819456 w 7372060"/>
              <a:gd name="connsiteY39" fmla="*/ 561577 h 761649"/>
              <a:gd name="connsiteX40" fmla="*/ 5948840 w 7372060"/>
              <a:gd name="connsiteY40" fmla="*/ 317820 h 761649"/>
              <a:gd name="connsiteX41" fmla="*/ 6078223 w 7372060"/>
              <a:gd name="connsiteY41" fmla="*/ 412510 h 761649"/>
              <a:gd name="connsiteX42" fmla="*/ 6207607 w 7372060"/>
              <a:gd name="connsiteY42" fmla="*/ 431261 h 761649"/>
              <a:gd name="connsiteX43" fmla="*/ 6336991 w 7372060"/>
              <a:gd name="connsiteY43" fmla="*/ 450949 h 761649"/>
              <a:gd name="connsiteX44" fmla="*/ 6466375 w 7372060"/>
              <a:gd name="connsiteY44" fmla="*/ 401260 h 761649"/>
              <a:gd name="connsiteX45" fmla="*/ 6595758 w 7372060"/>
              <a:gd name="connsiteY45" fmla="*/ 476262 h 761649"/>
              <a:gd name="connsiteX46" fmla="*/ 6725142 w 7372060"/>
              <a:gd name="connsiteY46" fmla="*/ 553139 h 761649"/>
              <a:gd name="connsiteX47" fmla="*/ 6854526 w 7372060"/>
              <a:gd name="connsiteY47" fmla="*/ 478137 h 761649"/>
              <a:gd name="connsiteX48" fmla="*/ 6983910 w 7372060"/>
              <a:gd name="connsiteY48" fmla="*/ 472512 h 761649"/>
              <a:gd name="connsiteX49" fmla="*/ 7113293 w 7372060"/>
              <a:gd name="connsiteY49" fmla="*/ 298133 h 761649"/>
              <a:gd name="connsiteX50" fmla="*/ 7242677 w 7372060"/>
              <a:gd name="connsiteY50" fmla="*/ 270007 h 761649"/>
              <a:gd name="connsiteX51" fmla="*/ 7350497 w 7372060"/>
              <a:gd name="connsiteY51" fmla="*/ 58126 h 761649"/>
              <a:gd name="connsiteX52" fmla="*/ 7372061 w 7372060"/>
              <a:gd name="connsiteY52" fmla="*/ 0 h 761649"/>
              <a:gd name="connsiteX53" fmla="*/ 7372061 w 7372060"/>
              <a:gd name="connsiteY53" fmla="*/ 0 h 761649"/>
              <a:gd name="connsiteX54" fmla="*/ 7350497 w 7372060"/>
              <a:gd name="connsiteY54" fmla="*/ 58126 h 761649"/>
              <a:gd name="connsiteX55" fmla="*/ 7242677 w 7372060"/>
              <a:gd name="connsiteY55" fmla="*/ 281257 h 761649"/>
              <a:gd name="connsiteX56" fmla="*/ 7113293 w 7372060"/>
              <a:gd name="connsiteY56" fmla="*/ 342196 h 761649"/>
              <a:gd name="connsiteX57" fmla="*/ 6983910 w 7372060"/>
              <a:gd name="connsiteY57" fmla="*/ 495012 h 761649"/>
              <a:gd name="connsiteX58" fmla="*/ 6854526 w 7372060"/>
              <a:gd name="connsiteY58" fmla="*/ 533451 h 761649"/>
              <a:gd name="connsiteX59" fmla="*/ 6725142 w 7372060"/>
              <a:gd name="connsiteY59" fmla="*/ 618766 h 761649"/>
              <a:gd name="connsiteX60" fmla="*/ 6595758 w 7372060"/>
              <a:gd name="connsiteY60" fmla="*/ 530638 h 761649"/>
              <a:gd name="connsiteX61" fmla="*/ 6466375 w 7372060"/>
              <a:gd name="connsiteY61" fmla="*/ 434073 h 761649"/>
              <a:gd name="connsiteX62" fmla="*/ 6336991 w 7372060"/>
              <a:gd name="connsiteY62" fmla="*/ 539076 h 761649"/>
              <a:gd name="connsiteX63" fmla="*/ 6207607 w 7372060"/>
              <a:gd name="connsiteY63" fmla="*/ 465012 h 761649"/>
              <a:gd name="connsiteX64" fmla="*/ 6078223 w 7372060"/>
              <a:gd name="connsiteY64" fmla="*/ 479075 h 761649"/>
              <a:gd name="connsiteX65" fmla="*/ 5948840 w 7372060"/>
              <a:gd name="connsiteY65" fmla="*/ 417198 h 761649"/>
              <a:gd name="connsiteX66" fmla="*/ 5819456 w 7372060"/>
              <a:gd name="connsiteY66" fmla="*/ 584077 h 761649"/>
              <a:gd name="connsiteX67" fmla="*/ 5690072 w 7372060"/>
              <a:gd name="connsiteY67" fmla="*/ 569077 h 761649"/>
              <a:gd name="connsiteX68" fmla="*/ 5560688 w 7372060"/>
              <a:gd name="connsiteY68" fmla="*/ 561577 h 761649"/>
              <a:gd name="connsiteX69" fmla="*/ 5431305 w 7372060"/>
              <a:gd name="connsiteY69" fmla="*/ 619703 h 761649"/>
              <a:gd name="connsiteX70" fmla="*/ 5301921 w 7372060"/>
              <a:gd name="connsiteY70" fmla="*/ 632828 h 761649"/>
              <a:gd name="connsiteX71" fmla="*/ 5172537 w 7372060"/>
              <a:gd name="connsiteY71" fmla="*/ 622516 h 761649"/>
              <a:gd name="connsiteX72" fmla="*/ 5043154 w 7372060"/>
              <a:gd name="connsiteY72" fmla="*/ 593452 h 761649"/>
              <a:gd name="connsiteX73" fmla="*/ 4913769 w 7372060"/>
              <a:gd name="connsiteY73" fmla="*/ 616890 h 761649"/>
              <a:gd name="connsiteX74" fmla="*/ 4784386 w 7372060"/>
              <a:gd name="connsiteY74" fmla="*/ 698455 h 761649"/>
              <a:gd name="connsiteX75" fmla="*/ 4655002 w 7372060"/>
              <a:gd name="connsiteY75" fmla="*/ 720956 h 761649"/>
              <a:gd name="connsiteX76" fmla="*/ 4525619 w 7372060"/>
              <a:gd name="connsiteY76" fmla="*/ 715330 h 761649"/>
              <a:gd name="connsiteX77" fmla="*/ 4396235 w 7372060"/>
              <a:gd name="connsiteY77" fmla="*/ 714393 h 761649"/>
              <a:gd name="connsiteX78" fmla="*/ 4266851 w 7372060"/>
              <a:gd name="connsiteY78" fmla="*/ 746269 h 761649"/>
              <a:gd name="connsiteX79" fmla="*/ 4137467 w 7372060"/>
              <a:gd name="connsiteY79" fmla="*/ 733144 h 761649"/>
              <a:gd name="connsiteX80" fmla="*/ 4008083 w 7372060"/>
              <a:gd name="connsiteY80" fmla="*/ 669392 h 761649"/>
              <a:gd name="connsiteX81" fmla="*/ 3878700 w 7372060"/>
              <a:gd name="connsiteY81" fmla="*/ 653454 h 761649"/>
              <a:gd name="connsiteX82" fmla="*/ 3749316 w 7372060"/>
              <a:gd name="connsiteY82" fmla="*/ 695643 h 761649"/>
              <a:gd name="connsiteX83" fmla="*/ 3619932 w 7372060"/>
              <a:gd name="connsiteY83" fmla="*/ 733144 h 761649"/>
              <a:gd name="connsiteX84" fmla="*/ 3490548 w 7372060"/>
              <a:gd name="connsiteY84" fmla="*/ 739706 h 761649"/>
              <a:gd name="connsiteX85" fmla="*/ 3339601 w 7372060"/>
              <a:gd name="connsiteY85" fmla="*/ 662829 h 761649"/>
              <a:gd name="connsiteX86" fmla="*/ 3123961 w 7372060"/>
              <a:gd name="connsiteY86" fmla="*/ 645016 h 761649"/>
              <a:gd name="connsiteX87" fmla="*/ 2973013 w 7372060"/>
              <a:gd name="connsiteY87" fmla="*/ 650641 h 761649"/>
              <a:gd name="connsiteX88" fmla="*/ 2843630 w 7372060"/>
              <a:gd name="connsiteY88" fmla="*/ 636578 h 761649"/>
              <a:gd name="connsiteX89" fmla="*/ 2671118 w 7372060"/>
              <a:gd name="connsiteY89" fmla="*/ 653454 h 761649"/>
              <a:gd name="connsiteX90" fmla="*/ 2348596 w 7372060"/>
              <a:gd name="connsiteY90" fmla="*/ 667517 h 761649"/>
              <a:gd name="connsiteX91" fmla="*/ 2089829 w 7372060"/>
              <a:gd name="connsiteY91" fmla="*/ 691892 h 761649"/>
              <a:gd name="connsiteX92" fmla="*/ 1938881 w 7372060"/>
              <a:gd name="connsiteY92" fmla="*/ 683455 h 761649"/>
              <a:gd name="connsiteX93" fmla="*/ 1809497 w 7372060"/>
              <a:gd name="connsiteY93" fmla="*/ 742519 h 761649"/>
              <a:gd name="connsiteX94" fmla="*/ 1680114 w 7372060"/>
              <a:gd name="connsiteY94" fmla="*/ 760332 h 761649"/>
              <a:gd name="connsiteX95" fmla="*/ 1550730 w 7372060"/>
              <a:gd name="connsiteY95" fmla="*/ 740644 h 761649"/>
              <a:gd name="connsiteX96" fmla="*/ 1421346 w 7372060"/>
              <a:gd name="connsiteY96" fmla="*/ 725643 h 761649"/>
              <a:gd name="connsiteX97" fmla="*/ 1291962 w 7372060"/>
              <a:gd name="connsiteY97" fmla="*/ 692830 h 761649"/>
              <a:gd name="connsiteX98" fmla="*/ 1162579 w 7372060"/>
              <a:gd name="connsiteY98" fmla="*/ 699393 h 761649"/>
              <a:gd name="connsiteX99" fmla="*/ 1011631 w 7372060"/>
              <a:gd name="connsiteY99" fmla="*/ 688142 h 761649"/>
              <a:gd name="connsiteX100" fmla="*/ 796929 w 7372060"/>
              <a:gd name="connsiteY100" fmla="*/ 709706 h 761649"/>
              <a:gd name="connsiteX101" fmla="*/ 624417 w 7372060"/>
              <a:gd name="connsiteY101" fmla="*/ 736894 h 761649"/>
              <a:gd name="connsiteX102" fmla="*/ 387214 w 7372060"/>
              <a:gd name="connsiteY102" fmla="*/ 748144 h 761649"/>
              <a:gd name="connsiteX103" fmla="*/ 150948 w 7372060"/>
              <a:gd name="connsiteY103" fmla="*/ 759394 h 761649"/>
              <a:gd name="connsiteX104" fmla="*/ 21564 w 7372060"/>
              <a:gd name="connsiteY104" fmla="*/ 720956 h 761649"/>
              <a:gd name="connsiteX105" fmla="*/ 0 w 7372060"/>
              <a:gd name="connsiteY105" fmla="*/ 709706 h 761649"/>
              <a:gd name="connsiteX106" fmla="*/ 0 w 7372060"/>
              <a:gd name="connsiteY106" fmla="*/ 706893 h 761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7372060" h="761649">
                <a:moveTo>
                  <a:pt x="0" y="706893"/>
                </a:moveTo>
                <a:lnTo>
                  <a:pt x="21564" y="718143"/>
                </a:lnTo>
                <a:cubicBezTo>
                  <a:pt x="43128" y="729393"/>
                  <a:pt x="86256" y="750956"/>
                  <a:pt x="150948" y="756582"/>
                </a:cubicBezTo>
                <a:cubicBezTo>
                  <a:pt x="215640" y="762207"/>
                  <a:pt x="301895" y="750956"/>
                  <a:pt x="387214" y="745331"/>
                </a:cubicBezTo>
                <a:cubicBezTo>
                  <a:pt x="473469" y="739706"/>
                  <a:pt x="559725" y="739706"/>
                  <a:pt x="624417" y="734081"/>
                </a:cubicBezTo>
                <a:cubicBezTo>
                  <a:pt x="689109" y="728456"/>
                  <a:pt x="732237" y="717206"/>
                  <a:pt x="796929" y="706893"/>
                </a:cubicBezTo>
                <a:cubicBezTo>
                  <a:pt x="861621" y="696580"/>
                  <a:pt x="947877" y="685330"/>
                  <a:pt x="1011631" y="685330"/>
                </a:cubicBezTo>
                <a:cubicBezTo>
                  <a:pt x="1075385" y="685330"/>
                  <a:pt x="1119451" y="696580"/>
                  <a:pt x="1162579" y="696580"/>
                </a:cubicBezTo>
                <a:cubicBezTo>
                  <a:pt x="1205707" y="696580"/>
                  <a:pt x="1248834" y="685330"/>
                  <a:pt x="1291962" y="690017"/>
                </a:cubicBezTo>
                <a:cubicBezTo>
                  <a:pt x="1335090" y="693767"/>
                  <a:pt x="1378218" y="713456"/>
                  <a:pt x="1421346" y="722831"/>
                </a:cubicBezTo>
                <a:cubicBezTo>
                  <a:pt x="1464474" y="732206"/>
                  <a:pt x="1507602" y="732206"/>
                  <a:pt x="1550730" y="737831"/>
                </a:cubicBezTo>
                <a:cubicBezTo>
                  <a:pt x="1593858" y="743456"/>
                  <a:pt x="1636986" y="754707"/>
                  <a:pt x="1680114" y="757519"/>
                </a:cubicBezTo>
                <a:cubicBezTo>
                  <a:pt x="1723241" y="761269"/>
                  <a:pt x="1766369" y="757519"/>
                  <a:pt x="1809497" y="739706"/>
                </a:cubicBezTo>
                <a:cubicBezTo>
                  <a:pt x="1852625" y="721893"/>
                  <a:pt x="1895753" y="689080"/>
                  <a:pt x="1938881" y="680642"/>
                </a:cubicBezTo>
                <a:cubicBezTo>
                  <a:pt x="1982009" y="672205"/>
                  <a:pt x="2025137" y="689080"/>
                  <a:pt x="2089829" y="689080"/>
                </a:cubicBezTo>
                <a:cubicBezTo>
                  <a:pt x="2154521" y="689080"/>
                  <a:pt x="2240776" y="672205"/>
                  <a:pt x="2348596" y="664704"/>
                </a:cubicBezTo>
                <a:cubicBezTo>
                  <a:pt x="2456416" y="656267"/>
                  <a:pt x="2585800" y="656267"/>
                  <a:pt x="2671118" y="650641"/>
                </a:cubicBezTo>
                <a:cubicBezTo>
                  <a:pt x="2756436" y="645016"/>
                  <a:pt x="2800502" y="633766"/>
                  <a:pt x="2843630" y="633766"/>
                </a:cubicBezTo>
                <a:cubicBezTo>
                  <a:pt x="2886758" y="633766"/>
                  <a:pt x="2929886" y="645016"/>
                  <a:pt x="2973013" y="647829"/>
                </a:cubicBezTo>
                <a:cubicBezTo>
                  <a:pt x="3016141" y="650641"/>
                  <a:pt x="3059269" y="645016"/>
                  <a:pt x="3123961" y="642204"/>
                </a:cubicBezTo>
                <a:cubicBezTo>
                  <a:pt x="3188653" y="639391"/>
                  <a:pt x="3274909" y="639391"/>
                  <a:pt x="3339601" y="660017"/>
                </a:cubicBezTo>
                <a:cubicBezTo>
                  <a:pt x="3404293" y="680642"/>
                  <a:pt x="3447421" y="721893"/>
                  <a:pt x="3490548" y="736894"/>
                </a:cubicBezTo>
                <a:cubicBezTo>
                  <a:pt x="3533676" y="751894"/>
                  <a:pt x="3576804" y="740644"/>
                  <a:pt x="3619932" y="730331"/>
                </a:cubicBezTo>
                <a:cubicBezTo>
                  <a:pt x="3663060" y="719081"/>
                  <a:pt x="3706188" y="708768"/>
                  <a:pt x="3749316" y="692830"/>
                </a:cubicBezTo>
                <a:cubicBezTo>
                  <a:pt x="3792444" y="677829"/>
                  <a:pt x="3835572" y="658142"/>
                  <a:pt x="3878700" y="650641"/>
                </a:cubicBezTo>
                <a:cubicBezTo>
                  <a:pt x="3921827" y="643141"/>
                  <a:pt x="3964955" y="648766"/>
                  <a:pt x="4008083" y="666579"/>
                </a:cubicBezTo>
                <a:cubicBezTo>
                  <a:pt x="4051211" y="684392"/>
                  <a:pt x="4094339" y="713456"/>
                  <a:pt x="4137467" y="730331"/>
                </a:cubicBezTo>
                <a:cubicBezTo>
                  <a:pt x="4180595" y="747206"/>
                  <a:pt x="4223723" y="750956"/>
                  <a:pt x="4266851" y="732206"/>
                </a:cubicBezTo>
                <a:cubicBezTo>
                  <a:pt x="4309979" y="714393"/>
                  <a:pt x="4353107" y="674079"/>
                  <a:pt x="4396235" y="667517"/>
                </a:cubicBezTo>
                <a:cubicBezTo>
                  <a:pt x="4439363" y="660954"/>
                  <a:pt x="4482491" y="687205"/>
                  <a:pt x="4525619" y="690955"/>
                </a:cubicBezTo>
                <a:cubicBezTo>
                  <a:pt x="4568746" y="694705"/>
                  <a:pt x="4611874" y="675017"/>
                  <a:pt x="4655002" y="675017"/>
                </a:cubicBezTo>
                <a:cubicBezTo>
                  <a:pt x="4698130" y="675017"/>
                  <a:pt x="4741258" y="694705"/>
                  <a:pt x="4784386" y="685330"/>
                </a:cubicBezTo>
                <a:cubicBezTo>
                  <a:pt x="4827514" y="675955"/>
                  <a:pt x="4870642" y="637516"/>
                  <a:pt x="4913769" y="615016"/>
                </a:cubicBezTo>
                <a:cubicBezTo>
                  <a:pt x="4956898" y="592515"/>
                  <a:pt x="5000025" y="586890"/>
                  <a:pt x="5043154" y="591577"/>
                </a:cubicBezTo>
                <a:cubicBezTo>
                  <a:pt x="5086281" y="596265"/>
                  <a:pt x="5129409" y="612203"/>
                  <a:pt x="5172537" y="609390"/>
                </a:cubicBezTo>
                <a:cubicBezTo>
                  <a:pt x="5215665" y="606578"/>
                  <a:pt x="5258793" y="585952"/>
                  <a:pt x="5301921" y="576577"/>
                </a:cubicBezTo>
                <a:cubicBezTo>
                  <a:pt x="5345049" y="566264"/>
                  <a:pt x="5388177" y="567202"/>
                  <a:pt x="5431305" y="563452"/>
                </a:cubicBezTo>
                <a:cubicBezTo>
                  <a:pt x="5474433" y="559702"/>
                  <a:pt x="5517560" y="552201"/>
                  <a:pt x="5560688" y="549389"/>
                </a:cubicBezTo>
                <a:cubicBezTo>
                  <a:pt x="5603816" y="546576"/>
                  <a:pt x="5646944" y="549389"/>
                  <a:pt x="5690072" y="568139"/>
                </a:cubicBezTo>
                <a:cubicBezTo>
                  <a:pt x="5733200" y="586890"/>
                  <a:pt x="5776328" y="620641"/>
                  <a:pt x="5819456" y="561577"/>
                </a:cubicBezTo>
                <a:cubicBezTo>
                  <a:pt x="5862584" y="502513"/>
                  <a:pt x="5905712" y="349696"/>
                  <a:pt x="5948840" y="317820"/>
                </a:cubicBezTo>
                <a:cubicBezTo>
                  <a:pt x="5991967" y="285945"/>
                  <a:pt x="6035096" y="376884"/>
                  <a:pt x="6078223" y="412510"/>
                </a:cubicBezTo>
                <a:cubicBezTo>
                  <a:pt x="6121351" y="448136"/>
                  <a:pt x="6164479" y="428448"/>
                  <a:pt x="6207607" y="431261"/>
                </a:cubicBezTo>
                <a:cubicBezTo>
                  <a:pt x="6250735" y="434073"/>
                  <a:pt x="6293863" y="458449"/>
                  <a:pt x="6336991" y="450949"/>
                </a:cubicBezTo>
                <a:cubicBezTo>
                  <a:pt x="6380119" y="443449"/>
                  <a:pt x="6423246" y="403135"/>
                  <a:pt x="6466375" y="401260"/>
                </a:cubicBezTo>
                <a:cubicBezTo>
                  <a:pt x="6509502" y="399385"/>
                  <a:pt x="6552631" y="435948"/>
                  <a:pt x="6595758" y="476262"/>
                </a:cubicBezTo>
                <a:cubicBezTo>
                  <a:pt x="6638886" y="516576"/>
                  <a:pt x="6682014" y="560639"/>
                  <a:pt x="6725142" y="553139"/>
                </a:cubicBezTo>
                <a:cubicBezTo>
                  <a:pt x="6768270" y="546576"/>
                  <a:pt x="6811398" y="488450"/>
                  <a:pt x="6854526" y="478137"/>
                </a:cubicBezTo>
                <a:cubicBezTo>
                  <a:pt x="6897654" y="468762"/>
                  <a:pt x="6940781" y="507200"/>
                  <a:pt x="6983910" y="472512"/>
                </a:cubicBezTo>
                <a:cubicBezTo>
                  <a:pt x="7027037" y="437824"/>
                  <a:pt x="7070165" y="330946"/>
                  <a:pt x="7113293" y="298133"/>
                </a:cubicBezTo>
                <a:cubicBezTo>
                  <a:pt x="7156421" y="265319"/>
                  <a:pt x="7199549" y="307508"/>
                  <a:pt x="7242677" y="270007"/>
                </a:cubicBezTo>
                <a:cubicBezTo>
                  <a:pt x="7285805" y="232506"/>
                  <a:pt x="7328933" y="116253"/>
                  <a:pt x="7350497" y="58126"/>
                </a:cubicBezTo>
                <a:lnTo>
                  <a:pt x="7372061" y="0"/>
                </a:lnTo>
                <a:lnTo>
                  <a:pt x="7372061" y="0"/>
                </a:lnTo>
                <a:lnTo>
                  <a:pt x="7350497" y="58126"/>
                </a:lnTo>
                <a:cubicBezTo>
                  <a:pt x="7328933" y="116253"/>
                  <a:pt x="7285805" y="233443"/>
                  <a:pt x="7242677" y="281257"/>
                </a:cubicBezTo>
                <a:cubicBezTo>
                  <a:pt x="7199549" y="329071"/>
                  <a:pt x="7156421" y="309383"/>
                  <a:pt x="7113293" y="342196"/>
                </a:cubicBezTo>
                <a:cubicBezTo>
                  <a:pt x="7070165" y="375009"/>
                  <a:pt x="7027037" y="460324"/>
                  <a:pt x="6983910" y="495012"/>
                </a:cubicBezTo>
                <a:cubicBezTo>
                  <a:pt x="6940781" y="529701"/>
                  <a:pt x="6897654" y="512826"/>
                  <a:pt x="6854526" y="533451"/>
                </a:cubicBezTo>
                <a:cubicBezTo>
                  <a:pt x="6811398" y="554077"/>
                  <a:pt x="6768270" y="612203"/>
                  <a:pt x="6725142" y="618766"/>
                </a:cubicBezTo>
                <a:cubicBezTo>
                  <a:pt x="6682014" y="625328"/>
                  <a:pt x="6638886" y="582202"/>
                  <a:pt x="6595758" y="530638"/>
                </a:cubicBezTo>
                <a:cubicBezTo>
                  <a:pt x="6552631" y="479075"/>
                  <a:pt x="6509502" y="420948"/>
                  <a:pt x="6466375" y="434073"/>
                </a:cubicBezTo>
                <a:cubicBezTo>
                  <a:pt x="6423246" y="447199"/>
                  <a:pt x="6380119" y="530638"/>
                  <a:pt x="6336991" y="539076"/>
                </a:cubicBezTo>
                <a:cubicBezTo>
                  <a:pt x="6293863" y="546576"/>
                  <a:pt x="6250735" y="478137"/>
                  <a:pt x="6207607" y="465012"/>
                </a:cubicBezTo>
                <a:cubicBezTo>
                  <a:pt x="6164479" y="451887"/>
                  <a:pt x="6121351" y="492200"/>
                  <a:pt x="6078223" y="479075"/>
                </a:cubicBezTo>
                <a:cubicBezTo>
                  <a:pt x="6035096" y="465949"/>
                  <a:pt x="5991967" y="397510"/>
                  <a:pt x="5948840" y="417198"/>
                </a:cubicBezTo>
                <a:cubicBezTo>
                  <a:pt x="5905712" y="436886"/>
                  <a:pt x="5862584" y="546576"/>
                  <a:pt x="5819456" y="584077"/>
                </a:cubicBezTo>
                <a:cubicBezTo>
                  <a:pt x="5776328" y="621578"/>
                  <a:pt x="5733200" y="586890"/>
                  <a:pt x="5690072" y="569077"/>
                </a:cubicBezTo>
                <a:cubicBezTo>
                  <a:pt x="5646944" y="550326"/>
                  <a:pt x="5603816" y="547514"/>
                  <a:pt x="5560688" y="561577"/>
                </a:cubicBezTo>
                <a:cubicBezTo>
                  <a:pt x="5517560" y="575639"/>
                  <a:pt x="5474433" y="604703"/>
                  <a:pt x="5431305" y="619703"/>
                </a:cubicBezTo>
                <a:cubicBezTo>
                  <a:pt x="5388177" y="634704"/>
                  <a:pt x="5345049" y="633766"/>
                  <a:pt x="5301921" y="632828"/>
                </a:cubicBezTo>
                <a:cubicBezTo>
                  <a:pt x="5258793" y="631891"/>
                  <a:pt x="5215665" y="630953"/>
                  <a:pt x="5172537" y="622516"/>
                </a:cubicBezTo>
                <a:cubicBezTo>
                  <a:pt x="5129409" y="614078"/>
                  <a:pt x="5086281" y="598140"/>
                  <a:pt x="5043154" y="593452"/>
                </a:cubicBezTo>
                <a:cubicBezTo>
                  <a:pt x="5000025" y="588765"/>
                  <a:pt x="4956898" y="594390"/>
                  <a:pt x="4913769" y="616890"/>
                </a:cubicBezTo>
                <a:cubicBezTo>
                  <a:pt x="4870642" y="639391"/>
                  <a:pt x="4827514" y="677829"/>
                  <a:pt x="4784386" y="698455"/>
                </a:cubicBezTo>
                <a:cubicBezTo>
                  <a:pt x="4741258" y="719081"/>
                  <a:pt x="4698130" y="720956"/>
                  <a:pt x="4655002" y="720956"/>
                </a:cubicBezTo>
                <a:cubicBezTo>
                  <a:pt x="4611874" y="720956"/>
                  <a:pt x="4568746" y="719081"/>
                  <a:pt x="4525619" y="715330"/>
                </a:cubicBezTo>
                <a:cubicBezTo>
                  <a:pt x="4482491" y="711580"/>
                  <a:pt x="4439363" y="706893"/>
                  <a:pt x="4396235" y="714393"/>
                </a:cubicBezTo>
                <a:cubicBezTo>
                  <a:pt x="4353107" y="720956"/>
                  <a:pt x="4309979" y="739706"/>
                  <a:pt x="4266851" y="746269"/>
                </a:cubicBezTo>
                <a:cubicBezTo>
                  <a:pt x="4223723" y="752831"/>
                  <a:pt x="4180595" y="750019"/>
                  <a:pt x="4137467" y="733144"/>
                </a:cubicBezTo>
                <a:cubicBezTo>
                  <a:pt x="4094339" y="716268"/>
                  <a:pt x="4051211" y="687205"/>
                  <a:pt x="4008083" y="669392"/>
                </a:cubicBezTo>
                <a:cubicBezTo>
                  <a:pt x="3964955" y="651579"/>
                  <a:pt x="3921827" y="645954"/>
                  <a:pt x="3878700" y="653454"/>
                </a:cubicBezTo>
                <a:cubicBezTo>
                  <a:pt x="3835572" y="660954"/>
                  <a:pt x="3792444" y="680642"/>
                  <a:pt x="3749316" y="695643"/>
                </a:cubicBezTo>
                <a:cubicBezTo>
                  <a:pt x="3706188" y="710643"/>
                  <a:pt x="3663060" y="721893"/>
                  <a:pt x="3619932" y="733144"/>
                </a:cubicBezTo>
                <a:cubicBezTo>
                  <a:pt x="3576804" y="744394"/>
                  <a:pt x="3533676" y="754707"/>
                  <a:pt x="3490548" y="739706"/>
                </a:cubicBezTo>
                <a:cubicBezTo>
                  <a:pt x="3447421" y="724706"/>
                  <a:pt x="3404293" y="683455"/>
                  <a:pt x="3339601" y="662829"/>
                </a:cubicBezTo>
                <a:cubicBezTo>
                  <a:pt x="3274909" y="642204"/>
                  <a:pt x="3188653" y="642204"/>
                  <a:pt x="3123961" y="645016"/>
                </a:cubicBezTo>
                <a:cubicBezTo>
                  <a:pt x="3059269" y="647829"/>
                  <a:pt x="3016141" y="653454"/>
                  <a:pt x="2973013" y="650641"/>
                </a:cubicBezTo>
                <a:cubicBezTo>
                  <a:pt x="2929886" y="647829"/>
                  <a:pt x="2886758" y="636578"/>
                  <a:pt x="2843630" y="636578"/>
                </a:cubicBezTo>
                <a:cubicBezTo>
                  <a:pt x="2800502" y="636578"/>
                  <a:pt x="2757374" y="647829"/>
                  <a:pt x="2671118" y="653454"/>
                </a:cubicBezTo>
                <a:cubicBezTo>
                  <a:pt x="2584862" y="659079"/>
                  <a:pt x="2455478" y="659079"/>
                  <a:pt x="2348596" y="667517"/>
                </a:cubicBezTo>
                <a:cubicBezTo>
                  <a:pt x="2240776" y="675955"/>
                  <a:pt x="2154521" y="691892"/>
                  <a:pt x="2089829" y="691892"/>
                </a:cubicBezTo>
                <a:cubicBezTo>
                  <a:pt x="2025137" y="691892"/>
                  <a:pt x="1982009" y="675017"/>
                  <a:pt x="1938881" y="683455"/>
                </a:cubicBezTo>
                <a:cubicBezTo>
                  <a:pt x="1895753" y="691892"/>
                  <a:pt x="1852625" y="724706"/>
                  <a:pt x="1809497" y="742519"/>
                </a:cubicBezTo>
                <a:cubicBezTo>
                  <a:pt x="1766369" y="760332"/>
                  <a:pt x="1723241" y="764082"/>
                  <a:pt x="1680114" y="760332"/>
                </a:cubicBezTo>
                <a:cubicBezTo>
                  <a:pt x="1636986" y="756582"/>
                  <a:pt x="1593858" y="745331"/>
                  <a:pt x="1550730" y="740644"/>
                </a:cubicBezTo>
                <a:cubicBezTo>
                  <a:pt x="1507602" y="735018"/>
                  <a:pt x="1464474" y="735018"/>
                  <a:pt x="1421346" y="725643"/>
                </a:cubicBezTo>
                <a:cubicBezTo>
                  <a:pt x="1378218" y="716268"/>
                  <a:pt x="1335090" y="696580"/>
                  <a:pt x="1291962" y="692830"/>
                </a:cubicBezTo>
                <a:cubicBezTo>
                  <a:pt x="1248834" y="689080"/>
                  <a:pt x="1205707" y="699393"/>
                  <a:pt x="1162579" y="699393"/>
                </a:cubicBezTo>
                <a:cubicBezTo>
                  <a:pt x="1119451" y="699393"/>
                  <a:pt x="1076323" y="688142"/>
                  <a:pt x="1011631" y="688142"/>
                </a:cubicBezTo>
                <a:cubicBezTo>
                  <a:pt x="946939" y="688142"/>
                  <a:pt x="860683" y="699393"/>
                  <a:pt x="796929" y="709706"/>
                </a:cubicBezTo>
                <a:cubicBezTo>
                  <a:pt x="733175" y="720018"/>
                  <a:pt x="689109" y="731268"/>
                  <a:pt x="624417" y="736894"/>
                </a:cubicBezTo>
                <a:cubicBezTo>
                  <a:pt x="559725" y="742519"/>
                  <a:pt x="473469" y="742519"/>
                  <a:pt x="387214" y="748144"/>
                </a:cubicBezTo>
                <a:cubicBezTo>
                  <a:pt x="300958" y="753769"/>
                  <a:pt x="214702" y="765019"/>
                  <a:pt x="150948" y="759394"/>
                </a:cubicBezTo>
                <a:cubicBezTo>
                  <a:pt x="86256" y="753769"/>
                  <a:pt x="43128" y="732206"/>
                  <a:pt x="21564" y="720956"/>
                </a:cubicBezTo>
                <a:lnTo>
                  <a:pt x="0" y="709706"/>
                </a:lnTo>
                <a:lnTo>
                  <a:pt x="0" y="706893"/>
                </a:lnTo>
                <a:close/>
              </a:path>
            </a:pathLst>
          </a:custGeom>
          <a:solidFill>
            <a:srgbClr val="005F56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B853FE60-7549-45C6-567A-22991F722776}"/>
              </a:ext>
            </a:extLst>
          </p:cNvPr>
          <p:cNvSpPr/>
          <p:nvPr/>
        </p:nvSpPr>
        <p:spPr>
          <a:xfrm>
            <a:off x="1866777" y="5595961"/>
            <a:ext cx="7359872" cy="9375"/>
          </a:xfrm>
          <a:custGeom>
            <a:avLst/>
            <a:gdLst>
              <a:gd name="connsiteX0" fmla="*/ 0 w 7359872"/>
              <a:gd name="connsiteY0" fmla="*/ 0 h 9375"/>
              <a:gd name="connsiteX1" fmla="*/ 7359872 w 7359872"/>
              <a:gd name="connsiteY1" fmla="*/ 0 h 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359872" h="9375">
                <a:moveTo>
                  <a:pt x="0" y="0"/>
                </a:moveTo>
                <a:lnTo>
                  <a:pt x="7359872" y="0"/>
                </a:lnTo>
              </a:path>
            </a:pathLst>
          </a:custGeom>
          <a:noFill/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DB177AE6-D98C-D6E5-51BD-053468E8F511}"/>
              </a:ext>
            </a:extLst>
          </p:cNvPr>
          <p:cNvSpPr/>
          <p:nvPr/>
        </p:nvSpPr>
        <p:spPr>
          <a:xfrm>
            <a:off x="2124607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F94BFB-2285-4470-B771-76B840EE75AB}"/>
              </a:ext>
            </a:extLst>
          </p:cNvPr>
          <p:cNvSpPr txBox="1"/>
          <p:nvPr/>
        </p:nvSpPr>
        <p:spPr>
          <a:xfrm>
            <a:off x="1929097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1970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7BBFE4B-26C3-F18C-82FD-E4E9F878C08A}"/>
              </a:ext>
            </a:extLst>
          </p:cNvPr>
          <p:cNvSpPr/>
          <p:nvPr/>
        </p:nvSpPr>
        <p:spPr>
          <a:xfrm>
            <a:off x="2770588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04A3B2-DE0B-32F3-EFCF-86048FF1065C}"/>
              </a:ext>
            </a:extLst>
          </p:cNvPr>
          <p:cNvSpPr txBox="1"/>
          <p:nvPr/>
        </p:nvSpPr>
        <p:spPr>
          <a:xfrm>
            <a:off x="2574141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1975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9CBB243E-37E4-7B5F-30F4-E81A085922FD}"/>
              </a:ext>
            </a:extLst>
          </p:cNvPr>
          <p:cNvSpPr/>
          <p:nvPr/>
        </p:nvSpPr>
        <p:spPr>
          <a:xfrm>
            <a:off x="3415631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98EE61-EA0F-B9DB-1661-8D791F04C2E4}"/>
              </a:ext>
            </a:extLst>
          </p:cNvPr>
          <p:cNvSpPr txBox="1"/>
          <p:nvPr/>
        </p:nvSpPr>
        <p:spPr>
          <a:xfrm>
            <a:off x="3220122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1980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46CA2D12-5866-4784-4909-FECF4DDF9CCE}"/>
              </a:ext>
            </a:extLst>
          </p:cNvPr>
          <p:cNvSpPr/>
          <p:nvPr/>
        </p:nvSpPr>
        <p:spPr>
          <a:xfrm>
            <a:off x="4061612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F3B129-BE1D-A26F-4900-FCBB9ED7804B}"/>
              </a:ext>
            </a:extLst>
          </p:cNvPr>
          <p:cNvSpPr txBox="1"/>
          <p:nvPr/>
        </p:nvSpPr>
        <p:spPr>
          <a:xfrm>
            <a:off x="3866103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1985</a:t>
            </a: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030B6AE5-0C22-79FB-F97B-6B4A4D78833A}"/>
              </a:ext>
            </a:extLst>
          </p:cNvPr>
          <p:cNvSpPr/>
          <p:nvPr/>
        </p:nvSpPr>
        <p:spPr>
          <a:xfrm>
            <a:off x="4707593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B89998-4F9B-9A98-EAB8-94754A0669E0}"/>
              </a:ext>
            </a:extLst>
          </p:cNvPr>
          <p:cNvSpPr txBox="1"/>
          <p:nvPr/>
        </p:nvSpPr>
        <p:spPr>
          <a:xfrm>
            <a:off x="4511146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1990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C2B403C6-E2E0-33EF-C84E-0F93D20820A4}"/>
              </a:ext>
            </a:extLst>
          </p:cNvPr>
          <p:cNvSpPr/>
          <p:nvPr/>
        </p:nvSpPr>
        <p:spPr>
          <a:xfrm>
            <a:off x="5352637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FE282B-670F-0BC6-58E6-CAF223BF30A5}"/>
              </a:ext>
            </a:extLst>
          </p:cNvPr>
          <p:cNvSpPr txBox="1"/>
          <p:nvPr/>
        </p:nvSpPr>
        <p:spPr>
          <a:xfrm>
            <a:off x="5157128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1995</a:t>
            </a: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B13D0B7F-D212-672D-D724-792218B0C493}"/>
              </a:ext>
            </a:extLst>
          </p:cNvPr>
          <p:cNvSpPr/>
          <p:nvPr/>
        </p:nvSpPr>
        <p:spPr>
          <a:xfrm>
            <a:off x="5997681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6366C3-CF39-2A60-733E-403E35D0B324}"/>
              </a:ext>
            </a:extLst>
          </p:cNvPr>
          <p:cNvSpPr txBox="1"/>
          <p:nvPr/>
        </p:nvSpPr>
        <p:spPr>
          <a:xfrm>
            <a:off x="5802171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2000</a:t>
            </a: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DFCD116E-DDC6-63B8-9DCA-C140066FF629}"/>
              </a:ext>
            </a:extLst>
          </p:cNvPr>
          <p:cNvSpPr/>
          <p:nvPr/>
        </p:nvSpPr>
        <p:spPr>
          <a:xfrm>
            <a:off x="6643662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5891EC-01A6-1AFC-57FA-0B96A441FF10}"/>
              </a:ext>
            </a:extLst>
          </p:cNvPr>
          <p:cNvSpPr txBox="1"/>
          <p:nvPr/>
        </p:nvSpPr>
        <p:spPr>
          <a:xfrm>
            <a:off x="6448152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2005</a:t>
            </a: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FFAC8B87-5C36-36C6-7483-D9FAF75873DE}"/>
              </a:ext>
            </a:extLst>
          </p:cNvPr>
          <p:cNvSpPr/>
          <p:nvPr/>
        </p:nvSpPr>
        <p:spPr>
          <a:xfrm>
            <a:off x="7289643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B18340-CD06-1797-6765-9AB090769EE5}"/>
              </a:ext>
            </a:extLst>
          </p:cNvPr>
          <p:cNvSpPr txBox="1"/>
          <p:nvPr/>
        </p:nvSpPr>
        <p:spPr>
          <a:xfrm>
            <a:off x="7094133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2010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A32612FA-7076-5152-751B-69C47BFBE1BD}"/>
              </a:ext>
            </a:extLst>
          </p:cNvPr>
          <p:cNvSpPr/>
          <p:nvPr/>
        </p:nvSpPr>
        <p:spPr>
          <a:xfrm>
            <a:off x="7934686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D050D3-9434-4E63-8FB4-BC2DD0674812}"/>
              </a:ext>
            </a:extLst>
          </p:cNvPr>
          <p:cNvSpPr txBox="1"/>
          <p:nvPr/>
        </p:nvSpPr>
        <p:spPr>
          <a:xfrm>
            <a:off x="7739177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2015</a:t>
            </a: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E5CA54BD-A0AE-8437-94E2-979EA765CB2B}"/>
              </a:ext>
            </a:extLst>
          </p:cNvPr>
          <p:cNvSpPr/>
          <p:nvPr/>
        </p:nvSpPr>
        <p:spPr>
          <a:xfrm>
            <a:off x="8580668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E6F9A8-5F66-DE93-5D2D-B64C20CA9B77}"/>
              </a:ext>
            </a:extLst>
          </p:cNvPr>
          <p:cNvSpPr txBox="1"/>
          <p:nvPr/>
        </p:nvSpPr>
        <p:spPr>
          <a:xfrm>
            <a:off x="8385158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2020</a:t>
            </a: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7E3C0350-B643-EA0E-5BF3-C54284661F2E}"/>
              </a:ext>
            </a:extLst>
          </p:cNvPr>
          <p:cNvSpPr/>
          <p:nvPr/>
        </p:nvSpPr>
        <p:spPr>
          <a:xfrm>
            <a:off x="9226649" y="5595961"/>
            <a:ext cx="9375" cy="56251"/>
          </a:xfrm>
          <a:custGeom>
            <a:avLst/>
            <a:gdLst>
              <a:gd name="connsiteX0" fmla="*/ 0 w 9375"/>
              <a:gd name="connsiteY0" fmla="*/ 0 h 56251"/>
              <a:gd name="connsiteX1" fmla="*/ 0 w 9375"/>
              <a:gd name="connsiteY1" fmla="*/ 56252 h 5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56251">
                <a:moveTo>
                  <a:pt x="0" y="0"/>
                </a:moveTo>
                <a:lnTo>
                  <a:pt x="0" y="56252"/>
                </a:lnTo>
              </a:path>
            </a:pathLst>
          </a:custGeom>
          <a:ln w="9376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098468-F035-9908-140B-8F49085F908B}"/>
              </a:ext>
            </a:extLst>
          </p:cNvPr>
          <p:cNvSpPr txBox="1"/>
          <p:nvPr/>
        </p:nvSpPr>
        <p:spPr>
          <a:xfrm>
            <a:off x="9030202" y="5598055"/>
            <a:ext cx="445397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2025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BD0EF7DE-D091-D6E6-FE6B-E1C8ABFE753D}"/>
              </a:ext>
            </a:extLst>
          </p:cNvPr>
          <p:cNvSpPr/>
          <p:nvPr/>
        </p:nvSpPr>
        <p:spPr>
          <a:xfrm>
            <a:off x="1866777" y="871780"/>
            <a:ext cx="9375" cy="4724181"/>
          </a:xfrm>
          <a:custGeom>
            <a:avLst/>
            <a:gdLst>
              <a:gd name="connsiteX0" fmla="*/ 0 w 9375"/>
              <a:gd name="connsiteY0" fmla="*/ 4724182 h 4724181"/>
              <a:gd name="connsiteX1" fmla="*/ 0 w 9375"/>
              <a:gd name="connsiteY1" fmla="*/ 0 h 4724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75" h="4724181">
                <a:moveTo>
                  <a:pt x="0" y="4724182"/>
                </a:moveTo>
                <a:lnTo>
                  <a:pt x="0" y="0"/>
                </a:lnTo>
              </a:path>
            </a:pathLst>
          </a:custGeom>
          <a:noFill/>
          <a:ln w="8438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4" name="Graphic 6">
            <a:extLst>
              <a:ext uri="{FF2B5EF4-FFF2-40B4-BE49-F238E27FC236}">
                <a16:creationId xmlns:a16="http://schemas.microsoft.com/office/drawing/2014/main" id="{AAA7480F-9029-94F4-B896-56AAB044E406}"/>
              </a:ext>
            </a:extLst>
          </p:cNvPr>
          <p:cNvGrpSpPr/>
          <p:nvPr/>
        </p:nvGrpSpPr>
        <p:grpSpPr>
          <a:xfrm>
            <a:off x="1613635" y="5383143"/>
            <a:ext cx="243766" cy="140628"/>
            <a:chOff x="1613635" y="5383143"/>
            <a:chExt cx="243766" cy="140628"/>
          </a:xfrm>
          <a:solidFill>
            <a:srgbClr val="000000"/>
          </a:solidFill>
        </p:grpSpPr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E558C0F8-BB46-A5E7-B6E7-A74535ED5E90}"/>
                </a:ext>
              </a:extLst>
            </p:cNvPr>
            <p:cNvSpPr/>
            <p:nvPr/>
          </p:nvSpPr>
          <p:spPr>
            <a:xfrm>
              <a:off x="1801147" y="5465645"/>
              <a:ext cx="56253" cy="9375"/>
            </a:xfrm>
            <a:custGeom>
              <a:avLst/>
              <a:gdLst>
                <a:gd name="connsiteX0" fmla="*/ 56254 w 56253"/>
                <a:gd name="connsiteY0" fmla="*/ 0 h 9375"/>
                <a:gd name="connsiteX1" fmla="*/ 0 w 56253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253" h="9375">
                  <a:moveTo>
                    <a:pt x="56254" y="0"/>
                  </a:moveTo>
                  <a:lnTo>
                    <a:pt x="0" y="0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DA5BD4E-72B4-01AA-10CE-1589239ACA89}"/>
                </a:ext>
              </a:extLst>
            </p:cNvPr>
            <p:cNvSpPr txBox="1"/>
            <p:nvPr/>
          </p:nvSpPr>
          <p:spPr>
            <a:xfrm>
              <a:off x="1522195" y="5337423"/>
              <a:ext cx="314138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30</a:t>
              </a:r>
            </a:p>
          </p:txBody>
        </p:sp>
      </p:grpSp>
      <p:grpSp>
        <p:nvGrpSpPr>
          <p:cNvPr id="47" name="Graphic 6">
            <a:extLst>
              <a:ext uri="{FF2B5EF4-FFF2-40B4-BE49-F238E27FC236}">
                <a16:creationId xmlns:a16="http://schemas.microsoft.com/office/drawing/2014/main" id="{C02B66FA-74D0-BA35-108F-2B33C8B0136F}"/>
              </a:ext>
            </a:extLst>
          </p:cNvPr>
          <p:cNvGrpSpPr/>
          <p:nvPr/>
        </p:nvGrpSpPr>
        <p:grpSpPr>
          <a:xfrm>
            <a:off x="1613635" y="4726877"/>
            <a:ext cx="243766" cy="140628"/>
            <a:chOff x="1613635" y="4726877"/>
            <a:chExt cx="243766" cy="140628"/>
          </a:xfrm>
          <a:solidFill>
            <a:srgbClr val="000000"/>
          </a:solidFill>
        </p:grpSpPr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E270ABDA-C71E-504B-C97C-276E57DD5398}"/>
                </a:ext>
              </a:extLst>
            </p:cNvPr>
            <p:cNvSpPr/>
            <p:nvPr/>
          </p:nvSpPr>
          <p:spPr>
            <a:xfrm>
              <a:off x="1801147" y="4809379"/>
              <a:ext cx="56253" cy="9375"/>
            </a:xfrm>
            <a:custGeom>
              <a:avLst/>
              <a:gdLst>
                <a:gd name="connsiteX0" fmla="*/ 56254 w 56253"/>
                <a:gd name="connsiteY0" fmla="*/ 0 h 9375"/>
                <a:gd name="connsiteX1" fmla="*/ 0 w 56253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253" h="9375">
                  <a:moveTo>
                    <a:pt x="56254" y="0"/>
                  </a:moveTo>
                  <a:lnTo>
                    <a:pt x="0" y="0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6F2390D-A0F8-C494-D79C-D38954D9742B}"/>
                </a:ext>
              </a:extLst>
            </p:cNvPr>
            <p:cNvSpPr txBox="1"/>
            <p:nvPr/>
          </p:nvSpPr>
          <p:spPr>
            <a:xfrm>
              <a:off x="1522195" y="4681157"/>
              <a:ext cx="314138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</a:t>
              </a:r>
            </a:p>
          </p:txBody>
        </p:sp>
      </p:grpSp>
      <p:grpSp>
        <p:nvGrpSpPr>
          <p:cNvPr id="50" name="Graphic 6">
            <a:extLst>
              <a:ext uri="{FF2B5EF4-FFF2-40B4-BE49-F238E27FC236}">
                <a16:creationId xmlns:a16="http://schemas.microsoft.com/office/drawing/2014/main" id="{F6B134E0-9372-C73D-59BB-A9ED4B9AB372}"/>
              </a:ext>
            </a:extLst>
          </p:cNvPr>
          <p:cNvGrpSpPr/>
          <p:nvPr/>
        </p:nvGrpSpPr>
        <p:grpSpPr>
          <a:xfrm>
            <a:off x="1613635" y="4070610"/>
            <a:ext cx="243766" cy="140628"/>
            <a:chOff x="1613635" y="4070610"/>
            <a:chExt cx="243766" cy="140628"/>
          </a:xfrm>
          <a:solidFill>
            <a:srgbClr val="000000"/>
          </a:solidFill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98AFDC75-26B0-F868-B0A6-BACEB4A649D2}"/>
                </a:ext>
              </a:extLst>
            </p:cNvPr>
            <p:cNvSpPr/>
            <p:nvPr/>
          </p:nvSpPr>
          <p:spPr>
            <a:xfrm>
              <a:off x="1801147" y="4153112"/>
              <a:ext cx="56253" cy="9375"/>
            </a:xfrm>
            <a:custGeom>
              <a:avLst/>
              <a:gdLst>
                <a:gd name="connsiteX0" fmla="*/ 56254 w 56253"/>
                <a:gd name="connsiteY0" fmla="*/ 0 h 9375"/>
                <a:gd name="connsiteX1" fmla="*/ 0 w 56253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253" h="9375">
                  <a:moveTo>
                    <a:pt x="56254" y="0"/>
                  </a:moveTo>
                  <a:lnTo>
                    <a:pt x="0" y="0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45302A6-721A-C6F9-835D-AC9646BC0B99}"/>
                </a:ext>
              </a:extLst>
            </p:cNvPr>
            <p:cNvSpPr txBox="1"/>
            <p:nvPr/>
          </p:nvSpPr>
          <p:spPr>
            <a:xfrm>
              <a:off x="1522195" y="4024890"/>
              <a:ext cx="314138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10</a:t>
              </a:r>
            </a:p>
          </p:txBody>
        </p:sp>
      </p:grpSp>
      <p:grpSp>
        <p:nvGrpSpPr>
          <p:cNvPr id="53" name="Graphic 6">
            <a:extLst>
              <a:ext uri="{FF2B5EF4-FFF2-40B4-BE49-F238E27FC236}">
                <a16:creationId xmlns:a16="http://schemas.microsoft.com/office/drawing/2014/main" id="{D9D7BA24-9049-BA74-3545-9B8900DBE7F0}"/>
              </a:ext>
            </a:extLst>
          </p:cNvPr>
          <p:cNvGrpSpPr/>
          <p:nvPr/>
        </p:nvGrpSpPr>
        <p:grpSpPr>
          <a:xfrm>
            <a:off x="1729892" y="3414344"/>
            <a:ext cx="136884" cy="140628"/>
            <a:chOff x="1729892" y="3414344"/>
            <a:chExt cx="136884" cy="140628"/>
          </a:xfrm>
          <a:solidFill>
            <a:srgbClr val="000000"/>
          </a:solidFill>
        </p:grpSpPr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343B810-A8C9-EE9E-573F-F7A814B70034}"/>
                </a:ext>
              </a:extLst>
            </p:cNvPr>
            <p:cNvSpPr/>
            <p:nvPr/>
          </p:nvSpPr>
          <p:spPr>
            <a:xfrm>
              <a:off x="1810523" y="3496846"/>
              <a:ext cx="56253" cy="9375"/>
            </a:xfrm>
            <a:custGeom>
              <a:avLst/>
              <a:gdLst>
                <a:gd name="connsiteX0" fmla="*/ 56254 w 56253"/>
                <a:gd name="connsiteY0" fmla="*/ 0 h 9375"/>
                <a:gd name="connsiteX1" fmla="*/ 0 w 56253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253" h="9375">
                  <a:moveTo>
                    <a:pt x="56254" y="0"/>
                  </a:moveTo>
                  <a:lnTo>
                    <a:pt x="0" y="0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FC77078-E54A-D77F-0737-E63EE6038FD8}"/>
                </a:ext>
              </a:extLst>
            </p:cNvPr>
            <p:cNvSpPr txBox="1"/>
            <p:nvPr/>
          </p:nvSpPr>
          <p:spPr>
            <a:xfrm>
              <a:off x="1638452" y="3368624"/>
              <a:ext cx="248509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0</a:t>
              </a:r>
            </a:p>
          </p:txBody>
        </p:sp>
      </p:grpSp>
      <p:grpSp>
        <p:nvGrpSpPr>
          <p:cNvPr id="56" name="Graphic 6">
            <a:extLst>
              <a:ext uri="{FF2B5EF4-FFF2-40B4-BE49-F238E27FC236}">
                <a16:creationId xmlns:a16="http://schemas.microsoft.com/office/drawing/2014/main" id="{8B11076C-50FC-11E3-9CC1-0829A7C31DC0}"/>
              </a:ext>
            </a:extLst>
          </p:cNvPr>
          <p:cNvGrpSpPr/>
          <p:nvPr/>
        </p:nvGrpSpPr>
        <p:grpSpPr>
          <a:xfrm>
            <a:off x="1668013" y="2758077"/>
            <a:ext cx="189387" cy="140628"/>
            <a:chOff x="1668013" y="2758077"/>
            <a:chExt cx="189387" cy="140628"/>
          </a:xfrm>
          <a:solidFill>
            <a:srgbClr val="000000"/>
          </a:solidFill>
        </p:grpSpPr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0D8B7D90-D2A7-75EA-36EC-E0E9078B9EBC}"/>
                </a:ext>
              </a:extLst>
            </p:cNvPr>
            <p:cNvSpPr/>
            <p:nvPr/>
          </p:nvSpPr>
          <p:spPr>
            <a:xfrm>
              <a:off x="1801147" y="2840579"/>
              <a:ext cx="56253" cy="9375"/>
            </a:xfrm>
            <a:custGeom>
              <a:avLst/>
              <a:gdLst>
                <a:gd name="connsiteX0" fmla="*/ 56254 w 56253"/>
                <a:gd name="connsiteY0" fmla="*/ 0 h 9375"/>
                <a:gd name="connsiteX1" fmla="*/ 0 w 56253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253" h="9375">
                  <a:moveTo>
                    <a:pt x="56254" y="0"/>
                  </a:moveTo>
                  <a:lnTo>
                    <a:pt x="0" y="0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19BEDE2-2313-C239-44A8-6254387315EA}"/>
                </a:ext>
              </a:extLst>
            </p:cNvPr>
            <p:cNvSpPr txBox="1"/>
            <p:nvPr/>
          </p:nvSpPr>
          <p:spPr>
            <a:xfrm>
              <a:off x="1576573" y="2712357"/>
              <a:ext cx="314138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10</a:t>
              </a:r>
            </a:p>
          </p:txBody>
        </p:sp>
      </p:grpSp>
      <p:grpSp>
        <p:nvGrpSpPr>
          <p:cNvPr id="59" name="Graphic 6">
            <a:extLst>
              <a:ext uri="{FF2B5EF4-FFF2-40B4-BE49-F238E27FC236}">
                <a16:creationId xmlns:a16="http://schemas.microsoft.com/office/drawing/2014/main" id="{0A7A5BF4-8911-78A3-A992-4CABF02C08AA}"/>
              </a:ext>
            </a:extLst>
          </p:cNvPr>
          <p:cNvGrpSpPr/>
          <p:nvPr/>
        </p:nvGrpSpPr>
        <p:grpSpPr>
          <a:xfrm>
            <a:off x="1668013" y="2101811"/>
            <a:ext cx="189387" cy="140628"/>
            <a:chOff x="1668013" y="2101811"/>
            <a:chExt cx="189387" cy="140628"/>
          </a:xfrm>
          <a:solidFill>
            <a:srgbClr val="000000"/>
          </a:solidFill>
        </p:grpSpPr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A1C395E-1EB4-16DB-9267-B54D05229543}"/>
                </a:ext>
              </a:extLst>
            </p:cNvPr>
            <p:cNvSpPr/>
            <p:nvPr/>
          </p:nvSpPr>
          <p:spPr>
            <a:xfrm>
              <a:off x="1801147" y="2184313"/>
              <a:ext cx="56253" cy="9375"/>
            </a:xfrm>
            <a:custGeom>
              <a:avLst/>
              <a:gdLst>
                <a:gd name="connsiteX0" fmla="*/ 56254 w 56253"/>
                <a:gd name="connsiteY0" fmla="*/ 0 h 9375"/>
                <a:gd name="connsiteX1" fmla="*/ 0 w 56253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253" h="9375">
                  <a:moveTo>
                    <a:pt x="56254" y="0"/>
                  </a:moveTo>
                  <a:lnTo>
                    <a:pt x="0" y="0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EAD50FE-73F0-0CF3-F949-8A90A1F7F051}"/>
                </a:ext>
              </a:extLst>
            </p:cNvPr>
            <p:cNvSpPr txBox="1"/>
            <p:nvPr/>
          </p:nvSpPr>
          <p:spPr>
            <a:xfrm>
              <a:off x="1576573" y="2056091"/>
              <a:ext cx="314138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</a:t>
              </a:r>
            </a:p>
          </p:txBody>
        </p:sp>
      </p:grpSp>
      <p:grpSp>
        <p:nvGrpSpPr>
          <p:cNvPr id="62" name="Graphic 6">
            <a:extLst>
              <a:ext uri="{FF2B5EF4-FFF2-40B4-BE49-F238E27FC236}">
                <a16:creationId xmlns:a16="http://schemas.microsoft.com/office/drawing/2014/main" id="{9E98AE46-8D94-3B8D-859E-026B5A657F8B}"/>
              </a:ext>
            </a:extLst>
          </p:cNvPr>
          <p:cNvGrpSpPr/>
          <p:nvPr/>
        </p:nvGrpSpPr>
        <p:grpSpPr>
          <a:xfrm>
            <a:off x="1668013" y="1445544"/>
            <a:ext cx="189387" cy="140628"/>
            <a:chOff x="1668013" y="1445544"/>
            <a:chExt cx="189387" cy="140628"/>
          </a:xfrm>
          <a:solidFill>
            <a:srgbClr val="000000"/>
          </a:solidFill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5373B39-236E-1A45-0D5A-C582D1C48FD2}"/>
                </a:ext>
              </a:extLst>
            </p:cNvPr>
            <p:cNvSpPr/>
            <p:nvPr/>
          </p:nvSpPr>
          <p:spPr>
            <a:xfrm>
              <a:off x="1801147" y="1528046"/>
              <a:ext cx="56253" cy="9375"/>
            </a:xfrm>
            <a:custGeom>
              <a:avLst/>
              <a:gdLst>
                <a:gd name="connsiteX0" fmla="*/ 56254 w 56253"/>
                <a:gd name="connsiteY0" fmla="*/ 0 h 9375"/>
                <a:gd name="connsiteX1" fmla="*/ 0 w 56253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253" h="9375">
                  <a:moveTo>
                    <a:pt x="56254" y="0"/>
                  </a:moveTo>
                  <a:lnTo>
                    <a:pt x="0" y="0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5FE4A1A-FE59-187C-F011-3C0B218932F5}"/>
                </a:ext>
              </a:extLst>
            </p:cNvPr>
            <p:cNvSpPr txBox="1"/>
            <p:nvPr/>
          </p:nvSpPr>
          <p:spPr>
            <a:xfrm>
              <a:off x="1576573" y="1399824"/>
              <a:ext cx="314138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30</a:t>
              </a:r>
            </a:p>
          </p:txBody>
        </p:sp>
      </p:grpSp>
      <p:grpSp>
        <p:nvGrpSpPr>
          <p:cNvPr id="65" name="Graphic 6">
            <a:extLst>
              <a:ext uri="{FF2B5EF4-FFF2-40B4-BE49-F238E27FC236}">
                <a16:creationId xmlns:a16="http://schemas.microsoft.com/office/drawing/2014/main" id="{70DD5C65-0135-91B2-A6FD-32962FE9CB4E}"/>
              </a:ext>
            </a:extLst>
          </p:cNvPr>
          <p:cNvGrpSpPr/>
          <p:nvPr/>
        </p:nvGrpSpPr>
        <p:grpSpPr>
          <a:xfrm>
            <a:off x="1668013" y="789278"/>
            <a:ext cx="189387" cy="140628"/>
            <a:chOff x="1668013" y="789278"/>
            <a:chExt cx="189387" cy="140628"/>
          </a:xfrm>
          <a:solidFill>
            <a:srgbClr val="000000"/>
          </a:solidFill>
        </p:grpSpPr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EAFA8452-9DBC-FFA4-D428-F6191E4F3CE5}"/>
                </a:ext>
              </a:extLst>
            </p:cNvPr>
            <p:cNvSpPr/>
            <p:nvPr/>
          </p:nvSpPr>
          <p:spPr>
            <a:xfrm>
              <a:off x="1801147" y="871780"/>
              <a:ext cx="56253" cy="9375"/>
            </a:xfrm>
            <a:custGeom>
              <a:avLst/>
              <a:gdLst>
                <a:gd name="connsiteX0" fmla="*/ 56254 w 56253"/>
                <a:gd name="connsiteY0" fmla="*/ 0 h 9375"/>
                <a:gd name="connsiteX1" fmla="*/ 0 w 56253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253" h="9375">
                  <a:moveTo>
                    <a:pt x="56254" y="0"/>
                  </a:moveTo>
                  <a:lnTo>
                    <a:pt x="0" y="0"/>
                  </a:lnTo>
                </a:path>
              </a:pathLst>
            </a:custGeom>
            <a:ln w="9376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696B042-1349-A60E-B72B-E0A89A65F0B2}"/>
                </a:ext>
              </a:extLst>
            </p:cNvPr>
            <p:cNvSpPr txBox="1"/>
            <p:nvPr/>
          </p:nvSpPr>
          <p:spPr>
            <a:xfrm>
              <a:off x="1576573" y="743558"/>
              <a:ext cx="314138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40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E6B00759-BA80-25EC-D6A9-E4DBA1951D47}"/>
              </a:ext>
            </a:extLst>
          </p:cNvPr>
          <p:cNvSpPr txBox="1"/>
          <p:nvPr/>
        </p:nvSpPr>
        <p:spPr>
          <a:xfrm>
            <a:off x="7366027" y="3804853"/>
            <a:ext cx="1636103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Regression-based Measures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639E053-60D2-FC54-000D-13596D0A265D}"/>
              </a:ext>
            </a:extLst>
          </p:cNvPr>
          <p:cNvSpPr txBox="1"/>
          <p:nvPr/>
        </p:nvSpPr>
        <p:spPr>
          <a:xfrm>
            <a:off x="8299840" y="1966088"/>
            <a:ext cx="529778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Others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3705A5-57D8-551E-7139-FC29AB205368}"/>
              </a:ext>
            </a:extLst>
          </p:cNvPr>
          <p:cNvSpPr txBox="1"/>
          <p:nvPr/>
        </p:nvSpPr>
        <p:spPr>
          <a:xfrm>
            <a:off x="6992314" y="1232945"/>
            <a:ext cx="1336082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Rank-based Measures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64132CD-DD9F-32B4-AC45-0332CEF44675}"/>
              </a:ext>
            </a:extLst>
          </p:cNvPr>
          <p:cNvSpPr txBox="1"/>
          <p:nvPr/>
        </p:nvSpPr>
        <p:spPr>
          <a:xfrm>
            <a:off x="6466528" y="1617142"/>
            <a:ext cx="1682981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Absolute Mobility Measures</a:t>
            </a:r>
          </a:p>
        </p:txBody>
      </p:sp>
      <p:grpSp>
        <p:nvGrpSpPr>
          <p:cNvPr id="72" name="Graphic 6">
            <a:extLst>
              <a:ext uri="{FF2B5EF4-FFF2-40B4-BE49-F238E27FC236}">
                <a16:creationId xmlns:a16="http://schemas.microsoft.com/office/drawing/2014/main" id="{3084BE30-E930-B99A-F97A-D25D964DA989}"/>
              </a:ext>
            </a:extLst>
          </p:cNvPr>
          <p:cNvGrpSpPr/>
          <p:nvPr/>
        </p:nvGrpSpPr>
        <p:grpSpPr>
          <a:xfrm>
            <a:off x="5918269" y="2285378"/>
            <a:ext cx="1161922" cy="275631"/>
            <a:chOff x="5918269" y="2285378"/>
            <a:chExt cx="1161922" cy="275631"/>
          </a:xfrm>
          <a:solidFill>
            <a:srgbClr val="000000"/>
          </a:solidFill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239B360-D6E6-2D64-5D89-60EDE7ABD5C6}"/>
                </a:ext>
              </a:extLst>
            </p:cNvPr>
            <p:cNvSpPr txBox="1"/>
            <p:nvPr/>
          </p:nvSpPr>
          <p:spPr>
            <a:xfrm>
              <a:off x="6125630" y="2239658"/>
              <a:ext cx="1026686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Decomposition/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FD17B1E-2CBF-5830-C22E-893022769143}"/>
                </a:ext>
              </a:extLst>
            </p:cNvPr>
            <p:cNvSpPr txBox="1"/>
            <p:nvPr/>
          </p:nvSpPr>
          <p:spPr>
            <a:xfrm>
              <a:off x="5826829" y="2374661"/>
              <a:ext cx="698539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Structural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8B686E4-8A89-DC01-EC4A-961E4B0E54DE}"/>
                </a:ext>
              </a:extLst>
            </p:cNvPr>
            <p:cNvSpPr txBox="1"/>
            <p:nvPr/>
          </p:nvSpPr>
          <p:spPr>
            <a:xfrm>
              <a:off x="6344458" y="2374661"/>
              <a:ext cx="220382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-84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 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81E16BA-0872-2FCA-5003-F37458318650}"/>
                </a:ext>
              </a:extLst>
            </p:cNvPr>
            <p:cNvSpPr txBox="1"/>
            <p:nvPr/>
          </p:nvSpPr>
          <p:spPr>
            <a:xfrm>
              <a:off x="6369959" y="2374661"/>
              <a:ext cx="801671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Approaches</a:t>
              </a:r>
            </a:p>
          </p:txBody>
        </p:sp>
      </p:grpSp>
      <p:grpSp>
        <p:nvGrpSpPr>
          <p:cNvPr id="77" name="Graphic 6">
            <a:extLst>
              <a:ext uri="{FF2B5EF4-FFF2-40B4-BE49-F238E27FC236}">
                <a16:creationId xmlns:a16="http://schemas.microsoft.com/office/drawing/2014/main" id="{E6F13338-9C0A-791A-76D4-ABFDF6984177}"/>
              </a:ext>
            </a:extLst>
          </p:cNvPr>
          <p:cNvGrpSpPr/>
          <p:nvPr/>
        </p:nvGrpSpPr>
        <p:grpSpPr>
          <a:xfrm>
            <a:off x="4456795" y="2921675"/>
            <a:ext cx="1115700" cy="275631"/>
            <a:chOff x="4456795" y="2921675"/>
            <a:chExt cx="1115700" cy="275631"/>
          </a:xfrm>
          <a:solidFill>
            <a:srgbClr val="000000"/>
          </a:solidFill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BC42238-AED2-CE39-D4B9-F9FCDAD36CCE}"/>
                </a:ext>
              </a:extLst>
            </p:cNvPr>
            <p:cNvSpPr txBox="1"/>
            <p:nvPr/>
          </p:nvSpPr>
          <p:spPr>
            <a:xfrm>
              <a:off x="4490239" y="2875955"/>
              <a:ext cx="267260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-56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T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753A3CC-57F5-C900-05E3-971010675061}"/>
                </a:ext>
              </a:extLst>
            </p:cNvPr>
            <p:cNvSpPr txBox="1"/>
            <p:nvPr/>
          </p:nvSpPr>
          <p:spPr>
            <a:xfrm>
              <a:off x="4565806" y="2875955"/>
              <a:ext cx="1073565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ransition Matrix/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C1450EC-FB13-D6A8-04B8-5BCC1871CB46}"/>
                </a:ext>
              </a:extLst>
            </p:cNvPr>
            <p:cNvSpPr txBox="1"/>
            <p:nvPr/>
          </p:nvSpPr>
          <p:spPr>
            <a:xfrm>
              <a:off x="4365355" y="3010958"/>
              <a:ext cx="1298580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Probability Measures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97855580-050C-7DDA-26C9-2FB5EE5CCDAD}"/>
              </a:ext>
            </a:extLst>
          </p:cNvPr>
          <p:cNvSpPr txBox="1"/>
          <p:nvPr/>
        </p:nvSpPr>
        <p:spPr>
          <a:xfrm>
            <a:off x="4568338" y="3716445"/>
            <a:ext cx="1007935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Non-parametric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8700897-D1D0-E7DA-D994-B5E4DD6E02EB}"/>
              </a:ext>
            </a:extLst>
          </p:cNvPr>
          <p:cNvSpPr txBox="1"/>
          <p:nvPr/>
        </p:nvSpPr>
        <p:spPr>
          <a:xfrm>
            <a:off x="5399206" y="3716445"/>
            <a:ext cx="220382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-84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 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A2F4388-5CA0-5B44-F050-D091E4DA0C71}"/>
              </a:ext>
            </a:extLst>
          </p:cNvPr>
          <p:cNvSpPr txBox="1"/>
          <p:nvPr/>
        </p:nvSpPr>
        <p:spPr>
          <a:xfrm>
            <a:off x="5424802" y="3716445"/>
            <a:ext cx="801671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Approaches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2F04EA2-4835-AC66-FBF7-4C16F8E190DB}"/>
              </a:ext>
            </a:extLst>
          </p:cNvPr>
          <p:cNvSpPr txBox="1"/>
          <p:nvPr/>
        </p:nvSpPr>
        <p:spPr>
          <a:xfrm>
            <a:off x="5623659" y="2651231"/>
            <a:ext cx="1157945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Multigenerational 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94A3854-1FDA-7584-17C1-A9222E2091C6}"/>
              </a:ext>
            </a:extLst>
          </p:cNvPr>
          <p:cNvSpPr txBox="1"/>
          <p:nvPr/>
        </p:nvSpPr>
        <p:spPr>
          <a:xfrm>
            <a:off x="6093941" y="2808735"/>
            <a:ext cx="679788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Measures</a:t>
            </a:r>
          </a:p>
        </p:txBody>
      </p:sp>
      <p:sp>
        <p:nvSpPr>
          <p:cNvPr id="86" name="Freeform 85">
            <a:extLst>
              <a:ext uri="{FF2B5EF4-FFF2-40B4-BE49-F238E27FC236}">
                <a16:creationId xmlns:a16="http://schemas.microsoft.com/office/drawing/2014/main" id="{C79AE0B9-5A4F-2792-AEB9-E4C9F4AC013F}"/>
              </a:ext>
            </a:extLst>
          </p:cNvPr>
          <p:cNvSpPr/>
          <p:nvPr/>
        </p:nvSpPr>
        <p:spPr>
          <a:xfrm>
            <a:off x="8136263" y="1741802"/>
            <a:ext cx="284081" cy="9375"/>
          </a:xfrm>
          <a:custGeom>
            <a:avLst/>
            <a:gdLst>
              <a:gd name="connsiteX0" fmla="*/ 284082 w 284081"/>
              <a:gd name="connsiteY0" fmla="*/ 0 h 9375"/>
              <a:gd name="connsiteX1" fmla="*/ 0 w 284081"/>
              <a:gd name="connsiteY1" fmla="*/ 0 h 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4081" h="9375">
                <a:moveTo>
                  <a:pt x="284082" y="0"/>
                </a:moveTo>
                <a:lnTo>
                  <a:pt x="0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7" name="Freeform 86">
            <a:extLst>
              <a:ext uri="{FF2B5EF4-FFF2-40B4-BE49-F238E27FC236}">
                <a16:creationId xmlns:a16="http://schemas.microsoft.com/office/drawing/2014/main" id="{05C87F52-87D7-8711-A093-E14B2C43F22C}"/>
              </a:ext>
            </a:extLst>
          </p:cNvPr>
          <p:cNvSpPr/>
          <p:nvPr/>
        </p:nvSpPr>
        <p:spPr>
          <a:xfrm>
            <a:off x="8338776" y="1363980"/>
            <a:ext cx="285019" cy="9375"/>
          </a:xfrm>
          <a:custGeom>
            <a:avLst/>
            <a:gdLst>
              <a:gd name="connsiteX0" fmla="*/ 285019 w 285019"/>
              <a:gd name="connsiteY0" fmla="*/ 0 h 9375"/>
              <a:gd name="connsiteX1" fmla="*/ 0 w 285019"/>
              <a:gd name="connsiteY1" fmla="*/ 0 h 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019" h="9375">
                <a:moveTo>
                  <a:pt x="285019" y="0"/>
                </a:moveTo>
                <a:lnTo>
                  <a:pt x="0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781D351C-2FD4-35C4-4237-FF97D8857C75}"/>
              </a:ext>
            </a:extLst>
          </p:cNvPr>
          <p:cNvSpPr/>
          <p:nvPr/>
        </p:nvSpPr>
        <p:spPr>
          <a:xfrm>
            <a:off x="6098000" y="3492158"/>
            <a:ext cx="136884" cy="236255"/>
          </a:xfrm>
          <a:custGeom>
            <a:avLst/>
            <a:gdLst>
              <a:gd name="connsiteX0" fmla="*/ 0 w 136884"/>
              <a:gd name="connsiteY0" fmla="*/ 236256 h 236255"/>
              <a:gd name="connsiteX1" fmla="*/ 136884 w 136884"/>
              <a:gd name="connsiteY1" fmla="*/ 0 h 23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884" h="236255">
                <a:moveTo>
                  <a:pt x="0" y="236256"/>
                </a:moveTo>
                <a:lnTo>
                  <a:pt x="136884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2786944D-FEBE-4CBA-2B20-97E4886FA530}"/>
              </a:ext>
            </a:extLst>
          </p:cNvPr>
          <p:cNvSpPr/>
          <p:nvPr/>
        </p:nvSpPr>
        <p:spPr>
          <a:xfrm>
            <a:off x="6731980" y="2775890"/>
            <a:ext cx="317646" cy="602827"/>
          </a:xfrm>
          <a:custGeom>
            <a:avLst/>
            <a:gdLst>
              <a:gd name="connsiteX0" fmla="*/ 317646 w 317646"/>
              <a:gd name="connsiteY0" fmla="*/ 602828 h 602827"/>
              <a:gd name="connsiteX1" fmla="*/ 0 w 317646"/>
              <a:gd name="connsiteY1" fmla="*/ 0 h 602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7646" h="602827">
                <a:moveTo>
                  <a:pt x="317646" y="602828"/>
                </a:moveTo>
                <a:lnTo>
                  <a:pt x="0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B36D89F8-0E1D-18DC-50E6-F28BE457A842}"/>
              </a:ext>
            </a:extLst>
          </p:cNvPr>
          <p:cNvSpPr/>
          <p:nvPr/>
        </p:nvSpPr>
        <p:spPr>
          <a:xfrm>
            <a:off x="7161197" y="2522759"/>
            <a:ext cx="441592" cy="347821"/>
          </a:xfrm>
          <a:custGeom>
            <a:avLst/>
            <a:gdLst>
              <a:gd name="connsiteX0" fmla="*/ 441592 w 441592"/>
              <a:gd name="connsiteY0" fmla="*/ 347821 h 347821"/>
              <a:gd name="connsiteX1" fmla="*/ 0 w 441592"/>
              <a:gd name="connsiteY1" fmla="*/ 0 h 34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41592" h="347821">
                <a:moveTo>
                  <a:pt x="441592" y="347821"/>
                </a:moveTo>
                <a:lnTo>
                  <a:pt x="0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96F71FC7-866D-138B-B8A3-F001C26A2565}"/>
              </a:ext>
            </a:extLst>
          </p:cNvPr>
          <p:cNvSpPr/>
          <p:nvPr/>
        </p:nvSpPr>
        <p:spPr>
          <a:xfrm>
            <a:off x="6069967" y="3685382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8" y="67127"/>
                  <a:pt x="0" y="52100"/>
                  <a:pt x="0" y="33563"/>
                </a:cubicBezTo>
                <a:cubicBezTo>
                  <a:pt x="0" y="15027"/>
                  <a:pt x="15028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005F56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539FDA86-515F-3C6A-9F1D-7D8759E38D74}"/>
              </a:ext>
            </a:extLst>
          </p:cNvPr>
          <p:cNvSpPr/>
          <p:nvPr/>
        </p:nvSpPr>
        <p:spPr>
          <a:xfrm>
            <a:off x="6698415" y="2742327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7" y="67127"/>
                  <a:pt x="0" y="52100"/>
                  <a:pt x="0" y="33563"/>
                </a:cubicBezTo>
                <a:cubicBezTo>
                  <a:pt x="0" y="15027"/>
                  <a:pt x="15027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F7A7A1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DF0CDD77-4717-3C1B-3E77-DC129294306D}"/>
              </a:ext>
            </a:extLst>
          </p:cNvPr>
          <p:cNvSpPr/>
          <p:nvPr/>
        </p:nvSpPr>
        <p:spPr>
          <a:xfrm>
            <a:off x="7119850" y="2483102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7" y="67127"/>
                  <a:pt x="0" y="52100"/>
                  <a:pt x="0" y="33563"/>
                </a:cubicBezTo>
                <a:cubicBezTo>
                  <a:pt x="0" y="15027"/>
                  <a:pt x="15027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339999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F550C5A1-9CD1-2940-946E-86722DF5E5AB}"/>
              </a:ext>
            </a:extLst>
          </p:cNvPr>
          <p:cNvSpPr/>
          <p:nvPr/>
        </p:nvSpPr>
        <p:spPr>
          <a:xfrm>
            <a:off x="8102698" y="1708238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8" y="67127"/>
                  <a:pt x="0" y="52100"/>
                  <a:pt x="0" y="33563"/>
                </a:cubicBezTo>
                <a:cubicBezTo>
                  <a:pt x="0" y="15027"/>
                  <a:pt x="15028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C04E3F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46F23CD6-6146-2468-5673-AC3AEF6A4A98}"/>
              </a:ext>
            </a:extLst>
          </p:cNvPr>
          <p:cNvSpPr/>
          <p:nvPr/>
        </p:nvSpPr>
        <p:spPr>
          <a:xfrm>
            <a:off x="8278303" y="1330416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7" y="67127"/>
                  <a:pt x="0" y="52100"/>
                  <a:pt x="0" y="33563"/>
                </a:cubicBezTo>
                <a:cubicBezTo>
                  <a:pt x="0" y="15027"/>
                  <a:pt x="15027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F4A988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6" name="Freeform 95">
            <a:extLst>
              <a:ext uri="{FF2B5EF4-FFF2-40B4-BE49-F238E27FC236}">
                <a16:creationId xmlns:a16="http://schemas.microsoft.com/office/drawing/2014/main" id="{071CCE1B-C33C-D724-6A11-759A17290BD3}"/>
              </a:ext>
            </a:extLst>
          </p:cNvPr>
          <p:cNvSpPr/>
          <p:nvPr/>
        </p:nvSpPr>
        <p:spPr>
          <a:xfrm>
            <a:off x="5635781" y="3135899"/>
            <a:ext cx="95631" cy="283132"/>
          </a:xfrm>
          <a:custGeom>
            <a:avLst/>
            <a:gdLst>
              <a:gd name="connsiteX0" fmla="*/ 0 w 95631"/>
              <a:gd name="connsiteY0" fmla="*/ 0 h 283132"/>
              <a:gd name="connsiteX1" fmla="*/ 95632 w 95631"/>
              <a:gd name="connsiteY1" fmla="*/ 283132 h 283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631" h="283132">
                <a:moveTo>
                  <a:pt x="0" y="0"/>
                </a:moveTo>
                <a:lnTo>
                  <a:pt x="95632" y="283132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69809EE5-66B0-5B43-A3DA-B2A920BF3924}"/>
              </a:ext>
            </a:extLst>
          </p:cNvPr>
          <p:cNvSpPr/>
          <p:nvPr/>
        </p:nvSpPr>
        <p:spPr>
          <a:xfrm>
            <a:off x="5601935" y="3101586"/>
            <a:ext cx="67129" cy="67126"/>
          </a:xfrm>
          <a:custGeom>
            <a:avLst/>
            <a:gdLst>
              <a:gd name="connsiteX0" fmla="*/ 67129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29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29" y="33563"/>
                </a:moveTo>
                <a:cubicBezTo>
                  <a:pt x="67129" y="52100"/>
                  <a:pt x="52102" y="67127"/>
                  <a:pt x="33565" y="67127"/>
                </a:cubicBezTo>
                <a:cubicBezTo>
                  <a:pt x="15028" y="67127"/>
                  <a:pt x="0" y="52100"/>
                  <a:pt x="0" y="33563"/>
                </a:cubicBezTo>
                <a:cubicBezTo>
                  <a:pt x="0" y="15027"/>
                  <a:pt x="15028" y="0"/>
                  <a:pt x="33565" y="0"/>
                </a:cubicBezTo>
                <a:cubicBezTo>
                  <a:pt x="52102" y="0"/>
                  <a:pt x="67129" y="15027"/>
                  <a:pt x="67129" y="33563"/>
                </a:cubicBezTo>
                <a:close/>
              </a:path>
            </a:pathLst>
          </a:custGeom>
          <a:solidFill>
            <a:srgbClr val="CB7729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8" name="Freeform 97">
            <a:extLst>
              <a:ext uri="{FF2B5EF4-FFF2-40B4-BE49-F238E27FC236}">
                <a16:creationId xmlns:a16="http://schemas.microsoft.com/office/drawing/2014/main" id="{34B5EA7C-A145-6A92-89E8-A122288DF460}"/>
              </a:ext>
            </a:extLst>
          </p:cNvPr>
          <p:cNvSpPr/>
          <p:nvPr/>
        </p:nvSpPr>
        <p:spPr>
          <a:xfrm>
            <a:off x="2281180" y="2584917"/>
            <a:ext cx="2449759" cy="9375"/>
          </a:xfrm>
          <a:custGeom>
            <a:avLst/>
            <a:gdLst>
              <a:gd name="connsiteX0" fmla="*/ 0 w 2449759"/>
              <a:gd name="connsiteY0" fmla="*/ 0 h 9375"/>
              <a:gd name="connsiteX1" fmla="*/ 2449759 w 2449759"/>
              <a:gd name="connsiteY1" fmla="*/ 0 h 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49759" h="9375">
                <a:moveTo>
                  <a:pt x="0" y="0"/>
                </a:moveTo>
                <a:lnTo>
                  <a:pt x="2449759" y="0"/>
                </a:lnTo>
              </a:path>
            </a:pathLst>
          </a:custGeom>
          <a:solidFill>
            <a:srgbClr val="000000"/>
          </a:solidFill>
          <a:ln w="909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99" name="Graphic 6">
            <a:extLst>
              <a:ext uri="{FF2B5EF4-FFF2-40B4-BE49-F238E27FC236}">
                <a16:creationId xmlns:a16="http://schemas.microsoft.com/office/drawing/2014/main" id="{D39D7A7A-C8DA-7235-8BA9-F497D43FC61D}"/>
              </a:ext>
            </a:extLst>
          </p:cNvPr>
          <p:cNvGrpSpPr/>
          <p:nvPr/>
        </p:nvGrpSpPr>
        <p:grpSpPr>
          <a:xfrm>
            <a:off x="2383093" y="1033409"/>
            <a:ext cx="2414788" cy="1551507"/>
            <a:chOff x="2383093" y="1033409"/>
            <a:chExt cx="2414788" cy="1551507"/>
          </a:xfrm>
        </p:grpSpPr>
        <p:grpSp>
          <p:nvGrpSpPr>
            <p:cNvPr id="100" name="Graphic 6">
              <a:extLst>
                <a:ext uri="{FF2B5EF4-FFF2-40B4-BE49-F238E27FC236}">
                  <a16:creationId xmlns:a16="http://schemas.microsoft.com/office/drawing/2014/main" id="{E0AFBFA7-8FBF-F187-49EA-0F0737E5949A}"/>
                </a:ext>
              </a:extLst>
            </p:cNvPr>
            <p:cNvGrpSpPr/>
            <p:nvPr/>
          </p:nvGrpSpPr>
          <p:grpSpPr>
            <a:xfrm>
              <a:off x="2383093" y="2067779"/>
              <a:ext cx="2414788" cy="517138"/>
              <a:chOff x="2383093" y="2067779"/>
              <a:chExt cx="2414788" cy="517138"/>
            </a:xfrm>
            <a:solidFill>
              <a:srgbClr val="C04E3F"/>
            </a:solidFill>
          </p:grpSpPr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41A498B1-11EF-52A1-4609-09E1125EC02E}"/>
                  </a:ext>
                </a:extLst>
              </p:cNvPr>
              <p:cNvSpPr/>
              <p:nvPr/>
            </p:nvSpPr>
            <p:spPr>
              <a:xfrm>
                <a:off x="2383093" y="2067779"/>
                <a:ext cx="315021" cy="517138"/>
              </a:xfrm>
              <a:custGeom>
                <a:avLst/>
                <a:gdLst>
                  <a:gd name="connsiteX0" fmla="*/ 0 w 315021"/>
                  <a:gd name="connsiteY0" fmla="*/ 517138 h 517138"/>
                  <a:gd name="connsiteX1" fmla="*/ 0 w 315021"/>
                  <a:gd name="connsiteY1" fmla="*/ 0 h 517138"/>
                  <a:gd name="connsiteX2" fmla="*/ 315021 w 315021"/>
                  <a:gd name="connsiteY2" fmla="*/ 0 h 517138"/>
                  <a:gd name="connsiteX3" fmla="*/ 315021 w 315021"/>
                  <a:gd name="connsiteY3" fmla="*/ 517138 h 517138"/>
                  <a:gd name="connsiteX4" fmla="*/ 0 w 315021"/>
                  <a:gd name="connsiteY4" fmla="*/ 517138 h 517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517138">
                    <a:moveTo>
                      <a:pt x="0" y="517138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517138"/>
                    </a:lnTo>
                    <a:lnTo>
                      <a:pt x="0" y="517138"/>
                    </a:lnTo>
                    <a:close/>
                  </a:path>
                </a:pathLst>
              </a:custGeom>
              <a:solidFill>
                <a:srgbClr val="C04E3F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0CF5CE57-8319-1B36-DE68-CE21BDE1F520}"/>
                  </a:ext>
                </a:extLst>
              </p:cNvPr>
              <p:cNvSpPr/>
              <p:nvPr/>
            </p:nvSpPr>
            <p:spPr>
              <a:xfrm>
                <a:off x="2733085" y="2346223"/>
                <a:ext cx="315021" cy="238693"/>
              </a:xfrm>
              <a:custGeom>
                <a:avLst/>
                <a:gdLst>
                  <a:gd name="connsiteX0" fmla="*/ 0 w 315021"/>
                  <a:gd name="connsiteY0" fmla="*/ 238694 h 238693"/>
                  <a:gd name="connsiteX1" fmla="*/ 0 w 315021"/>
                  <a:gd name="connsiteY1" fmla="*/ 0 h 238693"/>
                  <a:gd name="connsiteX2" fmla="*/ 315021 w 315021"/>
                  <a:gd name="connsiteY2" fmla="*/ 0 h 238693"/>
                  <a:gd name="connsiteX3" fmla="*/ 315021 w 315021"/>
                  <a:gd name="connsiteY3" fmla="*/ 238694 h 238693"/>
                  <a:gd name="connsiteX4" fmla="*/ 0 w 315021"/>
                  <a:gd name="connsiteY4" fmla="*/ 238694 h 238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238693">
                    <a:moveTo>
                      <a:pt x="0" y="238694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238694"/>
                    </a:lnTo>
                    <a:lnTo>
                      <a:pt x="0" y="238694"/>
                    </a:lnTo>
                    <a:close/>
                  </a:path>
                </a:pathLst>
              </a:custGeom>
              <a:solidFill>
                <a:srgbClr val="C04E3F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92080888-F378-D2D3-E6B5-19D8253FEA3C}"/>
                  </a:ext>
                </a:extLst>
              </p:cNvPr>
              <p:cNvSpPr/>
              <p:nvPr/>
            </p:nvSpPr>
            <p:spPr>
              <a:xfrm>
                <a:off x="3082984" y="2161812"/>
                <a:ext cx="315021" cy="423104"/>
              </a:xfrm>
              <a:custGeom>
                <a:avLst/>
                <a:gdLst>
                  <a:gd name="connsiteX0" fmla="*/ 0 w 315021"/>
                  <a:gd name="connsiteY0" fmla="*/ 423104 h 423104"/>
                  <a:gd name="connsiteX1" fmla="*/ 0 w 315021"/>
                  <a:gd name="connsiteY1" fmla="*/ 0 h 423104"/>
                  <a:gd name="connsiteX2" fmla="*/ 315021 w 315021"/>
                  <a:gd name="connsiteY2" fmla="*/ 0 h 423104"/>
                  <a:gd name="connsiteX3" fmla="*/ 315021 w 315021"/>
                  <a:gd name="connsiteY3" fmla="*/ 423104 h 423104"/>
                  <a:gd name="connsiteX4" fmla="*/ 0 w 315021"/>
                  <a:gd name="connsiteY4" fmla="*/ 423104 h 423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423104">
                    <a:moveTo>
                      <a:pt x="0" y="423104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423104"/>
                    </a:lnTo>
                    <a:lnTo>
                      <a:pt x="0" y="423104"/>
                    </a:lnTo>
                    <a:close/>
                  </a:path>
                </a:pathLst>
              </a:custGeom>
              <a:solidFill>
                <a:srgbClr val="C04E3F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C5AC494B-4D5C-9EDC-FE41-35C2E13818A6}"/>
                  </a:ext>
                </a:extLst>
              </p:cNvPr>
              <p:cNvSpPr/>
              <p:nvPr/>
            </p:nvSpPr>
            <p:spPr>
              <a:xfrm>
                <a:off x="3432976" y="2584917"/>
                <a:ext cx="314927" cy="9375"/>
              </a:xfrm>
              <a:custGeom>
                <a:avLst/>
                <a:gdLst>
                  <a:gd name="connsiteX0" fmla="*/ 0 w 314927"/>
                  <a:gd name="connsiteY0" fmla="*/ 0 h 9375"/>
                  <a:gd name="connsiteX1" fmla="*/ 314928 w 314927"/>
                  <a:gd name="connsiteY1" fmla="*/ 0 h 9375"/>
                  <a:gd name="connsiteX2" fmla="*/ 0 w 314927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4927" h="9375">
                    <a:moveTo>
                      <a:pt x="0" y="0"/>
                    </a:moveTo>
                    <a:lnTo>
                      <a:pt x="314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4E3F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BD918DC6-8489-DA54-5FD8-D733BF4A7CD5}"/>
                  </a:ext>
                </a:extLst>
              </p:cNvPr>
              <p:cNvSpPr/>
              <p:nvPr/>
            </p:nvSpPr>
            <p:spPr>
              <a:xfrm>
                <a:off x="3782969" y="2541416"/>
                <a:ext cx="315021" cy="43501"/>
              </a:xfrm>
              <a:custGeom>
                <a:avLst/>
                <a:gdLst>
                  <a:gd name="connsiteX0" fmla="*/ 0 w 315021"/>
                  <a:gd name="connsiteY0" fmla="*/ 43501 h 43501"/>
                  <a:gd name="connsiteX1" fmla="*/ 0 w 315021"/>
                  <a:gd name="connsiteY1" fmla="*/ 0 h 43501"/>
                  <a:gd name="connsiteX2" fmla="*/ 315021 w 315021"/>
                  <a:gd name="connsiteY2" fmla="*/ 0 h 43501"/>
                  <a:gd name="connsiteX3" fmla="*/ 315021 w 315021"/>
                  <a:gd name="connsiteY3" fmla="*/ 43501 h 43501"/>
                  <a:gd name="connsiteX4" fmla="*/ 0 w 315021"/>
                  <a:gd name="connsiteY4" fmla="*/ 43501 h 43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43501">
                    <a:moveTo>
                      <a:pt x="0" y="43501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43501"/>
                    </a:lnTo>
                    <a:lnTo>
                      <a:pt x="0" y="43501"/>
                    </a:lnTo>
                    <a:close/>
                  </a:path>
                </a:pathLst>
              </a:custGeom>
              <a:solidFill>
                <a:srgbClr val="C04E3F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0C29B6D2-5E1E-3D8C-9565-3BD22CDE6CE5}"/>
                  </a:ext>
                </a:extLst>
              </p:cNvPr>
              <p:cNvSpPr/>
              <p:nvPr/>
            </p:nvSpPr>
            <p:spPr>
              <a:xfrm>
                <a:off x="4132867" y="2515259"/>
                <a:ext cx="315021" cy="69658"/>
              </a:xfrm>
              <a:custGeom>
                <a:avLst/>
                <a:gdLst>
                  <a:gd name="connsiteX0" fmla="*/ 0 w 315021"/>
                  <a:gd name="connsiteY0" fmla="*/ 69658 h 69658"/>
                  <a:gd name="connsiteX1" fmla="*/ 0 w 315021"/>
                  <a:gd name="connsiteY1" fmla="*/ 0 h 69658"/>
                  <a:gd name="connsiteX2" fmla="*/ 315021 w 315021"/>
                  <a:gd name="connsiteY2" fmla="*/ 0 h 69658"/>
                  <a:gd name="connsiteX3" fmla="*/ 315021 w 315021"/>
                  <a:gd name="connsiteY3" fmla="*/ 69658 h 69658"/>
                  <a:gd name="connsiteX4" fmla="*/ 0 w 315021"/>
                  <a:gd name="connsiteY4" fmla="*/ 69658 h 69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69658">
                    <a:moveTo>
                      <a:pt x="0" y="69658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69658"/>
                    </a:lnTo>
                    <a:lnTo>
                      <a:pt x="0" y="69658"/>
                    </a:lnTo>
                    <a:close/>
                  </a:path>
                </a:pathLst>
              </a:custGeom>
              <a:solidFill>
                <a:srgbClr val="C04E3F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AD9B60A0-121F-BD82-550A-189E61C47B7F}"/>
                  </a:ext>
                </a:extLst>
              </p:cNvPr>
              <p:cNvSpPr/>
              <p:nvPr/>
            </p:nvSpPr>
            <p:spPr>
              <a:xfrm>
                <a:off x="4482860" y="2453945"/>
                <a:ext cx="315021" cy="130972"/>
              </a:xfrm>
              <a:custGeom>
                <a:avLst/>
                <a:gdLst>
                  <a:gd name="connsiteX0" fmla="*/ 0 w 315021"/>
                  <a:gd name="connsiteY0" fmla="*/ 130972 h 130972"/>
                  <a:gd name="connsiteX1" fmla="*/ 0 w 315021"/>
                  <a:gd name="connsiteY1" fmla="*/ 0 h 130972"/>
                  <a:gd name="connsiteX2" fmla="*/ 315021 w 315021"/>
                  <a:gd name="connsiteY2" fmla="*/ 0 h 130972"/>
                  <a:gd name="connsiteX3" fmla="*/ 315021 w 315021"/>
                  <a:gd name="connsiteY3" fmla="*/ 130972 h 130972"/>
                  <a:gd name="connsiteX4" fmla="*/ 0 w 315021"/>
                  <a:gd name="connsiteY4" fmla="*/ 130972 h 130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30972">
                    <a:moveTo>
                      <a:pt x="0" y="130972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30972"/>
                    </a:lnTo>
                    <a:lnTo>
                      <a:pt x="0" y="130972"/>
                    </a:lnTo>
                    <a:close/>
                  </a:path>
                </a:pathLst>
              </a:custGeom>
              <a:solidFill>
                <a:srgbClr val="C04E3F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8" name="Graphic 6">
              <a:extLst>
                <a:ext uri="{FF2B5EF4-FFF2-40B4-BE49-F238E27FC236}">
                  <a16:creationId xmlns:a16="http://schemas.microsoft.com/office/drawing/2014/main" id="{E5293E86-7D88-D9FB-FCD8-C5B306F2CD05}"/>
                </a:ext>
              </a:extLst>
            </p:cNvPr>
            <p:cNvGrpSpPr/>
            <p:nvPr/>
          </p:nvGrpSpPr>
          <p:grpSpPr>
            <a:xfrm>
              <a:off x="2383093" y="1630236"/>
              <a:ext cx="2414788" cy="954680"/>
              <a:chOff x="2383093" y="1630236"/>
              <a:chExt cx="2414788" cy="954680"/>
            </a:xfrm>
            <a:solidFill>
              <a:srgbClr val="339999"/>
            </a:solidFill>
          </p:grpSpPr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F0C3E7E0-0BA7-2A12-3E2D-6B8E2C04DC4C}"/>
                  </a:ext>
                </a:extLst>
              </p:cNvPr>
              <p:cNvSpPr/>
              <p:nvPr/>
            </p:nvSpPr>
            <p:spPr>
              <a:xfrm>
                <a:off x="2383093" y="2067779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999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FA848CBC-DA86-225D-CE00-DB2D5C0E4267}"/>
                  </a:ext>
                </a:extLst>
              </p:cNvPr>
              <p:cNvSpPr/>
              <p:nvPr/>
            </p:nvSpPr>
            <p:spPr>
              <a:xfrm>
                <a:off x="2733085" y="1630236"/>
                <a:ext cx="315021" cy="715986"/>
              </a:xfrm>
              <a:custGeom>
                <a:avLst/>
                <a:gdLst>
                  <a:gd name="connsiteX0" fmla="*/ 0 w 315021"/>
                  <a:gd name="connsiteY0" fmla="*/ 715987 h 715986"/>
                  <a:gd name="connsiteX1" fmla="*/ 0 w 315021"/>
                  <a:gd name="connsiteY1" fmla="*/ 0 h 715986"/>
                  <a:gd name="connsiteX2" fmla="*/ 315021 w 315021"/>
                  <a:gd name="connsiteY2" fmla="*/ 0 h 715986"/>
                  <a:gd name="connsiteX3" fmla="*/ 315021 w 315021"/>
                  <a:gd name="connsiteY3" fmla="*/ 715987 h 715986"/>
                  <a:gd name="connsiteX4" fmla="*/ 0 w 315021"/>
                  <a:gd name="connsiteY4" fmla="*/ 715987 h 715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715986">
                    <a:moveTo>
                      <a:pt x="0" y="715987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715987"/>
                    </a:lnTo>
                    <a:lnTo>
                      <a:pt x="0" y="715987"/>
                    </a:lnTo>
                    <a:close/>
                  </a:path>
                </a:pathLst>
              </a:custGeom>
              <a:solidFill>
                <a:srgbClr val="33999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D6B403E8-6697-CA3A-A0B0-88AAE6D19051}"/>
                  </a:ext>
                </a:extLst>
              </p:cNvPr>
              <p:cNvSpPr/>
              <p:nvPr/>
            </p:nvSpPr>
            <p:spPr>
              <a:xfrm>
                <a:off x="3082984" y="1879711"/>
                <a:ext cx="315021" cy="282100"/>
              </a:xfrm>
              <a:custGeom>
                <a:avLst/>
                <a:gdLst>
                  <a:gd name="connsiteX0" fmla="*/ 0 w 315021"/>
                  <a:gd name="connsiteY0" fmla="*/ 282101 h 282100"/>
                  <a:gd name="connsiteX1" fmla="*/ 0 w 315021"/>
                  <a:gd name="connsiteY1" fmla="*/ 0 h 282100"/>
                  <a:gd name="connsiteX2" fmla="*/ 315021 w 315021"/>
                  <a:gd name="connsiteY2" fmla="*/ 0 h 282100"/>
                  <a:gd name="connsiteX3" fmla="*/ 315021 w 315021"/>
                  <a:gd name="connsiteY3" fmla="*/ 282101 h 282100"/>
                  <a:gd name="connsiteX4" fmla="*/ 0 w 315021"/>
                  <a:gd name="connsiteY4" fmla="*/ 282101 h 28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282100">
                    <a:moveTo>
                      <a:pt x="0" y="282101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282101"/>
                    </a:lnTo>
                    <a:lnTo>
                      <a:pt x="0" y="282101"/>
                    </a:lnTo>
                    <a:close/>
                  </a:path>
                </a:pathLst>
              </a:custGeom>
              <a:solidFill>
                <a:srgbClr val="33999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B05875F6-4359-1936-198A-82D9CA82C949}"/>
                  </a:ext>
                </a:extLst>
              </p:cNvPr>
              <p:cNvSpPr/>
              <p:nvPr/>
            </p:nvSpPr>
            <p:spPr>
              <a:xfrm>
                <a:off x="3432976" y="2247596"/>
                <a:ext cx="314927" cy="337321"/>
              </a:xfrm>
              <a:custGeom>
                <a:avLst/>
                <a:gdLst>
                  <a:gd name="connsiteX0" fmla="*/ 0 w 314927"/>
                  <a:gd name="connsiteY0" fmla="*/ 337321 h 337321"/>
                  <a:gd name="connsiteX1" fmla="*/ 0 w 314927"/>
                  <a:gd name="connsiteY1" fmla="*/ 0 h 337321"/>
                  <a:gd name="connsiteX2" fmla="*/ 314928 w 314927"/>
                  <a:gd name="connsiteY2" fmla="*/ 0 h 337321"/>
                  <a:gd name="connsiteX3" fmla="*/ 314928 w 314927"/>
                  <a:gd name="connsiteY3" fmla="*/ 337321 h 337321"/>
                  <a:gd name="connsiteX4" fmla="*/ 0 w 314927"/>
                  <a:gd name="connsiteY4" fmla="*/ 337321 h 337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4927" h="337321">
                    <a:moveTo>
                      <a:pt x="0" y="337321"/>
                    </a:moveTo>
                    <a:lnTo>
                      <a:pt x="0" y="0"/>
                    </a:lnTo>
                    <a:lnTo>
                      <a:pt x="314928" y="0"/>
                    </a:lnTo>
                    <a:lnTo>
                      <a:pt x="314928" y="337321"/>
                    </a:lnTo>
                    <a:lnTo>
                      <a:pt x="0" y="337321"/>
                    </a:lnTo>
                    <a:close/>
                  </a:path>
                </a:pathLst>
              </a:custGeom>
              <a:solidFill>
                <a:srgbClr val="33999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B7930224-8A6F-5AC6-1375-AA047186C637}"/>
                  </a:ext>
                </a:extLst>
              </p:cNvPr>
              <p:cNvSpPr/>
              <p:nvPr/>
            </p:nvSpPr>
            <p:spPr>
              <a:xfrm>
                <a:off x="3782969" y="2396474"/>
                <a:ext cx="315021" cy="144941"/>
              </a:xfrm>
              <a:custGeom>
                <a:avLst/>
                <a:gdLst>
                  <a:gd name="connsiteX0" fmla="*/ 0 w 315021"/>
                  <a:gd name="connsiteY0" fmla="*/ 144941 h 144941"/>
                  <a:gd name="connsiteX1" fmla="*/ 0 w 315021"/>
                  <a:gd name="connsiteY1" fmla="*/ 0 h 144941"/>
                  <a:gd name="connsiteX2" fmla="*/ 315021 w 315021"/>
                  <a:gd name="connsiteY2" fmla="*/ 0 h 144941"/>
                  <a:gd name="connsiteX3" fmla="*/ 315021 w 315021"/>
                  <a:gd name="connsiteY3" fmla="*/ 144941 h 144941"/>
                  <a:gd name="connsiteX4" fmla="*/ 0 w 315021"/>
                  <a:gd name="connsiteY4" fmla="*/ 144941 h 144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44941">
                    <a:moveTo>
                      <a:pt x="0" y="144941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44941"/>
                    </a:lnTo>
                    <a:lnTo>
                      <a:pt x="0" y="144941"/>
                    </a:lnTo>
                    <a:close/>
                  </a:path>
                </a:pathLst>
              </a:custGeom>
              <a:solidFill>
                <a:srgbClr val="33999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0F025B28-414C-8E24-E9B4-BC4990109520}"/>
                  </a:ext>
                </a:extLst>
              </p:cNvPr>
              <p:cNvSpPr/>
              <p:nvPr/>
            </p:nvSpPr>
            <p:spPr>
              <a:xfrm>
                <a:off x="4132867" y="2320910"/>
                <a:ext cx="315021" cy="194348"/>
              </a:xfrm>
              <a:custGeom>
                <a:avLst/>
                <a:gdLst>
                  <a:gd name="connsiteX0" fmla="*/ 0 w 315021"/>
                  <a:gd name="connsiteY0" fmla="*/ 194349 h 194348"/>
                  <a:gd name="connsiteX1" fmla="*/ 0 w 315021"/>
                  <a:gd name="connsiteY1" fmla="*/ 0 h 194348"/>
                  <a:gd name="connsiteX2" fmla="*/ 315021 w 315021"/>
                  <a:gd name="connsiteY2" fmla="*/ 0 h 194348"/>
                  <a:gd name="connsiteX3" fmla="*/ 315021 w 315021"/>
                  <a:gd name="connsiteY3" fmla="*/ 194349 h 194348"/>
                  <a:gd name="connsiteX4" fmla="*/ 0 w 315021"/>
                  <a:gd name="connsiteY4" fmla="*/ 194349 h 194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94348">
                    <a:moveTo>
                      <a:pt x="0" y="194349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94349"/>
                    </a:lnTo>
                    <a:lnTo>
                      <a:pt x="0" y="194349"/>
                    </a:lnTo>
                    <a:close/>
                  </a:path>
                </a:pathLst>
              </a:custGeom>
              <a:solidFill>
                <a:srgbClr val="33999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373B7155-4037-A75C-604C-11AFBE22FCAF}"/>
                  </a:ext>
                </a:extLst>
              </p:cNvPr>
              <p:cNvSpPr/>
              <p:nvPr/>
            </p:nvSpPr>
            <p:spPr>
              <a:xfrm>
                <a:off x="4482860" y="2237377"/>
                <a:ext cx="315021" cy="216568"/>
              </a:xfrm>
              <a:custGeom>
                <a:avLst/>
                <a:gdLst>
                  <a:gd name="connsiteX0" fmla="*/ 0 w 315021"/>
                  <a:gd name="connsiteY0" fmla="*/ 216568 h 216568"/>
                  <a:gd name="connsiteX1" fmla="*/ 0 w 315021"/>
                  <a:gd name="connsiteY1" fmla="*/ 0 h 216568"/>
                  <a:gd name="connsiteX2" fmla="*/ 315021 w 315021"/>
                  <a:gd name="connsiteY2" fmla="*/ 0 h 216568"/>
                  <a:gd name="connsiteX3" fmla="*/ 315021 w 315021"/>
                  <a:gd name="connsiteY3" fmla="*/ 216568 h 216568"/>
                  <a:gd name="connsiteX4" fmla="*/ 0 w 315021"/>
                  <a:gd name="connsiteY4" fmla="*/ 216568 h 216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216568">
                    <a:moveTo>
                      <a:pt x="0" y="216568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216568"/>
                    </a:lnTo>
                    <a:lnTo>
                      <a:pt x="0" y="216568"/>
                    </a:lnTo>
                    <a:close/>
                  </a:path>
                </a:pathLst>
              </a:custGeom>
              <a:solidFill>
                <a:srgbClr val="33999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6" name="Graphic 6">
              <a:extLst>
                <a:ext uri="{FF2B5EF4-FFF2-40B4-BE49-F238E27FC236}">
                  <a16:creationId xmlns:a16="http://schemas.microsoft.com/office/drawing/2014/main" id="{D6B373BD-DA1F-344B-DEB4-E56698D76A8E}"/>
                </a:ext>
              </a:extLst>
            </p:cNvPr>
            <p:cNvGrpSpPr/>
            <p:nvPr/>
          </p:nvGrpSpPr>
          <p:grpSpPr>
            <a:xfrm>
              <a:off x="2383093" y="1630236"/>
              <a:ext cx="2414788" cy="766237"/>
              <a:chOff x="2383093" y="1630236"/>
              <a:chExt cx="2414788" cy="766237"/>
            </a:xfrm>
            <a:solidFill>
              <a:srgbClr val="FFC3C2"/>
            </a:solidFill>
          </p:grpSpPr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8F146467-FA76-C8F0-5E3A-5522C5C26215}"/>
                  </a:ext>
                </a:extLst>
              </p:cNvPr>
              <p:cNvSpPr/>
              <p:nvPr/>
            </p:nvSpPr>
            <p:spPr>
              <a:xfrm>
                <a:off x="2383093" y="2067779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3C2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7BEC771D-6BBD-7FEC-8561-F1BF27EC788B}"/>
                  </a:ext>
                </a:extLst>
              </p:cNvPr>
              <p:cNvSpPr/>
              <p:nvPr/>
            </p:nvSpPr>
            <p:spPr>
              <a:xfrm>
                <a:off x="2733085" y="1630236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3C2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30E62687-6EBE-D645-C650-7ADC9C82439D}"/>
                  </a:ext>
                </a:extLst>
              </p:cNvPr>
              <p:cNvSpPr/>
              <p:nvPr/>
            </p:nvSpPr>
            <p:spPr>
              <a:xfrm>
                <a:off x="3082984" y="1879711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3C2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18C04139-D388-F2A4-4FAA-60C761411112}"/>
                  </a:ext>
                </a:extLst>
              </p:cNvPr>
              <p:cNvSpPr/>
              <p:nvPr/>
            </p:nvSpPr>
            <p:spPr>
              <a:xfrm>
                <a:off x="3432976" y="2247689"/>
                <a:ext cx="314927" cy="9375"/>
              </a:xfrm>
              <a:custGeom>
                <a:avLst/>
                <a:gdLst>
                  <a:gd name="connsiteX0" fmla="*/ 0 w 314927"/>
                  <a:gd name="connsiteY0" fmla="*/ 0 h 9375"/>
                  <a:gd name="connsiteX1" fmla="*/ 314928 w 314927"/>
                  <a:gd name="connsiteY1" fmla="*/ 0 h 9375"/>
                  <a:gd name="connsiteX2" fmla="*/ 0 w 314927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4927" h="9375">
                    <a:moveTo>
                      <a:pt x="0" y="0"/>
                    </a:moveTo>
                    <a:lnTo>
                      <a:pt x="314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3C2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59B265C2-1CA9-DC27-C45A-4E3E448A963A}"/>
                  </a:ext>
                </a:extLst>
              </p:cNvPr>
              <p:cNvSpPr/>
              <p:nvPr/>
            </p:nvSpPr>
            <p:spPr>
              <a:xfrm>
                <a:off x="3782969" y="2367505"/>
                <a:ext cx="315021" cy="28969"/>
              </a:xfrm>
              <a:custGeom>
                <a:avLst/>
                <a:gdLst>
                  <a:gd name="connsiteX0" fmla="*/ 0 w 315021"/>
                  <a:gd name="connsiteY0" fmla="*/ 28969 h 28969"/>
                  <a:gd name="connsiteX1" fmla="*/ 0 w 315021"/>
                  <a:gd name="connsiteY1" fmla="*/ 0 h 28969"/>
                  <a:gd name="connsiteX2" fmla="*/ 315021 w 315021"/>
                  <a:gd name="connsiteY2" fmla="*/ 0 h 28969"/>
                  <a:gd name="connsiteX3" fmla="*/ 315021 w 315021"/>
                  <a:gd name="connsiteY3" fmla="*/ 28969 h 28969"/>
                  <a:gd name="connsiteX4" fmla="*/ 0 w 315021"/>
                  <a:gd name="connsiteY4" fmla="*/ 28969 h 28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28969">
                    <a:moveTo>
                      <a:pt x="0" y="28969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28969"/>
                    </a:lnTo>
                    <a:lnTo>
                      <a:pt x="0" y="28969"/>
                    </a:lnTo>
                    <a:close/>
                  </a:path>
                </a:pathLst>
              </a:custGeom>
              <a:solidFill>
                <a:srgbClr val="FFC3C2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CDFFD595-C20B-25E7-E83B-1EF1D4A37484}"/>
                  </a:ext>
                </a:extLst>
              </p:cNvPr>
              <p:cNvSpPr/>
              <p:nvPr/>
            </p:nvSpPr>
            <p:spPr>
              <a:xfrm>
                <a:off x="4132867" y="2295222"/>
                <a:ext cx="315021" cy="25688"/>
              </a:xfrm>
              <a:custGeom>
                <a:avLst/>
                <a:gdLst>
                  <a:gd name="connsiteX0" fmla="*/ 0 w 315021"/>
                  <a:gd name="connsiteY0" fmla="*/ 25688 h 25688"/>
                  <a:gd name="connsiteX1" fmla="*/ 0 w 315021"/>
                  <a:gd name="connsiteY1" fmla="*/ 0 h 25688"/>
                  <a:gd name="connsiteX2" fmla="*/ 315021 w 315021"/>
                  <a:gd name="connsiteY2" fmla="*/ 0 h 25688"/>
                  <a:gd name="connsiteX3" fmla="*/ 315021 w 315021"/>
                  <a:gd name="connsiteY3" fmla="*/ 25688 h 25688"/>
                  <a:gd name="connsiteX4" fmla="*/ 0 w 315021"/>
                  <a:gd name="connsiteY4" fmla="*/ 25688 h 2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25688">
                    <a:moveTo>
                      <a:pt x="0" y="25688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25688"/>
                    </a:lnTo>
                    <a:lnTo>
                      <a:pt x="0" y="25688"/>
                    </a:lnTo>
                    <a:close/>
                  </a:path>
                </a:pathLst>
              </a:custGeom>
              <a:solidFill>
                <a:srgbClr val="FFC3C2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50703E8C-4975-A0EA-2362-16776D5D0CCC}"/>
                  </a:ext>
                </a:extLst>
              </p:cNvPr>
              <p:cNvSpPr/>
              <p:nvPr/>
            </p:nvSpPr>
            <p:spPr>
              <a:xfrm>
                <a:off x="4482860" y="2212157"/>
                <a:ext cx="315021" cy="25219"/>
              </a:xfrm>
              <a:custGeom>
                <a:avLst/>
                <a:gdLst>
                  <a:gd name="connsiteX0" fmla="*/ 0 w 315021"/>
                  <a:gd name="connsiteY0" fmla="*/ 25219 h 25219"/>
                  <a:gd name="connsiteX1" fmla="*/ 0 w 315021"/>
                  <a:gd name="connsiteY1" fmla="*/ 0 h 25219"/>
                  <a:gd name="connsiteX2" fmla="*/ 315021 w 315021"/>
                  <a:gd name="connsiteY2" fmla="*/ 0 h 25219"/>
                  <a:gd name="connsiteX3" fmla="*/ 315021 w 315021"/>
                  <a:gd name="connsiteY3" fmla="*/ 25219 h 25219"/>
                  <a:gd name="connsiteX4" fmla="*/ 0 w 315021"/>
                  <a:gd name="connsiteY4" fmla="*/ 25219 h 25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25219">
                    <a:moveTo>
                      <a:pt x="0" y="25219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25219"/>
                    </a:lnTo>
                    <a:lnTo>
                      <a:pt x="0" y="25219"/>
                    </a:lnTo>
                    <a:close/>
                  </a:path>
                </a:pathLst>
              </a:custGeom>
              <a:solidFill>
                <a:srgbClr val="FFC3C2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24" name="Graphic 6">
              <a:extLst>
                <a:ext uri="{FF2B5EF4-FFF2-40B4-BE49-F238E27FC236}">
                  <a16:creationId xmlns:a16="http://schemas.microsoft.com/office/drawing/2014/main" id="{DD388980-57D2-286A-3C33-D0CF3B506C6C}"/>
                </a:ext>
              </a:extLst>
            </p:cNvPr>
            <p:cNvGrpSpPr/>
            <p:nvPr/>
          </p:nvGrpSpPr>
          <p:grpSpPr>
            <a:xfrm>
              <a:off x="2383093" y="1630236"/>
              <a:ext cx="2414788" cy="737268"/>
              <a:chOff x="2383093" y="1630236"/>
              <a:chExt cx="2414788" cy="737268"/>
            </a:xfrm>
            <a:solidFill>
              <a:srgbClr val="005F56"/>
            </a:solidFill>
          </p:grpSpPr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DC7743D2-0C65-A798-19AF-BB65AB5D7E4A}"/>
                  </a:ext>
                </a:extLst>
              </p:cNvPr>
              <p:cNvSpPr/>
              <p:nvPr/>
            </p:nvSpPr>
            <p:spPr>
              <a:xfrm>
                <a:off x="2383093" y="2067779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F56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8D35D25D-7D41-420D-301D-60DD3BF391ED}"/>
                  </a:ext>
                </a:extLst>
              </p:cNvPr>
              <p:cNvSpPr/>
              <p:nvPr/>
            </p:nvSpPr>
            <p:spPr>
              <a:xfrm>
                <a:off x="2733085" y="1630236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F56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01DFD4F6-55E0-DA0C-011E-1E2BFE0C8EB1}"/>
                  </a:ext>
                </a:extLst>
              </p:cNvPr>
              <p:cNvSpPr/>
              <p:nvPr/>
            </p:nvSpPr>
            <p:spPr>
              <a:xfrm>
                <a:off x="3082984" y="1879711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F56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C38C7547-12AD-EEB5-B618-2F19EEFDC02D}"/>
                  </a:ext>
                </a:extLst>
              </p:cNvPr>
              <p:cNvSpPr/>
              <p:nvPr/>
            </p:nvSpPr>
            <p:spPr>
              <a:xfrm>
                <a:off x="3432976" y="2247689"/>
                <a:ext cx="314927" cy="9375"/>
              </a:xfrm>
              <a:custGeom>
                <a:avLst/>
                <a:gdLst>
                  <a:gd name="connsiteX0" fmla="*/ 0 w 314927"/>
                  <a:gd name="connsiteY0" fmla="*/ 0 h 9375"/>
                  <a:gd name="connsiteX1" fmla="*/ 314928 w 314927"/>
                  <a:gd name="connsiteY1" fmla="*/ 0 h 9375"/>
                  <a:gd name="connsiteX2" fmla="*/ 0 w 314927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4927" h="9375">
                    <a:moveTo>
                      <a:pt x="0" y="0"/>
                    </a:moveTo>
                    <a:lnTo>
                      <a:pt x="314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5F56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06866234-B41B-7F23-8321-875BE7343D78}"/>
                  </a:ext>
                </a:extLst>
              </p:cNvPr>
              <p:cNvSpPr/>
              <p:nvPr/>
            </p:nvSpPr>
            <p:spPr>
              <a:xfrm>
                <a:off x="3782969" y="2324004"/>
                <a:ext cx="315021" cy="43501"/>
              </a:xfrm>
              <a:custGeom>
                <a:avLst/>
                <a:gdLst>
                  <a:gd name="connsiteX0" fmla="*/ 0 w 315021"/>
                  <a:gd name="connsiteY0" fmla="*/ 43501 h 43501"/>
                  <a:gd name="connsiteX1" fmla="*/ 0 w 315021"/>
                  <a:gd name="connsiteY1" fmla="*/ 0 h 43501"/>
                  <a:gd name="connsiteX2" fmla="*/ 315021 w 315021"/>
                  <a:gd name="connsiteY2" fmla="*/ 0 h 43501"/>
                  <a:gd name="connsiteX3" fmla="*/ 315021 w 315021"/>
                  <a:gd name="connsiteY3" fmla="*/ 43501 h 43501"/>
                  <a:gd name="connsiteX4" fmla="*/ 0 w 315021"/>
                  <a:gd name="connsiteY4" fmla="*/ 43501 h 43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43501">
                    <a:moveTo>
                      <a:pt x="0" y="43501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43501"/>
                    </a:lnTo>
                    <a:lnTo>
                      <a:pt x="0" y="43501"/>
                    </a:lnTo>
                    <a:close/>
                  </a:path>
                </a:pathLst>
              </a:custGeom>
              <a:solidFill>
                <a:srgbClr val="005F56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0AF8B4CA-EA75-62CC-430C-A4E1CD9CDB54}"/>
                  </a:ext>
                </a:extLst>
              </p:cNvPr>
              <p:cNvSpPr/>
              <p:nvPr/>
            </p:nvSpPr>
            <p:spPr>
              <a:xfrm>
                <a:off x="4132867" y="2269534"/>
                <a:ext cx="315021" cy="25688"/>
              </a:xfrm>
              <a:custGeom>
                <a:avLst/>
                <a:gdLst>
                  <a:gd name="connsiteX0" fmla="*/ 0 w 315021"/>
                  <a:gd name="connsiteY0" fmla="*/ 25688 h 25688"/>
                  <a:gd name="connsiteX1" fmla="*/ 0 w 315021"/>
                  <a:gd name="connsiteY1" fmla="*/ 0 h 25688"/>
                  <a:gd name="connsiteX2" fmla="*/ 315021 w 315021"/>
                  <a:gd name="connsiteY2" fmla="*/ 0 h 25688"/>
                  <a:gd name="connsiteX3" fmla="*/ 315021 w 315021"/>
                  <a:gd name="connsiteY3" fmla="*/ 25688 h 25688"/>
                  <a:gd name="connsiteX4" fmla="*/ 0 w 315021"/>
                  <a:gd name="connsiteY4" fmla="*/ 25688 h 2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25688">
                    <a:moveTo>
                      <a:pt x="0" y="25688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25688"/>
                    </a:lnTo>
                    <a:lnTo>
                      <a:pt x="0" y="25688"/>
                    </a:lnTo>
                    <a:close/>
                  </a:path>
                </a:pathLst>
              </a:custGeom>
              <a:solidFill>
                <a:srgbClr val="005F56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1ACCAF3C-2E89-72ED-4904-7D56F76395E7}"/>
                  </a:ext>
                </a:extLst>
              </p:cNvPr>
              <p:cNvSpPr/>
              <p:nvPr/>
            </p:nvSpPr>
            <p:spPr>
              <a:xfrm>
                <a:off x="4482860" y="2197063"/>
                <a:ext cx="315021" cy="15094"/>
              </a:xfrm>
              <a:custGeom>
                <a:avLst/>
                <a:gdLst>
                  <a:gd name="connsiteX0" fmla="*/ 0 w 315021"/>
                  <a:gd name="connsiteY0" fmla="*/ 15094 h 15094"/>
                  <a:gd name="connsiteX1" fmla="*/ 0 w 315021"/>
                  <a:gd name="connsiteY1" fmla="*/ 0 h 15094"/>
                  <a:gd name="connsiteX2" fmla="*/ 315021 w 315021"/>
                  <a:gd name="connsiteY2" fmla="*/ 0 h 15094"/>
                  <a:gd name="connsiteX3" fmla="*/ 315021 w 315021"/>
                  <a:gd name="connsiteY3" fmla="*/ 15094 h 15094"/>
                  <a:gd name="connsiteX4" fmla="*/ 0 w 315021"/>
                  <a:gd name="connsiteY4" fmla="*/ 15094 h 15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5094">
                    <a:moveTo>
                      <a:pt x="0" y="15094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5094"/>
                    </a:lnTo>
                    <a:lnTo>
                      <a:pt x="0" y="15094"/>
                    </a:lnTo>
                    <a:close/>
                  </a:path>
                </a:pathLst>
              </a:custGeom>
              <a:solidFill>
                <a:srgbClr val="005F56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32" name="Graphic 6">
              <a:extLst>
                <a:ext uri="{FF2B5EF4-FFF2-40B4-BE49-F238E27FC236}">
                  <a16:creationId xmlns:a16="http://schemas.microsoft.com/office/drawing/2014/main" id="{D71960E9-E932-7482-4E28-FDEE3F8EBD24}"/>
                </a:ext>
              </a:extLst>
            </p:cNvPr>
            <p:cNvGrpSpPr/>
            <p:nvPr/>
          </p:nvGrpSpPr>
          <p:grpSpPr>
            <a:xfrm>
              <a:off x="2383093" y="1510890"/>
              <a:ext cx="2414788" cy="813114"/>
              <a:chOff x="2383093" y="1510890"/>
              <a:chExt cx="2414788" cy="813114"/>
            </a:xfrm>
            <a:solidFill>
              <a:srgbClr val="F4E1A1"/>
            </a:solidFill>
          </p:grpSpPr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C53C7B7D-4980-ABD7-187F-60031456FFCB}"/>
                  </a:ext>
                </a:extLst>
              </p:cNvPr>
              <p:cNvSpPr/>
              <p:nvPr/>
            </p:nvSpPr>
            <p:spPr>
              <a:xfrm>
                <a:off x="2383093" y="2067779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E1A1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A07FC280-8DD7-6FAE-2953-7547E9FCA143}"/>
                  </a:ext>
                </a:extLst>
              </p:cNvPr>
              <p:cNvSpPr/>
              <p:nvPr/>
            </p:nvSpPr>
            <p:spPr>
              <a:xfrm>
                <a:off x="2733085" y="1510890"/>
                <a:ext cx="315021" cy="119346"/>
              </a:xfrm>
              <a:custGeom>
                <a:avLst/>
                <a:gdLst>
                  <a:gd name="connsiteX0" fmla="*/ 0 w 315021"/>
                  <a:gd name="connsiteY0" fmla="*/ 119347 h 119346"/>
                  <a:gd name="connsiteX1" fmla="*/ 0 w 315021"/>
                  <a:gd name="connsiteY1" fmla="*/ 0 h 119346"/>
                  <a:gd name="connsiteX2" fmla="*/ 315021 w 315021"/>
                  <a:gd name="connsiteY2" fmla="*/ 0 h 119346"/>
                  <a:gd name="connsiteX3" fmla="*/ 315021 w 315021"/>
                  <a:gd name="connsiteY3" fmla="*/ 119347 h 119346"/>
                  <a:gd name="connsiteX4" fmla="*/ 0 w 315021"/>
                  <a:gd name="connsiteY4" fmla="*/ 119347 h 119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19346">
                    <a:moveTo>
                      <a:pt x="0" y="119347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19347"/>
                    </a:lnTo>
                    <a:lnTo>
                      <a:pt x="0" y="119347"/>
                    </a:lnTo>
                    <a:close/>
                  </a:path>
                </a:pathLst>
              </a:custGeom>
              <a:solidFill>
                <a:srgbClr val="F4E1A1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8C03C89B-3F83-591D-DBDE-7643D5347178}"/>
                  </a:ext>
                </a:extLst>
              </p:cNvPr>
              <p:cNvSpPr/>
              <p:nvPr/>
            </p:nvSpPr>
            <p:spPr>
              <a:xfrm>
                <a:off x="3082984" y="1597610"/>
                <a:ext cx="315021" cy="282100"/>
              </a:xfrm>
              <a:custGeom>
                <a:avLst/>
                <a:gdLst>
                  <a:gd name="connsiteX0" fmla="*/ 0 w 315021"/>
                  <a:gd name="connsiteY0" fmla="*/ 282101 h 282100"/>
                  <a:gd name="connsiteX1" fmla="*/ 0 w 315021"/>
                  <a:gd name="connsiteY1" fmla="*/ 0 h 282100"/>
                  <a:gd name="connsiteX2" fmla="*/ 315021 w 315021"/>
                  <a:gd name="connsiteY2" fmla="*/ 0 h 282100"/>
                  <a:gd name="connsiteX3" fmla="*/ 315021 w 315021"/>
                  <a:gd name="connsiteY3" fmla="*/ 282101 h 282100"/>
                  <a:gd name="connsiteX4" fmla="*/ 0 w 315021"/>
                  <a:gd name="connsiteY4" fmla="*/ 282101 h 28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282100">
                    <a:moveTo>
                      <a:pt x="0" y="282101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282101"/>
                    </a:lnTo>
                    <a:lnTo>
                      <a:pt x="0" y="282101"/>
                    </a:lnTo>
                    <a:close/>
                  </a:path>
                </a:pathLst>
              </a:custGeom>
              <a:solidFill>
                <a:srgbClr val="F4E1A1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87CED8FB-41E6-2631-ED7D-E2E8162C7471}"/>
                  </a:ext>
                </a:extLst>
              </p:cNvPr>
              <p:cNvSpPr/>
              <p:nvPr/>
            </p:nvSpPr>
            <p:spPr>
              <a:xfrm>
                <a:off x="3432976" y="1842960"/>
                <a:ext cx="314927" cy="404728"/>
              </a:xfrm>
              <a:custGeom>
                <a:avLst/>
                <a:gdLst>
                  <a:gd name="connsiteX0" fmla="*/ 0 w 314927"/>
                  <a:gd name="connsiteY0" fmla="*/ 404729 h 404728"/>
                  <a:gd name="connsiteX1" fmla="*/ 0 w 314927"/>
                  <a:gd name="connsiteY1" fmla="*/ 0 h 404728"/>
                  <a:gd name="connsiteX2" fmla="*/ 314928 w 314927"/>
                  <a:gd name="connsiteY2" fmla="*/ 0 h 404728"/>
                  <a:gd name="connsiteX3" fmla="*/ 314928 w 314927"/>
                  <a:gd name="connsiteY3" fmla="*/ 404729 h 404728"/>
                  <a:gd name="connsiteX4" fmla="*/ 0 w 314927"/>
                  <a:gd name="connsiteY4" fmla="*/ 404729 h 404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4927" h="404728">
                    <a:moveTo>
                      <a:pt x="0" y="404729"/>
                    </a:moveTo>
                    <a:lnTo>
                      <a:pt x="0" y="0"/>
                    </a:lnTo>
                    <a:lnTo>
                      <a:pt x="314928" y="0"/>
                    </a:lnTo>
                    <a:lnTo>
                      <a:pt x="314928" y="404729"/>
                    </a:lnTo>
                    <a:lnTo>
                      <a:pt x="0" y="404729"/>
                    </a:lnTo>
                    <a:close/>
                  </a:path>
                </a:pathLst>
              </a:custGeom>
              <a:solidFill>
                <a:srgbClr val="F4E1A1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EF7CECFA-6893-EF73-17B4-21804636DCD2}"/>
                  </a:ext>
                </a:extLst>
              </p:cNvPr>
              <p:cNvSpPr/>
              <p:nvPr/>
            </p:nvSpPr>
            <p:spPr>
              <a:xfrm>
                <a:off x="3782969" y="2106498"/>
                <a:ext cx="315021" cy="217505"/>
              </a:xfrm>
              <a:custGeom>
                <a:avLst/>
                <a:gdLst>
                  <a:gd name="connsiteX0" fmla="*/ 0 w 315021"/>
                  <a:gd name="connsiteY0" fmla="*/ 217505 h 217505"/>
                  <a:gd name="connsiteX1" fmla="*/ 0 w 315021"/>
                  <a:gd name="connsiteY1" fmla="*/ 0 h 217505"/>
                  <a:gd name="connsiteX2" fmla="*/ 315021 w 315021"/>
                  <a:gd name="connsiteY2" fmla="*/ 0 h 217505"/>
                  <a:gd name="connsiteX3" fmla="*/ 315021 w 315021"/>
                  <a:gd name="connsiteY3" fmla="*/ 217505 h 217505"/>
                  <a:gd name="connsiteX4" fmla="*/ 0 w 315021"/>
                  <a:gd name="connsiteY4" fmla="*/ 217505 h 21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217505">
                    <a:moveTo>
                      <a:pt x="0" y="217505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217505"/>
                    </a:lnTo>
                    <a:lnTo>
                      <a:pt x="0" y="217505"/>
                    </a:lnTo>
                    <a:close/>
                  </a:path>
                </a:pathLst>
              </a:custGeom>
              <a:solidFill>
                <a:srgbClr val="F4E1A1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BFE7B793-C93E-B717-E854-EB4E1EF0FADF}"/>
                  </a:ext>
                </a:extLst>
              </p:cNvPr>
              <p:cNvSpPr/>
              <p:nvPr/>
            </p:nvSpPr>
            <p:spPr>
              <a:xfrm>
                <a:off x="4132867" y="2104529"/>
                <a:ext cx="315021" cy="165004"/>
              </a:xfrm>
              <a:custGeom>
                <a:avLst/>
                <a:gdLst>
                  <a:gd name="connsiteX0" fmla="*/ 0 w 315021"/>
                  <a:gd name="connsiteY0" fmla="*/ 165004 h 165004"/>
                  <a:gd name="connsiteX1" fmla="*/ 0 w 315021"/>
                  <a:gd name="connsiteY1" fmla="*/ 0 h 165004"/>
                  <a:gd name="connsiteX2" fmla="*/ 315021 w 315021"/>
                  <a:gd name="connsiteY2" fmla="*/ 0 h 165004"/>
                  <a:gd name="connsiteX3" fmla="*/ 315021 w 315021"/>
                  <a:gd name="connsiteY3" fmla="*/ 165004 h 165004"/>
                  <a:gd name="connsiteX4" fmla="*/ 0 w 315021"/>
                  <a:gd name="connsiteY4" fmla="*/ 165004 h 165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65004">
                    <a:moveTo>
                      <a:pt x="0" y="165004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65004"/>
                    </a:lnTo>
                    <a:lnTo>
                      <a:pt x="0" y="165004"/>
                    </a:lnTo>
                    <a:close/>
                  </a:path>
                </a:pathLst>
              </a:custGeom>
              <a:solidFill>
                <a:srgbClr val="F4E1A1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C1D6D8FA-4868-C552-FA58-E390A5DFD454}"/>
                  </a:ext>
                </a:extLst>
              </p:cNvPr>
              <p:cNvSpPr/>
              <p:nvPr/>
            </p:nvSpPr>
            <p:spPr>
              <a:xfrm>
                <a:off x="4482860" y="2045934"/>
                <a:ext cx="315021" cy="151128"/>
              </a:xfrm>
              <a:custGeom>
                <a:avLst/>
                <a:gdLst>
                  <a:gd name="connsiteX0" fmla="*/ 0 w 315021"/>
                  <a:gd name="connsiteY0" fmla="*/ 151129 h 151128"/>
                  <a:gd name="connsiteX1" fmla="*/ 0 w 315021"/>
                  <a:gd name="connsiteY1" fmla="*/ 0 h 151128"/>
                  <a:gd name="connsiteX2" fmla="*/ 315021 w 315021"/>
                  <a:gd name="connsiteY2" fmla="*/ 0 h 151128"/>
                  <a:gd name="connsiteX3" fmla="*/ 315021 w 315021"/>
                  <a:gd name="connsiteY3" fmla="*/ 151129 h 151128"/>
                  <a:gd name="connsiteX4" fmla="*/ 0 w 315021"/>
                  <a:gd name="connsiteY4" fmla="*/ 151129 h 151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51128">
                    <a:moveTo>
                      <a:pt x="0" y="151129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51129"/>
                    </a:lnTo>
                    <a:lnTo>
                      <a:pt x="0" y="151129"/>
                    </a:lnTo>
                    <a:close/>
                  </a:path>
                </a:pathLst>
              </a:custGeom>
              <a:solidFill>
                <a:srgbClr val="F4E1A1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40" name="Graphic 6">
              <a:extLst>
                <a:ext uri="{FF2B5EF4-FFF2-40B4-BE49-F238E27FC236}">
                  <a16:creationId xmlns:a16="http://schemas.microsoft.com/office/drawing/2014/main" id="{E5821A44-CABB-FE11-877E-D3030F5839E3}"/>
                </a:ext>
              </a:extLst>
            </p:cNvPr>
            <p:cNvGrpSpPr/>
            <p:nvPr/>
          </p:nvGrpSpPr>
          <p:grpSpPr>
            <a:xfrm>
              <a:off x="2383093" y="1391543"/>
              <a:ext cx="2414788" cy="714861"/>
              <a:chOff x="2383093" y="1391543"/>
              <a:chExt cx="2414788" cy="714861"/>
            </a:xfrm>
            <a:solidFill>
              <a:srgbClr val="F4A988"/>
            </a:solidFill>
          </p:grpSpPr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572A3682-29D0-82F0-A206-137135B90B06}"/>
                  </a:ext>
                </a:extLst>
              </p:cNvPr>
              <p:cNvSpPr/>
              <p:nvPr/>
            </p:nvSpPr>
            <p:spPr>
              <a:xfrm>
                <a:off x="2383093" y="2067779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988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D019F44-4B23-63B2-EE47-F2E6CB93646B}"/>
                  </a:ext>
                </a:extLst>
              </p:cNvPr>
              <p:cNvSpPr/>
              <p:nvPr/>
            </p:nvSpPr>
            <p:spPr>
              <a:xfrm>
                <a:off x="2733085" y="1391543"/>
                <a:ext cx="315021" cy="119346"/>
              </a:xfrm>
              <a:custGeom>
                <a:avLst/>
                <a:gdLst>
                  <a:gd name="connsiteX0" fmla="*/ 0 w 315021"/>
                  <a:gd name="connsiteY0" fmla="*/ 119347 h 119346"/>
                  <a:gd name="connsiteX1" fmla="*/ 0 w 315021"/>
                  <a:gd name="connsiteY1" fmla="*/ 0 h 119346"/>
                  <a:gd name="connsiteX2" fmla="*/ 315021 w 315021"/>
                  <a:gd name="connsiteY2" fmla="*/ 0 h 119346"/>
                  <a:gd name="connsiteX3" fmla="*/ 315021 w 315021"/>
                  <a:gd name="connsiteY3" fmla="*/ 119347 h 119346"/>
                  <a:gd name="connsiteX4" fmla="*/ 0 w 315021"/>
                  <a:gd name="connsiteY4" fmla="*/ 119347 h 119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19346">
                    <a:moveTo>
                      <a:pt x="0" y="119347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19347"/>
                    </a:lnTo>
                    <a:lnTo>
                      <a:pt x="0" y="119347"/>
                    </a:lnTo>
                    <a:close/>
                  </a:path>
                </a:pathLst>
              </a:custGeom>
              <a:solidFill>
                <a:srgbClr val="F4A988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ED017C8-6A61-0CC1-4C24-ADD2DA890F64}"/>
                  </a:ext>
                </a:extLst>
              </p:cNvPr>
              <p:cNvSpPr/>
              <p:nvPr/>
            </p:nvSpPr>
            <p:spPr>
              <a:xfrm>
                <a:off x="3082984" y="1597610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988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3F72B471-59B8-DC9C-DE4B-1A5B76DCF317}"/>
                  </a:ext>
                </a:extLst>
              </p:cNvPr>
              <p:cNvSpPr/>
              <p:nvPr/>
            </p:nvSpPr>
            <p:spPr>
              <a:xfrm>
                <a:off x="3432976" y="1842960"/>
                <a:ext cx="314927" cy="9375"/>
              </a:xfrm>
              <a:custGeom>
                <a:avLst/>
                <a:gdLst>
                  <a:gd name="connsiteX0" fmla="*/ 0 w 314927"/>
                  <a:gd name="connsiteY0" fmla="*/ 0 h 9375"/>
                  <a:gd name="connsiteX1" fmla="*/ 314928 w 314927"/>
                  <a:gd name="connsiteY1" fmla="*/ 0 h 9375"/>
                  <a:gd name="connsiteX2" fmla="*/ 0 w 314927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4927" h="9375">
                    <a:moveTo>
                      <a:pt x="0" y="0"/>
                    </a:moveTo>
                    <a:lnTo>
                      <a:pt x="31492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988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797EB2D2-59C9-9E12-CD40-23DA2F062E4B}"/>
                  </a:ext>
                </a:extLst>
              </p:cNvPr>
              <p:cNvSpPr/>
              <p:nvPr/>
            </p:nvSpPr>
            <p:spPr>
              <a:xfrm>
                <a:off x="3782969" y="2091967"/>
                <a:ext cx="315021" cy="14437"/>
              </a:xfrm>
              <a:custGeom>
                <a:avLst/>
                <a:gdLst>
                  <a:gd name="connsiteX0" fmla="*/ 0 w 315021"/>
                  <a:gd name="connsiteY0" fmla="*/ 14438 h 14437"/>
                  <a:gd name="connsiteX1" fmla="*/ 0 w 315021"/>
                  <a:gd name="connsiteY1" fmla="*/ 0 h 14437"/>
                  <a:gd name="connsiteX2" fmla="*/ 315021 w 315021"/>
                  <a:gd name="connsiteY2" fmla="*/ 0 h 14437"/>
                  <a:gd name="connsiteX3" fmla="*/ 315021 w 315021"/>
                  <a:gd name="connsiteY3" fmla="*/ 14438 h 14437"/>
                  <a:gd name="connsiteX4" fmla="*/ 0 w 315021"/>
                  <a:gd name="connsiteY4" fmla="*/ 14438 h 14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4437">
                    <a:moveTo>
                      <a:pt x="0" y="14438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4438"/>
                    </a:lnTo>
                    <a:lnTo>
                      <a:pt x="0" y="14438"/>
                    </a:lnTo>
                    <a:close/>
                  </a:path>
                </a:pathLst>
              </a:custGeom>
              <a:solidFill>
                <a:srgbClr val="F4A988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0A1079F9-6B41-769F-5FF1-1364E156389D}"/>
                  </a:ext>
                </a:extLst>
              </p:cNvPr>
              <p:cNvSpPr/>
              <p:nvPr/>
            </p:nvSpPr>
            <p:spPr>
              <a:xfrm>
                <a:off x="4132867" y="2056810"/>
                <a:ext cx="315021" cy="47719"/>
              </a:xfrm>
              <a:custGeom>
                <a:avLst/>
                <a:gdLst>
                  <a:gd name="connsiteX0" fmla="*/ 0 w 315021"/>
                  <a:gd name="connsiteY0" fmla="*/ 47720 h 47719"/>
                  <a:gd name="connsiteX1" fmla="*/ 0 w 315021"/>
                  <a:gd name="connsiteY1" fmla="*/ 0 h 47719"/>
                  <a:gd name="connsiteX2" fmla="*/ 315021 w 315021"/>
                  <a:gd name="connsiteY2" fmla="*/ 0 h 47719"/>
                  <a:gd name="connsiteX3" fmla="*/ 315021 w 315021"/>
                  <a:gd name="connsiteY3" fmla="*/ 47720 h 47719"/>
                  <a:gd name="connsiteX4" fmla="*/ 0 w 315021"/>
                  <a:gd name="connsiteY4" fmla="*/ 47720 h 47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47719">
                    <a:moveTo>
                      <a:pt x="0" y="47720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47720"/>
                    </a:lnTo>
                    <a:lnTo>
                      <a:pt x="0" y="47720"/>
                    </a:lnTo>
                    <a:close/>
                  </a:path>
                </a:pathLst>
              </a:custGeom>
              <a:solidFill>
                <a:srgbClr val="F4A988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6325F1E6-F680-A229-056D-1FEF7CC1A07E}"/>
                  </a:ext>
                </a:extLst>
              </p:cNvPr>
              <p:cNvSpPr/>
              <p:nvPr/>
            </p:nvSpPr>
            <p:spPr>
              <a:xfrm>
                <a:off x="4482860" y="1864523"/>
                <a:ext cx="315021" cy="181410"/>
              </a:xfrm>
              <a:custGeom>
                <a:avLst/>
                <a:gdLst>
                  <a:gd name="connsiteX0" fmla="*/ 0 w 315021"/>
                  <a:gd name="connsiteY0" fmla="*/ 181411 h 181410"/>
                  <a:gd name="connsiteX1" fmla="*/ 0 w 315021"/>
                  <a:gd name="connsiteY1" fmla="*/ 0 h 181410"/>
                  <a:gd name="connsiteX2" fmla="*/ 315021 w 315021"/>
                  <a:gd name="connsiteY2" fmla="*/ 0 h 181410"/>
                  <a:gd name="connsiteX3" fmla="*/ 315021 w 315021"/>
                  <a:gd name="connsiteY3" fmla="*/ 181411 h 181410"/>
                  <a:gd name="connsiteX4" fmla="*/ 0 w 315021"/>
                  <a:gd name="connsiteY4" fmla="*/ 181411 h 181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81410">
                    <a:moveTo>
                      <a:pt x="0" y="181411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81411"/>
                    </a:lnTo>
                    <a:lnTo>
                      <a:pt x="0" y="181411"/>
                    </a:lnTo>
                    <a:close/>
                  </a:path>
                </a:pathLst>
              </a:custGeom>
              <a:solidFill>
                <a:srgbClr val="F4A988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48" name="Graphic 6">
              <a:extLst>
                <a:ext uri="{FF2B5EF4-FFF2-40B4-BE49-F238E27FC236}">
                  <a16:creationId xmlns:a16="http://schemas.microsoft.com/office/drawing/2014/main" id="{8E5200DC-421B-8F41-D333-7F773DE2390C}"/>
                </a:ext>
              </a:extLst>
            </p:cNvPr>
            <p:cNvGrpSpPr/>
            <p:nvPr/>
          </p:nvGrpSpPr>
          <p:grpSpPr>
            <a:xfrm>
              <a:off x="2383093" y="1033503"/>
              <a:ext cx="2414788" cy="1058464"/>
              <a:chOff x="2383093" y="1033503"/>
              <a:chExt cx="2414788" cy="1058464"/>
            </a:xfrm>
            <a:solidFill>
              <a:srgbClr val="B5DBA5"/>
            </a:solidFill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22035389-C6C9-52D4-A6FF-9712CAADEC5E}"/>
                  </a:ext>
                </a:extLst>
              </p:cNvPr>
              <p:cNvSpPr/>
              <p:nvPr/>
            </p:nvSpPr>
            <p:spPr>
              <a:xfrm>
                <a:off x="2383093" y="2067779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5DBA5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EB1AEA14-E330-B20B-6FBD-BD96DF3FA22F}"/>
                  </a:ext>
                </a:extLst>
              </p:cNvPr>
              <p:cNvSpPr/>
              <p:nvPr/>
            </p:nvSpPr>
            <p:spPr>
              <a:xfrm>
                <a:off x="2733085" y="1152849"/>
                <a:ext cx="315021" cy="238693"/>
              </a:xfrm>
              <a:custGeom>
                <a:avLst/>
                <a:gdLst>
                  <a:gd name="connsiteX0" fmla="*/ 0 w 315021"/>
                  <a:gd name="connsiteY0" fmla="*/ 238694 h 238693"/>
                  <a:gd name="connsiteX1" fmla="*/ 0 w 315021"/>
                  <a:gd name="connsiteY1" fmla="*/ 0 h 238693"/>
                  <a:gd name="connsiteX2" fmla="*/ 315021 w 315021"/>
                  <a:gd name="connsiteY2" fmla="*/ 0 h 238693"/>
                  <a:gd name="connsiteX3" fmla="*/ 315021 w 315021"/>
                  <a:gd name="connsiteY3" fmla="*/ 238694 h 238693"/>
                  <a:gd name="connsiteX4" fmla="*/ 0 w 315021"/>
                  <a:gd name="connsiteY4" fmla="*/ 238694 h 238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238693">
                    <a:moveTo>
                      <a:pt x="0" y="238694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238694"/>
                    </a:lnTo>
                    <a:lnTo>
                      <a:pt x="0" y="238694"/>
                    </a:lnTo>
                    <a:close/>
                  </a:path>
                </a:pathLst>
              </a:custGeom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397641F7-738A-B318-759E-20846646D91A}"/>
                  </a:ext>
                </a:extLst>
              </p:cNvPr>
              <p:cNvSpPr/>
              <p:nvPr/>
            </p:nvSpPr>
            <p:spPr>
              <a:xfrm>
                <a:off x="3082984" y="1033503"/>
                <a:ext cx="315021" cy="564107"/>
              </a:xfrm>
              <a:custGeom>
                <a:avLst/>
                <a:gdLst>
                  <a:gd name="connsiteX0" fmla="*/ 0 w 315021"/>
                  <a:gd name="connsiteY0" fmla="*/ 564108 h 564107"/>
                  <a:gd name="connsiteX1" fmla="*/ 0 w 315021"/>
                  <a:gd name="connsiteY1" fmla="*/ 0 h 564107"/>
                  <a:gd name="connsiteX2" fmla="*/ 315021 w 315021"/>
                  <a:gd name="connsiteY2" fmla="*/ 0 h 564107"/>
                  <a:gd name="connsiteX3" fmla="*/ 315021 w 315021"/>
                  <a:gd name="connsiteY3" fmla="*/ 564108 h 564107"/>
                  <a:gd name="connsiteX4" fmla="*/ 0 w 315021"/>
                  <a:gd name="connsiteY4" fmla="*/ 564108 h 56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564107">
                    <a:moveTo>
                      <a:pt x="0" y="564108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564108"/>
                    </a:lnTo>
                    <a:lnTo>
                      <a:pt x="0" y="564108"/>
                    </a:lnTo>
                    <a:close/>
                  </a:path>
                </a:pathLst>
              </a:custGeom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FF46BA2E-4C32-9979-C03C-382286A18D66}"/>
                  </a:ext>
                </a:extLst>
              </p:cNvPr>
              <p:cNvSpPr/>
              <p:nvPr/>
            </p:nvSpPr>
            <p:spPr>
              <a:xfrm>
                <a:off x="3432976" y="1303322"/>
                <a:ext cx="314927" cy="539638"/>
              </a:xfrm>
              <a:custGeom>
                <a:avLst/>
                <a:gdLst>
                  <a:gd name="connsiteX0" fmla="*/ 0 w 314927"/>
                  <a:gd name="connsiteY0" fmla="*/ 539639 h 539638"/>
                  <a:gd name="connsiteX1" fmla="*/ 0 w 314927"/>
                  <a:gd name="connsiteY1" fmla="*/ 0 h 539638"/>
                  <a:gd name="connsiteX2" fmla="*/ 314928 w 314927"/>
                  <a:gd name="connsiteY2" fmla="*/ 0 h 539638"/>
                  <a:gd name="connsiteX3" fmla="*/ 314928 w 314927"/>
                  <a:gd name="connsiteY3" fmla="*/ 539639 h 539638"/>
                  <a:gd name="connsiteX4" fmla="*/ 0 w 314927"/>
                  <a:gd name="connsiteY4" fmla="*/ 539639 h 539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4927" h="539638">
                    <a:moveTo>
                      <a:pt x="0" y="539639"/>
                    </a:moveTo>
                    <a:lnTo>
                      <a:pt x="0" y="0"/>
                    </a:lnTo>
                    <a:lnTo>
                      <a:pt x="314928" y="0"/>
                    </a:lnTo>
                    <a:lnTo>
                      <a:pt x="314928" y="539639"/>
                    </a:lnTo>
                    <a:lnTo>
                      <a:pt x="0" y="539639"/>
                    </a:lnTo>
                    <a:close/>
                  </a:path>
                </a:pathLst>
              </a:custGeom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4C90DC97-5908-69E1-73C6-9773938E4E46}"/>
                  </a:ext>
                </a:extLst>
              </p:cNvPr>
              <p:cNvSpPr/>
              <p:nvPr/>
            </p:nvSpPr>
            <p:spPr>
              <a:xfrm>
                <a:off x="3782969" y="1221945"/>
                <a:ext cx="315021" cy="870021"/>
              </a:xfrm>
              <a:custGeom>
                <a:avLst/>
                <a:gdLst>
                  <a:gd name="connsiteX0" fmla="*/ 0 w 315021"/>
                  <a:gd name="connsiteY0" fmla="*/ 870022 h 870021"/>
                  <a:gd name="connsiteX1" fmla="*/ 0 w 315021"/>
                  <a:gd name="connsiteY1" fmla="*/ 0 h 870021"/>
                  <a:gd name="connsiteX2" fmla="*/ 315021 w 315021"/>
                  <a:gd name="connsiteY2" fmla="*/ 0 h 870021"/>
                  <a:gd name="connsiteX3" fmla="*/ 315021 w 315021"/>
                  <a:gd name="connsiteY3" fmla="*/ 870022 h 870021"/>
                  <a:gd name="connsiteX4" fmla="*/ 0 w 315021"/>
                  <a:gd name="connsiteY4" fmla="*/ 870022 h 870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870021">
                    <a:moveTo>
                      <a:pt x="0" y="870022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870022"/>
                    </a:lnTo>
                    <a:lnTo>
                      <a:pt x="0" y="870022"/>
                    </a:lnTo>
                    <a:close/>
                  </a:path>
                </a:pathLst>
              </a:custGeom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89233E51-943D-1277-6970-756277F8E453}"/>
                  </a:ext>
                </a:extLst>
              </p:cNvPr>
              <p:cNvSpPr/>
              <p:nvPr/>
            </p:nvSpPr>
            <p:spPr>
              <a:xfrm>
                <a:off x="4132867" y="1147130"/>
                <a:ext cx="315021" cy="909679"/>
              </a:xfrm>
              <a:custGeom>
                <a:avLst/>
                <a:gdLst>
                  <a:gd name="connsiteX0" fmla="*/ 0 w 315021"/>
                  <a:gd name="connsiteY0" fmla="*/ 909679 h 909679"/>
                  <a:gd name="connsiteX1" fmla="*/ 0 w 315021"/>
                  <a:gd name="connsiteY1" fmla="*/ 0 h 909679"/>
                  <a:gd name="connsiteX2" fmla="*/ 315021 w 315021"/>
                  <a:gd name="connsiteY2" fmla="*/ 0 h 909679"/>
                  <a:gd name="connsiteX3" fmla="*/ 315021 w 315021"/>
                  <a:gd name="connsiteY3" fmla="*/ 909585 h 909679"/>
                  <a:gd name="connsiteX4" fmla="*/ 0 w 315021"/>
                  <a:gd name="connsiteY4" fmla="*/ 909585 h 909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909679">
                    <a:moveTo>
                      <a:pt x="0" y="909679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909585"/>
                    </a:lnTo>
                    <a:lnTo>
                      <a:pt x="0" y="909585"/>
                    </a:lnTo>
                    <a:close/>
                  </a:path>
                </a:pathLst>
              </a:custGeom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7D6DE07-1AC9-6903-9E53-F88E400D411A}"/>
                  </a:ext>
                </a:extLst>
              </p:cNvPr>
              <p:cNvSpPr/>
              <p:nvPr/>
            </p:nvSpPr>
            <p:spPr>
              <a:xfrm>
                <a:off x="4482860" y="1144318"/>
                <a:ext cx="315021" cy="720299"/>
              </a:xfrm>
              <a:custGeom>
                <a:avLst/>
                <a:gdLst>
                  <a:gd name="connsiteX0" fmla="*/ 0 w 315021"/>
                  <a:gd name="connsiteY0" fmla="*/ 720299 h 720299"/>
                  <a:gd name="connsiteX1" fmla="*/ 0 w 315021"/>
                  <a:gd name="connsiteY1" fmla="*/ 0 h 720299"/>
                  <a:gd name="connsiteX2" fmla="*/ 315021 w 315021"/>
                  <a:gd name="connsiteY2" fmla="*/ 0 h 720299"/>
                  <a:gd name="connsiteX3" fmla="*/ 315021 w 315021"/>
                  <a:gd name="connsiteY3" fmla="*/ 720299 h 720299"/>
                  <a:gd name="connsiteX4" fmla="*/ 0 w 315021"/>
                  <a:gd name="connsiteY4" fmla="*/ 720299 h 720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720299">
                    <a:moveTo>
                      <a:pt x="0" y="720299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720299"/>
                    </a:lnTo>
                    <a:lnTo>
                      <a:pt x="0" y="720299"/>
                    </a:lnTo>
                    <a:close/>
                  </a:path>
                </a:pathLst>
              </a:custGeom>
              <a:pattFill prst="pct5">
                <a:fgClr>
                  <a:schemeClr val="bg1">
                    <a:lumMod val="50000"/>
                  </a:schemeClr>
                </a:fgClr>
                <a:bgClr>
                  <a:srgbClr val="B5DBA5"/>
                </a:bgClr>
              </a:patt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56" name="Graphic 6">
              <a:extLst>
                <a:ext uri="{FF2B5EF4-FFF2-40B4-BE49-F238E27FC236}">
                  <a16:creationId xmlns:a16="http://schemas.microsoft.com/office/drawing/2014/main" id="{0CC73953-6845-89C5-4ABF-86FDDF280DC4}"/>
                </a:ext>
              </a:extLst>
            </p:cNvPr>
            <p:cNvGrpSpPr/>
            <p:nvPr/>
          </p:nvGrpSpPr>
          <p:grpSpPr>
            <a:xfrm>
              <a:off x="2383093" y="1033409"/>
              <a:ext cx="2414788" cy="1034369"/>
              <a:chOff x="2383093" y="1033409"/>
              <a:chExt cx="2414788" cy="1034369"/>
            </a:xfrm>
            <a:solidFill>
              <a:srgbClr val="CB7729"/>
            </a:solidFill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6C638B02-62CE-13AE-5CCD-5733F521C744}"/>
                  </a:ext>
                </a:extLst>
              </p:cNvPr>
              <p:cNvSpPr/>
              <p:nvPr/>
            </p:nvSpPr>
            <p:spPr>
              <a:xfrm>
                <a:off x="2383093" y="1033503"/>
                <a:ext cx="315021" cy="1034276"/>
              </a:xfrm>
              <a:custGeom>
                <a:avLst/>
                <a:gdLst>
                  <a:gd name="connsiteX0" fmla="*/ 0 w 315021"/>
                  <a:gd name="connsiteY0" fmla="*/ 1034276 h 1034276"/>
                  <a:gd name="connsiteX1" fmla="*/ 0 w 315021"/>
                  <a:gd name="connsiteY1" fmla="*/ 0 h 1034276"/>
                  <a:gd name="connsiteX2" fmla="*/ 315021 w 315021"/>
                  <a:gd name="connsiteY2" fmla="*/ 0 h 1034276"/>
                  <a:gd name="connsiteX3" fmla="*/ 315021 w 315021"/>
                  <a:gd name="connsiteY3" fmla="*/ 1034276 h 1034276"/>
                  <a:gd name="connsiteX4" fmla="*/ 0 w 315021"/>
                  <a:gd name="connsiteY4" fmla="*/ 1034276 h 1034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034276">
                    <a:moveTo>
                      <a:pt x="0" y="1034276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034276"/>
                    </a:lnTo>
                    <a:lnTo>
                      <a:pt x="0" y="1034276"/>
                    </a:lnTo>
                    <a:close/>
                  </a:path>
                </a:pathLst>
              </a:custGeom>
              <a:solidFill>
                <a:srgbClr val="CB772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72FA45B5-5B64-7E96-43E5-C01D56D69895}"/>
                  </a:ext>
                </a:extLst>
              </p:cNvPr>
              <p:cNvSpPr/>
              <p:nvPr/>
            </p:nvSpPr>
            <p:spPr>
              <a:xfrm>
                <a:off x="2733085" y="1033503"/>
                <a:ext cx="315021" cy="119346"/>
              </a:xfrm>
              <a:custGeom>
                <a:avLst/>
                <a:gdLst>
                  <a:gd name="connsiteX0" fmla="*/ 0 w 315021"/>
                  <a:gd name="connsiteY0" fmla="*/ 119347 h 119346"/>
                  <a:gd name="connsiteX1" fmla="*/ 0 w 315021"/>
                  <a:gd name="connsiteY1" fmla="*/ 0 h 119346"/>
                  <a:gd name="connsiteX2" fmla="*/ 315021 w 315021"/>
                  <a:gd name="connsiteY2" fmla="*/ 0 h 119346"/>
                  <a:gd name="connsiteX3" fmla="*/ 315021 w 315021"/>
                  <a:gd name="connsiteY3" fmla="*/ 119347 h 119346"/>
                  <a:gd name="connsiteX4" fmla="*/ 0 w 315021"/>
                  <a:gd name="connsiteY4" fmla="*/ 119347 h 119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19346">
                    <a:moveTo>
                      <a:pt x="0" y="119347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19347"/>
                    </a:lnTo>
                    <a:lnTo>
                      <a:pt x="0" y="119347"/>
                    </a:lnTo>
                    <a:close/>
                  </a:path>
                </a:pathLst>
              </a:custGeom>
              <a:solidFill>
                <a:srgbClr val="CB772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8AE08039-FE84-13E6-91D8-4904AD3D013F}"/>
                  </a:ext>
                </a:extLst>
              </p:cNvPr>
              <p:cNvSpPr/>
              <p:nvPr/>
            </p:nvSpPr>
            <p:spPr>
              <a:xfrm>
                <a:off x="3082984" y="1033503"/>
                <a:ext cx="315021" cy="9375"/>
              </a:xfrm>
              <a:custGeom>
                <a:avLst/>
                <a:gdLst>
                  <a:gd name="connsiteX0" fmla="*/ 0 w 315021"/>
                  <a:gd name="connsiteY0" fmla="*/ 0 h 9375"/>
                  <a:gd name="connsiteX1" fmla="*/ 315021 w 315021"/>
                  <a:gd name="connsiteY1" fmla="*/ 0 h 9375"/>
                  <a:gd name="connsiteX2" fmla="*/ 0 w 315021"/>
                  <a:gd name="connsiteY2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5021" h="9375">
                    <a:moveTo>
                      <a:pt x="0" y="0"/>
                    </a:moveTo>
                    <a:lnTo>
                      <a:pt x="31502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B772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DE560A31-C93F-A451-82E2-D3953249778C}"/>
                  </a:ext>
                </a:extLst>
              </p:cNvPr>
              <p:cNvSpPr/>
              <p:nvPr/>
            </p:nvSpPr>
            <p:spPr>
              <a:xfrm>
                <a:off x="3432976" y="1033503"/>
                <a:ext cx="314927" cy="269819"/>
              </a:xfrm>
              <a:custGeom>
                <a:avLst/>
                <a:gdLst>
                  <a:gd name="connsiteX0" fmla="*/ 0 w 314927"/>
                  <a:gd name="connsiteY0" fmla="*/ 269819 h 269819"/>
                  <a:gd name="connsiteX1" fmla="*/ 0 w 314927"/>
                  <a:gd name="connsiteY1" fmla="*/ 0 h 269819"/>
                  <a:gd name="connsiteX2" fmla="*/ 314928 w 314927"/>
                  <a:gd name="connsiteY2" fmla="*/ 0 h 269819"/>
                  <a:gd name="connsiteX3" fmla="*/ 314928 w 314927"/>
                  <a:gd name="connsiteY3" fmla="*/ 269819 h 269819"/>
                  <a:gd name="connsiteX4" fmla="*/ 0 w 314927"/>
                  <a:gd name="connsiteY4" fmla="*/ 269819 h 269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4927" h="269819">
                    <a:moveTo>
                      <a:pt x="0" y="269819"/>
                    </a:moveTo>
                    <a:lnTo>
                      <a:pt x="0" y="0"/>
                    </a:lnTo>
                    <a:lnTo>
                      <a:pt x="314928" y="0"/>
                    </a:lnTo>
                    <a:lnTo>
                      <a:pt x="314928" y="269819"/>
                    </a:lnTo>
                    <a:lnTo>
                      <a:pt x="0" y="269819"/>
                    </a:lnTo>
                    <a:close/>
                  </a:path>
                </a:pathLst>
              </a:custGeom>
              <a:solidFill>
                <a:srgbClr val="CB772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26415D18-FB34-F8FB-E9E3-5E3B9BAC21A9}"/>
                  </a:ext>
                </a:extLst>
              </p:cNvPr>
              <p:cNvSpPr/>
              <p:nvPr/>
            </p:nvSpPr>
            <p:spPr>
              <a:xfrm>
                <a:off x="3782969" y="1033503"/>
                <a:ext cx="315021" cy="188442"/>
              </a:xfrm>
              <a:custGeom>
                <a:avLst/>
                <a:gdLst>
                  <a:gd name="connsiteX0" fmla="*/ 0 w 315021"/>
                  <a:gd name="connsiteY0" fmla="*/ 188442 h 188442"/>
                  <a:gd name="connsiteX1" fmla="*/ 0 w 315021"/>
                  <a:gd name="connsiteY1" fmla="*/ 0 h 188442"/>
                  <a:gd name="connsiteX2" fmla="*/ 315021 w 315021"/>
                  <a:gd name="connsiteY2" fmla="*/ 0 h 188442"/>
                  <a:gd name="connsiteX3" fmla="*/ 315021 w 315021"/>
                  <a:gd name="connsiteY3" fmla="*/ 188442 h 188442"/>
                  <a:gd name="connsiteX4" fmla="*/ 0 w 315021"/>
                  <a:gd name="connsiteY4" fmla="*/ 188442 h 18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88442">
                    <a:moveTo>
                      <a:pt x="0" y="188442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88442"/>
                    </a:lnTo>
                    <a:lnTo>
                      <a:pt x="0" y="188442"/>
                    </a:lnTo>
                    <a:close/>
                  </a:path>
                </a:pathLst>
              </a:custGeom>
              <a:solidFill>
                <a:srgbClr val="CB772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649204FC-3B21-F46F-684C-45776073E110}"/>
                  </a:ext>
                </a:extLst>
              </p:cNvPr>
              <p:cNvSpPr/>
              <p:nvPr/>
            </p:nvSpPr>
            <p:spPr>
              <a:xfrm>
                <a:off x="4132867" y="1033409"/>
                <a:ext cx="315021" cy="113721"/>
              </a:xfrm>
              <a:custGeom>
                <a:avLst/>
                <a:gdLst>
                  <a:gd name="connsiteX0" fmla="*/ 0 w 315021"/>
                  <a:gd name="connsiteY0" fmla="*/ 113722 h 113721"/>
                  <a:gd name="connsiteX1" fmla="*/ 0 w 315021"/>
                  <a:gd name="connsiteY1" fmla="*/ 0 h 113721"/>
                  <a:gd name="connsiteX2" fmla="*/ 315021 w 315021"/>
                  <a:gd name="connsiteY2" fmla="*/ 0 h 113721"/>
                  <a:gd name="connsiteX3" fmla="*/ 315021 w 315021"/>
                  <a:gd name="connsiteY3" fmla="*/ 113722 h 113721"/>
                  <a:gd name="connsiteX4" fmla="*/ 0 w 315021"/>
                  <a:gd name="connsiteY4" fmla="*/ 113722 h 113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13721">
                    <a:moveTo>
                      <a:pt x="0" y="113722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13722"/>
                    </a:lnTo>
                    <a:lnTo>
                      <a:pt x="0" y="113722"/>
                    </a:lnTo>
                    <a:close/>
                  </a:path>
                </a:pathLst>
              </a:custGeom>
              <a:solidFill>
                <a:srgbClr val="CB772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AA78C079-6A21-F3A2-E5DE-428E311B8C41}"/>
                  </a:ext>
                </a:extLst>
              </p:cNvPr>
              <p:cNvSpPr/>
              <p:nvPr/>
            </p:nvSpPr>
            <p:spPr>
              <a:xfrm>
                <a:off x="4482860" y="1033503"/>
                <a:ext cx="315021" cy="110815"/>
              </a:xfrm>
              <a:custGeom>
                <a:avLst/>
                <a:gdLst>
                  <a:gd name="connsiteX0" fmla="*/ 0 w 315021"/>
                  <a:gd name="connsiteY0" fmla="*/ 110815 h 110815"/>
                  <a:gd name="connsiteX1" fmla="*/ 0 w 315021"/>
                  <a:gd name="connsiteY1" fmla="*/ 0 h 110815"/>
                  <a:gd name="connsiteX2" fmla="*/ 315021 w 315021"/>
                  <a:gd name="connsiteY2" fmla="*/ 0 h 110815"/>
                  <a:gd name="connsiteX3" fmla="*/ 315021 w 315021"/>
                  <a:gd name="connsiteY3" fmla="*/ 110815 h 110815"/>
                  <a:gd name="connsiteX4" fmla="*/ 0 w 315021"/>
                  <a:gd name="connsiteY4" fmla="*/ 110815 h 110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5021" h="110815">
                    <a:moveTo>
                      <a:pt x="0" y="110815"/>
                    </a:moveTo>
                    <a:lnTo>
                      <a:pt x="0" y="0"/>
                    </a:lnTo>
                    <a:lnTo>
                      <a:pt x="315021" y="0"/>
                    </a:lnTo>
                    <a:lnTo>
                      <a:pt x="315021" y="110815"/>
                    </a:lnTo>
                    <a:lnTo>
                      <a:pt x="0" y="110815"/>
                    </a:lnTo>
                    <a:close/>
                  </a:path>
                </a:pathLst>
              </a:custGeom>
              <a:solidFill>
                <a:srgbClr val="CB7729"/>
              </a:solidFill>
              <a:ln w="2250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64" name="Graphic 6">
            <a:extLst>
              <a:ext uri="{FF2B5EF4-FFF2-40B4-BE49-F238E27FC236}">
                <a16:creationId xmlns:a16="http://schemas.microsoft.com/office/drawing/2014/main" id="{0A40ACE8-1FFC-FE8D-203E-730F96B8344D}"/>
              </a:ext>
            </a:extLst>
          </p:cNvPr>
          <p:cNvGrpSpPr/>
          <p:nvPr/>
        </p:nvGrpSpPr>
        <p:grpSpPr>
          <a:xfrm>
            <a:off x="2378874" y="2587073"/>
            <a:ext cx="2409162" cy="140628"/>
            <a:chOff x="2378874" y="2587073"/>
            <a:chExt cx="2409162" cy="140628"/>
          </a:xfrm>
          <a:solidFill>
            <a:srgbClr val="000000"/>
          </a:solidFill>
        </p:grpSpPr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CD5EEEF0-F2D3-CF33-0B3B-95CF3C394D3A}"/>
                </a:ext>
              </a:extLst>
            </p:cNvPr>
            <p:cNvSpPr txBox="1"/>
            <p:nvPr/>
          </p:nvSpPr>
          <p:spPr>
            <a:xfrm>
              <a:off x="2287434" y="2541353"/>
              <a:ext cx="492275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1960s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745D254-7D24-413C-C6F3-D581BD928588}"/>
                </a:ext>
              </a:extLst>
            </p:cNvPr>
            <p:cNvSpPr txBox="1"/>
            <p:nvPr/>
          </p:nvSpPr>
          <p:spPr>
            <a:xfrm>
              <a:off x="2637332" y="2541353"/>
              <a:ext cx="492275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1970s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BA070BC2-2DA8-F978-8186-752E5311886E}"/>
                </a:ext>
              </a:extLst>
            </p:cNvPr>
            <p:cNvSpPr txBox="1"/>
            <p:nvPr/>
          </p:nvSpPr>
          <p:spPr>
            <a:xfrm>
              <a:off x="2987325" y="2541353"/>
              <a:ext cx="492275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1980s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ECB0F31A-4055-647B-AC21-93097E7E4749}"/>
                </a:ext>
              </a:extLst>
            </p:cNvPr>
            <p:cNvSpPr txBox="1"/>
            <p:nvPr/>
          </p:nvSpPr>
          <p:spPr>
            <a:xfrm>
              <a:off x="3337317" y="2541353"/>
              <a:ext cx="492275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1990s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96D88C2-FE5B-2306-2A89-7745DFCC3A8F}"/>
                </a:ext>
              </a:extLst>
            </p:cNvPr>
            <p:cNvSpPr txBox="1"/>
            <p:nvPr/>
          </p:nvSpPr>
          <p:spPr>
            <a:xfrm>
              <a:off x="3687216" y="2541353"/>
              <a:ext cx="492275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2000s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91B2BED5-1712-0F15-55C2-09A66FDFB804}"/>
                </a:ext>
              </a:extLst>
            </p:cNvPr>
            <p:cNvSpPr txBox="1"/>
            <p:nvPr/>
          </p:nvSpPr>
          <p:spPr>
            <a:xfrm>
              <a:off x="4037208" y="2541353"/>
              <a:ext cx="492275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2010s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5F30500A-28CC-2A82-2086-823E2601D438}"/>
                </a:ext>
              </a:extLst>
            </p:cNvPr>
            <p:cNvSpPr txBox="1"/>
            <p:nvPr/>
          </p:nvSpPr>
          <p:spPr>
            <a:xfrm>
              <a:off x="4387201" y="2541353"/>
              <a:ext cx="492275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2020s</a:t>
              </a:r>
            </a:p>
          </p:txBody>
        </p:sp>
      </p:grpSp>
      <p:grpSp>
        <p:nvGrpSpPr>
          <p:cNvPr id="172" name="Graphic 6">
            <a:extLst>
              <a:ext uri="{FF2B5EF4-FFF2-40B4-BE49-F238E27FC236}">
                <a16:creationId xmlns:a16="http://schemas.microsoft.com/office/drawing/2014/main" id="{411D0B3B-7A05-68FD-40A8-26A6D99A17B0}"/>
              </a:ext>
            </a:extLst>
          </p:cNvPr>
          <p:cNvGrpSpPr/>
          <p:nvPr/>
        </p:nvGrpSpPr>
        <p:grpSpPr>
          <a:xfrm>
            <a:off x="2204674" y="946407"/>
            <a:ext cx="168761" cy="1692042"/>
            <a:chOff x="2204674" y="946407"/>
            <a:chExt cx="168761" cy="1692042"/>
          </a:xfrm>
          <a:solidFill>
            <a:srgbClr val="000000"/>
          </a:solidFill>
        </p:grpSpPr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32E4A5D9-7F2B-BD8E-2F05-B896443B7CF4}"/>
                </a:ext>
              </a:extLst>
            </p:cNvPr>
            <p:cNvSpPr txBox="1"/>
            <p:nvPr/>
          </p:nvSpPr>
          <p:spPr>
            <a:xfrm>
              <a:off x="2167707" y="2452101"/>
              <a:ext cx="248509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0</a:t>
              </a: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BEB92CCF-7715-DA9E-029C-F4197CBCAE06}"/>
                </a:ext>
              </a:extLst>
            </p:cNvPr>
            <p:cNvSpPr txBox="1"/>
            <p:nvPr/>
          </p:nvSpPr>
          <p:spPr>
            <a:xfrm>
              <a:off x="2113234" y="2141780"/>
              <a:ext cx="351641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0.2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4FE2BA7B-3399-CE20-F2EF-F2C3B3066D33}"/>
                </a:ext>
              </a:extLst>
            </p:cNvPr>
            <p:cNvSpPr txBox="1"/>
            <p:nvPr/>
          </p:nvSpPr>
          <p:spPr>
            <a:xfrm>
              <a:off x="2113234" y="1831554"/>
              <a:ext cx="351641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0.4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D64C38E0-5826-1546-DBFF-62EB501B0F9B}"/>
                </a:ext>
              </a:extLst>
            </p:cNvPr>
            <p:cNvSpPr txBox="1"/>
            <p:nvPr/>
          </p:nvSpPr>
          <p:spPr>
            <a:xfrm>
              <a:off x="2113234" y="1521233"/>
              <a:ext cx="351641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0.6</a:t>
              </a: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8D422C00-19C2-205E-CBB4-323CAF1A3D8D}"/>
                </a:ext>
              </a:extLst>
            </p:cNvPr>
            <p:cNvSpPr txBox="1"/>
            <p:nvPr/>
          </p:nvSpPr>
          <p:spPr>
            <a:xfrm>
              <a:off x="2113234" y="1210913"/>
              <a:ext cx="351641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0.8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974AA296-06CA-2A55-A1F3-771508855C7B}"/>
                </a:ext>
              </a:extLst>
            </p:cNvPr>
            <p:cNvSpPr txBox="1"/>
            <p:nvPr/>
          </p:nvSpPr>
          <p:spPr>
            <a:xfrm>
              <a:off x="2167707" y="900687"/>
              <a:ext cx="248509" cy="2320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1</a:t>
              </a:r>
            </a:p>
          </p:txBody>
        </p:sp>
      </p:grpSp>
      <p:sp>
        <p:nvSpPr>
          <p:cNvPr id="179" name="TextBox 178">
            <a:extLst>
              <a:ext uri="{FF2B5EF4-FFF2-40B4-BE49-F238E27FC236}">
                <a16:creationId xmlns:a16="http://schemas.microsoft.com/office/drawing/2014/main" id="{368E9B76-4163-FC68-8DBA-55063A0BBD27}"/>
              </a:ext>
            </a:extLst>
          </p:cNvPr>
          <p:cNvSpPr txBox="1"/>
          <p:nvPr/>
        </p:nvSpPr>
        <p:spPr>
          <a:xfrm>
            <a:off x="3339661" y="2673919"/>
            <a:ext cx="529778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Period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2F7381EE-F4F1-3F72-FF23-F40E32C0361E}"/>
              </a:ext>
            </a:extLst>
          </p:cNvPr>
          <p:cNvSpPr txBox="1"/>
          <p:nvPr/>
        </p:nvSpPr>
        <p:spPr>
          <a:xfrm rot="16200000">
            <a:off x="1140700" y="1720926"/>
            <a:ext cx="1814240" cy="232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Percentage of Category Counts</a:t>
            </a:r>
          </a:p>
        </p:txBody>
      </p:sp>
    </p:spTree>
    <p:extLst>
      <p:ext uri="{BB962C8B-B14F-4D97-AF65-F5344CB8AC3E}">
        <p14:creationId xmlns:p14="http://schemas.microsoft.com/office/powerpoint/2010/main" val="3178017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2A17A92-8239-38C5-7517-88FC5E6E33F6}"/>
              </a:ext>
            </a:extLst>
          </p:cNvPr>
          <p:cNvSpPr txBox="1"/>
          <p:nvPr/>
        </p:nvSpPr>
        <p:spPr>
          <a:xfrm>
            <a:off x="472967" y="3419565"/>
            <a:ext cx="697126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Initial pool of publications: 16819</a:t>
            </a:r>
          </a:p>
          <a:p>
            <a:pPr marL="285750" indent="-285750">
              <a:buFontTx/>
              <a:buChar char="-"/>
            </a:pPr>
            <a:r>
              <a:rPr lang="en-US" dirty="0"/>
              <a:t>Filter with metadata: 11023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Journal article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English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Has an abstract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No duplicates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relevance check by LLMs with general prompt: 2169</a:t>
            </a:r>
          </a:p>
          <a:p>
            <a:pPr marL="285750" indent="-285750">
              <a:buFontTx/>
              <a:buChar char="-"/>
            </a:pPr>
            <a:r>
              <a:rPr lang="en-US" dirty="0"/>
              <a:t>Topic relevance check by LLMs with detailed prompt: 1022</a:t>
            </a:r>
          </a:p>
          <a:p>
            <a:pPr marL="285750" indent="-285750">
              <a:buFontTx/>
              <a:buChar char="-"/>
            </a:pPr>
            <a:r>
              <a:rPr lang="en-US" dirty="0"/>
              <a:t>Methodology relevance check by LLMs: 992</a:t>
            </a:r>
          </a:p>
          <a:p>
            <a:pPr marL="285750" indent="-285750">
              <a:buFontTx/>
              <a:buChar char="-"/>
            </a:pPr>
            <a:r>
              <a:rPr lang="en-US" dirty="0"/>
              <a:t>Filter out abstracts in other languages than English: 888</a:t>
            </a:r>
          </a:p>
          <a:p>
            <a:pPr marL="285750" indent="-285750">
              <a:buFontTx/>
              <a:buChar char="-"/>
            </a:pPr>
            <a:r>
              <a:rPr lang="en-US" dirty="0"/>
              <a:t>Filter out further with further LLM-questions about relevance: 617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03A9E5-5BEF-7742-EE60-E57739245D2B}"/>
              </a:ext>
            </a:extLst>
          </p:cNvPr>
          <p:cNvGrpSpPr/>
          <p:nvPr/>
        </p:nvGrpSpPr>
        <p:grpSpPr>
          <a:xfrm>
            <a:off x="-200801" y="747733"/>
            <a:ext cx="12834455" cy="2062716"/>
            <a:chOff x="-136633" y="763776"/>
            <a:chExt cx="12834455" cy="2062716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D76DE2E-37E1-95FC-75A2-312876D1F8A9}"/>
                </a:ext>
              </a:extLst>
            </p:cNvPr>
            <p:cNvSpPr/>
            <p:nvPr/>
          </p:nvSpPr>
          <p:spPr>
            <a:xfrm>
              <a:off x="2716596" y="777674"/>
              <a:ext cx="2279722" cy="908225"/>
            </a:xfrm>
            <a:prstGeom prst="roundRect">
              <a:avLst/>
            </a:prstGeom>
            <a:solidFill>
              <a:srgbClr val="B5DBA5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Initial pool of publications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16819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09ADDAC-FBCC-D062-13DC-5FDD0602A2DF}"/>
                </a:ext>
              </a:extLst>
            </p:cNvPr>
            <p:cNvSpPr/>
            <p:nvPr/>
          </p:nvSpPr>
          <p:spPr>
            <a:xfrm>
              <a:off x="2716596" y="1917587"/>
              <a:ext cx="2279722" cy="908225"/>
            </a:xfrm>
            <a:prstGeom prst="roundRect">
              <a:avLst/>
            </a:prstGeom>
            <a:solidFill>
              <a:srgbClr val="B5DBA5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Filter with metadata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11023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10FEEC4-BA2D-D1C3-8534-832880DFC19D}"/>
                </a:ext>
              </a:extLst>
            </p:cNvPr>
            <p:cNvSpPr/>
            <p:nvPr/>
          </p:nvSpPr>
          <p:spPr>
            <a:xfrm>
              <a:off x="5283764" y="768403"/>
              <a:ext cx="2279722" cy="908225"/>
            </a:xfrm>
            <a:prstGeom prst="roundRect">
              <a:avLst/>
            </a:prstGeom>
            <a:solidFill>
              <a:srgbClr val="F4A05B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Topic relevance check</a:t>
              </a:r>
            </a:p>
            <a:p>
              <a:pPr algn="ctr"/>
              <a:r>
                <a:rPr lang="en-US" sz="1400" dirty="0">
                  <a:latin typeface="Helvetica" pitchFamily="2" charset="0"/>
                  <a:cs typeface="Times New Roman" panose="02020603050405020304" pitchFamily="18" charset="0"/>
                </a:rPr>
                <a:t>(General prompt)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2169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1C8AC44-EBA7-CC6F-30B5-F25E4C23A4DC}"/>
                </a:ext>
              </a:extLst>
            </p:cNvPr>
            <p:cNvSpPr/>
            <p:nvPr/>
          </p:nvSpPr>
          <p:spPr>
            <a:xfrm>
              <a:off x="5283764" y="1918267"/>
              <a:ext cx="2279722" cy="908225"/>
            </a:xfrm>
            <a:prstGeom prst="roundRect">
              <a:avLst/>
            </a:prstGeom>
            <a:solidFill>
              <a:srgbClr val="F4A05B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Topic relevance check</a:t>
              </a:r>
            </a:p>
            <a:p>
              <a:pPr algn="ctr"/>
              <a:r>
                <a:rPr lang="en-US" sz="1400" dirty="0">
                  <a:latin typeface="Helvetica" pitchFamily="2" charset="0"/>
                  <a:cs typeface="Times New Roman" panose="02020603050405020304" pitchFamily="18" charset="0"/>
                </a:rPr>
                <a:t>(Detailed prompt)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1022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92D2732F-5765-5DB2-60A2-E87B5D08C572}"/>
                </a:ext>
              </a:extLst>
            </p:cNvPr>
            <p:cNvSpPr/>
            <p:nvPr/>
          </p:nvSpPr>
          <p:spPr>
            <a:xfrm>
              <a:off x="7850932" y="768403"/>
              <a:ext cx="2279722" cy="908225"/>
            </a:xfrm>
            <a:prstGeom prst="roundRect">
              <a:avLst/>
            </a:prstGeom>
            <a:solidFill>
              <a:srgbClr val="F4A05B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Methodology </a:t>
              </a:r>
            </a:p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relevance check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992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86068FB0-AFCF-3E13-BC17-C6E5E41E8531}"/>
                </a:ext>
              </a:extLst>
            </p:cNvPr>
            <p:cNvSpPr/>
            <p:nvPr/>
          </p:nvSpPr>
          <p:spPr>
            <a:xfrm>
              <a:off x="7850932" y="1917589"/>
              <a:ext cx="2279722" cy="908226"/>
            </a:xfrm>
            <a:prstGeom prst="roundRect">
              <a:avLst/>
            </a:prstGeom>
            <a:solidFill>
              <a:srgbClr val="FFC3C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Filter non-English abstracts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888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1C3C50E-C08F-050A-2047-954D3A2F0D59}"/>
                </a:ext>
              </a:extLst>
            </p:cNvPr>
            <p:cNvCxnSpPr>
              <a:cxnSpLocks/>
            </p:cNvCxnSpPr>
            <p:nvPr/>
          </p:nvCxnSpPr>
          <p:spPr>
            <a:xfrm>
              <a:off x="3856457" y="1685899"/>
              <a:ext cx="0" cy="2316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0CAE1EE1-FC16-84A6-794B-72540CF8F063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4996318" y="1222516"/>
              <a:ext cx="287446" cy="114918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56D39D7C-550A-FF9F-205D-A5B9E8ED8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3487" y="1231786"/>
              <a:ext cx="287446" cy="114918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C85C5F7-6A83-074F-8797-1E8BD6A91D7D}"/>
                </a:ext>
              </a:extLst>
            </p:cNvPr>
            <p:cNvCxnSpPr>
              <a:cxnSpLocks/>
            </p:cNvCxnSpPr>
            <p:nvPr/>
          </p:nvCxnSpPr>
          <p:spPr>
            <a:xfrm>
              <a:off x="6423625" y="1685899"/>
              <a:ext cx="0" cy="2316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AC6B0B2-C492-5995-4D38-7470C29BA134}"/>
                </a:ext>
              </a:extLst>
            </p:cNvPr>
            <p:cNvCxnSpPr>
              <a:cxnSpLocks/>
            </p:cNvCxnSpPr>
            <p:nvPr/>
          </p:nvCxnSpPr>
          <p:spPr>
            <a:xfrm>
              <a:off x="8990793" y="1685899"/>
              <a:ext cx="0" cy="23168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Right Brace 30">
              <a:extLst>
                <a:ext uri="{FF2B5EF4-FFF2-40B4-BE49-F238E27FC236}">
                  <a16:creationId xmlns:a16="http://schemas.microsoft.com/office/drawing/2014/main" id="{C53D081C-550A-1497-9583-83ED5596BF2A}"/>
                </a:ext>
              </a:extLst>
            </p:cNvPr>
            <p:cNvSpPr/>
            <p:nvPr/>
          </p:nvSpPr>
          <p:spPr>
            <a:xfrm>
              <a:off x="2221735" y="768403"/>
              <a:ext cx="381422" cy="747935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914360-5B20-39C4-06D2-DFE0FA83D308}"/>
                </a:ext>
              </a:extLst>
            </p:cNvPr>
            <p:cNvSpPr txBox="1"/>
            <p:nvPr/>
          </p:nvSpPr>
          <p:spPr>
            <a:xfrm>
              <a:off x="42341" y="763776"/>
              <a:ext cx="2370105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latin typeface="Helvetica" pitchFamily="2" charset="0"/>
                </a:rPr>
                <a:t>{intergenerational, ‘ ’} {wealth, income, earning} {mobility, transition}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F174F7-81E0-33C0-B3EB-456C2645FFB1}"/>
                </a:ext>
              </a:extLst>
            </p:cNvPr>
            <p:cNvSpPr txBox="1"/>
            <p:nvPr/>
          </p:nvSpPr>
          <p:spPr>
            <a:xfrm>
              <a:off x="-136633" y="2110089"/>
              <a:ext cx="25490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dirty="0">
                  <a:latin typeface="Helvetica" pitchFamily="2" charset="0"/>
                </a:rPr>
                <a:t>Journal article/English/ </a:t>
              </a:r>
              <a:r>
                <a:rPr lang="en-US" sz="1400" dirty="0" err="1">
                  <a:latin typeface="Helvetica" pitchFamily="2" charset="0"/>
                </a:rPr>
                <a:t>Has_abstract</a:t>
              </a:r>
              <a:r>
                <a:rPr lang="en-US" sz="1400" dirty="0">
                  <a:latin typeface="Helvetica" pitchFamily="2" charset="0"/>
                </a:rPr>
                <a:t>/No duplicates</a:t>
              </a:r>
            </a:p>
          </p:txBody>
        </p:sp>
        <p:sp>
          <p:nvSpPr>
            <p:cNvPr id="35" name="Right Brace 34">
              <a:extLst>
                <a:ext uri="{FF2B5EF4-FFF2-40B4-BE49-F238E27FC236}">
                  <a16:creationId xmlns:a16="http://schemas.microsoft.com/office/drawing/2014/main" id="{3708C1AA-66BC-9111-37BE-4D419CAEA819}"/>
                </a:ext>
              </a:extLst>
            </p:cNvPr>
            <p:cNvSpPr/>
            <p:nvPr/>
          </p:nvSpPr>
          <p:spPr>
            <a:xfrm>
              <a:off x="2221735" y="2004078"/>
              <a:ext cx="381422" cy="747935"/>
            </a:xfrm>
            <a:prstGeom prst="righ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8685D636-BF7A-F7FF-39E8-B7FBBECC4ECD}"/>
                </a:ext>
              </a:extLst>
            </p:cNvPr>
            <p:cNvSpPr/>
            <p:nvPr/>
          </p:nvSpPr>
          <p:spPr>
            <a:xfrm>
              <a:off x="10418100" y="763776"/>
              <a:ext cx="2279722" cy="908226"/>
            </a:xfrm>
            <a:prstGeom prst="roundRect">
              <a:avLst/>
            </a:prstGeom>
            <a:solidFill>
              <a:srgbClr val="F4A05B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latin typeface="Helvetica" pitchFamily="2" charset="0"/>
                  <a:cs typeface="Times New Roman" panose="02020603050405020304" pitchFamily="18" charset="0"/>
                </a:rPr>
                <a:t>Filter irrelevant papers </a:t>
              </a:r>
              <a:r>
                <a:rPr lang="en-US" sz="1400" dirty="0">
                  <a:latin typeface="Helvetica" pitchFamily="2" charset="0"/>
                  <a:cs typeface="Times New Roman" panose="02020603050405020304" pitchFamily="18" charset="0"/>
                </a:rPr>
                <a:t>(Detailed prompt)</a:t>
              </a:r>
            </a:p>
            <a:p>
              <a:pPr algn="ctr"/>
              <a:r>
                <a:rPr lang="en-US" sz="1400" i="1" dirty="0">
                  <a:latin typeface="Helvetica" pitchFamily="2" charset="0"/>
                  <a:cs typeface="Times New Roman" panose="02020603050405020304" pitchFamily="18" charset="0"/>
                </a:rPr>
                <a:t>617</a:t>
              </a:r>
            </a:p>
          </p:txBody>
        </p: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05894752-B0F3-354B-FEAC-10C64B8F27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4181" y="1231786"/>
              <a:ext cx="287446" cy="114918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080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106A-0ECB-4031-2581-08E95D80C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 617 Dataset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688E4-8E92-FDCF-D1D3-6011EA566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6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C7872-3582-8A02-DB9C-0EEE9C76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1" name="Chart 860">
            <a:extLst>
              <a:ext uri="{FF2B5EF4-FFF2-40B4-BE49-F238E27FC236}">
                <a16:creationId xmlns:a16="http://schemas.microsoft.com/office/drawing/2014/main" id="{4BF1F89B-B424-0B1C-DD0E-F6B7E6221C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925062"/>
              </p:ext>
            </p:extLst>
          </p:nvPr>
        </p:nvGraphicFramePr>
        <p:xfrm>
          <a:off x="10301105" y="486020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62" name="Chart 861">
            <a:extLst>
              <a:ext uri="{FF2B5EF4-FFF2-40B4-BE49-F238E27FC236}">
                <a16:creationId xmlns:a16="http://schemas.microsoft.com/office/drawing/2014/main" id="{843AB574-E3F8-1583-0A77-157C4BF00A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9024401"/>
              </p:ext>
            </p:extLst>
          </p:nvPr>
        </p:nvGraphicFramePr>
        <p:xfrm>
          <a:off x="10301105" y="1259348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63" name="Chart 862">
            <a:extLst>
              <a:ext uri="{FF2B5EF4-FFF2-40B4-BE49-F238E27FC236}">
                <a16:creationId xmlns:a16="http://schemas.microsoft.com/office/drawing/2014/main" id="{708FFDFD-6470-9531-408A-E9985078ED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5112853"/>
              </p:ext>
            </p:extLst>
          </p:nvPr>
        </p:nvGraphicFramePr>
        <p:xfrm>
          <a:off x="10301105" y="2032676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65" name="Chart 864">
            <a:extLst>
              <a:ext uri="{FF2B5EF4-FFF2-40B4-BE49-F238E27FC236}">
                <a16:creationId xmlns:a16="http://schemas.microsoft.com/office/drawing/2014/main" id="{F1022302-7734-B34C-05D8-B162DA3961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6293477"/>
              </p:ext>
            </p:extLst>
          </p:nvPr>
        </p:nvGraphicFramePr>
        <p:xfrm>
          <a:off x="10301105" y="2806004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66" name="Chart 865">
            <a:extLst>
              <a:ext uri="{FF2B5EF4-FFF2-40B4-BE49-F238E27FC236}">
                <a16:creationId xmlns:a16="http://schemas.microsoft.com/office/drawing/2014/main" id="{31EF830C-78E3-FB9E-E304-EAD25176BD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5884965"/>
              </p:ext>
            </p:extLst>
          </p:nvPr>
        </p:nvGraphicFramePr>
        <p:xfrm>
          <a:off x="10301105" y="3579333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67" name="Chart 866">
            <a:extLst>
              <a:ext uri="{FF2B5EF4-FFF2-40B4-BE49-F238E27FC236}">
                <a16:creationId xmlns:a16="http://schemas.microsoft.com/office/drawing/2014/main" id="{93DC843F-A0F6-A0F2-BCFE-559E148E9A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5824528"/>
              </p:ext>
            </p:extLst>
          </p:nvPr>
        </p:nvGraphicFramePr>
        <p:xfrm>
          <a:off x="10301104" y="4374707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68" name="Chart 867">
            <a:extLst>
              <a:ext uri="{FF2B5EF4-FFF2-40B4-BE49-F238E27FC236}">
                <a16:creationId xmlns:a16="http://schemas.microsoft.com/office/drawing/2014/main" id="{4D89B35F-995D-7B1B-9DF3-A46F90746C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6355633"/>
              </p:ext>
            </p:extLst>
          </p:nvPr>
        </p:nvGraphicFramePr>
        <p:xfrm>
          <a:off x="10301105" y="5185712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869" name="Chart 868">
            <a:extLst>
              <a:ext uri="{FF2B5EF4-FFF2-40B4-BE49-F238E27FC236}">
                <a16:creationId xmlns:a16="http://schemas.microsoft.com/office/drawing/2014/main" id="{017CF82A-9E05-294D-11F8-4E143AE70A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4469589"/>
              </p:ext>
            </p:extLst>
          </p:nvPr>
        </p:nvGraphicFramePr>
        <p:xfrm>
          <a:off x="10301105" y="5988352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880" name="Chart 879">
            <a:extLst>
              <a:ext uri="{FF2B5EF4-FFF2-40B4-BE49-F238E27FC236}">
                <a16:creationId xmlns:a16="http://schemas.microsoft.com/office/drawing/2014/main" id="{D029B173-A24B-5E15-D191-1EB1296F84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048685"/>
              </p:ext>
            </p:extLst>
          </p:nvPr>
        </p:nvGraphicFramePr>
        <p:xfrm>
          <a:off x="2067550" y="486020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881" name="Chart 880">
            <a:extLst>
              <a:ext uri="{FF2B5EF4-FFF2-40B4-BE49-F238E27FC236}">
                <a16:creationId xmlns:a16="http://schemas.microsoft.com/office/drawing/2014/main" id="{44DDD7BB-8F2D-3DFE-7759-A0DA58A439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7096826"/>
              </p:ext>
            </p:extLst>
          </p:nvPr>
        </p:nvGraphicFramePr>
        <p:xfrm>
          <a:off x="2067552" y="1259348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882" name="Chart 881">
            <a:extLst>
              <a:ext uri="{FF2B5EF4-FFF2-40B4-BE49-F238E27FC236}">
                <a16:creationId xmlns:a16="http://schemas.microsoft.com/office/drawing/2014/main" id="{C021FFB1-A7E4-2164-1277-7E73630B9E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6090557"/>
              </p:ext>
            </p:extLst>
          </p:nvPr>
        </p:nvGraphicFramePr>
        <p:xfrm>
          <a:off x="2067552" y="2032676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883" name="Chart 882">
            <a:extLst>
              <a:ext uri="{FF2B5EF4-FFF2-40B4-BE49-F238E27FC236}">
                <a16:creationId xmlns:a16="http://schemas.microsoft.com/office/drawing/2014/main" id="{8EC65C93-C30A-DACD-C66E-E6EFC545E3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3671336"/>
              </p:ext>
            </p:extLst>
          </p:nvPr>
        </p:nvGraphicFramePr>
        <p:xfrm>
          <a:off x="2067550" y="2806004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884" name="Chart 883">
            <a:extLst>
              <a:ext uri="{FF2B5EF4-FFF2-40B4-BE49-F238E27FC236}">
                <a16:creationId xmlns:a16="http://schemas.microsoft.com/office/drawing/2014/main" id="{619A40A1-8DD4-F2C6-2ABE-450E4DE7D3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4529847"/>
              </p:ext>
            </p:extLst>
          </p:nvPr>
        </p:nvGraphicFramePr>
        <p:xfrm>
          <a:off x="2067552" y="3579333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886" name="Chart 885">
            <a:extLst>
              <a:ext uri="{FF2B5EF4-FFF2-40B4-BE49-F238E27FC236}">
                <a16:creationId xmlns:a16="http://schemas.microsoft.com/office/drawing/2014/main" id="{2EA04913-9771-817D-ECC3-4FE4BE578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6872540"/>
              </p:ext>
            </p:extLst>
          </p:nvPr>
        </p:nvGraphicFramePr>
        <p:xfrm>
          <a:off x="2067552" y="5185712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887" name="Chart 886">
            <a:extLst>
              <a:ext uri="{FF2B5EF4-FFF2-40B4-BE49-F238E27FC236}">
                <a16:creationId xmlns:a16="http://schemas.microsoft.com/office/drawing/2014/main" id="{7861A63C-BB16-4EFC-159B-DF48B6D20B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3153561"/>
              </p:ext>
            </p:extLst>
          </p:nvPr>
        </p:nvGraphicFramePr>
        <p:xfrm>
          <a:off x="2067552" y="5988352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DF45F26-ABAD-ED27-F85C-5EE3F93CFD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5227205"/>
              </p:ext>
            </p:extLst>
          </p:nvPr>
        </p:nvGraphicFramePr>
        <p:xfrm>
          <a:off x="8974117" y="486020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EB6075E-FEB6-D8A7-1D33-58E62A04C1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3846173"/>
              </p:ext>
            </p:extLst>
          </p:nvPr>
        </p:nvGraphicFramePr>
        <p:xfrm>
          <a:off x="8974117" y="1259348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923CCB6-321A-FCFE-BB1F-0FEF86F343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0015113"/>
              </p:ext>
            </p:extLst>
          </p:nvPr>
        </p:nvGraphicFramePr>
        <p:xfrm>
          <a:off x="8974117" y="2032676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91BCD46-6BB8-3918-E7B4-C52A2C5284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015713"/>
              </p:ext>
            </p:extLst>
          </p:nvPr>
        </p:nvGraphicFramePr>
        <p:xfrm>
          <a:off x="8974117" y="2806004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4512321-9C17-88C8-2F12-CD21027802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928182"/>
              </p:ext>
            </p:extLst>
          </p:nvPr>
        </p:nvGraphicFramePr>
        <p:xfrm>
          <a:off x="8974117" y="3579333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graphicFrame>
        <p:nvGraphicFramePr>
          <p:cNvPr id="899" name="Chart 898">
            <a:extLst>
              <a:ext uri="{FF2B5EF4-FFF2-40B4-BE49-F238E27FC236}">
                <a16:creationId xmlns:a16="http://schemas.microsoft.com/office/drawing/2014/main" id="{7ED8C0A0-0870-62ED-C250-E7A135CE2A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0797818"/>
              </p:ext>
            </p:extLst>
          </p:nvPr>
        </p:nvGraphicFramePr>
        <p:xfrm>
          <a:off x="8974117" y="4370166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aphicFrame>
        <p:nvGraphicFramePr>
          <p:cNvPr id="900" name="Chart 899">
            <a:extLst>
              <a:ext uri="{FF2B5EF4-FFF2-40B4-BE49-F238E27FC236}">
                <a16:creationId xmlns:a16="http://schemas.microsoft.com/office/drawing/2014/main" id="{41707463-C499-93FE-2E64-0E8AC7C7B8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38077"/>
              </p:ext>
            </p:extLst>
          </p:nvPr>
        </p:nvGraphicFramePr>
        <p:xfrm>
          <a:off x="8974117" y="5185712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graphicFrame>
        <p:nvGraphicFramePr>
          <p:cNvPr id="901" name="Chart 900">
            <a:extLst>
              <a:ext uri="{FF2B5EF4-FFF2-40B4-BE49-F238E27FC236}">
                <a16:creationId xmlns:a16="http://schemas.microsoft.com/office/drawing/2014/main" id="{CC18BA14-003F-6503-67FB-B95A201C83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8924958"/>
              </p:ext>
            </p:extLst>
          </p:nvPr>
        </p:nvGraphicFramePr>
        <p:xfrm>
          <a:off x="8974117" y="5988352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902" name="TextBox 901">
            <a:extLst>
              <a:ext uri="{FF2B5EF4-FFF2-40B4-BE49-F238E27FC236}">
                <a16:creationId xmlns:a16="http://schemas.microsoft.com/office/drawing/2014/main" id="{2C86FD46-4B6B-4B98-7B6E-6687645B0759}"/>
              </a:ext>
            </a:extLst>
          </p:cNvPr>
          <p:cNvSpPr txBox="1"/>
          <p:nvPr/>
        </p:nvSpPr>
        <p:spPr>
          <a:xfrm>
            <a:off x="8620803" y="55191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2014</a:t>
            </a:r>
          </a:p>
        </p:txBody>
      </p:sp>
      <p:sp>
        <p:nvSpPr>
          <p:cNvPr id="903" name="TextBox 902">
            <a:extLst>
              <a:ext uri="{FF2B5EF4-FFF2-40B4-BE49-F238E27FC236}">
                <a16:creationId xmlns:a16="http://schemas.microsoft.com/office/drawing/2014/main" id="{5C6809E0-617A-29C4-3BE9-F4B65E96C70F}"/>
              </a:ext>
            </a:extLst>
          </p:cNvPr>
          <p:cNvSpPr txBox="1"/>
          <p:nvPr/>
        </p:nvSpPr>
        <p:spPr>
          <a:xfrm>
            <a:off x="8620803" y="132808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</a:p>
        </p:txBody>
      </p:sp>
      <p:sp>
        <p:nvSpPr>
          <p:cNvPr id="904" name="TextBox 903">
            <a:extLst>
              <a:ext uri="{FF2B5EF4-FFF2-40B4-BE49-F238E27FC236}">
                <a16:creationId xmlns:a16="http://schemas.microsoft.com/office/drawing/2014/main" id="{9E2C7420-7318-3794-1969-633492992673}"/>
              </a:ext>
            </a:extLst>
          </p:cNvPr>
          <p:cNvSpPr txBox="1"/>
          <p:nvPr/>
        </p:nvSpPr>
        <p:spPr>
          <a:xfrm>
            <a:off x="8620802" y="210426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</p:txBody>
      </p:sp>
      <p:sp>
        <p:nvSpPr>
          <p:cNvPr id="905" name="TextBox 904">
            <a:extLst>
              <a:ext uri="{FF2B5EF4-FFF2-40B4-BE49-F238E27FC236}">
                <a16:creationId xmlns:a16="http://schemas.microsoft.com/office/drawing/2014/main" id="{9B2E988E-19EF-B419-5605-61A01993DBE1}"/>
              </a:ext>
            </a:extLst>
          </p:cNvPr>
          <p:cNvSpPr txBox="1"/>
          <p:nvPr/>
        </p:nvSpPr>
        <p:spPr>
          <a:xfrm>
            <a:off x="8620803" y="288044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</a:p>
        </p:txBody>
      </p:sp>
      <p:sp>
        <p:nvSpPr>
          <p:cNvPr id="906" name="TextBox 905">
            <a:extLst>
              <a:ext uri="{FF2B5EF4-FFF2-40B4-BE49-F238E27FC236}">
                <a16:creationId xmlns:a16="http://schemas.microsoft.com/office/drawing/2014/main" id="{7A0FA280-54D3-349C-1B23-341B0E45ED2F}"/>
              </a:ext>
            </a:extLst>
          </p:cNvPr>
          <p:cNvSpPr txBox="1"/>
          <p:nvPr/>
        </p:nvSpPr>
        <p:spPr>
          <a:xfrm>
            <a:off x="8620803" y="365662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</a:p>
        </p:txBody>
      </p:sp>
      <p:sp>
        <p:nvSpPr>
          <p:cNvPr id="907" name="TextBox 906">
            <a:extLst>
              <a:ext uri="{FF2B5EF4-FFF2-40B4-BE49-F238E27FC236}">
                <a16:creationId xmlns:a16="http://schemas.microsoft.com/office/drawing/2014/main" id="{91A1094F-54D3-FD96-BBEA-BFC527D3741D}"/>
              </a:ext>
            </a:extLst>
          </p:cNvPr>
          <p:cNvSpPr txBox="1"/>
          <p:nvPr/>
        </p:nvSpPr>
        <p:spPr>
          <a:xfrm>
            <a:off x="8620801" y="445406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2013</a:t>
            </a:r>
          </a:p>
        </p:txBody>
      </p:sp>
      <p:sp>
        <p:nvSpPr>
          <p:cNvPr id="908" name="TextBox 907">
            <a:extLst>
              <a:ext uri="{FF2B5EF4-FFF2-40B4-BE49-F238E27FC236}">
                <a16:creationId xmlns:a16="http://schemas.microsoft.com/office/drawing/2014/main" id="{A4DDAF3A-1BB7-9468-5F81-8D11DA8EBD09}"/>
              </a:ext>
            </a:extLst>
          </p:cNvPr>
          <p:cNvSpPr txBox="1"/>
          <p:nvPr/>
        </p:nvSpPr>
        <p:spPr>
          <a:xfrm>
            <a:off x="8620803" y="526213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</a:t>
            </a:r>
          </a:p>
        </p:txBody>
      </p:sp>
      <p:sp>
        <p:nvSpPr>
          <p:cNvPr id="909" name="TextBox 908">
            <a:extLst>
              <a:ext uri="{FF2B5EF4-FFF2-40B4-BE49-F238E27FC236}">
                <a16:creationId xmlns:a16="http://schemas.microsoft.com/office/drawing/2014/main" id="{73C4F697-B790-88F6-8FF9-0C89409420F3}"/>
              </a:ext>
            </a:extLst>
          </p:cNvPr>
          <p:cNvSpPr txBox="1"/>
          <p:nvPr/>
        </p:nvSpPr>
        <p:spPr>
          <a:xfrm>
            <a:off x="8620803" y="60648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</a:t>
            </a:r>
          </a:p>
        </p:txBody>
      </p:sp>
      <p:graphicFrame>
        <p:nvGraphicFramePr>
          <p:cNvPr id="913" name="Chart 912">
            <a:extLst>
              <a:ext uri="{FF2B5EF4-FFF2-40B4-BE49-F238E27FC236}">
                <a16:creationId xmlns:a16="http://schemas.microsoft.com/office/drawing/2014/main" id="{86B16CD5-C638-3596-DB2A-0C17156EA1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0091084"/>
              </p:ext>
            </p:extLst>
          </p:nvPr>
        </p:nvGraphicFramePr>
        <p:xfrm>
          <a:off x="740562" y="486020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graphicFrame>
        <p:nvGraphicFramePr>
          <p:cNvPr id="914" name="Chart 913">
            <a:extLst>
              <a:ext uri="{FF2B5EF4-FFF2-40B4-BE49-F238E27FC236}">
                <a16:creationId xmlns:a16="http://schemas.microsoft.com/office/drawing/2014/main" id="{8A4BF175-8BEA-C72A-937F-56F5766AA6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6517253"/>
              </p:ext>
            </p:extLst>
          </p:nvPr>
        </p:nvGraphicFramePr>
        <p:xfrm>
          <a:off x="740562" y="1259348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graphicFrame>
        <p:nvGraphicFramePr>
          <p:cNvPr id="915" name="Chart 914">
            <a:extLst>
              <a:ext uri="{FF2B5EF4-FFF2-40B4-BE49-F238E27FC236}">
                <a16:creationId xmlns:a16="http://schemas.microsoft.com/office/drawing/2014/main" id="{64E4DB25-798E-465A-EBAC-2EF89D2465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2842002"/>
              </p:ext>
            </p:extLst>
          </p:nvPr>
        </p:nvGraphicFramePr>
        <p:xfrm>
          <a:off x="740562" y="2032676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graphicFrame>
        <p:nvGraphicFramePr>
          <p:cNvPr id="916" name="Chart 915">
            <a:extLst>
              <a:ext uri="{FF2B5EF4-FFF2-40B4-BE49-F238E27FC236}">
                <a16:creationId xmlns:a16="http://schemas.microsoft.com/office/drawing/2014/main" id="{F36CBC12-0C6B-809B-9971-5C7DFA1B0E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3732300"/>
              </p:ext>
            </p:extLst>
          </p:nvPr>
        </p:nvGraphicFramePr>
        <p:xfrm>
          <a:off x="740562" y="2806004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graphicFrame>
        <p:nvGraphicFramePr>
          <p:cNvPr id="917" name="Chart 916">
            <a:extLst>
              <a:ext uri="{FF2B5EF4-FFF2-40B4-BE49-F238E27FC236}">
                <a16:creationId xmlns:a16="http://schemas.microsoft.com/office/drawing/2014/main" id="{D4B1CFD5-2965-1FE6-F3D1-3100F21879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4559501"/>
              </p:ext>
            </p:extLst>
          </p:nvPr>
        </p:nvGraphicFramePr>
        <p:xfrm>
          <a:off x="740562" y="3579333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graphicFrame>
        <p:nvGraphicFramePr>
          <p:cNvPr id="918" name="Chart 917">
            <a:extLst>
              <a:ext uri="{FF2B5EF4-FFF2-40B4-BE49-F238E27FC236}">
                <a16:creationId xmlns:a16="http://schemas.microsoft.com/office/drawing/2014/main" id="{0D48727D-60FE-E02E-4A16-968ECC3341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8361003"/>
              </p:ext>
            </p:extLst>
          </p:nvPr>
        </p:nvGraphicFramePr>
        <p:xfrm>
          <a:off x="740562" y="4370166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graphicFrame>
        <p:nvGraphicFramePr>
          <p:cNvPr id="919" name="Chart 918">
            <a:extLst>
              <a:ext uri="{FF2B5EF4-FFF2-40B4-BE49-F238E27FC236}">
                <a16:creationId xmlns:a16="http://schemas.microsoft.com/office/drawing/2014/main" id="{23DAB7FA-125E-D248-923C-76D5B11BCB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7782551"/>
              </p:ext>
            </p:extLst>
          </p:nvPr>
        </p:nvGraphicFramePr>
        <p:xfrm>
          <a:off x="740562" y="5185712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graphicFrame>
        <p:nvGraphicFramePr>
          <p:cNvPr id="920" name="Chart 919">
            <a:extLst>
              <a:ext uri="{FF2B5EF4-FFF2-40B4-BE49-F238E27FC236}">
                <a16:creationId xmlns:a16="http://schemas.microsoft.com/office/drawing/2014/main" id="{1F00E6F1-BCED-A74D-EE95-CC5C3DF6CC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0723937"/>
              </p:ext>
            </p:extLst>
          </p:nvPr>
        </p:nvGraphicFramePr>
        <p:xfrm>
          <a:off x="740562" y="5988352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2"/>
          </a:graphicData>
        </a:graphic>
      </p:graphicFrame>
      <p:sp>
        <p:nvSpPr>
          <p:cNvPr id="921" name="TextBox 920">
            <a:extLst>
              <a:ext uri="{FF2B5EF4-FFF2-40B4-BE49-F238E27FC236}">
                <a16:creationId xmlns:a16="http://schemas.microsoft.com/office/drawing/2014/main" id="{04CA1A39-927B-04AA-8F52-EED7DF741252}"/>
              </a:ext>
            </a:extLst>
          </p:cNvPr>
          <p:cNvSpPr txBox="1"/>
          <p:nvPr/>
        </p:nvSpPr>
        <p:spPr>
          <a:xfrm>
            <a:off x="387248" y="551914"/>
            <a:ext cx="537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2011</a:t>
            </a:r>
          </a:p>
        </p:txBody>
      </p:sp>
      <p:sp>
        <p:nvSpPr>
          <p:cNvPr id="922" name="TextBox 921">
            <a:extLst>
              <a:ext uri="{FF2B5EF4-FFF2-40B4-BE49-F238E27FC236}">
                <a16:creationId xmlns:a16="http://schemas.microsoft.com/office/drawing/2014/main" id="{88E3179A-DB86-96C2-2458-4C6D17137CF9}"/>
              </a:ext>
            </a:extLst>
          </p:cNvPr>
          <p:cNvSpPr txBox="1"/>
          <p:nvPr/>
        </p:nvSpPr>
        <p:spPr>
          <a:xfrm>
            <a:off x="387248" y="1328089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</a:p>
        </p:txBody>
      </p:sp>
      <p:sp>
        <p:nvSpPr>
          <p:cNvPr id="923" name="TextBox 922">
            <a:extLst>
              <a:ext uri="{FF2B5EF4-FFF2-40B4-BE49-F238E27FC236}">
                <a16:creationId xmlns:a16="http://schemas.microsoft.com/office/drawing/2014/main" id="{03EE406F-C893-B463-4763-7779896FA632}"/>
              </a:ext>
            </a:extLst>
          </p:cNvPr>
          <p:cNvSpPr txBox="1"/>
          <p:nvPr/>
        </p:nvSpPr>
        <p:spPr>
          <a:xfrm>
            <a:off x="387248" y="210426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</a:t>
            </a:r>
          </a:p>
        </p:txBody>
      </p:sp>
      <p:sp>
        <p:nvSpPr>
          <p:cNvPr id="924" name="TextBox 923">
            <a:extLst>
              <a:ext uri="{FF2B5EF4-FFF2-40B4-BE49-F238E27FC236}">
                <a16:creationId xmlns:a16="http://schemas.microsoft.com/office/drawing/2014/main" id="{37DCB2AA-93E6-660B-C93E-2122D10BFFA1}"/>
              </a:ext>
            </a:extLst>
          </p:cNvPr>
          <p:cNvSpPr txBox="1"/>
          <p:nvPr/>
        </p:nvSpPr>
        <p:spPr>
          <a:xfrm>
            <a:off x="387248" y="288044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2005</a:t>
            </a:r>
          </a:p>
        </p:txBody>
      </p:sp>
      <p:sp>
        <p:nvSpPr>
          <p:cNvPr id="925" name="TextBox 924">
            <a:extLst>
              <a:ext uri="{FF2B5EF4-FFF2-40B4-BE49-F238E27FC236}">
                <a16:creationId xmlns:a16="http://schemas.microsoft.com/office/drawing/2014/main" id="{AE2E9172-1530-EB59-13E2-16F37BFC87D4}"/>
              </a:ext>
            </a:extLst>
          </p:cNvPr>
          <p:cNvSpPr txBox="1"/>
          <p:nvPr/>
        </p:nvSpPr>
        <p:spPr>
          <a:xfrm>
            <a:off x="387248" y="365662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</a:p>
        </p:txBody>
      </p:sp>
      <p:sp>
        <p:nvSpPr>
          <p:cNvPr id="926" name="TextBox 925">
            <a:extLst>
              <a:ext uri="{FF2B5EF4-FFF2-40B4-BE49-F238E27FC236}">
                <a16:creationId xmlns:a16="http://schemas.microsoft.com/office/drawing/2014/main" id="{0E2FB165-571E-5A79-5CEC-DC09A5B74048}"/>
              </a:ext>
            </a:extLst>
          </p:cNvPr>
          <p:cNvSpPr txBox="1"/>
          <p:nvPr/>
        </p:nvSpPr>
        <p:spPr>
          <a:xfrm>
            <a:off x="387248" y="4454062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2002</a:t>
            </a:r>
          </a:p>
        </p:txBody>
      </p:sp>
      <p:sp>
        <p:nvSpPr>
          <p:cNvPr id="927" name="TextBox 926">
            <a:extLst>
              <a:ext uri="{FF2B5EF4-FFF2-40B4-BE49-F238E27FC236}">
                <a16:creationId xmlns:a16="http://schemas.microsoft.com/office/drawing/2014/main" id="{3464A6A8-71D8-81E5-6D33-44C78F5B46EB}"/>
              </a:ext>
            </a:extLst>
          </p:cNvPr>
          <p:cNvSpPr txBox="1"/>
          <p:nvPr/>
        </p:nvSpPr>
        <p:spPr>
          <a:xfrm>
            <a:off x="387248" y="526213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</a:p>
        </p:txBody>
      </p:sp>
      <p:sp>
        <p:nvSpPr>
          <p:cNvPr id="928" name="TextBox 927">
            <a:extLst>
              <a:ext uri="{FF2B5EF4-FFF2-40B4-BE49-F238E27FC236}">
                <a16:creationId xmlns:a16="http://schemas.microsoft.com/office/drawing/2014/main" id="{6F7B5712-DED0-D02D-21F6-5F9C748E6C6F}"/>
              </a:ext>
            </a:extLst>
          </p:cNvPr>
          <p:cNvSpPr txBox="1"/>
          <p:nvPr/>
        </p:nvSpPr>
        <p:spPr>
          <a:xfrm>
            <a:off x="387248" y="606489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1979</a:t>
            </a:r>
          </a:p>
        </p:txBody>
      </p:sp>
      <p:grpSp>
        <p:nvGrpSpPr>
          <p:cNvPr id="935" name="Group 934">
            <a:extLst>
              <a:ext uri="{FF2B5EF4-FFF2-40B4-BE49-F238E27FC236}">
                <a16:creationId xmlns:a16="http://schemas.microsoft.com/office/drawing/2014/main" id="{014CD2AC-AA01-EE87-3D7F-64E0BC3AFDFA}"/>
              </a:ext>
            </a:extLst>
          </p:cNvPr>
          <p:cNvGrpSpPr/>
          <p:nvPr/>
        </p:nvGrpSpPr>
        <p:grpSpPr>
          <a:xfrm>
            <a:off x="792864" y="294703"/>
            <a:ext cx="1929527" cy="307777"/>
            <a:chOff x="806116" y="78197"/>
            <a:chExt cx="1929527" cy="307777"/>
          </a:xfrm>
        </p:grpSpPr>
        <p:sp>
          <p:nvSpPr>
            <p:cNvPr id="929" name="TextBox 928">
              <a:extLst>
                <a:ext uri="{FF2B5EF4-FFF2-40B4-BE49-F238E27FC236}">
                  <a16:creationId xmlns:a16="http://schemas.microsoft.com/office/drawing/2014/main" id="{A74C2C7E-D10A-88E1-210F-EFD8D9FF485C}"/>
                </a:ext>
              </a:extLst>
            </p:cNvPr>
            <p:cNvSpPr txBox="1"/>
            <p:nvPr/>
          </p:nvSpPr>
          <p:spPr>
            <a:xfrm>
              <a:off x="2132593" y="78197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Cited</a:t>
              </a:r>
            </a:p>
          </p:txBody>
        </p:sp>
        <p:sp>
          <p:nvSpPr>
            <p:cNvPr id="932" name="TextBox 931">
              <a:extLst>
                <a:ext uri="{FF2B5EF4-FFF2-40B4-BE49-F238E27FC236}">
                  <a16:creationId xmlns:a16="http://schemas.microsoft.com/office/drawing/2014/main" id="{73E6E561-737D-3CB3-F263-2215984FEABB}"/>
                </a:ext>
              </a:extLst>
            </p:cNvPr>
            <p:cNvSpPr txBox="1"/>
            <p:nvPr/>
          </p:nvSpPr>
          <p:spPr>
            <a:xfrm>
              <a:off x="806116" y="78197"/>
              <a:ext cx="6623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Citing</a:t>
              </a:r>
            </a:p>
          </p:txBody>
        </p:sp>
      </p:grpSp>
      <p:grpSp>
        <p:nvGrpSpPr>
          <p:cNvPr id="936" name="Group 935">
            <a:extLst>
              <a:ext uri="{FF2B5EF4-FFF2-40B4-BE49-F238E27FC236}">
                <a16:creationId xmlns:a16="http://schemas.microsoft.com/office/drawing/2014/main" id="{6D233827-C3C1-12FA-8A09-88A9A7EC9107}"/>
              </a:ext>
            </a:extLst>
          </p:cNvPr>
          <p:cNvGrpSpPr/>
          <p:nvPr/>
        </p:nvGrpSpPr>
        <p:grpSpPr>
          <a:xfrm>
            <a:off x="9006927" y="294703"/>
            <a:ext cx="1897228" cy="345205"/>
            <a:chOff x="806116" y="78197"/>
            <a:chExt cx="1897228" cy="345205"/>
          </a:xfrm>
        </p:grpSpPr>
        <p:sp>
          <p:nvSpPr>
            <p:cNvPr id="937" name="TextBox 936">
              <a:extLst>
                <a:ext uri="{FF2B5EF4-FFF2-40B4-BE49-F238E27FC236}">
                  <a16:creationId xmlns:a16="http://schemas.microsoft.com/office/drawing/2014/main" id="{A6713ECF-B985-A394-591F-3280ACA25B25}"/>
                </a:ext>
              </a:extLst>
            </p:cNvPr>
            <p:cNvSpPr txBox="1"/>
            <p:nvPr/>
          </p:nvSpPr>
          <p:spPr>
            <a:xfrm>
              <a:off x="2100294" y="115625"/>
              <a:ext cx="6030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Cited</a:t>
              </a:r>
            </a:p>
          </p:txBody>
        </p:sp>
        <p:sp>
          <p:nvSpPr>
            <p:cNvPr id="938" name="TextBox 937">
              <a:extLst>
                <a:ext uri="{FF2B5EF4-FFF2-40B4-BE49-F238E27FC236}">
                  <a16:creationId xmlns:a16="http://schemas.microsoft.com/office/drawing/2014/main" id="{0C858E3C-AB6A-E41D-C9D8-47DC5C1353AE}"/>
                </a:ext>
              </a:extLst>
            </p:cNvPr>
            <p:cNvSpPr txBox="1"/>
            <p:nvPr/>
          </p:nvSpPr>
          <p:spPr>
            <a:xfrm>
              <a:off x="806116" y="78197"/>
              <a:ext cx="6623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Citing</a:t>
              </a:r>
            </a:p>
          </p:txBody>
        </p:sp>
      </p:grpSp>
      <p:sp>
        <p:nvSpPr>
          <p:cNvPr id="941" name="TextBox 940">
            <a:extLst>
              <a:ext uri="{FF2B5EF4-FFF2-40B4-BE49-F238E27FC236}">
                <a16:creationId xmlns:a16="http://schemas.microsoft.com/office/drawing/2014/main" id="{69612C20-7946-2588-FEF9-1DA52DC342FF}"/>
              </a:ext>
            </a:extLst>
          </p:cNvPr>
          <p:cNvSpPr txBox="1"/>
          <p:nvPr/>
        </p:nvSpPr>
        <p:spPr>
          <a:xfrm>
            <a:off x="3860800" y="83989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5A988C-06B8-3AAD-6969-77E446B68B7B}"/>
              </a:ext>
            </a:extLst>
          </p:cNvPr>
          <p:cNvSpPr txBox="1"/>
          <p:nvPr/>
        </p:nvSpPr>
        <p:spPr>
          <a:xfrm>
            <a:off x="114473" y="-543029"/>
            <a:ext cx="12898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#617, Here the small </a:t>
            </a:r>
            <a:r>
              <a:rPr lang="en-US" dirty="0" err="1">
                <a:highlight>
                  <a:srgbClr val="FFFF00"/>
                </a:highlight>
              </a:rPr>
              <a:t>barcharts</a:t>
            </a:r>
            <a:r>
              <a:rPr lang="en-US" dirty="0">
                <a:highlight>
                  <a:srgbClr val="FFFF00"/>
                </a:highlight>
              </a:rPr>
              <a:t> are about the % of each methodology compose papers in respectively, CITING and CITED YEARS. </a:t>
            </a:r>
          </a:p>
          <a:p>
            <a:r>
              <a:rPr lang="en-US" dirty="0">
                <a:highlight>
                  <a:srgbClr val="FFFF00"/>
                </a:highlight>
              </a:rPr>
              <a:t>It doesn’t zoom in the network graph we have in the center. Maybe it makes more sense to get bar graphs about that…  </a:t>
            </a:r>
          </a:p>
        </p:txBody>
      </p:sp>
      <p:grpSp>
        <p:nvGrpSpPr>
          <p:cNvPr id="1737" name="Group 1736">
            <a:extLst>
              <a:ext uri="{FF2B5EF4-FFF2-40B4-BE49-F238E27FC236}">
                <a16:creationId xmlns:a16="http://schemas.microsoft.com/office/drawing/2014/main" id="{533A0BA2-8F02-6682-5E5F-C151ED4ADA7A}"/>
              </a:ext>
            </a:extLst>
          </p:cNvPr>
          <p:cNvGrpSpPr/>
          <p:nvPr/>
        </p:nvGrpSpPr>
        <p:grpSpPr>
          <a:xfrm>
            <a:off x="3297067" y="672904"/>
            <a:ext cx="5490293" cy="5512194"/>
            <a:chOff x="3198523" y="530874"/>
            <a:chExt cx="5782642" cy="5805710"/>
          </a:xfrm>
        </p:grpSpPr>
        <p:grpSp>
          <p:nvGrpSpPr>
            <p:cNvPr id="1299" name="Graphic 1296">
              <a:extLst>
                <a:ext uri="{FF2B5EF4-FFF2-40B4-BE49-F238E27FC236}">
                  <a16:creationId xmlns:a16="http://schemas.microsoft.com/office/drawing/2014/main" id="{69A7B47A-93C1-2A3C-F3AE-7480C2205C1F}"/>
                </a:ext>
              </a:extLst>
            </p:cNvPr>
            <p:cNvGrpSpPr/>
            <p:nvPr/>
          </p:nvGrpSpPr>
          <p:grpSpPr>
            <a:xfrm>
              <a:off x="3622268" y="952500"/>
              <a:ext cx="4947250" cy="4952339"/>
              <a:chOff x="3622268" y="952500"/>
              <a:chExt cx="4947250" cy="4952339"/>
            </a:xfrm>
          </p:grpSpPr>
          <p:sp>
            <p:nvSpPr>
              <p:cNvPr id="1300" name="Freeform 1299">
                <a:extLst>
                  <a:ext uri="{FF2B5EF4-FFF2-40B4-BE49-F238E27FC236}">
                    <a16:creationId xmlns:a16="http://schemas.microsoft.com/office/drawing/2014/main" id="{EF92D87A-50E1-D127-4A0F-443BE873468E}"/>
                  </a:ext>
                </a:extLst>
              </p:cNvPr>
              <p:cNvSpPr/>
              <p:nvPr/>
            </p:nvSpPr>
            <p:spPr>
              <a:xfrm>
                <a:off x="4928734" y="1216342"/>
                <a:ext cx="141746" cy="197167"/>
              </a:xfrm>
              <a:custGeom>
                <a:avLst/>
                <a:gdLst>
                  <a:gd name="connsiteX0" fmla="*/ 0 w 141746"/>
                  <a:gd name="connsiteY0" fmla="*/ 29528 h 197167"/>
                  <a:gd name="connsiteX1" fmla="*/ 56128 w 141746"/>
                  <a:gd name="connsiteY1" fmla="*/ 0 h 197167"/>
                  <a:gd name="connsiteX2" fmla="*/ 141746 w 141746"/>
                  <a:gd name="connsiteY2" fmla="*/ 170498 h 197167"/>
                  <a:gd name="connsiteX3" fmla="*/ 90375 w 141746"/>
                  <a:gd name="connsiteY3" fmla="*/ 197168 h 197167"/>
                  <a:gd name="connsiteX4" fmla="*/ 951 w 141746"/>
                  <a:gd name="connsiteY4" fmla="*/ 29528 h 197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746" h="197167">
                    <a:moveTo>
                      <a:pt x="0" y="29528"/>
                    </a:moveTo>
                    <a:cubicBezTo>
                      <a:pt x="19026" y="20003"/>
                      <a:pt x="37102" y="9525"/>
                      <a:pt x="56128" y="0"/>
                    </a:cubicBezTo>
                    <a:lnTo>
                      <a:pt x="141746" y="170498"/>
                    </a:lnTo>
                    <a:cubicBezTo>
                      <a:pt x="124623" y="179070"/>
                      <a:pt x="107499" y="188595"/>
                      <a:pt x="90375" y="197168"/>
                    </a:cubicBezTo>
                    <a:lnTo>
                      <a:pt x="951" y="29528"/>
                    </a:lnTo>
                    <a:close/>
                  </a:path>
                </a:pathLst>
              </a:custGeom>
              <a:solidFill>
                <a:srgbClr val="9AABC6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1" name="Freeform 1300">
                <a:extLst>
                  <a:ext uri="{FF2B5EF4-FFF2-40B4-BE49-F238E27FC236}">
                    <a16:creationId xmlns:a16="http://schemas.microsoft.com/office/drawing/2014/main" id="{2CA0D91F-2928-1DE9-42FF-0BCBBB16577E}"/>
                  </a:ext>
                </a:extLst>
              </p:cNvPr>
              <p:cNvSpPr/>
              <p:nvPr/>
            </p:nvSpPr>
            <p:spPr>
              <a:xfrm>
                <a:off x="3633040" y="3639502"/>
                <a:ext cx="244488" cy="377190"/>
              </a:xfrm>
              <a:custGeom>
                <a:avLst/>
                <a:gdLst>
                  <a:gd name="connsiteX0" fmla="*/ 59933 w 244488"/>
                  <a:gd name="connsiteY0" fmla="*/ 377190 h 377190"/>
                  <a:gd name="connsiteX1" fmla="*/ 0 w 244488"/>
                  <a:gd name="connsiteY1" fmla="*/ 17145 h 377190"/>
                  <a:gd name="connsiteX2" fmla="*/ 189312 w 244488"/>
                  <a:gd name="connsiteY2" fmla="*/ 0 h 377190"/>
                  <a:gd name="connsiteX3" fmla="*/ 244488 w 244488"/>
                  <a:gd name="connsiteY3" fmla="*/ 332422 h 377190"/>
                  <a:gd name="connsiteX4" fmla="*/ 59933 w 244488"/>
                  <a:gd name="connsiteY4" fmla="*/ 377190 h 37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488" h="377190">
                    <a:moveTo>
                      <a:pt x="59933" y="377190"/>
                    </a:moveTo>
                    <a:cubicBezTo>
                      <a:pt x="31393" y="259080"/>
                      <a:pt x="10464" y="138113"/>
                      <a:pt x="0" y="17145"/>
                    </a:cubicBezTo>
                    <a:lnTo>
                      <a:pt x="189312" y="0"/>
                    </a:lnTo>
                    <a:cubicBezTo>
                      <a:pt x="199777" y="112395"/>
                      <a:pt x="217851" y="222885"/>
                      <a:pt x="244488" y="332422"/>
                    </a:cubicBezTo>
                    <a:lnTo>
                      <a:pt x="59933" y="377190"/>
                    </a:ln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2" name="Freeform 1301">
                <a:extLst>
                  <a:ext uri="{FF2B5EF4-FFF2-40B4-BE49-F238E27FC236}">
                    <a16:creationId xmlns:a16="http://schemas.microsoft.com/office/drawing/2014/main" id="{BB4A84DC-9BFF-419E-0AAF-2663156EB223}"/>
                  </a:ext>
                </a:extLst>
              </p:cNvPr>
              <p:cNvSpPr/>
              <p:nvPr/>
            </p:nvSpPr>
            <p:spPr>
              <a:xfrm>
                <a:off x="5885758" y="961072"/>
                <a:ext cx="18074" cy="189547"/>
              </a:xfrm>
              <a:custGeom>
                <a:avLst/>
                <a:gdLst>
                  <a:gd name="connsiteX0" fmla="*/ 0 w 18074"/>
                  <a:gd name="connsiteY0" fmla="*/ 0 h 189547"/>
                  <a:gd name="connsiteX1" fmla="*/ 1903 w 18074"/>
                  <a:gd name="connsiteY1" fmla="*/ 0 h 189547"/>
                  <a:gd name="connsiteX2" fmla="*/ 18075 w 18074"/>
                  <a:gd name="connsiteY2" fmla="*/ 189547 h 189547"/>
                  <a:gd name="connsiteX3" fmla="*/ 16173 w 18074"/>
                  <a:gd name="connsiteY3" fmla="*/ 189547 h 189547"/>
                  <a:gd name="connsiteX4" fmla="*/ 0 w 18074"/>
                  <a:gd name="connsiteY4" fmla="*/ 0 h 18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74" h="189547">
                    <a:moveTo>
                      <a:pt x="0" y="0"/>
                    </a:moveTo>
                    <a:cubicBezTo>
                      <a:pt x="0" y="0"/>
                      <a:pt x="1903" y="0"/>
                      <a:pt x="1903" y="0"/>
                    </a:cubicBezTo>
                    <a:lnTo>
                      <a:pt x="18075" y="189547"/>
                    </a:lnTo>
                    <a:cubicBezTo>
                      <a:pt x="18075" y="189547"/>
                      <a:pt x="16173" y="189547"/>
                      <a:pt x="16173" y="18954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3" name="Freeform 1302">
                <a:extLst>
                  <a:ext uri="{FF2B5EF4-FFF2-40B4-BE49-F238E27FC236}">
                    <a16:creationId xmlns:a16="http://schemas.microsoft.com/office/drawing/2014/main" id="{F3E020D3-A50F-4B95-A9C1-03C13CD7F093}"/>
                  </a:ext>
                </a:extLst>
              </p:cNvPr>
              <p:cNvSpPr/>
              <p:nvPr/>
            </p:nvSpPr>
            <p:spPr>
              <a:xfrm>
                <a:off x="5527112" y="1009650"/>
                <a:ext cx="81813" cy="194310"/>
              </a:xfrm>
              <a:custGeom>
                <a:avLst/>
                <a:gdLst>
                  <a:gd name="connsiteX0" fmla="*/ 0 w 81813"/>
                  <a:gd name="connsiteY0" fmla="*/ 9525 h 194310"/>
                  <a:gd name="connsiteX1" fmla="*/ 40907 w 81813"/>
                  <a:gd name="connsiteY1" fmla="*/ 0 h 194310"/>
                  <a:gd name="connsiteX2" fmla="*/ 81813 w 81813"/>
                  <a:gd name="connsiteY2" fmla="*/ 185738 h 194310"/>
                  <a:gd name="connsiteX3" fmla="*/ 43760 w 81813"/>
                  <a:gd name="connsiteY3" fmla="*/ 194310 h 194310"/>
                  <a:gd name="connsiteX4" fmla="*/ 0 w 81813"/>
                  <a:gd name="connsiteY4" fmla="*/ 8573 h 194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813" h="194310">
                    <a:moveTo>
                      <a:pt x="0" y="9525"/>
                    </a:moveTo>
                    <a:cubicBezTo>
                      <a:pt x="13318" y="6668"/>
                      <a:pt x="27588" y="2857"/>
                      <a:pt x="40907" y="0"/>
                    </a:cubicBezTo>
                    <a:lnTo>
                      <a:pt x="81813" y="185738"/>
                    </a:lnTo>
                    <a:cubicBezTo>
                      <a:pt x="69446" y="188595"/>
                      <a:pt x="56128" y="191452"/>
                      <a:pt x="43760" y="194310"/>
                    </a:cubicBezTo>
                    <a:lnTo>
                      <a:pt x="0" y="8573"/>
                    </a:ln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4" name="Freeform 1303">
                <a:extLst>
                  <a:ext uri="{FF2B5EF4-FFF2-40B4-BE49-F238E27FC236}">
                    <a16:creationId xmlns:a16="http://schemas.microsoft.com/office/drawing/2014/main" id="{713976C9-FB92-3391-D7F1-5D9AE251A7D3}"/>
                  </a:ext>
                </a:extLst>
              </p:cNvPr>
              <p:cNvSpPr/>
              <p:nvPr/>
            </p:nvSpPr>
            <p:spPr>
              <a:xfrm>
                <a:off x="5078091" y="1145857"/>
                <a:ext cx="132232" cy="199072"/>
              </a:xfrm>
              <a:custGeom>
                <a:avLst/>
                <a:gdLst>
                  <a:gd name="connsiteX0" fmla="*/ 0 w 132232"/>
                  <a:gd name="connsiteY0" fmla="*/ 25718 h 199072"/>
                  <a:gd name="connsiteX1" fmla="*/ 58030 w 132232"/>
                  <a:gd name="connsiteY1" fmla="*/ 0 h 199072"/>
                  <a:gd name="connsiteX2" fmla="*/ 132233 w 132232"/>
                  <a:gd name="connsiteY2" fmla="*/ 175260 h 199072"/>
                  <a:gd name="connsiteX3" fmla="*/ 78959 w 132232"/>
                  <a:gd name="connsiteY3" fmla="*/ 199072 h 199072"/>
                  <a:gd name="connsiteX4" fmla="*/ 951 w 132232"/>
                  <a:gd name="connsiteY4" fmla="*/ 25718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232" h="199072">
                    <a:moveTo>
                      <a:pt x="0" y="25718"/>
                    </a:moveTo>
                    <a:cubicBezTo>
                      <a:pt x="19026" y="17145"/>
                      <a:pt x="38053" y="8573"/>
                      <a:pt x="58030" y="0"/>
                    </a:cubicBezTo>
                    <a:lnTo>
                      <a:pt x="132233" y="175260"/>
                    </a:lnTo>
                    <a:cubicBezTo>
                      <a:pt x="114158" y="182880"/>
                      <a:pt x="96083" y="190500"/>
                      <a:pt x="78959" y="199072"/>
                    </a:cubicBezTo>
                    <a:lnTo>
                      <a:pt x="951" y="25718"/>
                    </a:lnTo>
                    <a:close/>
                  </a:path>
                </a:pathLst>
              </a:custGeom>
              <a:solidFill>
                <a:srgbClr val="C4D2E6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5" name="Freeform 1304">
                <a:extLst>
                  <a:ext uri="{FF2B5EF4-FFF2-40B4-BE49-F238E27FC236}">
                    <a16:creationId xmlns:a16="http://schemas.microsoft.com/office/drawing/2014/main" id="{D9797C58-9570-CA1C-47B6-3582C43FCA40}"/>
                  </a:ext>
                </a:extLst>
              </p:cNvPr>
              <p:cNvSpPr/>
              <p:nvPr/>
            </p:nvSpPr>
            <p:spPr>
              <a:xfrm>
                <a:off x="5989452" y="954405"/>
                <a:ext cx="10464" cy="190500"/>
              </a:xfrm>
              <a:custGeom>
                <a:avLst/>
                <a:gdLst>
                  <a:gd name="connsiteX0" fmla="*/ 951 w 10464"/>
                  <a:gd name="connsiteY0" fmla="*/ 0 h 190500"/>
                  <a:gd name="connsiteX1" fmla="*/ 2854 w 10464"/>
                  <a:gd name="connsiteY1" fmla="*/ 0 h 190500"/>
                  <a:gd name="connsiteX2" fmla="*/ 10465 w 10464"/>
                  <a:gd name="connsiteY2" fmla="*/ 190500 h 190500"/>
                  <a:gd name="connsiteX3" fmla="*/ 8562 w 10464"/>
                  <a:gd name="connsiteY3" fmla="*/ 190500 h 190500"/>
                  <a:gd name="connsiteX4" fmla="*/ 0 w 10464"/>
                  <a:gd name="connsiteY4" fmla="*/ 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64" h="190500">
                    <a:moveTo>
                      <a:pt x="951" y="0"/>
                    </a:moveTo>
                    <a:cubicBezTo>
                      <a:pt x="951" y="0"/>
                      <a:pt x="2854" y="0"/>
                      <a:pt x="2854" y="0"/>
                    </a:cubicBezTo>
                    <a:lnTo>
                      <a:pt x="10465" y="190500"/>
                    </a:lnTo>
                    <a:cubicBezTo>
                      <a:pt x="10465" y="190500"/>
                      <a:pt x="8562" y="190500"/>
                      <a:pt x="8562" y="1905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6" name="Freeform 1305">
                <a:extLst>
                  <a:ext uri="{FF2B5EF4-FFF2-40B4-BE49-F238E27FC236}">
                    <a16:creationId xmlns:a16="http://schemas.microsoft.com/office/drawing/2014/main" id="{1AC6FA09-CDDC-657E-C9E5-41502891BE63}"/>
                  </a:ext>
                </a:extLst>
              </p:cNvPr>
              <p:cNvSpPr/>
              <p:nvPr/>
            </p:nvSpPr>
            <p:spPr>
              <a:xfrm>
                <a:off x="5777308" y="973455"/>
                <a:ext cx="29490" cy="188594"/>
              </a:xfrm>
              <a:custGeom>
                <a:avLst/>
                <a:gdLst>
                  <a:gd name="connsiteX0" fmla="*/ 951 w 29490"/>
                  <a:gd name="connsiteY0" fmla="*/ 0 h 188594"/>
                  <a:gd name="connsiteX1" fmla="*/ 5708 w 29490"/>
                  <a:gd name="connsiteY1" fmla="*/ 0 h 188594"/>
                  <a:gd name="connsiteX2" fmla="*/ 29491 w 29490"/>
                  <a:gd name="connsiteY2" fmla="*/ 188595 h 188594"/>
                  <a:gd name="connsiteX3" fmla="*/ 24734 w 29490"/>
                  <a:gd name="connsiteY3" fmla="*/ 188595 h 188594"/>
                  <a:gd name="connsiteX4" fmla="*/ 0 w 29490"/>
                  <a:gd name="connsiteY4" fmla="*/ 0 h 188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490" h="188594">
                    <a:moveTo>
                      <a:pt x="951" y="0"/>
                    </a:moveTo>
                    <a:cubicBezTo>
                      <a:pt x="2854" y="0"/>
                      <a:pt x="3805" y="0"/>
                      <a:pt x="5708" y="0"/>
                    </a:cubicBezTo>
                    <a:lnTo>
                      <a:pt x="29491" y="188595"/>
                    </a:lnTo>
                    <a:cubicBezTo>
                      <a:pt x="27588" y="188595"/>
                      <a:pt x="26637" y="188595"/>
                      <a:pt x="24734" y="18859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7" name="Freeform 1306">
                <a:extLst>
                  <a:ext uri="{FF2B5EF4-FFF2-40B4-BE49-F238E27FC236}">
                    <a16:creationId xmlns:a16="http://schemas.microsoft.com/office/drawing/2014/main" id="{C2281B86-6CCF-2A3E-B025-73C832CB86FF}"/>
                  </a:ext>
                </a:extLst>
              </p:cNvPr>
              <p:cNvSpPr/>
              <p:nvPr/>
            </p:nvSpPr>
            <p:spPr>
              <a:xfrm>
                <a:off x="4779377" y="1296352"/>
                <a:ext cx="156967" cy="197167"/>
              </a:xfrm>
              <a:custGeom>
                <a:avLst/>
                <a:gdLst>
                  <a:gd name="connsiteX0" fmla="*/ 0 w 156967"/>
                  <a:gd name="connsiteY0" fmla="*/ 36195 h 197167"/>
                  <a:gd name="connsiteX1" fmla="*/ 59933 w 156967"/>
                  <a:gd name="connsiteY1" fmla="*/ 0 h 197167"/>
                  <a:gd name="connsiteX2" fmla="*/ 156967 w 156967"/>
                  <a:gd name="connsiteY2" fmla="*/ 163830 h 197167"/>
                  <a:gd name="connsiteX3" fmla="*/ 101791 w 156967"/>
                  <a:gd name="connsiteY3" fmla="*/ 197168 h 197167"/>
                  <a:gd name="connsiteX4" fmla="*/ 951 w 156967"/>
                  <a:gd name="connsiteY4" fmla="*/ 36195 h 197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967" h="197167">
                    <a:moveTo>
                      <a:pt x="0" y="36195"/>
                    </a:moveTo>
                    <a:cubicBezTo>
                      <a:pt x="19978" y="23813"/>
                      <a:pt x="39955" y="11430"/>
                      <a:pt x="59933" y="0"/>
                    </a:cubicBezTo>
                    <a:lnTo>
                      <a:pt x="156967" y="163830"/>
                    </a:lnTo>
                    <a:cubicBezTo>
                      <a:pt x="137941" y="175260"/>
                      <a:pt x="119866" y="185738"/>
                      <a:pt x="101791" y="197168"/>
                    </a:cubicBezTo>
                    <a:lnTo>
                      <a:pt x="951" y="36195"/>
                    </a:lnTo>
                    <a:close/>
                  </a:path>
                </a:pathLst>
              </a:custGeom>
              <a:solidFill>
                <a:srgbClr val="6F83A1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8" name="Freeform 1307">
                <a:extLst>
                  <a:ext uri="{FF2B5EF4-FFF2-40B4-BE49-F238E27FC236}">
                    <a16:creationId xmlns:a16="http://schemas.microsoft.com/office/drawing/2014/main" id="{9936FDEA-4A6E-BB43-C46E-E075562EFF8F}"/>
                  </a:ext>
                </a:extLst>
              </p:cNvPr>
              <p:cNvSpPr/>
              <p:nvPr/>
            </p:nvSpPr>
            <p:spPr>
              <a:xfrm>
                <a:off x="4243786" y="1668779"/>
                <a:ext cx="246390" cy="245745"/>
              </a:xfrm>
              <a:custGeom>
                <a:avLst/>
                <a:gdLst>
                  <a:gd name="connsiteX0" fmla="*/ 0 w 246390"/>
                  <a:gd name="connsiteY0" fmla="*/ 119063 h 245745"/>
                  <a:gd name="connsiteX1" fmla="*/ 112255 w 246390"/>
                  <a:gd name="connsiteY1" fmla="*/ 0 h 245745"/>
                  <a:gd name="connsiteX2" fmla="*/ 246391 w 246390"/>
                  <a:gd name="connsiteY2" fmla="*/ 135255 h 245745"/>
                  <a:gd name="connsiteX3" fmla="*/ 142698 w 246390"/>
                  <a:gd name="connsiteY3" fmla="*/ 245745 h 245745"/>
                  <a:gd name="connsiteX4" fmla="*/ 0 w 246390"/>
                  <a:gd name="connsiteY4" fmla="*/ 119063 h 245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6390" h="245745">
                    <a:moveTo>
                      <a:pt x="0" y="119063"/>
                    </a:moveTo>
                    <a:cubicBezTo>
                      <a:pt x="36150" y="78105"/>
                      <a:pt x="74203" y="38100"/>
                      <a:pt x="112255" y="0"/>
                    </a:cubicBezTo>
                    <a:lnTo>
                      <a:pt x="246391" y="135255"/>
                    </a:lnTo>
                    <a:cubicBezTo>
                      <a:pt x="210241" y="170498"/>
                      <a:pt x="175994" y="207645"/>
                      <a:pt x="142698" y="245745"/>
                    </a:cubicBezTo>
                    <a:lnTo>
                      <a:pt x="0" y="119063"/>
                    </a:lnTo>
                    <a:close/>
                  </a:path>
                </a:pathLst>
              </a:custGeom>
              <a:solidFill>
                <a:srgbClr val="CFBBA4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9" name="Freeform 1308">
                <a:extLst>
                  <a:ext uri="{FF2B5EF4-FFF2-40B4-BE49-F238E27FC236}">
                    <a16:creationId xmlns:a16="http://schemas.microsoft.com/office/drawing/2014/main" id="{82D2F7E7-E94A-2B91-E00C-90FED1085482}"/>
                  </a:ext>
                </a:extLst>
              </p:cNvPr>
              <p:cNvSpPr/>
              <p:nvPr/>
            </p:nvSpPr>
            <p:spPr>
              <a:xfrm>
                <a:off x="4625264" y="1389697"/>
                <a:ext cx="175042" cy="200977"/>
              </a:xfrm>
              <a:custGeom>
                <a:avLst/>
                <a:gdLst>
                  <a:gd name="connsiteX0" fmla="*/ 951 w 175042"/>
                  <a:gd name="connsiteY0" fmla="*/ 47625 h 200977"/>
                  <a:gd name="connsiteX1" fmla="*/ 67544 w 175042"/>
                  <a:gd name="connsiteY1" fmla="*/ 0 h 200977"/>
                  <a:gd name="connsiteX2" fmla="*/ 175042 w 175042"/>
                  <a:gd name="connsiteY2" fmla="*/ 157163 h 200977"/>
                  <a:gd name="connsiteX3" fmla="*/ 113207 w 175042"/>
                  <a:gd name="connsiteY3" fmla="*/ 200977 h 200977"/>
                  <a:gd name="connsiteX4" fmla="*/ 0 w 175042"/>
                  <a:gd name="connsiteY4" fmla="*/ 47625 h 200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042" h="200977">
                    <a:moveTo>
                      <a:pt x="951" y="47625"/>
                    </a:moveTo>
                    <a:cubicBezTo>
                      <a:pt x="22832" y="31432"/>
                      <a:pt x="44712" y="15240"/>
                      <a:pt x="67544" y="0"/>
                    </a:cubicBezTo>
                    <a:lnTo>
                      <a:pt x="175042" y="157163"/>
                    </a:lnTo>
                    <a:cubicBezTo>
                      <a:pt x="154113" y="171450"/>
                      <a:pt x="134136" y="185738"/>
                      <a:pt x="113207" y="200977"/>
                    </a:cubicBez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5F7089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0" name="Freeform 1309">
                <a:extLst>
                  <a:ext uri="{FF2B5EF4-FFF2-40B4-BE49-F238E27FC236}">
                    <a16:creationId xmlns:a16="http://schemas.microsoft.com/office/drawing/2014/main" id="{D7B1926E-5870-CD0E-BA08-527A6F15AF04}"/>
                  </a:ext>
                </a:extLst>
              </p:cNvPr>
              <p:cNvSpPr/>
              <p:nvPr/>
            </p:nvSpPr>
            <p:spPr>
              <a:xfrm>
                <a:off x="3924143" y="4523422"/>
                <a:ext cx="397650" cy="464820"/>
              </a:xfrm>
              <a:custGeom>
                <a:avLst/>
                <a:gdLst>
                  <a:gd name="connsiteX0" fmla="*/ 250196 w 397650"/>
                  <a:gd name="connsiteY0" fmla="*/ 464820 h 464820"/>
                  <a:gd name="connsiteX1" fmla="*/ 0 w 397650"/>
                  <a:gd name="connsiteY1" fmla="*/ 91440 h 464820"/>
                  <a:gd name="connsiteX2" fmla="*/ 167432 w 397650"/>
                  <a:gd name="connsiteY2" fmla="*/ 0 h 464820"/>
                  <a:gd name="connsiteX3" fmla="*/ 397650 w 397650"/>
                  <a:gd name="connsiteY3" fmla="*/ 344805 h 464820"/>
                  <a:gd name="connsiteX4" fmla="*/ 250196 w 397650"/>
                  <a:gd name="connsiteY4" fmla="*/ 464820 h 464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7650" h="464820">
                    <a:moveTo>
                      <a:pt x="250196" y="464820"/>
                    </a:moveTo>
                    <a:cubicBezTo>
                      <a:pt x="156016" y="347663"/>
                      <a:pt x="72300" y="222885"/>
                      <a:pt x="0" y="91440"/>
                    </a:cubicBezTo>
                    <a:lnTo>
                      <a:pt x="167432" y="0"/>
                    </a:lnTo>
                    <a:cubicBezTo>
                      <a:pt x="234024" y="121920"/>
                      <a:pt x="311081" y="237172"/>
                      <a:pt x="397650" y="344805"/>
                    </a:cubicBezTo>
                    <a:lnTo>
                      <a:pt x="250196" y="464820"/>
                    </a:lnTo>
                    <a:close/>
                  </a:path>
                </a:pathLst>
              </a:custGeom>
              <a:solidFill>
                <a:srgbClr val="74B0A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1" name="Freeform 1310">
                <a:extLst>
                  <a:ext uri="{FF2B5EF4-FFF2-40B4-BE49-F238E27FC236}">
                    <a16:creationId xmlns:a16="http://schemas.microsoft.com/office/drawing/2014/main" id="{32CB851E-5E64-E988-7D9C-9D45AE050439}"/>
                  </a:ext>
                </a:extLst>
              </p:cNvPr>
              <p:cNvSpPr/>
              <p:nvPr/>
            </p:nvSpPr>
            <p:spPr>
              <a:xfrm>
                <a:off x="5231253" y="1090612"/>
                <a:ext cx="113206" cy="197167"/>
              </a:xfrm>
              <a:custGeom>
                <a:avLst/>
                <a:gdLst>
                  <a:gd name="connsiteX0" fmla="*/ 0 w 113206"/>
                  <a:gd name="connsiteY0" fmla="*/ 18098 h 197167"/>
                  <a:gd name="connsiteX1" fmla="*/ 50420 w 113206"/>
                  <a:gd name="connsiteY1" fmla="*/ 0 h 197167"/>
                  <a:gd name="connsiteX2" fmla="*/ 113207 w 113206"/>
                  <a:gd name="connsiteY2" fmla="*/ 180023 h 197167"/>
                  <a:gd name="connsiteX3" fmla="*/ 66592 w 113206"/>
                  <a:gd name="connsiteY3" fmla="*/ 197167 h 197167"/>
                  <a:gd name="connsiteX4" fmla="*/ 0 w 113206"/>
                  <a:gd name="connsiteY4" fmla="*/ 19050 h 197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206" h="197167">
                    <a:moveTo>
                      <a:pt x="0" y="18098"/>
                    </a:moveTo>
                    <a:cubicBezTo>
                      <a:pt x="17124" y="11430"/>
                      <a:pt x="33296" y="5715"/>
                      <a:pt x="50420" y="0"/>
                    </a:cubicBezTo>
                    <a:lnTo>
                      <a:pt x="113207" y="180023"/>
                    </a:lnTo>
                    <a:cubicBezTo>
                      <a:pt x="97986" y="185738"/>
                      <a:pt x="81813" y="191452"/>
                      <a:pt x="66592" y="197167"/>
                    </a:cubicBezTo>
                    <a:lnTo>
                      <a:pt x="0" y="19050"/>
                    </a:ln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2" name="Freeform 1311">
                <a:extLst>
                  <a:ext uri="{FF2B5EF4-FFF2-40B4-BE49-F238E27FC236}">
                    <a16:creationId xmlns:a16="http://schemas.microsoft.com/office/drawing/2014/main" id="{7C2D78A8-07BE-61B3-843C-D11F05932DBC}"/>
                  </a:ext>
                </a:extLst>
              </p:cNvPr>
              <p:cNvSpPr/>
              <p:nvPr/>
            </p:nvSpPr>
            <p:spPr>
              <a:xfrm>
                <a:off x="4666170" y="5294947"/>
                <a:ext cx="524175" cy="408622"/>
              </a:xfrm>
              <a:custGeom>
                <a:avLst/>
                <a:gdLst>
                  <a:gd name="connsiteX0" fmla="*/ 448070 w 524175"/>
                  <a:gd name="connsiteY0" fmla="*/ 407670 h 408622"/>
                  <a:gd name="connsiteX1" fmla="*/ 0 w 524175"/>
                  <a:gd name="connsiteY1" fmla="*/ 155258 h 408622"/>
                  <a:gd name="connsiteX2" fmla="*/ 110353 w 524175"/>
                  <a:gd name="connsiteY2" fmla="*/ 0 h 408622"/>
                  <a:gd name="connsiteX3" fmla="*/ 524175 w 524175"/>
                  <a:gd name="connsiteY3" fmla="*/ 233363 h 408622"/>
                  <a:gd name="connsiteX4" fmla="*/ 449022 w 524175"/>
                  <a:gd name="connsiteY4" fmla="*/ 408622 h 408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4175" h="408622">
                    <a:moveTo>
                      <a:pt x="448070" y="407670"/>
                    </a:moveTo>
                    <a:cubicBezTo>
                      <a:pt x="290152" y="339090"/>
                      <a:pt x="139844" y="255270"/>
                      <a:pt x="0" y="155258"/>
                    </a:cubicBezTo>
                    <a:lnTo>
                      <a:pt x="110353" y="0"/>
                    </a:lnTo>
                    <a:cubicBezTo>
                      <a:pt x="239732" y="91440"/>
                      <a:pt x="378624" y="169545"/>
                      <a:pt x="524175" y="233363"/>
                    </a:cubicBezTo>
                    <a:lnTo>
                      <a:pt x="449022" y="408622"/>
                    </a:lnTo>
                    <a:close/>
                  </a:path>
                </a:pathLst>
              </a:custGeom>
              <a:solidFill>
                <a:srgbClr val="2B6765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3" name="Freeform 1312">
                <a:extLst>
                  <a:ext uri="{FF2B5EF4-FFF2-40B4-BE49-F238E27FC236}">
                    <a16:creationId xmlns:a16="http://schemas.microsoft.com/office/drawing/2014/main" id="{008C3BFB-5200-3916-BAF4-D5CDC234C2AD}"/>
                  </a:ext>
                </a:extLst>
              </p:cNvPr>
              <p:cNvSpPr/>
              <p:nvPr/>
            </p:nvSpPr>
            <p:spPr>
              <a:xfrm>
                <a:off x="3734831" y="2418397"/>
                <a:ext cx="276833" cy="328612"/>
              </a:xfrm>
              <a:custGeom>
                <a:avLst/>
                <a:gdLst>
                  <a:gd name="connsiteX0" fmla="*/ 0 w 276833"/>
                  <a:gd name="connsiteY0" fmla="*/ 271463 h 328612"/>
                  <a:gd name="connsiteX1" fmla="*/ 102742 w 276833"/>
                  <a:gd name="connsiteY1" fmla="*/ 0 h 328612"/>
                  <a:gd name="connsiteX2" fmla="*/ 276833 w 276833"/>
                  <a:gd name="connsiteY2" fmla="*/ 78105 h 328612"/>
                  <a:gd name="connsiteX3" fmla="*/ 181701 w 276833"/>
                  <a:gd name="connsiteY3" fmla="*/ 328613 h 328612"/>
                  <a:gd name="connsiteX4" fmla="*/ 0 w 276833"/>
                  <a:gd name="connsiteY4" fmla="*/ 271463 h 328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6833" h="328612">
                    <a:moveTo>
                      <a:pt x="0" y="271463"/>
                    </a:moveTo>
                    <a:cubicBezTo>
                      <a:pt x="28540" y="179070"/>
                      <a:pt x="62787" y="88583"/>
                      <a:pt x="102742" y="0"/>
                    </a:cubicBezTo>
                    <a:lnTo>
                      <a:pt x="276833" y="78105"/>
                    </a:lnTo>
                    <a:cubicBezTo>
                      <a:pt x="240683" y="160020"/>
                      <a:pt x="208338" y="243840"/>
                      <a:pt x="181701" y="328613"/>
                    </a:cubicBezTo>
                    <a:lnTo>
                      <a:pt x="0" y="271463"/>
                    </a:lnTo>
                    <a:close/>
                  </a:path>
                </a:pathLst>
              </a:custGeom>
              <a:solidFill>
                <a:srgbClr val="ABA979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4" name="Freeform 1313">
                <a:extLst>
                  <a:ext uri="{FF2B5EF4-FFF2-40B4-BE49-F238E27FC236}">
                    <a16:creationId xmlns:a16="http://schemas.microsoft.com/office/drawing/2014/main" id="{A0D0549E-3B07-AE83-38F6-E2A6BD62A80B}"/>
                  </a:ext>
                </a:extLst>
              </p:cNvPr>
              <p:cNvSpPr/>
              <p:nvPr/>
            </p:nvSpPr>
            <p:spPr>
              <a:xfrm>
                <a:off x="3643505" y="2788920"/>
                <a:ext cx="246391" cy="341947"/>
              </a:xfrm>
              <a:custGeom>
                <a:avLst/>
                <a:gdLst>
                  <a:gd name="connsiteX0" fmla="*/ 0 w 246391"/>
                  <a:gd name="connsiteY0" fmla="*/ 317183 h 341947"/>
                  <a:gd name="connsiteX1" fmla="*/ 62787 w 246391"/>
                  <a:gd name="connsiteY1" fmla="*/ 0 h 341947"/>
                  <a:gd name="connsiteX2" fmla="*/ 246391 w 246391"/>
                  <a:gd name="connsiteY2" fmla="*/ 49530 h 341947"/>
                  <a:gd name="connsiteX3" fmla="*/ 188361 w 246391"/>
                  <a:gd name="connsiteY3" fmla="*/ 341948 h 341947"/>
                  <a:gd name="connsiteX4" fmla="*/ 0 w 246391"/>
                  <a:gd name="connsiteY4" fmla="*/ 317183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6391" h="341947">
                    <a:moveTo>
                      <a:pt x="0" y="317183"/>
                    </a:moveTo>
                    <a:cubicBezTo>
                      <a:pt x="14270" y="210502"/>
                      <a:pt x="35199" y="103822"/>
                      <a:pt x="62787" y="0"/>
                    </a:cubicBezTo>
                    <a:lnTo>
                      <a:pt x="246391" y="49530"/>
                    </a:lnTo>
                    <a:cubicBezTo>
                      <a:pt x="220705" y="145733"/>
                      <a:pt x="201679" y="243840"/>
                      <a:pt x="188361" y="341948"/>
                    </a:cubicBezTo>
                    <a:lnTo>
                      <a:pt x="0" y="317183"/>
                    </a:lnTo>
                    <a:close/>
                  </a:path>
                </a:pathLst>
              </a:custGeom>
              <a:solidFill>
                <a:srgbClr val="9FBE99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5" name="Freeform 1314">
                <a:extLst>
                  <a:ext uri="{FF2B5EF4-FFF2-40B4-BE49-F238E27FC236}">
                    <a16:creationId xmlns:a16="http://schemas.microsoft.com/office/drawing/2014/main" id="{4DBD7F75-6526-0001-C3F2-65CE604BB2E2}"/>
                  </a:ext>
                </a:extLst>
              </p:cNvPr>
              <p:cNvSpPr/>
              <p:nvPr/>
            </p:nvSpPr>
            <p:spPr>
              <a:xfrm>
                <a:off x="4431195" y="1501139"/>
                <a:ext cx="233072" cy="239077"/>
              </a:xfrm>
              <a:custGeom>
                <a:avLst/>
                <a:gdLst>
                  <a:gd name="connsiteX0" fmla="*/ 0 w 233072"/>
                  <a:gd name="connsiteY0" fmla="*/ 97155 h 239077"/>
                  <a:gd name="connsiteX1" fmla="*/ 114158 w 233072"/>
                  <a:gd name="connsiteY1" fmla="*/ 0 h 239077"/>
                  <a:gd name="connsiteX2" fmla="*/ 233073 w 233072"/>
                  <a:gd name="connsiteY2" fmla="*/ 148590 h 239077"/>
                  <a:gd name="connsiteX3" fmla="*/ 128428 w 233072"/>
                  <a:gd name="connsiteY3" fmla="*/ 239077 h 239077"/>
                  <a:gd name="connsiteX4" fmla="*/ 0 w 233072"/>
                  <a:gd name="connsiteY4" fmla="*/ 98108 h 239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3072" h="239077">
                    <a:moveTo>
                      <a:pt x="0" y="97155"/>
                    </a:moveTo>
                    <a:cubicBezTo>
                      <a:pt x="37101" y="63818"/>
                      <a:pt x="75154" y="30480"/>
                      <a:pt x="114158" y="0"/>
                    </a:cubicBezTo>
                    <a:lnTo>
                      <a:pt x="233073" y="148590"/>
                    </a:lnTo>
                    <a:cubicBezTo>
                      <a:pt x="196923" y="177165"/>
                      <a:pt x="161724" y="207645"/>
                      <a:pt x="128428" y="239077"/>
                    </a:cubicBezTo>
                    <a:lnTo>
                      <a:pt x="0" y="98108"/>
                    </a:lnTo>
                    <a:close/>
                  </a:path>
                </a:pathLst>
              </a:custGeom>
              <a:solidFill>
                <a:srgbClr val="A18669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6" name="Freeform 1315">
                <a:extLst>
                  <a:ext uri="{FF2B5EF4-FFF2-40B4-BE49-F238E27FC236}">
                    <a16:creationId xmlns:a16="http://schemas.microsoft.com/office/drawing/2014/main" id="{738FDABD-EC39-AA62-B580-669E0066778A}"/>
                  </a:ext>
                </a:extLst>
              </p:cNvPr>
              <p:cNvSpPr/>
              <p:nvPr/>
            </p:nvSpPr>
            <p:spPr>
              <a:xfrm>
                <a:off x="3622268" y="3208972"/>
                <a:ext cx="199133" cy="344805"/>
              </a:xfrm>
              <a:custGeom>
                <a:avLst/>
                <a:gdLst>
                  <a:gd name="connsiteX0" fmla="*/ 3162 w 199133"/>
                  <a:gd name="connsiteY0" fmla="*/ 344805 h 344805"/>
                  <a:gd name="connsiteX1" fmla="*/ 9821 w 199133"/>
                  <a:gd name="connsiteY1" fmla="*/ 0 h 344805"/>
                  <a:gd name="connsiteX2" fmla="*/ 199133 w 199133"/>
                  <a:gd name="connsiteY2" fmla="*/ 17145 h 344805"/>
                  <a:gd name="connsiteX3" fmla="*/ 193426 w 199133"/>
                  <a:gd name="connsiteY3" fmla="*/ 335280 h 344805"/>
                  <a:gd name="connsiteX4" fmla="*/ 3162 w 199133"/>
                  <a:gd name="connsiteY4" fmla="*/ 344805 h 34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133" h="344805">
                    <a:moveTo>
                      <a:pt x="3162" y="344805"/>
                    </a:moveTo>
                    <a:cubicBezTo>
                      <a:pt x="-2546" y="229553"/>
                      <a:pt x="-643" y="115253"/>
                      <a:pt x="9821" y="0"/>
                    </a:cubicBezTo>
                    <a:lnTo>
                      <a:pt x="199133" y="17145"/>
                    </a:lnTo>
                    <a:cubicBezTo>
                      <a:pt x="189620" y="122872"/>
                      <a:pt x="187718" y="228600"/>
                      <a:pt x="193426" y="335280"/>
                    </a:cubicBezTo>
                    <a:lnTo>
                      <a:pt x="3162" y="344805"/>
                    </a:lnTo>
                    <a:close/>
                  </a:path>
                </a:pathLst>
              </a:custGeom>
              <a:solidFill>
                <a:srgbClr val="8FA38B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7" name="Freeform 1316">
                <a:extLst>
                  <a:ext uri="{FF2B5EF4-FFF2-40B4-BE49-F238E27FC236}">
                    <a16:creationId xmlns:a16="http://schemas.microsoft.com/office/drawing/2014/main" id="{756DD714-DD30-2FB1-EB31-4E44CF7FB8BE}"/>
                  </a:ext>
                </a:extLst>
              </p:cNvPr>
              <p:cNvSpPr/>
              <p:nvPr/>
            </p:nvSpPr>
            <p:spPr>
              <a:xfrm>
                <a:off x="4067792" y="1866900"/>
                <a:ext cx="255904" cy="253365"/>
              </a:xfrm>
              <a:custGeom>
                <a:avLst/>
                <a:gdLst>
                  <a:gd name="connsiteX0" fmla="*/ 0 w 255904"/>
                  <a:gd name="connsiteY0" fmla="*/ 143828 h 253365"/>
                  <a:gd name="connsiteX1" fmla="*/ 108450 w 255904"/>
                  <a:gd name="connsiteY1" fmla="*/ 0 h 253365"/>
                  <a:gd name="connsiteX2" fmla="*/ 255904 w 255904"/>
                  <a:gd name="connsiteY2" fmla="*/ 120015 h 253365"/>
                  <a:gd name="connsiteX3" fmla="*/ 156016 w 255904"/>
                  <a:gd name="connsiteY3" fmla="*/ 253365 h 253365"/>
                  <a:gd name="connsiteX4" fmla="*/ 0 w 255904"/>
                  <a:gd name="connsiteY4" fmla="*/ 143828 h 253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5904" h="253365">
                    <a:moveTo>
                      <a:pt x="0" y="143828"/>
                    </a:moveTo>
                    <a:cubicBezTo>
                      <a:pt x="34247" y="94297"/>
                      <a:pt x="70397" y="46672"/>
                      <a:pt x="108450" y="0"/>
                    </a:cubicBezTo>
                    <a:lnTo>
                      <a:pt x="255904" y="120015"/>
                    </a:lnTo>
                    <a:cubicBezTo>
                      <a:pt x="220705" y="162878"/>
                      <a:pt x="187409" y="207645"/>
                      <a:pt x="156016" y="253365"/>
                    </a:cubicBezTo>
                    <a:lnTo>
                      <a:pt x="0" y="143828"/>
                    </a:lnTo>
                    <a:close/>
                  </a:path>
                </a:pathLst>
              </a:custGeom>
              <a:solidFill>
                <a:srgbClr val="EFE09B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8" name="Freeform 1317">
                <a:extLst>
                  <a:ext uri="{FF2B5EF4-FFF2-40B4-BE49-F238E27FC236}">
                    <a16:creationId xmlns:a16="http://schemas.microsoft.com/office/drawing/2014/main" id="{29057D4D-EB3D-D94A-9F87-F9FD10AA5F57}"/>
                  </a:ext>
                </a:extLst>
              </p:cNvPr>
              <p:cNvSpPr/>
              <p:nvPr/>
            </p:nvSpPr>
            <p:spPr>
              <a:xfrm>
                <a:off x="6483186" y="5534025"/>
                <a:ext cx="577449" cy="335280"/>
              </a:xfrm>
              <a:custGeom>
                <a:avLst/>
                <a:gdLst>
                  <a:gd name="connsiteX0" fmla="*/ 577449 w 577449"/>
                  <a:gd name="connsiteY0" fmla="*/ 175260 h 335280"/>
                  <a:gd name="connsiteX1" fmla="*/ 32345 w 577449"/>
                  <a:gd name="connsiteY1" fmla="*/ 335280 h 335280"/>
                  <a:gd name="connsiteX2" fmla="*/ 0 w 577449"/>
                  <a:gd name="connsiteY2" fmla="*/ 147638 h 335280"/>
                  <a:gd name="connsiteX3" fmla="*/ 503247 w 577449"/>
                  <a:gd name="connsiteY3" fmla="*/ 0 h 335280"/>
                  <a:gd name="connsiteX4" fmla="*/ 577449 w 577449"/>
                  <a:gd name="connsiteY4" fmla="*/ 175260 h 335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7449" h="335280">
                    <a:moveTo>
                      <a:pt x="577449" y="175260"/>
                    </a:moveTo>
                    <a:cubicBezTo>
                      <a:pt x="402407" y="249555"/>
                      <a:pt x="219754" y="302895"/>
                      <a:pt x="32345" y="335280"/>
                    </a:cubicBezTo>
                    <a:lnTo>
                      <a:pt x="0" y="147638"/>
                    </a:lnTo>
                    <a:cubicBezTo>
                      <a:pt x="173139" y="118110"/>
                      <a:pt x="341523" y="68580"/>
                      <a:pt x="503247" y="0"/>
                    </a:cubicBezTo>
                    <a:lnTo>
                      <a:pt x="577449" y="175260"/>
                    </a:lnTo>
                    <a:close/>
                  </a:path>
                </a:pathLst>
              </a:custGeom>
              <a:solidFill>
                <a:srgbClr val="E6A8A0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19" name="Freeform 1318">
                <a:extLst>
                  <a:ext uri="{FF2B5EF4-FFF2-40B4-BE49-F238E27FC236}">
                    <a16:creationId xmlns:a16="http://schemas.microsoft.com/office/drawing/2014/main" id="{289DCF80-8D8C-85E6-024A-C49C1646CD5C}"/>
                  </a:ext>
                </a:extLst>
              </p:cNvPr>
              <p:cNvSpPr/>
              <p:nvPr/>
            </p:nvSpPr>
            <p:spPr>
              <a:xfrm>
                <a:off x="3882285" y="2096452"/>
                <a:ext cx="290151" cy="313372"/>
              </a:xfrm>
              <a:custGeom>
                <a:avLst/>
                <a:gdLst>
                  <a:gd name="connsiteX0" fmla="*/ 0 w 290151"/>
                  <a:gd name="connsiteY0" fmla="*/ 228600 h 313372"/>
                  <a:gd name="connsiteX1" fmla="*/ 129379 w 290151"/>
                  <a:gd name="connsiteY1" fmla="*/ 0 h 313372"/>
                  <a:gd name="connsiteX2" fmla="*/ 290152 w 290151"/>
                  <a:gd name="connsiteY2" fmla="*/ 102870 h 313372"/>
                  <a:gd name="connsiteX3" fmla="*/ 171237 w 290151"/>
                  <a:gd name="connsiteY3" fmla="*/ 313372 h 313372"/>
                  <a:gd name="connsiteX4" fmla="*/ 951 w 290151"/>
                  <a:gd name="connsiteY4" fmla="*/ 228600 h 313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151" h="313372">
                    <a:moveTo>
                      <a:pt x="0" y="228600"/>
                    </a:moveTo>
                    <a:cubicBezTo>
                      <a:pt x="39004" y="150495"/>
                      <a:pt x="81813" y="74295"/>
                      <a:pt x="129379" y="0"/>
                    </a:cubicBezTo>
                    <a:lnTo>
                      <a:pt x="290152" y="102870"/>
                    </a:lnTo>
                    <a:cubicBezTo>
                      <a:pt x="246391" y="171450"/>
                      <a:pt x="207387" y="240982"/>
                      <a:pt x="171237" y="313372"/>
                    </a:cubicBezTo>
                    <a:lnTo>
                      <a:pt x="951" y="228600"/>
                    </a:lnTo>
                    <a:close/>
                  </a:path>
                </a:pathLst>
              </a:custGeom>
              <a:solidFill>
                <a:srgbClr val="DACA7E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0" name="Freeform 1319">
                <a:extLst>
                  <a:ext uri="{FF2B5EF4-FFF2-40B4-BE49-F238E27FC236}">
                    <a16:creationId xmlns:a16="http://schemas.microsoft.com/office/drawing/2014/main" id="{57963E25-CD00-1138-3592-B9AA41B009F0}"/>
                  </a:ext>
                </a:extLst>
              </p:cNvPr>
              <p:cNvSpPr/>
              <p:nvPr/>
            </p:nvSpPr>
            <p:spPr>
              <a:xfrm>
                <a:off x="8041442" y="4098607"/>
                <a:ext cx="419530" cy="627697"/>
              </a:xfrm>
              <a:custGeom>
                <a:avLst/>
                <a:gdLst>
                  <a:gd name="connsiteX0" fmla="*/ 419530 w 419530"/>
                  <a:gd name="connsiteY0" fmla="*/ 56198 h 627697"/>
                  <a:gd name="connsiteX1" fmla="*/ 161724 w 419530"/>
                  <a:gd name="connsiteY1" fmla="*/ 627698 h 627697"/>
                  <a:gd name="connsiteX2" fmla="*/ 0 w 419530"/>
                  <a:gd name="connsiteY2" fmla="*/ 527685 h 627697"/>
                  <a:gd name="connsiteX3" fmla="*/ 237829 w 419530"/>
                  <a:gd name="connsiteY3" fmla="*/ 0 h 627697"/>
                  <a:gd name="connsiteX4" fmla="*/ 419530 w 419530"/>
                  <a:gd name="connsiteY4" fmla="*/ 56198 h 627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9530" h="627697">
                    <a:moveTo>
                      <a:pt x="419530" y="56198"/>
                    </a:moveTo>
                    <a:cubicBezTo>
                      <a:pt x="358647" y="257175"/>
                      <a:pt x="272076" y="448628"/>
                      <a:pt x="161724" y="627698"/>
                    </a:cubicBezTo>
                    <a:lnTo>
                      <a:pt x="0" y="527685"/>
                    </a:lnTo>
                    <a:cubicBezTo>
                      <a:pt x="100839" y="362903"/>
                      <a:pt x="180750" y="185738"/>
                      <a:pt x="237829" y="0"/>
                    </a:cubicBezTo>
                    <a:lnTo>
                      <a:pt x="419530" y="56198"/>
                    </a:lnTo>
                    <a:close/>
                  </a:path>
                </a:pathLst>
              </a:custGeom>
              <a:solidFill>
                <a:srgbClr val="DDA469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1" name="Freeform 1320">
                <a:extLst>
                  <a:ext uri="{FF2B5EF4-FFF2-40B4-BE49-F238E27FC236}">
                    <a16:creationId xmlns:a16="http://schemas.microsoft.com/office/drawing/2014/main" id="{AC83B708-4CFC-3412-84B9-6E376509056C}"/>
                  </a:ext>
                </a:extLst>
              </p:cNvPr>
              <p:cNvSpPr/>
              <p:nvPr/>
            </p:nvSpPr>
            <p:spPr>
              <a:xfrm>
                <a:off x="6096000" y="952500"/>
                <a:ext cx="1043594" cy="403860"/>
              </a:xfrm>
              <a:custGeom>
                <a:avLst/>
                <a:gdLst>
                  <a:gd name="connsiteX0" fmla="*/ 0 w 1043594"/>
                  <a:gd name="connsiteY0" fmla="*/ 0 h 403860"/>
                  <a:gd name="connsiteX1" fmla="*/ 1043595 w 1043594"/>
                  <a:gd name="connsiteY1" fmla="*/ 231458 h 403860"/>
                  <a:gd name="connsiteX2" fmla="*/ 963684 w 1043594"/>
                  <a:gd name="connsiteY2" fmla="*/ 403860 h 403860"/>
                  <a:gd name="connsiteX3" fmla="*/ 0 w 1043594"/>
                  <a:gd name="connsiteY3" fmla="*/ 190500 h 403860"/>
                  <a:gd name="connsiteX4" fmla="*/ 0 w 1043594"/>
                  <a:gd name="connsiteY4" fmla="*/ 0 h 403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3594" h="403860">
                    <a:moveTo>
                      <a:pt x="0" y="0"/>
                    </a:moveTo>
                    <a:cubicBezTo>
                      <a:pt x="360549" y="0"/>
                      <a:pt x="716341" y="79057"/>
                      <a:pt x="1043595" y="231458"/>
                    </a:cubicBezTo>
                    <a:lnTo>
                      <a:pt x="963684" y="403860"/>
                    </a:lnTo>
                    <a:cubicBezTo>
                      <a:pt x="662117" y="262890"/>
                      <a:pt x="332961" y="190500"/>
                      <a:pt x="0" y="19050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C4D36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2" name="Freeform 1321">
                <a:extLst>
                  <a:ext uri="{FF2B5EF4-FFF2-40B4-BE49-F238E27FC236}">
                    <a16:creationId xmlns:a16="http://schemas.microsoft.com/office/drawing/2014/main" id="{9559A364-26AC-F5B8-9ADD-96C72FEFD9C1}"/>
                  </a:ext>
                </a:extLst>
              </p:cNvPr>
              <p:cNvSpPr/>
              <p:nvPr/>
            </p:nvSpPr>
            <p:spPr>
              <a:xfrm>
                <a:off x="3719610" y="4063365"/>
                <a:ext cx="327253" cy="459104"/>
              </a:xfrm>
              <a:custGeom>
                <a:avLst/>
                <a:gdLst>
                  <a:gd name="connsiteX0" fmla="*/ 156967 w 327253"/>
                  <a:gd name="connsiteY0" fmla="*/ 459105 h 459104"/>
                  <a:gd name="connsiteX1" fmla="*/ 0 w 327253"/>
                  <a:gd name="connsiteY1" fmla="*/ 53340 h 459104"/>
                  <a:gd name="connsiteX2" fmla="*/ 182653 w 327253"/>
                  <a:gd name="connsiteY2" fmla="*/ 0 h 459104"/>
                  <a:gd name="connsiteX3" fmla="*/ 327253 w 327253"/>
                  <a:gd name="connsiteY3" fmla="*/ 375285 h 459104"/>
                  <a:gd name="connsiteX4" fmla="*/ 156967 w 327253"/>
                  <a:gd name="connsiteY4" fmla="*/ 459105 h 459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7253" h="459104">
                    <a:moveTo>
                      <a:pt x="156967" y="459105"/>
                    </a:moveTo>
                    <a:cubicBezTo>
                      <a:pt x="93229" y="328613"/>
                      <a:pt x="39955" y="192405"/>
                      <a:pt x="0" y="53340"/>
                    </a:cubicBezTo>
                    <a:lnTo>
                      <a:pt x="182653" y="0"/>
                    </a:lnTo>
                    <a:cubicBezTo>
                      <a:pt x="219754" y="128588"/>
                      <a:pt x="268271" y="254317"/>
                      <a:pt x="327253" y="375285"/>
                    </a:cubicBezTo>
                    <a:lnTo>
                      <a:pt x="156967" y="459105"/>
                    </a:lnTo>
                    <a:close/>
                  </a:path>
                </a:pathLst>
              </a:custGeom>
              <a:solidFill>
                <a:srgbClr val="88B58E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3" name="Freeform 1322">
                <a:extLst>
                  <a:ext uri="{FF2B5EF4-FFF2-40B4-BE49-F238E27FC236}">
                    <a16:creationId xmlns:a16="http://schemas.microsoft.com/office/drawing/2014/main" id="{7FC2726C-0F8B-0DBA-0A04-FF2B21DB0C0A}"/>
                  </a:ext>
                </a:extLst>
              </p:cNvPr>
              <p:cNvSpPr/>
              <p:nvPr/>
            </p:nvSpPr>
            <p:spPr>
              <a:xfrm>
                <a:off x="7073002" y="5198744"/>
                <a:ext cx="588864" cy="468630"/>
              </a:xfrm>
              <a:custGeom>
                <a:avLst/>
                <a:gdLst>
                  <a:gd name="connsiteX0" fmla="*/ 588865 w 588864"/>
                  <a:gd name="connsiteY0" fmla="*/ 147638 h 468630"/>
                  <a:gd name="connsiteX1" fmla="*/ 81813 w 588864"/>
                  <a:gd name="connsiteY1" fmla="*/ 468630 h 468630"/>
                  <a:gd name="connsiteX2" fmla="*/ 0 w 588864"/>
                  <a:gd name="connsiteY2" fmla="*/ 296228 h 468630"/>
                  <a:gd name="connsiteX3" fmla="*/ 468048 w 588864"/>
                  <a:gd name="connsiteY3" fmla="*/ 0 h 468630"/>
                  <a:gd name="connsiteX4" fmla="*/ 588865 w 588864"/>
                  <a:gd name="connsiteY4" fmla="*/ 147638 h 468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8864" h="468630">
                    <a:moveTo>
                      <a:pt x="588865" y="147638"/>
                    </a:moveTo>
                    <a:cubicBezTo>
                      <a:pt x="433800" y="275273"/>
                      <a:pt x="262563" y="382905"/>
                      <a:pt x="81813" y="468630"/>
                    </a:cubicBezTo>
                    <a:lnTo>
                      <a:pt x="0" y="296228"/>
                    </a:lnTo>
                    <a:cubicBezTo>
                      <a:pt x="167432" y="217170"/>
                      <a:pt x="324399" y="117158"/>
                      <a:pt x="468048" y="0"/>
                    </a:cubicBezTo>
                    <a:lnTo>
                      <a:pt x="588865" y="147638"/>
                    </a:lnTo>
                    <a:close/>
                  </a:path>
                </a:pathLst>
              </a:custGeom>
              <a:solidFill>
                <a:srgbClr val="EEC498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4" name="Freeform 1323">
                <a:extLst>
                  <a:ext uri="{FF2B5EF4-FFF2-40B4-BE49-F238E27FC236}">
                    <a16:creationId xmlns:a16="http://schemas.microsoft.com/office/drawing/2014/main" id="{2CF303EF-F84F-EB72-6D6C-2CCBCBDED027}"/>
                  </a:ext>
                </a:extLst>
              </p:cNvPr>
              <p:cNvSpPr/>
              <p:nvPr/>
            </p:nvSpPr>
            <p:spPr>
              <a:xfrm>
                <a:off x="4240932" y="4940617"/>
                <a:ext cx="459486" cy="447675"/>
              </a:xfrm>
              <a:custGeom>
                <a:avLst/>
                <a:gdLst>
                  <a:gd name="connsiteX0" fmla="*/ 342474 w 459486"/>
                  <a:gd name="connsiteY0" fmla="*/ 447675 h 447675"/>
                  <a:gd name="connsiteX1" fmla="*/ 0 w 459486"/>
                  <a:gd name="connsiteY1" fmla="*/ 125730 h 447675"/>
                  <a:gd name="connsiteX2" fmla="*/ 142698 w 459486"/>
                  <a:gd name="connsiteY2" fmla="*/ 0 h 447675"/>
                  <a:gd name="connsiteX3" fmla="*/ 459486 w 459486"/>
                  <a:gd name="connsiteY3" fmla="*/ 297180 h 447675"/>
                  <a:gd name="connsiteX4" fmla="*/ 343425 w 459486"/>
                  <a:gd name="connsiteY4" fmla="*/ 447675 h 447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9486" h="447675">
                    <a:moveTo>
                      <a:pt x="342474" y="447675"/>
                    </a:moveTo>
                    <a:cubicBezTo>
                      <a:pt x="217851" y="351472"/>
                      <a:pt x="103693" y="243840"/>
                      <a:pt x="0" y="125730"/>
                    </a:cubicBezTo>
                    <a:lnTo>
                      <a:pt x="142698" y="0"/>
                    </a:lnTo>
                    <a:cubicBezTo>
                      <a:pt x="238781" y="108585"/>
                      <a:pt x="344377" y="208597"/>
                      <a:pt x="459486" y="297180"/>
                    </a:cubicBezTo>
                    <a:lnTo>
                      <a:pt x="343425" y="447675"/>
                    </a:lnTo>
                    <a:close/>
                  </a:path>
                </a:pathLst>
              </a:custGeom>
              <a:solidFill>
                <a:srgbClr val="588C89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5" name="Freeform 1324">
                <a:extLst>
                  <a:ext uri="{FF2B5EF4-FFF2-40B4-BE49-F238E27FC236}">
                    <a16:creationId xmlns:a16="http://schemas.microsoft.com/office/drawing/2014/main" id="{7F08ACB2-704E-5174-3C18-6CF203B219E4}"/>
                  </a:ext>
                </a:extLst>
              </p:cNvPr>
              <p:cNvSpPr/>
              <p:nvPr/>
            </p:nvSpPr>
            <p:spPr>
              <a:xfrm>
                <a:off x="5210324" y="5562600"/>
                <a:ext cx="565082" cy="318135"/>
              </a:xfrm>
              <a:custGeom>
                <a:avLst/>
                <a:gdLst>
                  <a:gd name="connsiteX0" fmla="*/ 538445 w 565082"/>
                  <a:gd name="connsiteY0" fmla="*/ 318135 h 318135"/>
                  <a:gd name="connsiteX1" fmla="*/ 0 w 565082"/>
                  <a:gd name="connsiteY1" fmla="*/ 178118 h 318135"/>
                  <a:gd name="connsiteX2" fmla="*/ 68495 w 565082"/>
                  <a:gd name="connsiteY2" fmla="*/ 0 h 318135"/>
                  <a:gd name="connsiteX3" fmla="*/ 565082 w 565082"/>
                  <a:gd name="connsiteY3" fmla="*/ 128588 h 318135"/>
                  <a:gd name="connsiteX4" fmla="*/ 538445 w 565082"/>
                  <a:gd name="connsiteY4" fmla="*/ 317182 h 318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5082" h="318135">
                    <a:moveTo>
                      <a:pt x="538445" y="318135"/>
                    </a:moveTo>
                    <a:cubicBezTo>
                      <a:pt x="353890" y="292418"/>
                      <a:pt x="174091" y="244793"/>
                      <a:pt x="0" y="178118"/>
                    </a:cubicBezTo>
                    <a:lnTo>
                      <a:pt x="68495" y="0"/>
                    </a:lnTo>
                    <a:cubicBezTo>
                      <a:pt x="228316" y="61913"/>
                      <a:pt x="395748" y="104775"/>
                      <a:pt x="565082" y="128588"/>
                    </a:cubicBezTo>
                    <a:lnTo>
                      <a:pt x="538445" y="317182"/>
                    </a:lnTo>
                    <a:close/>
                  </a:path>
                </a:pathLst>
              </a:custGeom>
              <a:solidFill>
                <a:srgbClr val="F6D4D1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6" name="Freeform 1325">
                <a:extLst>
                  <a:ext uri="{FF2B5EF4-FFF2-40B4-BE49-F238E27FC236}">
                    <a16:creationId xmlns:a16="http://schemas.microsoft.com/office/drawing/2014/main" id="{2B5F5F0A-39F8-8662-18FD-200359F92B4D}"/>
                  </a:ext>
                </a:extLst>
              </p:cNvPr>
              <p:cNvSpPr/>
              <p:nvPr/>
            </p:nvSpPr>
            <p:spPr>
              <a:xfrm>
                <a:off x="7144351" y="1228725"/>
                <a:ext cx="803862" cy="685800"/>
              </a:xfrm>
              <a:custGeom>
                <a:avLst/>
                <a:gdLst>
                  <a:gd name="connsiteX0" fmla="*/ 87521 w 803862"/>
                  <a:gd name="connsiteY0" fmla="*/ 0 h 685800"/>
                  <a:gd name="connsiteX1" fmla="*/ 803863 w 803862"/>
                  <a:gd name="connsiteY1" fmla="*/ 559118 h 685800"/>
                  <a:gd name="connsiteX2" fmla="*/ 661165 w 803862"/>
                  <a:gd name="connsiteY2" fmla="*/ 685800 h 685800"/>
                  <a:gd name="connsiteX3" fmla="*/ 0 w 803862"/>
                  <a:gd name="connsiteY3" fmla="*/ 169545 h 685800"/>
                  <a:gd name="connsiteX4" fmla="*/ 87521 w 803862"/>
                  <a:gd name="connsiteY4" fmla="*/ 0 h 685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3862" h="685800">
                    <a:moveTo>
                      <a:pt x="87521" y="0"/>
                    </a:moveTo>
                    <a:cubicBezTo>
                      <a:pt x="358647" y="140017"/>
                      <a:pt x="601232" y="329565"/>
                      <a:pt x="803863" y="559118"/>
                    </a:cubicBezTo>
                    <a:lnTo>
                      <a:pt x="661165" y="685800"/>
                    </a:lnTo>
                    <a:cubicBezTo>
                      <a:pt x="474707" y="474345"/>
                      <a:pt x="250196" y="300038"/>
                      <a:pt x="0" y="169545"/>
                    </a:cubicBezTo>
                    <a:lnTo>
                      <a:pt x="87521" y="0"/>
                    </a:lnTo>
                    <a:close/>
                  </a:path>
                </a:pathLst>
              </a:custGeom>
              <a:solidFill>
                <a:srgbClr val="BD6233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7" name="Freeform 1326">
                <a:extLst>
                  <a:ext uri="{FF2B5EF4-FFF2-40B4-BE49-F238E27FC236}">
                    <a16:creationId xmlns:a16="http://schemas.microsoft.com/office/drawing/2014/main" id="{AE14AA43-5566-8589-7CC2-D96557809E7E}"/>
                  </a:ext>
                </a:extLst>
              </p:cNvPr>
              <p:cNvSpPr/>
              <p:nvPr/>
            </p:nvSpPr>
            <p:spPr>
              <a:xfrm>
                <a:off x="5669810" y="988694"/>
                <a:ext cx="39003" cy="188594"/>
              </a:xfrm>
              <a:custGeom>
                <a:avLst/>
                <a:gdLst>
                  <a:gd name="connsiteX0" fmla="*/ 0 w 39003"/>
                  <a:gd name="connsiteY0" fmla="*/ 953 h 188594"/>
                  <a:gd name="connsiteX1" fmla="*/ 6659 w 39003"/>
                  <a:gd name="connsiteY1" fmla="*/ 0 h 188594"/>
                  <a:gd name="connsiteX2" fmla="*/ 39004 w 39003"/>
                  <a:gd name="connsiteY2" fmla="*/ 187643 h 188594"/>
                  <a:gd name="connsiteX3" fmla="*/ 32345 w 39003"/>
                  <a:gd name="connsiteY3" fmla="*/ 188595 h 188594"/>
                  <a:gd name="connsiteX4" fmla="*/ 0 w 39003"/>
                  <a:gd name="connsiteY4" fmla="*/ 953 h 188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003" h="188594">
                    <a:moveTo>
                      <a:pt x="0" y="953"/>
                    </a:moveTo>
                    <a:cubicBezTo>
                      <a:pt x="1902" y="953"/>
                      <a:pt x="4757" y="953"/>
                      <a:pt x="6659" y="0"/>
                    </a:cubicBezTo>
                    <a:lnTo>
                      <a:pt x="39004" y="187643"/>
                    </a:lnTo>
                    <a:cubicBezTo>
                      <a:pt x="37101" y="187643"/>
                      <a:pt x="35199" y="187643"/>
                      <a:pt x="32345" y="188595"/>
                    </a:cubicBezTo>
                    <a:lnTo>
                      <a:pt x="0" y="953"/>
                    </a:ln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8" name="Freeform 1327">
                <a:extLst>
                  <a:ext uri="{FF2B5EF4-FFF2-40B4-BE49-F238E27FC236}">
                    <a16:creationId xmlns:a16="http://schemas.microsoft.com/office/drawing/2014/main" id="{2A1EE7C8-FFB9-90DC-9B69-897C35D99612}"/>
                  </a:ext>
                </a:extLst>
              </p:cNvPr>
              <p:cNvSpPr/>
              <p:nvPr/>
            </p:nvSpPr>
            <p:spPr>
              <a:xfrm>
                <a:off x="8304957" y="3403282"/>
                <a:ext cx="264561" cy="652462"/>
              </a:xfrm>
              <a:custGeom>
                <a:avLst/>
                <a:gdLst>
                  <a:gd name="connsiteX0" fmla="*/ 264466 w 264561"/>
                  <a:gd name="connsiteY0" fmla="*/ 0 h 652462"/>
                  <a:gd name="connsiteX1" fmla="*/ 184555 w 264561"/>
                  <a:gd name="connsiteY1" fmla="*/ 652463 h 652462"/>
                  <a:gd name="connsiteX2" fmla="*/ 0 w 264561"/>
                  <a:gd name="connsiteY2" fmla="*/ 603885 h 652462"/>
                  <a:gd name="connsiteX3" fmla="*/ 74203 w 264561"/>
                  <a:gd name="connsiteY3" fmla="*/ 1905 h 652462"/>
                  <a:gd name="connsiteX4" fmla="*/ 264466 w 264561"/>
                  <a:gd name="connsiteY4" fmla="*/ 0 h 652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4561" h="652462">
                    <a:moveTo>
                      <a:pt x="264466" y="0"/>
                    </a:moveTo>
                    <a:cubicBezTo>
                      <a:pt x="266369" y="220028"/>
                      <a:pt x="239732" y="439103"/>
                      <a:pt x="184555" y="652463"/>
                    </a:cubicBezTo>
                    <a:lnTo>
                      <a:pt x="0" y="603885"/>
                    </a:lnTo>
                    <a:cubicBezTo>
                      <a:pt x="51371" y="407670"/>
                      <a:pt x="76105" y="204788"/>
                      <a:pt x="74203" y="1905"/>
                    </a:cubicBezTo>
                    <a:lnTo>
                      <a:pt x="264466" y="0"/>
                    </a:lnTo>
                    <a:close/>
                  </a:path>
                </a:pathLst>
              </a:custGeom>
              <a:solidFill>
                <a:srgbClr val="D4A134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29" name="Freeform 1328">
                <a:extLst>
                  <a:ext uri="{FF2B5EF4-FFF2-40B4-BE49-F238E27FC236}">
                    <a16:creationId xmlns:a16="http://schemas.microsoft.com/office/drawing/2014/main" id="{477119D9-9313-FB69-C359-6DAD60E770C0}"/>
                  </a:ext>
                </a:extLst>
              </p:cNvPr>
              <p:cNvSpPr/>
              <p:nvPr/>
            </p:nvSpPr>
            <p:spPr>
              <a:xfrm>
                <a:off x="5850560" y="5695950"/>
                <a:ext cx="563179" cy="208889"/>
              </a:xfrm>
              <a:custGeom>
                <a:avLst/>
                <a:gdLst>
                  <a:gd name="connsiteX0" fmla="*/ 563179 w 563179"/>
                  <a:gd name="connsiteY0" fmla="*/ 188595 h 208889"/>
                  <a:gd name="connsiteX1" fmla="*/ 0 w 563179"/>
                  <a:gd name="connsiteY1" fmla="*/ 197168 h 208889"/>
                  <a:gd name="connsiteX2" fmla="*/ 19026 w 563179"/>
                  <a:gd name="connsiteY2" fmla="*/ 7620 h 208889"/>
                  <a:gd name="connsiteX3" fmla="*/ 538445 w 563179"/>
                  <a:gd name="connsiteY3" fmla="*/ 0 h 208889"/>
                  <a:gd name="connsiteX4" fmla="*/ 563179 w 563179"/>
                  <a:gd name="connsiteY4" fmla="*/ 188595 h 208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3179" h="208889">
                    <a:moveTo>
                      <a:pt x="563179" y="188595"/>
                    </a:moveTo>
                    <a:cubicBezTo>
                      <a:pt x="376721" y="212407"/>
                      <a:pt x="187409" y="215265"/>
                      <a:pt x="0" y="197168"/>
                    </a:cubicBezTo>
                    <a:lnTo>
                      <a:pt x="19026" y="7620"/>
                    </a:lnTo>
                    <a:cubicBezTo>
                      <a:pt x="192166" y="24765"/>
                      <a:pt x="366257" y="21907"/>
                      <a:pt x="538445" y="0"/>
                    </a:cubicBezTo>
                    <a:lnTo>
                      <a:pt x="563179" y="188595"/>
                    </a:lnTo>
                    <a:close/>
                  </a:path>
                </a:pathLst>
              </a:custGeom>
              <a:solidFill>
                <a:srgbClr val="F2BFB8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0" name="Freeform 1329">
                <a:extLst>
                  <a:ext uri="{FF2B5EF4-FFF2-40B4-BE49-F238E27FC236}">
                    <a16:creationId xmlns:a16="http://schemas.microsoft.com/office/drawing/2014/main" id="{E566FEF4-B213-530B-DC3D-BD8F3207542C}"/>
                  </a:ext>
                </a:extLst>
              </p:cNvPr>
              <p:cNvSpPr/>
              <p:nvPr/>
            </p:nvSpPr>
            <p:spPr>
              <a:xfrm>
                <a:off x="7867351" y="1866900"/>
                <a:ext cx="517515" cy="697229"/>
              </a:xfrm>
              <a:custGeom>
                <a:avLst/>
                <a:gdLst>
                  <a:gd name="connsiteX0" fmla="*/ 147454 w 517515"/>
                  <a:gd name="connsiteY0" fmla="*/ 0 h 697229"/>
                  <a:gd name="connsiteX1" fmla="*/ 517516 w 517515"/>
                  <a:gd name="connsiteY1" fmla="*/ 624840 h 697229"/>
                  <a:gd name="connsiteX2" fmla="*/ 341522 w 517515"/>
                  <a:gd name="connsiteY2" fmla="*/ 697230 h 697229"/>
                  <a:gd name="connsiteX3" fmla="*/ 0 w 517515"/>
                  <a:gd name="connsiteY3" fmla="*/ 120015 h 697229"/>
                  <a:gd name="connsiteX4" fmla="*/ 147454 w 517515"/>
                  <a:gd name="connsiteY4" fmla="*/ 0 h 697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7515" h="697229">
                    <a:moveTo>
                      <a:pt x="147454" y="0"/>
                    </a:moveTo>
                    <a:cubicBezTo>
                      <a:pt x="300616" y="188595"/>
                      <a:pt x="425239" y="399097"/>
                      <a:pt x="517516" y="624840"/>
                    </a:cubicBezTo>
                    <a:lnTo>
                      <a:pt x="341522" y="697230"/>
                    </a:lnTo>
                    <a:cubicBezTo>
                      <a:pt x="256856" y="489585"/>
                      <a:pt x="141746" y="295275"/>
                      <a:pt x="0" y="120015"/>
                    </a:cubicBezTo>
                    <a:lnTo>
                      <a:pt x="147454" y="0"/>
                    </a:lnTo>
                    <a:close/>
                  </a:path>
                </a:pathLst>
              </a:custGeom>
              <a:solidFill>
                <a:srgbClr val="BE7830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1" name="Freeform 1330">
                <a:extLst>
                  <a:ext uri="{FF2B5EF4-FFF2-40B4-BE49-F238E27FC236}">
                    <a16:creationId xmlns:a16="http://schemas.microsoft.com/office/drawing/2014/main" id="{1FEA7EFA-C773-2817-CCEC-29745D33305D}"/>
                  </a:ext>
                </a:extLst>
              </p:cNvPr>
              <p:cNvSpPr/>
              <p:nvPr/>
            </p:nvSpPr>
            <p:spPr>
              <a:xfrm>
                <a:off x="7614301" y="4706302"/>
                <a:ext cx="533689" cy="572452"/>
              </a:xfrm>
              <a:custGeom>
                <a:avLst/>
                <a:gdLst>
                  <a:gd name="connsiteX0" fmla="*/ 533689 w 533689"/>
                  <a:gd name="connsiteY0" fmla="*/ 105728 h 572452"/>
                  <a:gd name="connsiteX1" fmla="*/ 126526 w 533689"/>
                  <a:gd name="connsiteY1" fmla="*/ 572453 h 572452"/>
                  <a:gd name="connsiteX2" fmla="*/ 0 w 533689"/>
                  <a:gd name="connsiteY2" fmla="*/ 430530 h 572452"/>
                  <a:gd name="connsiteX3" fmla="*/ 375770 w 533689"/>
                  <a:gd name="connsiteY3" fmla="*/ 0 h 572452"/>
                  <a:gd name="connsiteX4" fmla="*/ 533689 w 533689"/>
                  <a:gd name="connsiteY4" fmla="*/ 106680 h 572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3689" h="572452">
                    <a:moveTo>
                      <a:pt x="533689" y="105728"/>
                    </a:moveTo>
                    <a:cubicBezTo>
                      <a:pt x="417628" y="278130"/>
                      <a:pt x="281590" y="434340"/>
                      <a:pt x="126526" y="572453"/>
                    </a:cubicBezTo>
                    <a:lnTo>
                      <a:pt x="0" y="430530"/>
                    </a:lnTo>
                    <a:cubicBezTo>
                      <a:pt x="142698" y="302895"/>
                      <a:pt x="269223" y="158115"/>
                      <a:pt x="375770" y="0"/>
                    </a:cubicBezTo>
                    <a:lnTo>
                      <a:pt x="533689" y="106680"/>
                    </a:lnTo>
                    <a:close/>
                  </a:path>
                </a:pathLst>
              </a:custGeom>
              <a:solidFill>
                <a:srgbClr val="E8A97E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2" name="Freeform 1331">
                <a:extLst>
                  <a:ext uri="{FF2B5EF4-FFF2-40B4-BE49-F238E27FC236}">
                    <a16:creationId xmlns:a16="http://schemas.microsoft.com/office/drawing/2014/main" id="{4C55AA92-81E6-72C1-E8E8-678C9A017501}"/>
                  </a:ext>
                </a:extLst>
              </p:cNvPr>
              <p:cNvSpPr/>
              <p:nvPr/>
            </p:nvSpPr>
            <p:spPr>
              <a:xfrm>
                <a:off x="8243122" y="2587942"/>
                <a:ext cx="322496" cy="721995"/>
              </a:xfrm>
              <a:custGeom>
                <a:avLst/>
                <a:gdLst>
                  <a:gd name="connsiteX0" fmla="*/ 178847 w 322496"/>
                  <a:gd name="connsiteY0" fmla="*/ 0 h 721995"/>
                  <a:gd name="connsiteX1" fmla="*/ 322496 w 322496"/>
                  <a:gd name="connsiteY1" fmla="*/ 712470 h 721995"/>
                  <a:gd name="connsiteX2" fmla="*/ 132233 w 322496"/>
                  <a:gd name="connsiteY2" fmla="*/ 721995 h 721995"/>
                  <a:gd name="connsiteX3" fmla="*/ 0 w 322496"/>
                  <a:gd name="connsiteY3" fmla="*/ 64770 h 721995"/>
                  <a:gd name="connsiteX4" fmla="*/ 178847 w 322496"/>
                  <a:gd name="connsiteY4" fmla="*/ 0 h 721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2496" h="721995">
                    <a:moveTo>
                      <a:pt x="178847" y="0"/>
                    </a:moveTo>
                    <a:cubicBezTo>
                      <a:pt x="261612" y="228600"/>
                      <a:pt x="310129" y="468630"/>
                      <a:pt x="322496" y="712470"/>
                    </a:cubicBezTo>
                    <a:lnTo>
                      <a:pt x="132233" y="721995"/>
                    </a:lnTo>
                    <a:cubicBezTo>
                      <a:pt x="120817" y="497205"/>
                      <a:pt x="76105" y="276225"/>
                      <a:pt x="0" y="64770"/>
                    </a:cubicBezTo>
                    <a:lnTo>
                      <a:pt x="178847" y="0"/>
                    </a:lnTo>
                    <a:close/>
                  </a:path>
                </a:pathLst>
              </a:custGeom>
              <a:solidFill>
                <a:srgbClr val="C98C32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3" name="Freeform 1332">
                <a:extLst>
                  <a:ext uri="{FF2B5EF4-FFF2-40B4-BE49-F238E27FC236}">
                    <a16:creationId xmlns:a16="http://schemas.microsoft.com/office/drawing/2014/main" id="{B2AC111A-A023-71A3-6598-EA91462C629B}"/>
                  </a:ext>
                </a:extLst>
              </p:cNvPr>
              <p:cNvSpPr/>
              <p:nvPr/>
            </p:nvSpPr>
            <p:spPr>
              <a:xfrm>
                <a:off x="5380609" y="1044892"/>
                <a:ext cx="98937" cy="196215"/>
              </a:xfrm>
              <a:custGeom>
                <a:avLst/>
                <a:gdLst>
                  <a:gd name="connsiteX0" fmla="*/ 0 w 98937"/>
                  <a:gd name="connsiteY0" fmla="*/ 13335 h 196215"/>
                  <a:gd name="connsiteX1" fmla="*/ 47566 w 98937"/>
                  <a:gd name="connsiteY1" fmla="*/ 0 h 196215"/>
                  <a:gd name="connsiteX2" fmla="*/ 98937 w 98937"/>
                  <a:gd name="connsiteY2" fmla="*/ 183833 h 196215"/>
                  <a:gd name="connsiteX3" fmla="*/ 55177 w 98937"/>
                  <a:gd name="connsiteY3" fmla="*/ 196215 h 196215"/>
                  <a:gd name="connsiteX4" fmla="*/ 0 w 98937"/>
                  <a:gd name="connsiteY4" fmla="*/ 14288 h 196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937" h="196215">
                    <a:moveTo>
                      <a:pt x="0" y="13335"/>
                    </a:moveTo>
                    <a:cubicBezTo>
                      <a:pt x="15221" y="8572"/>
                      <a:pt x="31394" y="3810"/>
                      <a:pt x="47566" y="0"/>
                    </a:cubicBezTo>
                    <a:lnTo>
                      <a:pt x="98937" y="183833"/>
                    </a:lnTo>
                    <a:cubicBezTo>
                      <a:pt x="84667" y="187643"/>
                      <a:pt x="69446" y="192405"/>
                      <a:pt x="55177" y="196215"/>
                    </a:cubicBezTo>
                    <a:lnTo>
                      <a:pt x="0" y="14288"/>
                    </a:lnTo>
                    <a:close/>
                  </a:path>
                </a:pathLst>
              </a:custGeom>
              <a:solidFill>
                <a:srgbClr val="CCCCCC"/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34" name="Graphic 1296">
              <a:extLst>
                <a:ext uri="{FF2B5EF4-FFF2-40B4-BE49-F238E27FC236}">
                  <a16:creationId xmlns:a16="http://schemas.microsoft.com/office/drawing/2014/main" id="{67641AA6-2290-EBE0-2F09-56D3AAFC4ED8}"/>
                </a:ext>
              </a:extLst>
            </p:cNvPr>
            <p:cNvGrpSpPr/>
            <p:nvPr/>
          </p:nvGrpSpPr>
          <p:grpSpPr>
            <a:xfrm>
              <a:off x="3832817" y="1161097"/>
              <a:ext cx="4529219" cy="4534852"/>
              <a:chOff x="3832817" y="1161097"/>
              <a:chExt cx="4529219" cy="4534852"/>
            </a:xfrm>
          </p:grpSpPr>
          <p:sp>
            <p:nvSpPr>
              <p:cNvPr id="1335" name="Freeform 1334">
                <a:extLst>
                  <a:ext uri="{FF2B5EF4-FFF2-40B4-BE49-F238E27FC236}">
                    <a16:creationId xmlns:a16="http://schemas.microsoft.com/office/drawing/2014/main" id="{BDD456E9-D330-4C3D-F617-EA23A178E970}"/>
                  </a:ext>
                </a:extLst>
              </p:cNvPr>
              <p:cNvSpPr/>
              <p:nvPr/>
            </p:nvSpPr>
            <p:spPr>
              <a:xfrm>
                <a:off x="3922241" y="1429702"/>
                <a:ext cx="1468265" cy="2518410"/>
              </a:xfrm>
              <a:custGeom>
                <a:avLst/>
                <a:gdLst>
                  <a:gd name="connsiteX0" fmla="*/ 1106381 w 1468265"/>
                  <a:gd name="connsiteY0" fmla="*/ 0 h 2518410"/>
                  <a:gd name="connsiteX1" fmla="*/ 92278 w 1468265"/>
                  <a:gd name="connsiteY1" fmla="*/ 2496503 h 2518410"/>
                  <a:gd name="connsiteX2" fmla="*/ 0 w 1468265"/>
                  <a:gd name="connsiteY2" fmla="*/ 2518410 h 2518410"/>
                  <a:gd name="connsiteX3" fmla="*/ 92278 w 1468265"/>
                  <a:gd name="connsiteY3" fmla="*/ 2496503 h 2518410"/>
                  <a:gd name="connsiteX4" fmla="*/ 1106381 w 1468265"/>
                  <a:gd name="connsiteY4" fmla="*/ 0 h 2518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8265" h="2518410">
                    <a:moveTo>
                      <a:pt x="1106381" y="0"/>
                    </a:moveTo>
                    <a:cubicBezTo>
                      <a:pt x="1817966" y="1332548"/>
                      <a:pt x="1480249" y="2165033"/>
                      <a:pt x="92278" y="2496503"/>
                    </a:cubicBezTo>
                    <a:lnTo>
                      <a:pt x="0" y="2518410"/>
                    </a:lnTo>
                    <a:lnTo>
                      <a:pt x="92278" y="2496503"/>
                    </a:lnTo>
                    <a:cubicBezTo>
                      <a:pt x="1480249" y="2165033"/>
                      <a:pt x="1817966" y="1332548"/>
                      <a:pt x="1106381" y="0"/>
                    </a:cubicBezTo>
                    <a:close/>
                  </a:path>
                </a:pathLst>
              </a:custGeom>
              <a:solidFill>
                <a:srgbClr val="9AABC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6" name="Freeform 1335">
                <a:extLst>
                  <a:ext uri="{FF2B5EF4-FFF2-40B4-BE49-F238E27FC236}">
                    <a16:creationId xmlns:a16="http://schemas.microsoft.com/office/drawing/2014/main" id="{B1B14F99-BEC9-420A-A396-BD447361AFF4}"/>
                  </a:ext>
                </a:extLst>
              </p:cNvPr>
              <p:cNvSpPr/>
              <p:nvPr/>
            </p:nvSpPr>
            <p:spPr>
              <a:xfrm>
                <a:off x="3923192" y="1170622"/>
                <a:ext cx="1997908" cy="2780347"/>
              </a:xfrm>
              <a:custGeom>
                <a:avLst/>
                <a:gdLst>
                  <a:gd name="connsiteX0" fmla="*/ 1981593 w 1997908"/>
                  <a:gd name="connsiteY0" fmla="*/ 0 h 2780347"/>
                  <a:gd name="connsiteX1" fmla="*/ 92278 w 1997908"/>
                  <a:gd name="connsiteY1" fmla="*/ 2758440 h 2780347"/>
                  <a:gd name="connsiteX2" fmla="*/ 0 w 1997908"/>
                  <a:gd name="connsiteY2" fmla="*/ 2780347 h 2780347"/>
                  <a:gd name="connsiteX3" fmla="*/ 92278 w 1997908"/>
                  <a:gd name="connsiteY3" fmla="*/ 2758440 h 2780347"/>
                  <a:gd name="connsiteX4" fmla="*/ 1981593 w 1997908"/>
                  <a:gd name="connsiteY4" fmla="*/ 0 h 2780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7908" h="2780347">
                    <a:moveTo>
                      <a:pt x="1981593" y="0"/>
                    </a:moveTo>
                    <a:cubicBezTo>
                      <a:pt x="2109069" y="1505903"/>
                      <a:pt x="1479298" y="2425065"/>
                      <a:pt x="92278" y="2758440"/>
                    </a:cubicBezTo>
                    <a:lnTo>
                      <a:pt x="0" y="2780347"/>
                    </a:lnTo>
                    <a:lnTo>
                      <a:pt x="92278" y="2758440"/>
                    </a:lnTo>
                    <a:cubicBezTo>
                      <a:pt x="1480249" y="2425065"/>
                      <a:pt x="2110021" y="1505903"/>
                      <a:pt x="1981593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7" name="Freeform 1336">
                <a:extLst>
                  <a:ext uri="{FF2B5EF4-FFF2-40B4-BE49-F238E27FC236}">
                    <a16:creationId xmlns:a16="http://schemas.microsoft.com/office/drawing/2014/main" id="{0D78EB64-166F-1F46-C31D-3A4E9C16AD06}"/>
                  </a:ext>
                </a:extLst>
              </p:cNvPr>
              <p:cNvSpPr/>
              <p:nvPr/>
            </p:nvSpPr>
            <p:spPr>
              <a:xfrm>
                <a:off x="5070480" y="1223010"/>
                <a:ext cx="686245" cy="1184153"/>
              </a:xfrm>
              <a:custGeom>
                <a:avLst/>
                <a:gdLst>
                  <a:gd name="connsiteX0" fmla="*/ 506100 w 686245"/>
                  <a:gd name="connsiteY0" fmla="*/ 0 h 1184153"/>
                  <a:gd name="connsiteX1" fmla="*/ 43760 w 686245"/>
                  <a:gd name="connsiteY1" fmla="*/ 301942 h 1184153"/>
                  <a:gd name="connsiteX2" fmla="*/ 0 w 686245"/>
                  <a:gd name="connsiteY2" fmla="*/ 217170 h 1184153"/>
                  <a:gd name="connsiteX3" fmla="*/ 43760 w 686245"/>
                  <a:gd name="connsiteY3" fmla="*/ 301942 h 1184153"/>
                  <a:gd name="connsiteX4" fmla="*/ 506100 w 686245"/>
                  <a:gd name="connsiteY4" fmla="*/ 0 h 1184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6245" h="1184153">
                    <a:moveTo>
                      <a:pt x="506100" y="0"/>
                    </a:moveTo>
                    <a:cubicBezTo>
                      <a:pt x="852380" y="1470660"/>
                      <a:pt x="698266" y="1571625"/>
                      <a:pt x="43760" y="301942"/>
                    </a:cubicBezTo>
                    <a:lnTo>
                      <a:pt x="0" y="217170"/>
                    </a:lnTo>
                    <a:lnTo>
                      <a:pt x="43760" y="301942"/>
                    </a:lnTo>
                    <a:cubicBezTo>
                      <a:pt x="698266" y="1571625"/>
                      <a:pt x="853331" y="1470660"/>
                      <a:pt x="506100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8" name="Freeform 1337">
                <a:extLst>
                  <a:ext uri="{FF2B5EF4-FFF2-40B4-BE49-F238E27FC236}">
                    <a16:creationId xmlns:a16="http://schemas.microsoft.com/office/drawing/2014/main" id="{959E63EE-6B8F-EADC-7CF6-4F95B0ADACB3}"/>
                  </a:ext>
                </a:extLst>
              </p:cNvPr>
              <p:cNvSpPr/>
              <p:nvPr/>
            </p:nvSpPr>
            <p:spPr>
              <a:xfrm>
                <a:off x="5067626" y="1361122"/>
                <a:ext cx="550762" cy="1077071"/>
              </a:xfrm>
              <a:custGeom>
                <a:avLst/>
                <a:gdLst>
                  <a:gd name="connsiteX0" fmla="*/ 100840 w 550762"/>
                  <a:gd name="connsiteY0" fmla="*/ 0 h 1077071"/>
                  <a:gd name="connsiteX1" fmla="*/ 43761 w 550762"/>
                  <a:gd name="connsiteY1" fmla="*/ 164782 h 1077071"/>
                  <a:gd name="connsiteX2" fmla="*/ 0 w 550762"/>
                  <a:gd name="connsiteY2" fmla="*/ 80010 h 1077071"/>
                  <a:gd name="connsiteX3" fmla="*/ 43761 w 550762"/>
                  <a:gd name="connsiteY3" fmla="*/ 164782 h 1077071"/>
                  <a:gd name="connsiteX4" fmla="*/ 100840 w 550762"/>
                  <a:gd name="connsiteY4" fmla="*/ 0 h 1077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0762" h="1077071">
                    <a:moveTo>
                      <a:pt x="100840" y="0"/>
                    </a:moveTo>
                    <a:cubicBezTo>
                      <a:pt x="719196" y="1379220"/>
                      <a:pt x="700169" y="1433512"/>
                      <a:pt x="43761" y="164782"/>
                    </a:cubicBezTo>
                    <a:lnTo>
                      <a:pt x="0" y="80010"/>
                    </a:lnTo>
                    <a:lnTo>
                      <a:pt x="43761" y="164782"/>
                    </a:lnTo>
                    <a:cubicBezTo>
                      <a:pt x="700169" y="1433512"/>
                      <a:pt x="719196" y="1378268"/>
                      <a:pt x="100840" y="0"/>
                    </a:cubicBezTo>
                    <a:close/>
                  </a:path>
                </a:pathLst>
              </a:custGeom>
              <a:solidFill>
                <a:srgbClr val="C4D2E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39" name="Freeform 1338">
                <a:extLst>
                  <a:ext uri="{FF2B5EF4-FFF2-40B4-BE49-F238E27FC236}">
                    <a16:creationId xmlns:a16="http://schemas.microsoft.com/office/drawing/2014/main" id="{477BF4CF-5182-4823-3066-347F2052D8E9}"/>
                  </a:ext>
                </a:extLst>
              </p:cNvPr>
              <p:cNvSpPr/>
              <p:nvPr/>
            </p:nvSpPr>
            <p:spPr>
              <a:xfrm>
                <a:off x="3923192" y="1163955"/>
                <a:ext cx="2081873" cy="2788919"/>
              </a:xfrm>
              <a:custGeom>
                <a:avLst/>
                <a:gdLst>
                  <a:gd name="connsiteX0" fmla="*/ 2077676 w 2081873"/>
                  <a:gd name="connsiteY0" fmla="*/ 0 h 2788919"/>
                  <a:gd name="connsiteX1" fmla="*/ 92278 w 2081873"/>
                  <a:gd name="connsiteY1" fmla="*/ 2767013 h 2788919"/>
                  <a:gd name="connsiteX2" fmla="*/ 0 w 2081873"/>
                  <a:gd name="connsiteY2" fmla="*/ 2788920 h 2788919"/>
                  <a:gd name="connsiteX3" fmla="*/ 92278 w 2081873"/>
                  <a:gd name="connsiteY3" fmla="*/ 2767013 h 2788919"/>
                  <a:gd name="connsiteX4" fmla="*/ 2077676 w 2081873"/>
                  <a:gd name="connsiteY4" fmla="*/ 0 h 2788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81873" h="2788919">
                    <a:moveTo>
                      <a:pt x="2077676" y="0"/>
                    </a:moveTo>
                    <a:cubicBezTo>
                      <a:pt x="2141414" y="1509713"/>
                      <a:pt x="1479298" y="2431733"/>
                      <a:pt x="92278" y="2767013"/>
                    </a:cubicBezTo>
                    <a:lnTo>
                      <a:pt x="0" y="2788920"/>
                    </a:lnTo>
                    <a:lnTo>
                      <a:pt x="92278" y="2767013"/>
                    </a:lnTo>
                    <a:cubicBezTo>
                      <a:pt x="1479298" y="2432685"/>
                      <a:pt x="2141414" y="1510665"/>
                      <a:pt x="2077676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0" name="Freeform 1339">
                <a:extLst>
                  <a:ext uri="{FF2B5EF4-FFF2-40B4-BE49-F238E27FC236}">
                    <a16:creationId xmlns:a16="http://schemas.microsoft.com/office/drawing/2014/main" id="{851684C7-C5A5-A75E-6486-FFEBCAAA08FC}"/>
                  </a:ext>
                </a:extLst>
              </p:cNvPr>
              <p:cNvSpPr/>
              <p:nvPr/>
            </p:nvSpPr>
            <p:spPr>
              <a:xfrm>
                <a:off x="3923192" y="1181100"/>
                <a:ext cx="1918078" cy="2774632"/>
              </a:xfrm>
              <a:custGeom>
                <a:avLst/>
                <a:gdLst>
                  <a:gd name="connsiteX0" fmla="*/ 1882656 w 1918078"/>
                  <a:gd name="connsiteY0" fmla="*/ 0 h 2774632"/>
                  <a:gd name="connsiteX1" fmla="*/ 92278 w 1918078"/>
                  <a:gd name="connsiteY1" fmla="*/ 2751773 h 2774632"/>
                  <a:gd name="connsiteX2" fmla="*/ 0 w 1918078"/>
                  <a:gd name="connsiteY2" fmla="*/ 2774633 h 2774632"/>
                  <a:gd name="connsiteX3" fmla="*/ 92278 w 1918078"/>
                  <a:gd name="connsiteY3" fmla="*/ 2751773 h 2774632"/>
                  <a:gd name="connsiteX4" fmla="*/ 1882656 w 1918078"/>
                  <a:gd name="connsiteY4" fmla="*/ 0 h 2774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8078" h="2774632">
                    <a:moveTo>
                      <a:pt x="1882656" y="0"/>
                    </a:moveTo>
                    <a:cubicBezTo>
                      <a:pt x="2075773" y="1499235"/>
                      <a:pt x="1479298" y="2416493"/>
                      <a:pt x="92278" y="2751773"/>
                    </a:cubicBezTo>
                    <a:lnTo>
                      <a:pt x="0" y="2774633"/>
                    </a:lnTo>
                    <a:lnTo>
                      <a:pt x="92278" y="2751773"/>
                    </a:lnTo>
                    <a:cubicBezTo>
                      <a:pt x="1479298" y="2415540"/>
                      <a:pt x="2075773" y="1498283"/>
                      <a:pt x="1882656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1" name="Freeform 1340">
                <a:extLst>
                  <a:ext uri="{FF2B5EF4-FFF2-40B4-BE49-F238E27FC236}">
                    <a16:creationId xmlns:a16="http://schemas.microsoft.com/office/drawing/2014/main" id="{4FF71371-FC50-EC34-0E35-24E9810381FF}"/>
                  </a:ext>
                </a:extLst>
              </p:cNvPr>
              <p:cNvSpPr/>
              <p:nvPr/>
            </p:nvSpPr>
            <p:spPr>
              <a:xfrm>
                <a:off x="4909707" y="1498282"/>
                <a:ext cx="611666" cy="991284"/>
              </a:xfrm>
              <a:custGeom>
                <a:avLst/>
                <a:gdLst>
                  <a:gd name="connsiteX0" fmla="*/ 0 w 611666"/>
                  <a:gd name="connsiteY0" fmla="*/ 0 h 991284"/>
                  <a:gd name="connsiteX1" fmla="*/ 71349 w 611666"/>
                  <a:gd name="connsiteY1" fmla="*/ 100965 h 991284"/>
                  <a:gd name="connsiteX2" fmla="*/ 21880 w 611666"/>
                  <a:gd name="connsiteY2" fmla="*/ 20002 h 991284"/>
                  <a:gd name="connsiteX3" fmla="*/ 71349 w 611666"/>
                  <a:gd name="connsiteY3" fmla="*/ 100965 h 991284"/>
                  <a:gd name="connsiteX4" fmla="*/ 0 w 611666"/>
                  <a:gd name="connsiteY4" fmla="*/ 0 h 991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1666" h="991284">
                    <a:moveTo>
                      <a:pt x="0" y="0"/>
                    </a:moveTo>
                    <a:cubicBezTo>
                      <a:pt x="790544" y="1286827"/>
                      <a:pt x="815279" y="1321118"/>
                      <a:pt x="71349" y="100965"/>
                    </a:cubicBezTo>
                    <a:lnTo>
                      <a:pt x="21880" y="20002"/>
                    </a:lnTo>
                    <a:lnTo>
                      <a:pt x="71349" y="100965"/>
                    </a:lnTo>
                    <a:cubicBezTo>
                      <a:pt x="814327" y="1321118"/>
                      <a:pt x="790544" y="1286827"/>
                      <a:pt x="0" y="0"/>
                    </a:cubicBezTo>
                    <a:close/>
                  </a:path>
                </a:pathLst>
              </a:custGeom>
              <a:solidFill>
                <a:srgbClr val="6F83A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2" name="Freeform 1341">
                <a:extLst>
                  <a:ext uri="{FF2B5EF4-FFF2-40B4-BE49-F238E27FC236}">
                    <a16:creationId xmlns:a16="http://schemas.microsoft.com/office/drawing/2014/main" id="{AD452866-7A3B-A55B-E93C-724ED8EBC539}"/>
                  </a:ext>
                </a:extLst>
              </p:cNvPr>
              <p:cNvSpPr/>
              <p:nvPr/>
            </p:nvSpPr>
            <p:spPr>
              <a:xfrm>
                <a:off x="4400753" y="1442085"/>
                <a:ext cx="1071491" cy="1147208"/>
              </a:xfrm>
              <a:custGeom>
                <a:avLst/>
                <a:gdLst>
                  <a:gd name="connsiteX0" fmla="*/ 0 w 1071491"/>
                  <a:gd name="connsiteY0" fmla="*/ 483870 h 1147208"/>
                  <a:gd name="connsiteX1" fmla="*/ 708731 w 1071491"/>
                  <a:gd name="connsiteY1" fmla="*/ 84773 h 1147208"/>
                  <a:gd name="connsiteX2" fmla="*/ 664971 w 1071491"/>
                  <a:gd name="connsiteY2" fmla="*/ 0 h 1147208"/>
                  <a:gd name="connsiteX3" fmla="*/ 708731 w 1071491"/>
                  <a:gd name="connsiteY3" fmla="*/ 84773 h 1147208"/>
                  <a:gd name="connsiteX4" fmla="*/ 0 w 1071491"/>
                  <a:gd name="connsiteY4" fmla="*/ 483870 h 1147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1491" h="1147208">
                    <a:moveTo>
                      <a:pt x="0" y="483870"/>
                    </a:moveTo>
                    <a:cubicBezTo>
                      <a:pt x="1130164" y="1485900"/>
                      <a:pt x="1366091" y="1352550"/>
                      <a:pt x="708731" y="84773"/>
                    </a:cubicBezTo>
                    <a:lnTo>
                      <a:pt x="664971" y="0"/>
                    </a:lnTo>
                    <a:lnTo>
                      <a:pt x="708731" y="84773"/>
                    </a:lnTo>
                    <a:cubicBezTo>
                      <a:pt x="1366091" y="1352550"/>
                      <a:pt x="1129213" y="1485900"/>
                      <a:pt x="0" y="483870"/>
                    </a:cubicBezTo>
                    <a:close/>
                  </a:path>
                </a:pathLst>
              </a:custGeom>
              <a:solidFill>
                <a:srgbClr val="CFBBA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3" name="Freeform 1342">
                <a:extLst>
                  <a:ext uri="{FF2B5EF4-FFF2-40B4-BE49-F238E27FC236}">
                    <a16:creationId xmlns:a16="http://schemas.microsoft.com/office/drawing/2014/main" id="{A87AC58D-8AAC-7928-8946-FB177D20E1B1}"/>
                  </a:ext>
                </a:extLst>
              </p:cNvPr>
              <p:cNvSpPr/>
              <p:nvPr/>
            </p:nvSpPr>
            <p:spPr>
              <a:xfrm>
                <a:off x="4402656" y="1245870"/>
                <a:ext cx="1324027" cy="1308786"/>
              </a:xfrm>
              <a:custGeom>
                <a:avLst/>
                <a:gdLst>
                  <a:gd name="connsiteX0" fmla="*/ 0 w 1324027"/>
                  <a:gd name="connsiteY0" fmla="*/ 679133 h 1308786"/>
                  <a:gd name="connsiteX1" fmla="*/ 1220539 w 1324027"/>
                  <a:gd name="connsiteY1" fmla="*/ 93345 h 1308786"/>
                  <a:gd name="connsiteX2" fmla="*/ 1199611 w 1324027"/>
                  <a:gd name="connsiteY2" fmla="*/ 0 h 1308786"/>
                  <a:gd name="connsiteX3" fmla="*/ 1220539 w 1324027"/>
                  <a:gd name="connsiteY3" fmla="*/ 93345 h 1308786"/>
                  <a:gd name="connsiteX4" fmla="*/ 0 w 1324027"/>
                  <a:gd name="connsiteY4" fmla="*/ 679133 h 1308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4027" h="1308786">
                    <a:moveTo>
                      <a:pt x="0" y="679133"/>
                    </a:moveTo>
                    <a:cubicBezTo>
                      <a:pt x="1129213" y="1682115"/>
                      <a:pt x="1535425" y="1486852"/>
                      <a:pt x="1220539" y="93345"/>
                    </a:cubicBezTo>
                    <a:lnTo>
                      <a:pt x="1199611" y="0"/>
                    </a:lnTo>
                    <a:lnTo>
                      <a:pt x="1220539" y="93345"/>
                    </a:lnTo>
                    <a:cubicBezTo>
                      <a:pt x="1536377" y="1486852"/>
                      <a:pt x="1129213" y="1682115"/>
                      <a:pt x="0" y="679133"/>
                    </a:cubicBezTo>
                    <a:close/>
                  </a:path>
                </a:pathLst>
              </a:custGeom>
              <a:solidFill>
                <a:srgbClr val="CFBBA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4" name="Freeform 1343">
                <a:extLst>
                  <a:ext uri="{FF2B5EF4-FFF2-40B4-BE49-F238E27FC236}">
                    <a16:creationId xmlns:a16="http://schemas.microsoft.com/office/drawing/2014/main" id="{5E684FB6-DECC-26C2-9A08-0607F3DC43C9}"/>
                  </a:ext>
                </a:extLst>
              </p:cNvPr>
              <p:cNvSpPr/>
              <p:nvPr/>
            </p:nvSpPr>
            <p:spPr>
              <a:xfrm>
                <a:off x="4403607" y="1380172"/>
                <a:ext cx="1121328" cy="1197498"/>
              </a:xfrm>
              <a:custGeom>
                <a:avLst/>
                <a:gdLst>
                  <a:gd name="connsiteX0" fmla="*/ 0 w 1121328"/>
                  <a:gd name="connsiteY0" fmla="*/ 542925 h 1197498"/>
                  <a:gd name="connsiteX1" fmla="*/ 830499 w 1121328"/>
                  <a:gd name="connsiteY1" fmla="*/ 87630 h 1197498"/>
                  <a:gd name="connsiteX2" fmla="*/ 792447 w 1121328"/>
                  <a:gd name="connsiteY2" fmla="*/ 0 h 1197498"/>
                  <a:gd name="connsiteX3" fmla="*/ 830499 w 1121328"/>
                  <a:gd name="connsiteY3" fmla="*/ 87630 h 1197498"/>
                  <a:gd name="connsiteX4" fmla="*/ 0 w 1121328"/>
                  <a:gd name="connsiteY4" fmla="*/ 542925 h 1197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1328" h="1197498">
                    <a:moveTo>
                      <a:pt x="0" y="542925"/>
                    </a:moveTo>
                    <a:cubicBezTo>
                      <a:pt x="1128262" y="1546860"/>
                      <a:pt x="1405095" y="1395412"/>
                      <a:pt x="830499" y="87630"/>
                    </a:cubicBezTo>
                    <a:lnTo>
                      <a:pt x="792447" y="0"/>
                    </a:lnTo>
                    <a:lnTo>
                      <a:pt x="830499" y="87630"/>
                    </a:lnTo>
                    <a:cubicBezTo>
                      <a:pt x="1405095" y="1395412"/>
                      <a:pt x="1128262" y="1547812"/>
                      <a:pt x="0" y="542925"/>
                    </a:cubicBezTo>
                    <a:close/>
                  </a:path>
                </a:pathLst>
              </a:custGeom>
              <a:solidFill>
                <a:srgbClr val="CFBBA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5" name="Freeform 1344">
                <a:extLst>
                  <a:ext uri="{FF2B5EF4-FFF2-40B4-BE49-F238E27FC236}">
                    <a16:creationId xmlns:a16="http://schemas.microsoft.com/office/drawing/2014/main" id="{D746796A-C8DE-4711-161C-DA8F129CC68C}"/>
                  </a:ext>
                </a:extLst>
              </p:cNvPr>
              <p:cNvSpPr/>
              <p:nvPr/>
            </p:nvSpPr>
            <p:spPr>
              <a:xfrm>
                <a:off x="4751789" y="1443037"/>
                <a:ext cx="774936" cy="1055293"/>
              </a:xfrm>
              <a:custGeom>
                <a:avLst/>
                <a:gdLst>
                  <a:gd name="connsiteX0" fmla="*/ 0 w 774936"/>
                  <a:gd name="connsiteY0" fmla="*/ 161925 h 1055293"/>
                  <a:gd name="connsiteX1" fmla="*/ 356744 w 774936"/>
                  <a:gd name="connsiteY1" fmla="*/ 84773 h 1055293"/>
                  <a:gd name="connsiteX2" fmla="*/ 312983 w 774936"/>
                  <a:gd name="connsiteY2" fmla="*/ 0 h 1055293"/>
                  <a:gd name="connsiteX3" fmla="*/ 356744 w 774936"/>
                  <a:gd name="connsiteY3" fmla="*/ 84773 h 1055293"/>
                  <a:gd name="connsiteX4" fmla="*/ 0 w 774936"/>
                  <a:gd name="connsiteY4" fmla="*/ 161925 h 1055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4936" h="1055293">
                    <a:moveTo>
                      <a:pt x="0" y="161925"/>
                    </a:moveTo>
                    <a:cubicBezTo>
                      <a:pt x="896140" y="1378268"/>
                      <a:pt x="1015055" y="1351598"/>
                      <a:pt x="356744" y="84773"/>
                    </a:cubicBezTo>
                    <a:lnTo>
                      <a:pt x="312983" y="0"/>
                    </a:lnTo>
                    <a:lnTo>
                      <a:pt x="356744" y="84773"/>
                    </a:lnTo>
                    <a:cubicBezTo>
                      <a:pt x="1015055" y="1352550"/>
                      <a:pt x="896140" y="1378268"/>
                      <a:pt x="0" y="161925"/>
                    </a:cubicBezTo>
                    <a:close/>
                  </a:path>
                </a:pathLst>
              </a:custGeom>
              <a:solidFill>
                <a:srgbClr val="5F70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6" name="Freeform 1345">
                <a:extLst>
                  <a:ext uri="{FF2B5EF4-FFF2-40B4-BE49-F238E27FC236}">
                    <a16:creationId xmlns:a16="http://schemas.microsoft.com/office/drawing/2014/main" id="{BF77B538-A354-7D31-8A40-C0B3908C7E53}"/>
                  </a:ext>
                </a:extLst>
              </p:cNvPr>
              <p:cNvSpPr/>
              <p:nvPr/>
            </p:nvSpPr>
            <p:spPr>
              <a:xfrm>
                <a:off x="4752740" y="1380172"/>
                <a:ext cx="817308" cy="1103497"/>
              </a:xfrm>
              <a:custGeom>
                <a:avLst/>
                <a:gdLst>
                  <a:gd name="connsiteX0" fmla="*/ 0 w 817308"/>
                  <a:gd name="connsiteY0" fmla="*/ 223838 h 1103497"/>
                  <a:gd name="connsiteX1" fmla="*/ 479464 w 817308"/>
                  <a:gd name="connsiteY1" fmla="*/ 87630 h 1103497"/>
                  <a:gd name="connsiteX2" fmla="*/ 441411 w 817308"/>
                  <a:gd name="connsiteY2" fmla="*/ 0 h 1103497"/>
                  <a:gd name="connsiteX3" fmla="*/ 479464 w 817308"/>
                  <a:gd name="connsiteY3" fmla="*/ 87630 h 1103497"/>
                  <a:gd name="connsiteX4" fmla="*/ 0 w 817308"/>
                  <a:gd name="connsiteY4" fmla="*/ 223838 h 1103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308" h="1103497">
                    <a:moveTo>
                      <a:pt x="0" y="223838"/>
                    </a:moveTo>
                    <a:cubicBezTo>
                      <a:pt x="895189" y="1440180"/>
                      <a:pt x="1055011" y="1395412"/>
                      <a:pt x="479464" y="87630"/>
                    </a:cubicBezTo>
                    <a:lnTo>
                      <a:pt x="441411" y="0"/>
                    </a:lnTo>
                    <a:lnTo>
                      <a:pt x="479464" y="87630"/>
                    </a:lnTo>
                    <a:cubicBezTo>
                      <a:pt x="1055011" y="1395412"/>
                      <a:pt x="895189" y="1440180"/>
                      <a:pt x="0" y="223838"/>
                    </a:cubicBezTo>
                    <a:close/>
                  </a:path>
                </a:pathLst>
              </a:custGeom>
              <a:solidFill>
                <a:srgbClr val="5F70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7" name="Freeform 1346">
                <a:extLst>
                  <a:ext uri="{FF2B5EF4-FFF2-40B4-BE49-F238E27FC236}">
                    <a16:creationId xmlns:a16="http://schemas.microsoft.com/office/drawing/2014/main" id="{8712900A-106A-6439-9D44-E311CFE7F5AF}"/>
                  </a:ext>
                </a:extLst>
              </p:cNvPr>
              <p:cNvSpPr/>
              <p:nvPr/>
            </p:nvSpPr>
            <p:spPr>
              <a:xfrm>
                <a:off x="4754643" y="1602104"/>
                <a:ext cx="692657" cy="936418"/>
              </a:xfrm>
              <a:custGeom>
                <a:avLst/>
                <a:gdLst>
                  <a:gd name="connsiteX0" fmla="*/ 0 w 692657"/>
                  <a:gd name="connsiteY0" fmla="*/ 0 h 936418"/>
                  <a:gd name="connsiteX1" fmla="*/ 84667 w 692657"/>
                  <a:gd name="connsiteY1" fmla="*/ 91440 h 936418"/>
                  <a:gd name="connsiteX2" fmla="*/ 28540 w 692657"/>
                  <a:gd name="connsiteY2" fmla="*/ 14288 h 936418"/>
                  <a:gd name="connsiteX3" fmla="*/ 84667 w 692657"/>
                  <a:gd name="connsiteY3" fmla="*/ 91440 h 936418"/>
                  <a:gd name="connsiteX4" fmla="*/ 0 w 692657"/>
                  <a:gd name="connsiteY4" fmla="*/ 0 h 936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2657" h="936418">
                    <a:moveTo>
                      <a:pt x="0" y="0"/>
                    </a:moveTo>
                    <a:cubicBezTo>
                      <a:pt x="894238" y="1217295"/>
                      <a:pt x="922777" y="1247775"/>
                      <a:pt x="84667" y="91440"/>
                    </a:cubicBezTo>
                    <a:lnTo>
                      <a:pt x="28540" y="14288"/>
                    </a:lnTo>
                    <a:lnTo>
                      <a:pt x="84667" y="91440"/>
                    </a:lnTo>
                    <a:cubicBezTo>
                      <a:pt x="921826" y="1247775"/>
                      <a:pt x="894238" y="1217295"/>
                      <a:pt x="0" y="0"/>
                    </a:cubicBezTo>
                    <a:close/>
                  </a:path>
                </a:pathLst>
              </a:custGeom>
              <a:solidFill>
                <a:srgbClr val="5F70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8" name="Freeform 1347">
                <a:extLst>
                  <a:ext uri="{FF2B5EF4-FFF2-40B4-BE49-F238E27FC236}">
                    <a16:creationId xmlns:a16="http://schemas.microsoft.com/office/drawing/2014/main" id="{09E2871B-8FD3-9807-730D-3297A9E523C8}"/>
                  </a:ext>
                </a:extLst>
              </p:cNvPr>
              <p:cNvSpPr/>
              <p:nvPr/>
            </p:nvSpPr>
            <p:spPr>
              <a:xfrm>
                <a:off x="4323696" y="1245870"/>
                <a:ext cx="1397166" cy="3593782"/>
              </a:xfrm>
              <a:custGeom>
                <a:avLst/>
                <a:gdLst>
                  <a:gd name="connsiteX0" fmla="*/ 0 w 1397166"/>
                  <a:gd name="connsiteY0" fmla="*/ 3593783 h 3593782"/>
                  <a:gd name="connsiteX1" fmla="*/ 1296645 w 1397166"/>
                  <a:gd name="connsiteY1" fmla="*/ 93345 h 3593782"/>
                  <a:gd name="connsiteX2" fmla="*/ 1275716 w 1397166"/>
                  <a:gd name="connsiteY2" fmla="*/ 0 h 3593782"/>
                  <a:gd name="connsiteX3" fmla="*/ 1296645 w 1397166"/>
                  <a:gd name="connsiteY3" fmla="*/ 93345 h 3593782"/>
                  <a:gd name="connsiteX4" fmla="*/ 0 w 1397166"/>
                  <a:gd name="connsiteY4" fmla="*/ 3593783 h 3593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7166" h="3593782">
                    <a:moveTo>
                      <a:pt x="0" y="3593783"/>
                    </a:moveTo>
                    <a:cubicBezTo>
                      <a:pt x="1181535" y="2652712"/>
                      <a:pt x="1613433" y="1485900"/>
                      <a:pt x="1296645" y="93345"/>
                    </a:cubicBezTo>
                    <a:lnTo>
                      <a:pt x="1275716" y="0"/>
                    </a:lnTo>
                    <a:lnTo>
                      <a:pt x="1296645" y="93345"/>
                    </a:lnTo>
                    <a:cubicBezTo>
                      <a:pt x="1613433" y="1486852"/>
                      <a:pt x="1181535" y="2653665"/>
                      <a:pt x="0" y="3593783"/>
                    </a:cubicBezTo>
                    <a:close/>
                  </a:path>
                </a:pathLst>
              </a:custGeom>
              <a:solidFill>
                <a:srgbClr val="74B0A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9" name="Freeform 1348">
                <a:extLst>
                  <a:ext uri="{FF2B5EF4-FFF2-40B4-BE49-F238E27FC236}">
                    <a16:creationId xmlns:a16="http://schemas.microsoft.com/office/drawing/2014/main" id="{EA41F604-B2A8-E83E-383E-0ADCE498BA85}"/>
                  </a:ext>
                </a:extLst>
              </p:cNvPr>
              <p:cNvSpPr/>
              <p:nvPr/>
            </p:nvSpPr>
            <p:spPr>
              <a:xfrm>
                <a:off x="4322745" y="1618297"/>
                <a:ext cx="1037825" cy="3220402"/>
              </a:xfrm>
              <a:custGeom>
                <a:avLst/>
                <a:gdLst>
                  <a:gd name="connsiteX0" fmla="*/ 0 w 1037825"/>
                  <a:gd name="connsiteY0" fmla="*/ 3220403 h 3220402"/>
                  <a:gd name="connsiteX1" fmla="*/ 515614 w 1037825"/>
                  <a:gd name="connsiteY1" fmla="*/ 77152 h 3220402"/>
                  <a:gd name="connsiteX2" fmla="*/ 459486 w 1037825"/>
                  <a:gd name="connsiteY2" fmla="*/ 0 h 3220402"/>
                  <a:gd name="connsiteX3" fmla="*/ 515614 w 1037825"/>
                  <a:gd name="connsiteY3" fmla="*/ 77152 h 3220402"/>
                  <a:gd name="connsiteX4" fmla="*/ 0 w 1037825"/>
                  <a:gd name="connsiteY4" fmla="*/ 3220403 h 3220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825" h="3220402">
                    <a:moveTo>
                      <a:pt x="0" y="3220403"/>
                    </a:moveTo>
                    <a:cubicBezTo>
                      <a:pt x="1182487" y="2281238"/>
                      <a:pt x="1353724" y="1233487"/>
                      <a:pt x="515614" y="77152"/>
                    </a:cubicBezTo>
                    <a:lnTo>
                      <a:pt x="459486" y="0"/>
                    </a:lnTo>
                    <a:lnTo>
                      <a:pt x="515614" y="77152"/>
                    </a:lnTo>
                    <a:cubicBezTo>
                      <a:pt x="1354675" y="1233487"/>
                      <a:pt x="1182487" y="2281238"/>
                      <a:pt x="0" y="3220403"/>
                    </a:cubicBezTo>
                    <a:close/>
                  </a:path>
                </a:pathLst>
              </a:custGeom>
              <a:solidFill>
                <a:srgbClr val="74B0A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0" name="Freeform 1349">
                <a:extLst>
                  <a:ext uri="{FF2B5EF4-FFF2-40B4-BE49-F238E27FC236}">
                    <a16:creationId xmlns:a16="http://schemas.microsoft.com/office/drawing/2014/main" id="{183B6E54-2E14-5CBC-FBBB-9839F5E034DE}"/>
                  </a:ext>
                </a:extLst>
              </p:cNvPr>
              <p:cNvSpPr/>
              <p:nvPr/>
            </p:nvSpPr>
            <p:spPr>
              <a:xfrm>
                <a:off x="5061918" y="1443989"/>
                <a:ext cx="552363" cy="4049077"/>
              </a:xfrm>
              <a:custGeom>
                <a:avLst/>
                <a:gdLst>
                  <a:gd name="connsiteX0" fmla="*/ 97034 w 552363"/>
                  <a:gd name="connsiteY0" fmla="*/ 4049078 h 4049077"/>
                  <a:gd name="connsiteX1" fmla="*/ 43761 w 552363"/>
                  <a:gd name="connsiteY1" fmla="*/ 84773 h 4049077"/>
                  <a:gd name="connsiteX2" fmla="*/ 0 w 552363"/>
                  <a:gd name="connsiteY2" fmla="*/ 0 h 4049077"/>
                  <a:gd name="connsiteX3" fmla="*/ 43761 w 552363"/>
                  <a:gd name="connsiteY3" fmla="*/ 84773 h 4049077"/>
                  <a:gd name="connsiteX4" fmla="*/ 97034 w 552363"/>
                  <a:gd name="connsiteY4" fmla="*/ 4049078 h 4049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2363" h="4049077">
                    <a:moveTo>
                      <a:pt x="97034" y="4049078"/>
                    </a:moveTo>
                    <a:cubicBezTo>
                      <a:pt x="721098" y="2672715"/>
                      <a:pt x="703974" y="1351598"/>
                      <a:pt x="43761" y="84773"/>
                    </a:cubicBezTo>
                    <a:lnTo>
                      <a:pt x="0" y="0"/>
                    </a:lnTo>
                    <a:lnTo>
                      <a:pt x="43761" y="84773"/>
                    </a:lnTo>
                    <a:cubicBezTo>
                      <a:pt x="703023" y="1351598"/>
                      <a:pt x="721098" y="2672715"/>
                      <a:pt x="97034" y="4049078"/>
                    </a:cubicBezTo>
                    <a:close/>
                  </a:path>
                </a:pathLst>
              </a:custGeom>
              <a:solidFill>
                <a:srgbClr val="2B6765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1" name="Freeform 1350">
                <a:extLst>
                  <a:ext uri="{FF2B5EF4-FFF2-40B4-BE49-F238E27FC236}">
                    <a16:creationId xmlns:a16="http://schemas.microsoft.com/office/drawing/2014/main" id="{61251422-3603-6E72-66EF-7EE2CE5687FA}"/>
                  </a:ext>
                </a:extLst>
              </p:cNvPr>
              <p:cNvSpPr/>
              <p:nvPr/>
            </p:nvSpPr>
            <p:spPr>
              <a:xfrm>
                <a:off x="4779377" y="1619250"/>
                <a:ext cx="778413" cy="3872864"/>
              </a:xfrm>
              <a:custGeom>
                <a:avLst/>
                <a:gdLst>
                  <a:gd name="connsiteX0" fmla="*/ 377673 w 778413"/>
                  <a:gd name="connsiteY0" fmla="*/ 3872865 h 3872864"/>
                  <a:gd name="connsiteX1" fmla="*/ 56128 w 778413"/>
                  <a:gd name="connsiteY1" fmla="*/ 77152 h 3872864"/>
                  <a:gd name="connsiteX2" fmla="*/ 0 w 778413"/>
                  <a:gd name="connsiteY2" fmla="*/ 0 h 3872864"/>
                  <a:gd name="connsiteX3" fmla="*/ 56128 w 778413"/>
                  <a:gd name="connsiteY3" fmla="*/ 77152 h 3872864"/>
                  <a:gd name="connsiteX4" fmla="*/ 377673 w 778413"/>
                  <a:gd name="connsiteY4" fmla="*/ 3872865 h 3872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413" h="3872864">
                    <a:moveTo>
                      <a:pt x="377673" y="3872865"/>
                    </a:moveTo>
                    <a:cubicBezTo>
                      <a:pt x="1003639" y="2497455"/>
                      <a:pt x="896140" y="1232535"/>
                      <a:pt x="56128" y="77152"/>
                    </a:cubicBezTo>
                    <a:lnTo>
                      <a:pt x="0" y="0"/>
                    </a:lnTo>
                    <a:lnTo>
                      <a:pt x="56128" y="77152"/>
                    </a:lnTo>
                    <a:cubicBezTo>
                      <a:pt x="896140" y="1232535"/>
                      <a:pt x="1002688" y="2497455"/>
                      <a:pt x="377673" y="3872865"/>
                    </a:cubicBezTo>
                    <a:close/>
                  </a:path>
                </a:pathLst>
              </a:custGeom>
              <a:solidFill>
                <a:srgbClr val="2B6765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2" name="Freeform 1351">
                <a:extLst>
                  <a:ext uri="{FF2B5EF4-FFF2-40B4-BE49-F238E27FC236}">
                    <a16:creationId xmlns:a16="http://schemas.microsoft.com/office/drawing/2014/main" id="{94B67BD1-7847-C810-3281-8B7FB961AEFB}"/>
                  </a:ext>
                </a:extLst>
              </p:cNvPr>
              <p:cNvSpPr/>
              <p:nvPr/>
            </p:nvSpPr>
            <p:spPr>
              <a:xfrm>
                <a:off x="5155147" y="1325879"/>
                <a:ext cx="528761" cy="4165282"/>
              </a:xfrm>
              <a:custGeom>
                <a:avLst/>
                <a:gdLst>
                  <a:gd name="connsiteX0" fmla="*/ 0 w 528761"/>
                  <a:gd name="connsiteY0" fmla="*/ 4165283 h 4165282"/>
                  <a:gd name="connsiteX1" fmla="*/ 208338 w 528761"/>
                  <a:gd name="connsiteY1" fmla="*/ 89535 h 4165282"/>
                  <a:gd name="connsiteX2" fmla="*/ 175994 w 528761"/>
                  <a:gd name="connsiteY2" fmla="*/ 0 h 4165282"/>
                  <a:gd name="connsiteX3" fmla="*/ 208338 w 528761"/>
                  <a:gd name="connsiteY3" fmla="*/ 89535 h 4165282"/>
                  <a:gd name="connsiteX4" fmla="*/ 0 w 528761"/>
                  <a:gd name="connsiteY4" fmla="*/ 4165283 h 4165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8761" h="4165282">
                    <a:moveTo>
                      <a:pt x="0" y="4165283"/>
                    </a:moveTo>
                    <a:cubicBezTo>
                      <a:pt x="626918" y="2790825"/>
                      <a:pt x="696364" y="1431608"/>
                      <a:pt x="208338" y="89535"/>
                    </a:cubicBezTo>
                    <a:lnTo>
                      <a:pt x="175994" y="0"/>
                    </a:lnTo>
                    <a:lnTo>
                      <a:pt x="208338" y="89535"/>
                    </a:lnTo>
                    <a:cubicBezTo>
                      <a:pt x="696364" y="1432560"/>
                      <a:pt x="626918" y="2790825"/>
                      <a:pt x="0" y="4165283"/>
                    </a:cubicBezTo>
                    <a:close/>
                  </a:path>
                </a:pathLst>
              </a:custGeom>
              <a:solidFill>
                <a:srgbClr val="2B6765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3" name="Freeform 1352">
                <a:extLst>
                  <a:ext uri="{FF2B5EF4-FFF2-40B4-BE49-F238E27FC236}">
                    <a16:creationId xmlns:a16="http://schemas.microsoft.com/office/drawing/2014/main" id="{438D22B5-68A0-D718-8964-123C7C833881}"/>
                  </a:ext>
                </a:extLst>
              </p:cNvPr>
              <p:cNvSpPr/>
              <p:nvPr/>
            </p:nvSpPr>
            <p:spPr>
              <a:xfrm>
                <a:off x="5153245" y="4430473"/>
                <a:ext cx="483846" cy="1059736"/>
              </a:xfrm>
              <a:custGeom>
                <a:avLst/>
                <a:gdLst>
                  <a:gd name="connsiteX0" fmla="*/ 0 w 483846"/>
                  <a:gd name="connsiteY0" fmla="*/ 1059737 h 1059736"/>
                  <a:gd name="connsiteX1" fmla="*/ 49469 w 483846"/>
                  <a:gd name="connsiteY1" fmla="*/ 946389 h 1059736"/>
                  <a:gd name="connsiteX2" fmla="*/ 9513 w 483846"/>
                  <a:gd name="connsiteY2" fmla="*/ 1033066 h 1059736"/>
                  <a:gd name="connsiteX3" fmla="*/ 49469 w 483846"/>
                  <a:gd name="connsiteY3" fmla="*/ 946389 h 1059736"/>
                  <a:gd name="connsiteX4" fmla="*/ 0 w 483846"/>
                  <a:gd name="connsiteY4" fmla="*/ 1059737 h 1059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3846" h="1059736">
                    <a:moveTo>
                      <a:pt x="0" y="1059737"/>
                    </a:moveTo>
                    <a:cubicBezTo>
                      <a:pt x="627869" y="-314721"/>
                      <a:pt x="644993" y="-351869"/>
                      <a:pt x="49469" y="946389"/>
                    </a:cubicBezTo>
                    <a:lnTo>
                      <a:pt x="9513" y="1033066"/>
                    </a:lnTo>
                    <a:lnTo>
                      <a:pt x="49469" y="946389"/>
                    </a:lnTo>
                    <a:cubicBezTo>
                      <a:pt x="644993" y="-351869"/>
                      <a:pt x="627869" y="-314721"/>
                      <a:pt x="0" y="1059737"/>
                    </a:cubicBezTo>
                    <a:close/>
                  </a:path>
                </a:pathLst>
              </a:custGeom>
              <a:solidFill>
                <a:srgbClr val="2B6765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4" name="Freeform 1353">
                <a:extLst>
                  <a:ext uri="{FF2B5EF4-FFF2-40B4-BE49-F238E27FC236}">
                    <a16:creationId xmlns:a16="http://schemas.microsoft.com/office/drawing/2014/main" id="{E72FCDCF-6DD6-7EB2-9FB0-0357DB98ADA6}"/>
                  </a:ext>
                </a:extLst>
              </p:cNvPr>
              <p:cNvSpPr/>
              <p:nvPr/>
            </p:nvSpPr>
            <p:spPr>
              <a:xfrm>
                <a:off x="3953634" y="1444942"/>
                <a:ext cx="1464740" cy="1454402"/>
              </a:xfrm>
              <a:custGeom>
                <a:avLst/>
                <a:gdLst>
                  <a:gd name="connsiteX0" fmla="*/ 0 w 1464740"/>
                  <a:gd name="connsiteY0" fmla="*/ 1249680 h 1454402"/>
                  <a:gd name="connsiteX1" fmla="*/ 1151093 w 1464740"/>
                  <a:gd name="connsiteY1" fmla="*/ 84773 h 1454402"/>
                  <a:gd name="connsiteX2" fmla="*/ 1107333 w 1464740"/>
                  <a:gd name="connsiteY2" fmla="*/ 0 h 1454402"/>
                  <a:gd name="connsiteX3" fmla="*/ 1151093 w 1464740"/>
                  <a:gd name="connsiteY3" fmla="*/ 84773 h 1454402"/>
                  <a:gd name="connsiteX4" fmla="*/ 0 w 1464740"/>
                  <a:gd name="connsiteY4" fmla="*/ 1249680 h 1454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4740" h="1454402">
                    <a:moveTo>
                      <a:pt x="0" y="1249680"/>
                    </a:moveTo>
                    <a:cubicBezTo>
                      <a:pt x="1427926" y="1739265"/>
                      <a:pt x="1811307" y="1350645"/>
                      <a:pt x="1151093" y="84773"/>
                    </a:cubicBezTo>
                    <a:lnTo>
                      <a:pt x="1107333" y="0"/>
                    </a:lnTo>
                    <a:lnTo>
                      <a:pt x="1151093" y="84773"/>
                    </a:lnTo>
                    <a:cubicBezTo>
                      <a:pt x="1812258" y="1350645"/>
                      <a:pt x="1427926" y="1739265"/>
                      <a:pt x="0" y="1249680"/>
                    </a:cubicBezTo>
                    <a:close/>
                  </a:path>
                </a:pathLst>
              </a:custGeom>
              <a:solidFill>
                <a:srgbClr val="ABA97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5" name="Freeform 1354">
                <a:extLst>
                  <a:ext uri="{FF2B5EF4-FFF2-40B4-BE49-F238E27FC236}">
                    <a16:creationId xmlns:a16="http://schemas.microsoft.com/office/drawing/2014/main" id="{810D0E5C-3BBF-0CBA-7A7F-F3A31E1657D5}"/>
                  </a:ext>
                </a:extLst>
              </p:cNvPr>
              <p:cNvSpPr/>
              <p:nvPr/>
            </p:nvSpPr>
            <p:spPr>
              <a:xfrm>
                <a:off x="3954585" y="1247775"/>
                <a:ext cx="1751076" cy="1637104"/>
              </a:xfrm>
              <a:custGeom>
                <a:avLst/>
                <a:gdLst>
                  <a:gd name="connsiteX0" fmla="*/ 0 w 1751076"/>
                  <a:gd name="connsiteY0" fmla="*/ 1444943 h 1637104"/>
                  <a:gd name="connsiteX1" fmla="*/ 1663853 w 1751076"/>
                  <a:gd name="connsiteY1" fmla="*/ 92392 h 1637104"/>
                  <a:gd name="connsiteX2" fmla="*/ 1642924 w 1751076"/>
                  <a:gd name="connsiteY2" fmla="*/ 0 h 1637104"/>
                  <a:gd name="connsiteX3" fmla="*/ 1663853 w 1751076"/>
                  <a:gd name="connsiteY3" fmla="*/ 92392 h 1637104"/>
                  <a:gd name="connsiteX4" fmla="*/ 0 w 1751076"/>
                  <a:gd name="connsiteY4" fmla="*/ 1444943 h 163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1076" h="1637104">
                    <a:moveTo>
                      <a:pt x="0" y="1444943"/>
                    </a:moveTo>
                    <a:cubicBezTo>
                      <a:pt x="1427927" y="1935480"/>
                      <a:pt x="1982544" y="1484948"/>
                      <a:pt x="1663853" y="92392"/>
                    </a:cubicBezTo>
                    <a:lnTo>
                      <a:pt x="1642924" y="0"/>
                    </a:lnTo>
                    <a:lnTo>
                      <a:pt x="1663853" y="92392"/>
                    </a:lnTo>
                    <a:cubicBezTo>
                      <a:pt x="1982544" y="1484948"/>
                      <a:pt x="1426975" y="1936432"/>
                      <a:pt x="0" y="1444943"/>
                    </a:cubicBezTo>
                    <a:close/>
                  </a:path>
                </a:pathLst>
              </a:custGeom>
              <a:solidFill>
                <a:srgbClr val="ABA97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6" name="Freeform 1355">
                <a:extLst>
                  <a:ext uri="{FF2B5EF4-FFF2-40B4-BE49-F238E27FC236}">
                    <a16:creationId xmlns:a16="http://schemas.microsoft.com/office/drawing/2014/main" id="{3FAF1679-7005-2058-4A17-D7F8927EB981}"/>
                  </a:ext>
                </a:extLst>
              </p:cNvPr>
              <p:cNvSpPr/>
              <p:nvPr/>
            </p:nvSpPr>
            <p:spPr>
              <a:xfrm>
                <a:off x="3955537" y="1326832"/>
                <a:ext cx="1594187" cy="1562261"/>
              </a:xfrm>
              <a:custGeom>
                <a:avLst/>
                <a:gdLst>
                  <a:gd name="connsiteX0" fmla="*/ 0 w 1594187"/>
                  <a:gd name="connsiteY0" fmla="*/ 1363980 h 1562261"/>
                  <a:gd name="connsiteX1" fmla="*/ 1406998 w 1594187"/>
                  <a:gd name="connsiteY1" fmla="*/ 89535 h 1562261"/>
                  <a:gd name="connsiteX2" fmla="*/ 1374653 w 1594187"/>
                  <a:gd name="connsiteY2" fmla="*/ 0 h 1562261"/>
                  <a:gd name="connsiteX3" fmla="*/ 1406998 w 1594187"/>
                  <a:gd name="connsiteY3" fmla="*/ 89535 h 1562261"/>
                  <a:gd name="connsiteX4" fmla="*/ 0 w 1594187"/>
                  <a:gd name="connsiteY4" fmla="*/ 1363980 h 1562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4187" h="1562261">
                    <a:moveTo>
                      <a:pt x="0" y="1363980"/>
                    </a:moveTo>
                    <a:cubicBezTo>
                      <a:pt x="1426975" y="1856423"/>
                      <a:pt x="1895974" y="1431608"/>
                      <a:pt x="1406998" y="89535"/>
                    </a:cubicBezTo>
                    <a:lnTo>
                      <a:pt x="1374653" y="0"/>
                    </a:lnTo>
                    <a:lnTo>
                      <a:pt x="1406998" y="89535"/>
                    </a:lnTo>
                    <a:cubicBezTo>
                      <a:pt x="1895974" y="1431608"/>
                      <a:pt x="1426975" y="1856423"/>
                      <a:pt x="0" y="1363980"/>
                    </a:cubicBezTo>
                    <a:close/>
                  </a:path>
                </a:pathLst>
              </a:custGeom>
              <a:solidFill>
                <a:srgbClr val="ABA97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7" name="Freeform 1356">
                <a:extLst>
                  <a:ext uri="{FF2B5EF4-FFF2-40B4-BE49-F238E27FC236}">
                    <a16:creationId xmlns:a16="http://schemas.microsoft.com/office/drawing/2014/main" id="{94425750-49C8-4B1D-881A-EFE935F8586F}"/>
                  </a:ext>
                </a:extLst>
              </p:cNvPr>
              <p:cNvSpPr/>
              <p:nvPr/>
            </p:nvSpPr>
            <p:spPr>
              <a:xfrm>
                <a:off x="3956488" y="2688907"/>
                <a:ext cx="1100435" cy="379443"/>
              </a:xfrm>
              <a:custGeom>
                <a:avLst/>
                <a:gdLst>
                  <a:gd name="connsiteX0" fmla="*/ 0 w 1100435"/>
                  <a:gd name="connsiteY0" fmla="*/ 0 h 379443"/>
                  <a:gd name="connsiteX1" fmla="*/ 117963 w 1100435"/>
                  <a:gd name="connsiteY1" fmla="*/ 36195 h 379443"/>
                  <a:gd name="connsiteX2" fmla="*/ 28540 w 1100435"/>
                  <a:gd name="connsiteY2" fmla="*/ 4763 h 379443"/>
                  <a:gd name="connsiteX3" fmla="*/ 117963 w 1100435"/>
                  <a:gd name="connsiteY3" fmla="*/ 36195 h 379443"/>
                  <a:gd name="connsiteX4" fmla="*/ 0 w 1100435"/>
                  <a:gd name="connsiteY4" fmla="*/ 0 h 379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00435" h="379443">
                    <a:moveTo>
                      <a:pt x="0" y="0"/>
                    </a:moveTo>
                    <a:cubicBezTo>
                      <a:pt x="1426975" y="493395"/>
                      <a:pt x="1465979" y="505777"/>
                      <a:pt x="117963" y="36195"/>
                    </a:cubicBezTo>
                    <a:lnTo>
                      <a:pt x="28540" y="4763"/>
                    </a:lnTo>
                    <a:lnTo>
                      <a:pt x="117963" y="36195"/>
                    </a:lnTo>
                    <a:cubicBezTo>
                      <a:pt x="1465979" y="505777"/>
                      <a:pt x="1426024" y="493395"/>
                      <a:pt x="0" y="0"/>
                    </a:cubicBezTo>
                    <a:close/>
                  </a:path>
                </a:pathLst>
              </a:custGeom>
              <a:solidFill>
                <a:srgbClr val="ABA97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8" name="Freeform 1357">
                <a:extLst>
                  <a:ext uri="{FF2B5EF4-FFF2-40B4-BE49-F238E27FC236}">
                    <a16:creationId xmlns:a16="http://schemas.microsoft.com/office/drawing/2014/main" id="{8BBF3C3B-1693-78B6-2025-8495F4A63F81}"/>
                  </a:ext>
                </a:extLst>
              </p:cNvPr>
              <p:cNvSpPr/>
              <p:nvPr/>
            </p:nvSpPr>
            <p:spPr>
              <a:xfrm>
                <a:off x="3923192" y="1709737"/>
                <a:ext cx="1309537" cy="2247900"/>
              </a:xfrm>
              <a:custGeom>
                <a:avLst/>
                <a:gdLst>
                  <a:gd name="connsiteX0" fmla="*/ 697315 w 1309537"/>
                  <a:gd name="connsiteY0" fmla="*/ 0 h 2247900"/>
                  <a:gd name="connsiteX1" fmla="*/ 92278 w 1309537"/>
                  <a:gd name="connsiteY1" fmla="*/ 2225040 h 2247900"/>
                  <a:gd name="connsiteX2" fmla="*/ 0 w 1309537"/>
                  <a:gd name="connsiteY2" fmla="*/ 2247900 h 2247900"/>
                  <a:gd name="connsiteX3" fmla="*/ 92278 w 1309537"/>
                  <a:gd name="connsiteY3" fmla="*/ 2225040 h 2247900"/>
                  <a:gd name="connsiteX4" fmla="*/ 697315 w 1309537"/>
                  <a:gd name="connsiteY4" fmla="*/ 0 h 2247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9537" h="2247900">
                    <a:moveTo>
                      <a:pt x="697315" y="0"/>
                    </a:moveTo>
                    <a:cubicBezTo>
                      <a:pt x="1680977" y="1146810"/>
                      <a:pt x="1479298" y="1887855"/>
                      <a:pt x="92278" y="2225040"/>
                    </a:cubicBezTo>
                    <a:lnTo>
                      <a:pt x="0" y="2247900"/>
                    </a:lnTo>
                    <a:lnTo>
                      <a:pt x="92278" y="2225040"/>
                    </a:lnTo>
                    <a:cubicBezTo>
                      <a:pt x="1479298" y="1887855"/>
                      <a:pt x="1680977" y="1145858"/>
                      <a:pt x="697315" y="0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9" name="Freeform 1358">
                <a:extLst>
                  <a:ext uri="{FF2B5EF4-FFF2-40B4-BE49-F238E27FC236}">
                    <a16:creationId xmlns:a16="http://schemas.microsoft.com/office/drawing/2014/main" id="{8540FC6F-6036-5089-C3B3-1CC61EBE6B39}"/>
                  </a:ext>
                </a:extLst>
              </p:cNvPr>
              <p:cNvSpPr/>
              <p:nvPr/>
            </p:nvSpPr>
            <p:spPr>
              <a:xfrm>
                <a:off x="4622410" y="1247775"/>
                <a:ext cx="1111874" cy="1237724"/>
              </a:xfrm>
              <a:custGeom>
                <a:avLst/>
                <a:gdLst>
                  <a:gd name="connsiteX0" fmla="*/ 0 w 1111874"/>
                  <a:gd name="connsiteY0" fmla="*/ 460058 h 1237724"/>
                  <a:gd name="connsiteX1" fmla="*/ 994126 w 1111874"/>
                  <a:gd name="connsiteY1" fmla="*/ 92392 h 1237724"/>
                  <a:gd name="connsiteX2" fmla="*/ 973197 w 1111874"/>
                  <a:gd name="connsiteY2" fmla="*/ 0 h 1237724"/>
                  <a:gd name="connsiteX3" fmla="*/ 994126 w 1111874"/>
                  <a:gd name="connsiteY3" fmla="*/ 92392 h 1237724"/>
                  <a:gd name="connsiteX4" fmla="*/ 0 w 1111874"/>
                  <a:gd name="connsiteY4" fmla="*/ 460058 h 123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1874" h="1237724">
                    <a:moveTo>
                      <a:pt x="0" y="460058"/>
                    </a:moveTo>
                    <a:cubicBezTo>
                      <a:pt x="982710" y="1607820"/>
                      <a:pt x="1313769" y="1484948"/>
                      <a:pt x="994126" y="92392"/>
                    </a:cubicBezTo>
                    <a:lnTo>
                      <a:pt x="973197" y="0"/>
                    </a:lnTo>
                    <a:lnTo>
                      <a:pt x="994126" y="92392"/>
                    </a:lnTo>
                    <a:cubicBezTo>
                      <a:pt x="1313769" y="1484948"/>
                      <a:pt x="981759" y="1607820"/>
                      <a:pt x="0" y="460058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0" name="Freeform 1359">
                <a:extLst>
                  <a:ext uri="{FF2B5EF4-FFF2-40B4-BE49-F238E27FC236}">
                    <a16:creationId xmlns:a16="http://schemas.microsoft.com/office/drawing/2014/main" id="{2C3AA143-CE88-982D-2B74-E1A0052EDCA5}"/>
                  </a:ext>
                </a:extLst>
              </p:cNvPr>
              <p:cNvSpPr/>
              <p:nvPr/>
            </p:nvSpPr>
            <p:spPr>
              <a:xfrm>
                <a:off x="4624312" y="1706879"/>
                <a:ext cx="758494" cy="884266"/>
              </a:xfrm>
              <a:custGeom>
                <a:avLst/>
                <a:gdLst>
                  <a:gd name="connsiteX0" fmla="*/ 0 w 758494"/>
                  <a:gd name="connsiteY0" fmla="*/ 0 h 884266"/>
                  <a:gd name="connsiteX1" fmla="*/ 86570 w 758494"/>
                  <a:gd name="connsiteY1" fmla="*/ 88583 h 884266"/>
                  <a:gd name="connsiteX2" fmla="*/ 24734 w 758494"/>
                  <a:gd name="connsiteY2" fmla="*/ 16193 h 884266"/>
                  <a:gd name="connsiteX3" fmla="*/ 86570 w 758494"/>
                  <a:gd name="connsiteY3" fmla="*/ 88583 h 884266"/>
                  <a:gd name="connsiteX4" fmla="*/ 0 w 758494"/>
                  <a:gd name="connsiteY4" fmla="*/ 0 h 884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494" h="884266">
                    <a:moveTo>
                      <a:pt x="0" y="0"/>
                    </a:moveTo>
                    <a:cubicBezTo>
                      <a:pt x="981759" y="1148715"/>
                      <a:pt x="1010298" y="1178243"/>
                      <a:pt x="86570" y="88583"/>
                    </a:cubicBezTo>
                    <a:lnTo>
                      <a:pt x="24734" y="16193"/>
                    </a:lnTo>
                    <a:lnTo>
                      <a:pt x="86570" y="88583"/>
                    </a:lnTo>
                    <a:cubicBezTo>
                      <a:pt x="1010298" y="1177290"/>
                      <a:pt x="981759" y="1147763"/>
                      <a:pt x="0" y="0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1" name="Freeform 1360">
                <a:extLst>
                  <a:ext uri="{FF2B5EF4-FFF2-40B4-BE49-F238E27FC236}">
                    <a16:creationId xmlns:a16="http://schemas.microsoft.com/office/drawing/2014/main" id="{2ED974F8-E409-8E81-4FA7-94B13A83973F}"/>
                  </a:ext>
                </a:extLst>
              </p:cNvPr>
              <p:cNvSpPr/>
              <p:nvPr/>
            </p:nvSpPr>
            <p:spPr>
              <a:xfrm>
                <a:off x="3832817" y="1444942"/>
                <a:ext cx="1572921" cy="2062162"/>
              </a:xfrm>
              <a:custGeom>
                <a:avLst/>
                <a:gdLst>
                  <a:gd name="connsiteX0" fmla="*/ 0 w 1572921"/>
                  <a:gd name="connsiteY0" fmla="*/ 2062163 h 2062162"/>
                  <a:gd name="connsiteX1" fmla="*/ 1270008 w 1572921"/>
                  <a:gd name="connsiteY1" fmla="*/ 84773 h 2062162"/>
                  <a:gd name="connsiteX2" fmla="*/ 1226247 w 1572921"/>
                  <a:gd name="connsiteY2" fmla="*/ 0 h 2062162"/>
                  <a:gd name="connsiteX3" fmla="*/ 1270008 w 1572921"/>
                  <a:gd name="connsiteY3" fmla="*/ 84773 h 2062162"/>
                  <a:gd name="connsiteX4" fmla="*/ 0 w 1572921"/>
                  <a:gd name="connsiteY4" fmla="*/ 2062163 h 2062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72921" h="2062162">
                    <a:moveTo>
                      <a:pt x="0" y="2062163"/>
                    </a:moveTo>
                    <a:cubicBezTo>
                      <a:pt x="1508789" y="2009775"/>
                      <a:pt x="1932124" y="1350645"/>
                      <a:pt x="1270008" y="84773"/>
                    </a:cubicBezTo>
                    <a:lnTo>
                      <a:pt x="1226247" y="0"/>
                    </a:lnTo>
                    <a:lnTo>
                      <a:pt x="1270008" y="84773"/>
                    </a:lnTo>
                    <a:cubicBezTo>
                      <a:pt x="1932124" y="1350645"/>
                      <a:pt x="1508789" y="2009775"/>
                      <a:pt x="0" y="2062163"/>
                    </a:cubicBezTo>
                    <a:close/>
                  </a:path>
                </a:pathLst>
              </a:custGeom>
              <a:solidFill>
                <a:srgbClr val="8FA38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2" name="Freeform 1361">
                <a:extLst>
                  <a:ext uri="{FF2B5EF4-FFF2-40B4-BE49-F238E27FC236}">
                    <a16:creationId xmlns:a16="http://schemas.microsoft.com/office/drawing/2014/main" id="{E16597B2-0EF3-63BA-7B3C-4F50929F96E7}"/>
                  </a:ext>
                </a:extLst>
              </p:cNvPr>
              <p:cNvSpPr/>
              <p:nvPr/>
            </p:nvSpPr>
            <p:spPr>
              <a:xfrm>
                <a:off x="3832817" y="1519237"/>
                <a:ext cx="1515088" cy="1985962"/>
              </a:xfrm>
              <a:custGeom>
                <a:avLst/>
                <a:gdLst>
                  <a:gd name="connsiteX0" fmla="*/ 0 w 1515088"/>
                  <a:gd name="connsiteY0" fmla="*/ 1985963 h 1985962"/>
                  <a:gd name="connsiteX1" fmla="*/ 1146337 w 1515088"/>
                  <a:gd name="connsiteY1" fmla="*/ 80963 h 1985962"/>
                  <a:gd name="connsiteX2" fmla="*/ 1096868 w 1515088"/>
                  <a:gd name="connsiteY2" fmla="*/ 0 h 1985962"/>
                  <a:gd name="connsiteX3" fmla="*/ 1146337 w 1515088"/>
                  <a:gd name="connsiteY3" fmla="*/ 80963 h 1985962"/>
                  <a:gd name="connsiteX4" fmla="*/ 0 w 1515088"/>
                  <a:gd name="connsiteY4" fmla="*/ 1985963 h 1985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5088" h="1985962">
                    <a:moveTo>
                      <a:pt x="0" y="1985963"/>
                    </a:moveTo>
                    <a:cubicBezTo>
                      <a:pt x="1508789" y="1935480"/>
                      <a:pt x="1890266" y="1300163"/>
                      <a:pt x="1146337" y="80963"/>
                    </a:cubicBezTo>
                    <a:lnTo>
                      <a:pt x="1096868" y="0"/>
                    </a:lnTo>
                    <a:lnTo>
                      <a:pt x="1146337" y="80963"/>
                    </a:lnTo>
                    <a:cubicBezTo>
                      <a:pt x="1890266" y="1300163"/>
                      <a:pt x="1508789" y="1934528"/>
                      <a:pt x="0" y="1985963"/>
                    </a:cubicBezTo>
                    <a:close/>
                  </a:path>
                </a:pathLst>
              </a:custGeom>
              <a:solidFill>
                <a:srgbClr val="8FA38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3" name="Freeform 1362">
                <a:extLst>
                  <a:ext uri="{FF2B5EF4-FFF2-40B4-BE49-F238E27FC236}">
                    <a16:creationId xmlns:a16="http://schemas.microsoft.com/office/drawing/2014/main" id="{688E52BE-11D9-81F5-CCBC-8DE2C31F4AC7}"/>
                  </a:ext>
                </a:extLst>
              </p:cNvPr>
              <p:cNvSpPr/>
              <p:nvPr/>
            </p:nvSpPr>
            <p:spPr>
              <a:xfrm>
                <a:off x="3832817" y="1938337"/>
                <a:ext cx="1326654" cy="1564957"/>
              </a:xfrm>
              <a:custGeom>
                <a:avLst/>
                <a:gdLst>
                  <a:gd name="connsiteX0" fmla="*/ 0 w 1326654"/>
                  <a:gd name="connsiteY0" fmla="*/ 1564957 h 1564957"/>
                  <a:gd name="connsiteX1" fmla="*/ 665922 w 1326654"/>
                  <a:gd name="connsiteY1" fmla="*/ 63817 h 1564957"/>
                  <a:gd name="connsiteX2" fmla="*/ 594573 w 1326654"/>
                  <a:gd name="connsiteY2" fmla="*/ 0 h 1564957"/>
                  <a:gd name="connsiteX3" fmla="*/ 665922 w 1326654"/>
                  <a:gd name="connsiteY3" fmla="*/ 63817 h 1564957"/>
                  <a:gd name="connsiteX4" fmla="*/ 0 w 1326654"/>
                  <a:gd name="connsiteY4" fmla="*/ 1564957 h 156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26654" h="1564957">
                    <a:moveTo>
                      <a:pt x="0" y="1564957"/>
                    </a:moveTo>
                    <a:cubicBezTo>
                      <a:pt x="1508789" y="1515428"/>
                      <a:pt x="1730445" y="1015365"/>
                      <a:pt x="665922" y="63817"/>
                    </a:cubicBezTo>
                    <a:lnTo>
                      <a:pt x="594573" y="0"/>
                    </a:lnTo>
                    <a:lnTo>
                      <a:pt x="665922" y="63817"/>
                    </a:lnTo>
                    <a:cubicBezTo>
                      <a:pt x="1730445" y="1015365"/>
                      <a:pt x="1508789" y="1515428"/>
                      <a:pt x="0" y="1564957"/>
                    </a:cubicBezTo>
                    <a:close/>
                  </a:path>
                </a:pathLst>
              </a:custGeom>
              <a:solidFill>
                <a:srgbClr val="8FA38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4" name="Freeform 1363">
                <a:extLst>
                  <a:ext uri="{FF2B5EF4-FFF2-40B4-BE49-F238E27FC236}">
                    <a16:creationId xmlns:a16="http://schemas.microsoft.com/office/drawing/2014/main" id="{17576338-1AD3-5B5A-E699-88B0D6BF651A}"/>
                  </a:ext>
                </a:extLst>
              </p:cNvPr>
              <p:cNvSpPr/>
              <p:nvPr/>
            </p:nvSpPr>
            <p:spPr>
              <a:xfrm>
                <a:off x="3832817" y="1621154"/>
                <a:ext cx="1453201" cy="1880235"/>
              </a:xfrm>
              <a:custGeom>
                <a:avLst/>
                <a:gdLst>
                  <a:gd name="connsiteX0" fmla="*/ 0 w 1453201"/>
                  <a:gd name="connsiteY0" fmla="*/ 1880235 h 1880235"/>
                  <a:gd name="connsiteX1" fmla="*/ 1001736 w 1453201"/>
                  <a:gd name="connsiteY1" fmla="*/ 77153 h 1880235"/>
                  <a:gd name="connsiteX2" fmla="*/ 945609 w 1453201"/>
                  <a:gd name="connsiteY2" fmla="*/ 0 h 1880235"/>
                  <a:gd name="connsiteX3" fmla="*/ 1001736 w 1453201"/>
                  <a:gd name="connsiteY3" fmla="*/ 77153 h 1880235"/>
                  <a:gd name="connsiteX4" fmla="*/ 0 w 1453201"/>
                  <a:gd name="connsiteY4" fmla="*/ 1880235 h 1880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3201" h="1880235">
                    <a:moveTo>
                      <a:pt x="0" y="1880235"/>
                    </a:moveTo>
                    <a:cubicBezTo>
                      <a:pt x="1508789" y="1832610"/>
                      <a:pt x="1842700" y="1230630"/>
                      <a:pt x="1001736" y="77153"/>
                    </a:cubicBezTo>
                    <a:lnTo>
                      <a:pt x="945609" y="0"/>
                    </a:lnTo>
                    <a:lnTo>
                      <a:pt x="1001736" y="77153"/>
                    </a:lnTo>
                    <a:cubicBezTo>
                      <a:pt x="1842700" y="1231583"/>
                      <a:pt x="1508789" y="1832610"/>
                      <a:pt x="0" y="1880235"/>
                    </a:cubicBezTo>
                    <a:close/>
                  </a:path>
                </a:pathLst>
              </a:custGeom>
              <a:solidFill>
                <a:srgbClr val="8FA38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5" name="Freeform 1364">
                <a:extLst>
                  <a:ext uri="{FF2B5EF4-FFF2-40B4-BE49-F238E27FC236}">
                    <a16:creationId xmlns:a16="http://schemas.microsoft.com/office/drawing/2014/main" id="{D083F6C0-D574-0EFE-EBE8-238A2F0AF80E}"/>
                  </a:ext>
                </a:extLst>
              </p:cNvPr>
              <p:cNvSpPr/>
              <p:nvPr/>
            </p:nvSpPr>
            <p:spPr>
              <a:xfrm>
                <a:off x="4270423" y="1724025"/>
                <a:ext cx="1037293" cy="968219"/>
              </a:xfrm>
              <a:custGeom>
                <a:avLst/>
                <a:gdLst>
                  <a:gd name="connsiteX0" fmla="*/ 0 w 1037293"/>
                  <a:gd name="connsiteY0" fmla="*/ 363855 h 968219"/>
                  <a:gd name="connsiteX1" fmla="*/ 438557 w 1037293"/>
                  <a:gd name="connsiteY1" fmla="*/ 72390 h 968219"/>
                  <a:gd name="connsiteX2" fmla="*/ 376721 w 1037293"/>
                  <a:gd name="connsiteY2" fmla="*/ 0 h 968219"/>
                  <a:gd name="connsiteX3" fmla="*/ 438557 w 1037293"/>
                  <a:gd name="connsiteY3" fmla="*/ 72390 h 968219"/>
                  <a:gd name="connsiteX4" fmla="*/ 0 w 1037293"/>
                  <a:gd name="connsiteY4" fmla="*/ 363855 h 968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7293" h="968219">
                    <a:moveTo>
                      <a:pt x="0" y="363855"/>
                    </a:moveTo>
                    <a:cubicBezTo>
                      <a:pt x="1216734" y="1257300"/>
                      <a:pt x="1363237" y="1160145"/>
                      <a:pt x="438557" y="72390"/>
                    </a:cubicBezTo>
                    <a:lnTo>
                      <a:pt x="376721" y="0"/>
                    </a:lnTo>
                    <a:lnTo>
                      <a:pt x="438557" y="72390"/>
                    </a:lnTo>
                    <a:cubicBezTo>
                      <a:pt x="1363237" y="1160145"/>
                      <a:pt x="1216734" y="1257300"/>
                      <a:pt x="0" y="363855"/>
                    </a:cubicBezTo>
                    <a:close/>
                  </a:path>
                </a:pathLst>
              </a:custGeom>
              <a:solidFill>
                <a:srgbClr val="EFE09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6" name="Freeform 1365">
                <a:extLst>
                  <a:ext uri="{FF2B5EF4-FFF2-40B4-BE49-F238E27FC236}">
                    <a16:creationId xmlns:a16="http://schemas.microsoft.com/office/drawing/2014/main" id="{1B0D6D21-EBF3-E46C-F292-40FF007D7CD8}"/>
                  </a:ext>
                </a:extLst>
              </p:cNvPr>
              <p:cNvSpPr/>
              <p:nvPr/>
            </p:nvSpPr>
            <p:spPr>
              <a:xfrm>
                <a:off x="5192249" y="1382077"/>
                <a:ext cx="1602968" cy="4203382"/>
              </a:xfrm>
              <a:custGeom>
                <a:avLst/>
                <a:gdLst>
                  <a:gd name="connsiteX0" fmla="*/ 1602969 w 1602968"/>
                  <a:gd name="connsiteY0" fmla="*/ 4203383 h 4203382"/>
                  <a:gd name="connsiteX1" fmla="*/ 38053 w 1602968"/>
                  <a:gd name="connsiteY1" fmla="*/ 86677 h 4203382"/>
                  <a:gd name="connsiteX2" fmla="*/ 0 w 1602968"/>
                  <a:gd name="connsiteY2" fmla="*/ 0 h 4203382"/>
                  <a:gd name="connsiteX3" fmla="*/ 38053 w 1602968"/>
                  <a:gd name="connsiteY3" fmla="*/ 86677 h 4203382"/>
                  <a:gd name="connsiteX4" fmla="*/ 1602969 w 1602968"/>
                  <a:gd name="connsiteY4" fmla="*/ 4203383 h 4203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02968" h="4203382">
                    <a:moveTo>
                      <a:pt x="1602969" y="4203383"/>
                    </a:moveTo>
                    <a:cubicBezTo>
                      <a:pt x="1136824" y="2766060"/>
                      <a:pt x="615502" y="1393508"/>
                      <a:pt x="38053" y="86677"/>
                    </a:cubicBezTo>
                    <a:lnTo>
                      <a:pt x="0" y="0"/>
                    </a:lnTo>
                    <a:lnTo>
                      <a:pt x="38053" y="86677"/>
                    </a:lnTo>
                    <a:cubicBezTo>
                      <a:pt x="614551" y="1393508"/>
                      <a:pt x="1136824" y="2766060"/>
                      <a:pt x="1602969" y="4203383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7" name="Freeform 1366">
                <a:extLst>
                  <a:ext uri="{FF2B5EF4-FFF2-40B4-BE49-F238E27FC236}">
                    <a16:creationId xmlns:a16="http://schemas.microsoft.com/office/drawing/2014/main" id="{554DC86B-A80F-457E-0E26-006AD2906472}"/>
                  </a:ext>
                </a:extLst>
              </p:cNvPr>
              <p:cNvSpPr/>
              <p:nvPr/>
            </p:nvSpPr>
            <p:spPr>
              <a:xfrm>
                <a:off x="4113455" y="1445895"/>
                <a:ext cx="1319795" cy="1288320"/>
              </a:xfrm>
              <a:custGeom>
                <a:avLst/>
                <a:gdLst>
                  <a:gd name="connsiteX0" fmla="*/ 0 w 1319795"/>
                  <a:gd name="connsiteY0" fmla="*/ 887730 h 1288320"/>
                  <a:gd name="connsiteX1" fmla="*/ 987467 w 1319795"/>
                  <a:gd name="connsiteY1" fmla="*/ 84772 h 1288320"/>
                  <a:gd name="connsiteX2" fmla="*/ 943706 w 1319795"/>
                  <a:gd name="connsiteY2" fmla="*/ 0 h 1288320"/>
                  <a:gd name="connsiteX3" fmla="*/ 987467 w 1319795"/>
                  <a:gd name="connsiteY3" fmla="*/ 84772 h 1288320"/>
                  <a:gd name="connsiteX4" fmla="*/ 0 w 1319795"/>
                  <a:gd name="connsiteY4" fmla="*/ 887730 h 1288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9795" h="1288320">
                    <a:moveTo>
                      <a:pt x="0" y="887730"/>
                    </a:moveTo>
                    <a:cubicBezTo>
                      <a:pt x="1321379" y="1617345"/>
                      <a:pt x="1650535" y="1350645"/>
                      <a:pt x="987467" y="84772"/>
                    </a:cubicBezTo>
                    <a:lnTo>
                      <a:pt x="943706" y="0"/>
                    </a:lnTo>
                    <a:lnTo>
                      <a:pt x="987467" y="84772"/>
                    </a:lnTo>
                    <a:cubicBezTo>
                      <a:pt x="1650535" y="1349693"/>
                      <a:pt x="1321379" y="1617345"/>
                      <a:pt x="0" y="887730"/>
                    </a:cubicBezTo>
                    <a:close/>
                  </a:path>
                </a:pathLst>
              </a:custGeom>
              <a:solidFill>
                <a:srgbClr val="DACA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8" name="Freeform 1367">
                <a:extLst>
                  <a:ext uri="{FF2B5EF4-FFF2-40B4-BE49-F238E27FC236}">
                    <a16:creationId xmlns:a16="http://schemas.microsoft.com/office/drawing/2014/main" id="{C878C601-5C14-3523-2113-32E480D3A0B5}"/>
                  </a:ext>
                </a:extLst>
              </p:cNvPr>
              <p:cNvSpPr/>
              <p:nvPr/>
            </p:nvSpPr>
            <p:spPr>
              <a:xfrm>
                <a:off x="4114407" y="1520189"/>
                <a:ext cx="1266620" cy="1223060"/>
              </a:xfrm>
              <a:custGeom>
                <a:avLst/>
                <a:gdLst>
                  <a:gd name="connsiteX0" fmla="*/ 0 w 1266620"/>
                  <a:gd name="connsiteY0" fmla="*/ 811530 h 1223060"/>
                  <a:gd name="connsiteX1" fmla="*/ 862844 w 1266620"/>
                  <a:gd name="connsiteY1" fmla="*/ 80963 h 1223060"/>
                  <a:gd name="connsiteX2" fmla="*/ 813376 w 1266620"/>
                  <a:gd name="connsiteY2" fmla="*/ 0 h 1223060"/>
                  <a:gd name="connsiteX3" fmla="*/ 862844 w 1266620"/>
                  <a:gd name="connsiteY3" fmla="*/ 80963 h 1223060"/>
                  <a:gd name="connsiteX4" fmla="*/ 0 w 1266620"/>
                  <a:gd name="connsiteY4" fmla="*/ 811530 h 1223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6620" h="1223060">
                    <a:moveTo>
                      <a:pt x="0" y="811530"/>
                    </a:moveTo>
                    <a:cubicBezTo>
                      <a:pt x="1321379" y="1543050"/>
                      <a:pt x="1608677" y="1299210"/>
                      <a:pt x="862844" y="80963"/>
                    </a:cubicBezTo>
                    <a:lnTo>
                      <a:pt x="813376" y="0"/>
                    </a:lnTo>
                    <a:lnTo>
                      <a:pt x="862844" y="80963"/>
                    </a:lnTo>
                    <a:cubicBezTo>
                      <a:pt x="1608677" y="1299210"/>
                      <a:pt x="1320428" y="1543050"/>
                      <a:pt x="0" y="811530"/>
                    </a:cubicBezTo>
                    <a:close/>
                  </a:path>
                </a:pathLst>
              </a:custGeom>
              <a:solidFill>
                <a:srgbClr val="DACA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9" name="Freeform 1368">
                <a:extLst>
                  <a:ext uri="{FF2B5EF4-FFF2-40B4-BE49-F238E27FC236}">
                    <a16:creationId xmlns:a16="http://schemas.microsoft.com/office/drawing/2014/main" id="{B860C2BB-C2D7-A49C-B454-4B8DCA92A132}"/>
                  </a:ext>
                </a:extLst>
              </p:cNvPr>
              <p:cNvSpPr/>
              <p:nvPr/>
            </p:nvSpPr>
            <p:spPr>
              <a:xfrm>
                <a:off x="4115358" y="2095500"/>
                <a:ext cx="1059949" cy="742682"/>
              </a:xfrm>
              <a:custGeom>
                <a:avLst/>
                <a:gdLst>
                  <a:gd name="connsiteX0" fmla="*/ 0 w 1059949"/>
                  <a:gd name="connsiteY0" fmla="*/ 234315 h 742682"/>
                  <a:gd name="connsiteX1" fmla="*/ 260661 w 1059949"/>
                  <a:gd name="connsiteY1" fmla="*/ 57150 h 742682"/>
                  <a:gd name="connsiteX2" fmla="*/ 184555 w 1059949"/>
                  <a:gd name="connsiteY2" fmla="*/ 0 h 742682"/>
                  <a:gd name="connsiteX3" fmla="*/ 260661 w 1059949"/>
                  <a:gd name="connsiteY3" fmla="*/ 57150 h 742682"/>
                  <a:gd name="connsiteX4" fmla="*/ 0 w 1059949"/>
                  <a:gd name="connsiteY4" fmla="*/ 234315 h 742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59949" h="742682">
                    <a:moveTo>
                      <a:pt x="0" y="234315"/>
                    </a:moveTo>
                    <a:cubicBezTo>
                      <a:pt x="1320428" y="966788"/>
                      <a:pt x="1406998" y="907733"/>
                      <a:pt x="260661" y="57150"/>
                    </a:cubicBezTo>
                    <a:lnTo>
                      <a:pt x="184555" y="0"/>
                    </a:lnTo>
                    <a:lnTo>
                      <a:pt x="260661" y="57150"/>
                    </a:lnTo>
                    <a:cubicBezTo>
                      <a:pt x="1406998" y="907733"/>
                      <a:pt x="1320428" y="966788"/>
                      <a:pt x="0" y="234315"/>
                    </a:cubicBezTo>
                    <a:close/>
                  </a:path>
                </a:pathLst>
              </a:custGeom>
              <a:solidFill>
                <a:srgbClr val="DACA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0" name="Freeform 1369">
                <a:extLst>
                  <a:ext uri="{FF2B5EF4-FFF2-40B4-BE49-F238E27FC236}">
                    <a16:creationId xmlns:a16="http://schemas.microsoft.com/office/drawing/2014/main" id="{E407792B-643A-7682-B4A0-5213F5316A29}"/>
                  </a:ext>
                </a:extLst>
              </p:cNvPr>
              <p:cNvSpPr/>
              <p:nvPr/>
            </p:nvSpPr>
            <p:spPr>
              <a:xfrm>
                <a:off x="5593704" y="1248727"/>
                <a:ext cx="2608510" cy="3011804"/>
              </a:xfrm>
              <a:custGeom>
                <a:avLst/>
                <a:gdLst>
                  <a:gd name="connsiteX0" fmla="*/ 2608511 w 2608510"/>
                  <a:gd name="connsiteY0" fmla="*/ 3011805 h 3011804"/>
                  <a:gd name="connsiteX1" fmla="*/ 20929 w 2608510"/>
                  <a:gd name="connsiteY1" fmla="*/ 92393 h 3011804"/>
                  <a:gd name="connsiteX2" fmla="*/ 0 w 2608510"/>
                  <a:gd name="connsiteY2" fmla="*/ 0 h 3011804"/>
                  <a:gd name="connsiteX3" fmla="*/ 20929 w 2608510"/>
                  <a:gd name="connsiteY3" fmla="*/ 92393 h 3011804"/>
                  <a:gd name="connsiteX4" fmla="*/ 2608511 w 2608510"/>
                  <a:gd name="connsiteY4" fmla="*/ 3011805 h 3011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08510" h="3011804">
                    <a:moveTo>
                      <a:pt x="2608511" y="3011805"/>
                    </a:moveTo>
                    <a:cubicBezTo>
                      <a:pt x="1204367" y="2457450"/>
                      <a:pt x="341523" y="1484948"/>
                      <a:pt x="20929" y="92393"/>
                    </a:cubicBezTo>
                    <a:lnTo>
                      <a:pt x="0" y="0"/>
                    </a:lnTo>
                    <a:lnTo>
                      <a:pt x="20929" y="92393"/>
                    </a:lnTo>
                    <a:cubicBezTo>
                      <a:pt x="341523" y="1484948"/>
                      <a:pt x="1204367" y="2457450"/>
                      <a:pt x="2608511" y="3011805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1" name="Freeform 1370">
                <a:extLst>
                  <a:ext uri="{FF2B5EF4-FFF2-40B4-BE49-F238E27FC236}">
                    <a16:creationId xmlns:a16="http://schemas.microsoft.com/office/drawing/2014/main" id="{529A80F4-58E4-63F6-35D3-764A59E2C246}"/>
                  </a:ext>
                </a:extLst>
              </p:cNvPr>
              <p:cNvSpPr/>
              <p:nvPr/>
            </p:nvSpPr>
            <p:spPr>
              <a:xfrm>
                <a:off x="4776523" y="1622107"/>
                <a:ext cx="3424740" cy="2640329"/>
              </a:xfrm>
              <a:custGeom>
                <a:avLst/>
                <a:gdLst>
                  <a:gd name="connsiteX0" fmla="*/ 3424740 w 3424740"/>
                  <a:gd name="connsiteY0" fmla="*/ 2640330 h 2640329"/>
                  <a:gd name="connsiteX1" fmla="*/ 56128 w 3424740"/>
                  <a:gd name="connsiteY1" fmla="*/ 77152 h 2640329"/>
                  <a:gd name="connsiteX2" fmla="*/ 0 w 3424740"/>
                  <a:gd name="connsiteY2" fmla="*/ 0 h 2640329"/>
                  <a:gd name="connsiteX3" fmla="*/ 56128 w 3424740"/>
                  <a:gd name="connsiteY3" fmla="*/ 77152 h 2640329"/>
                  <a:gd name="connsiteX4" fmla="*/ 3424740 w 3424740"/>
                  <a:gd name="connsiteY4" fmla="*/ 2640330 h 2640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24740" h="2640329">
                    <a:moveTo>
                      <a:pt x="3424740" y="2640330"/>
                    </a:moveTo>
                    <a:cubicBezTo>
                      <a:pt x="2020597" y="2085023"/>
                      <a:pt x="898043" y="1230630"/>
                      <a:pt x="56128" y="77152"/>
                    </a:cubicBezTo>
                    <a:lnTo>
                      <a:pt x="0" y="0"/>
                    </a:lnTo>
                    <a:lnTo>
                      <a:pt x="56128" y="77152"/>
                    </a:lnTo>
                    <a:cubicBezTo>
                      <a:pt x="898043" y="1230630"/>
                      <a:pt x="2020597" y="2085023"/>
                      <a:pt x="3424740" y="2640330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2" name="Freeform 1371">
                <a:extLst>
                  <a:ext uri="{FF2B5EF4-FFF2-40B4-BE49-F238E27FC236}">
                    <a16:creationId xmlns:a16="http://schemas.microsoft.com/office/drawing/2014/main" id="{A42E5DB9-1888-F261-9087-F056E70EEC93}"/>
                  </a:ext>
                </a:extLst>
              </p:cNvPr>
              <p:cNvSpPr/>
              <p:nvPr/>
            </p:nvSpPr>
            <p:spPr>
              <a:xfrm>
                <a:off x="5055259" y="1175385"/>
                <a:ext cx="1286180" cy="1223877"/>
              </a:xfrm>
              <a:custGeom>
                <a:avLst/>
                <a:gdLst>
                  <a:gd name="connsiteX0" fmla="*/ 1286180 w 1286180"/>
                  <a:gd name="connsiteY0" fmla="*/ 0 h 1223877"/>
                  <a:gd name="connsiteX1" fmla="*/ 44712 w 1286180"/>
                  <a:gd name="connsiteY1" fmla="*/ 357188 h 1223877"/>
                  <a:gd name="connsiteX2" fmla="*/ 0 w 1286180"/>
                  <a:gd name="connsiteY2" fmla="*/ 273367 h 1223877"/>
                  <a:gd name="connsiteX3" fmla="*/ 44712 w 1286180"/>
                  <a:gd name="connsiteY3" fmla="*/ 357188 h 1223877"/>
                  <a:gd name="connsiteX4" fmla="*/ 1286180 w 1286180"/>
                  <a:gd name="connsiteY4" fmla="*/ 0 h 122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86180" h="1223877">
                    <a:moveTo>
                      <a:pt x="1286180" y="0"/>
                    </a:moveTo>
                    <a:cubicBezTo>
                      <a:pt x="1122554" y="1502093"/>
                      <a:pt x="708731" y="1621155"/>
                      <a:pt x="44712" y="357188"/>
                    </a:cubicBezTo>
                    <a:lnTo>
                      <a:pt x="0" y="273367"/>
                    </a:lnTo>
                    <a:lnTo>
                      <a:pt x="44712" y="357188"/>
                    </a:lnTo>
                    <a:cubicBezTo>
                      <a:pt x="708731" y="1621155"/>
                      <a:pt x="1123505" y="1503045"/>
                      <a:pt x="1286180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3" name="Freeform 1372">
                <a:extLst>
                  <a:ext uri="{FF2B5EF4-FFF2-40B4-BE49-F238E27FC236}">
                    <a16:creationId xmlns:a16="http://schemas.microsoft.com/office/drawing/2014/main" id="{0FCAC110-5488-D494-19B6-EE5F3AE14090}"/>
                  </a:ext>
                </a:extLst>
              </p:cNvPr>
              <p:cNvSpPr/>
              <p:nvPr/>
            </p:nvSpPr>
            <p:spPr>
              <a:xfrm>
                <a:off x="4775572" y="1175385"/>
                <a:ext cx="1567769" cy="1275031"/>
              </a:xfrm>
              <a:custGeom>
                <a:avLst/>
                <a:gdLst>
                  <a:gd name="connsiteX0" fmla="*/ 1567770 w 1567769"/>
                  <a:gd name="connsiteY0" fmla="*/ 0 h 1275031"/>
                  <a:gd name="connsiteX1" fmla="*/ 56128 w 1567769"/>
                  <a:gd name="connsiteY1" fmla="*/ 523875 h 1275031"/>
                  <a:gd name="connsiteX2" fmla="*/ 0 w 1567769"/>
                  <a:gd name="connsiteY2" fmla="*/ 446723 h 1275031"/>
                  <a:gd name="connsiteX3" fmla="*/ 56128 w 1567769"/>
                  <a:gd name="connsiteY3" fmla="*/ 523875 h 1275031"/>
                  <a:gd name="connsiteX4" fmla="*/ 1567770 w 1567769"/>
                  <a:gd name="connsiteY4" fmla="*/ 0 h 1275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7769" h="1275031">
                    <a:moveTo>
                      <a:pt x="1567770" y="0"/>
                    </a:moveTo>
                    <a:cubicBezTo>
                      <a:pt x="1403192" y="1502093"/>
                      <a:pt x="898994" y="1677353"/>
                      <a:pt x="56128" y="523875"/>
                    </a:cubicBezTo>
                    <a:lnTo>
                      <a:pt x="0" y="446723"/>
                    </a:lnTo>
                    <a:lnTo>
                      <a:pt x="56128" y="523875"/>
                    </a:lnTo>
                    <a:cubicBezTo>
                      <a:pt x="898994" y="1676400"/>
                      <a:pt x="1403192" y="1502093"/>
                      <a:pt x="1567770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4" name="Freeform 1373">
                <a:extLst>
                  <a:ext uri="{FF2B5EF4-FFF2-40B4-BE49-F238E27FC236}">
                    <a16:creationId xmlns:a16="http://schemas.microsoft.com/office/drawing/2014/main" id="{1C911D9D-AA83-901D-43F1-2583C084CE4C}"/>
                  </a:ext>
                </a:extLst>
              </p:cNvPr>
              <p:cNvSpPr/>
              <p:nvPr/>
            </p:nvSpPr>
            <p:spPr>
              <a:xfrm>
                <a:off x="4645241" y="1175385"/>
                <a:ext cx="1700003" cy="1307098"/>
              </a:xfrm>
              <a:custGeom>
                <a:avLst/>
                <a:gdLst>
                  <a:gd name="connsiteX0" fmla="*/ 1700003 w 1700003"/>
                  <a:gd name="connsiteY0" fmla="*/ 0 h 1307098"/>
                  <a:gd name="connsiteX1" fmla="*/ 61836 w 1700003"/>
                  <a:gd name="connsiteY1" fmla="*/ 621982 h 1307098"/>
                  <a:gd name="connsiteX2" fmla="*/ 0 w 1700003"/>
                  <a:gd name="connsiteY2" fmla="*/ 549593 h 1307098"/>
                  <a:gd name="connsiteX3" fmla="*/ 61836 w 1700003"/>
                  <a:gd name="connsiteY3" fmla="*/ 621982 h 1307098"/>
                  <a:gd name="connsiteX4" fmla="*/ 1700003 w 1700003"/>
                  <a:gd name="connsiteY4" fmla="*/ 0 h 1307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0003" h="1307098">
                    <a:moveTo>
                      <a:pt x="1700003" y="0"/>
                    </a:moveTo>
                    <a:cubicBezTo>
                      <a:pt x="1533523" y="1502093"/>
                      <a:pt x="987467" y="1709737"/>
                      <a:pt x="61836" y="621982"/>
                    </a:cubicBezTo>
                    <a:lnTo>
                      <a:pt x="0" y="549593"/>
                    </a:lnTo>
                    <a:lnTo>
                      <a:pt x="61836" y="621982"/>
                    </a:lnTo>
                    <a:cubicBezTo>
                      <a:pt x="987467" y="1709737"/>
                      <a:pt x="1533523" y="1502093"/>
                      <a:pt x="1700003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5" name="Freeform 1374">
                <a:extLst>
                  <a:ext uri="{FF2B5EF4-FFF2-40B4-BE49-F238E27FC236}">
                    <a16:creationId xmlns:a16="http://schemas.microsoft.com/office/drawing/2014/main" id="{E744772A-E6F9-9159-C647-A80CC634636E}"/>
                  </a:ext>
                </a:extLst>
              </p:cNvPr>
              <p:cNvSpPr/>
              <p:nvPr/>
            </p:nvSpPr>
            <p:spPr>
              <a:xfrm>
                <a:off x="3958391" y="1449704"/>
                <a:ext cx="1457762" cy="2726054"/>
              </a:xfrm>
              <a:custGeom>
                <a:avLst/>
                <a:gdLst>
                  <a:gd name="connsiteX0" fmla="*/ 0 w 1457762"/>
                  <a:gd name="connsiteY0" fmla="*/ 2726055 h 2726054"/>
                  <a:gd name="connsiteX1" fmla="*/ 1139678 w 1457762"/>
                  <a:gd name="connsiteY1" fmla="*/ 83820 h 2726054"/>
                  <a:gd name="connsiteX2" fmla="*/ 1094966 w 1457762"/>
                  <a:gd name="connsiteY2" fmla="*/ 0 h 2726054"/>
                  <a:gd name="connsiteX3" fmla="*/ 1139678 w 1457762"/>
                  <a:gd name="connsiteY3" fmla="*/ 83820 h 2726054"/>
                  <a:gd name="connsiteX4" fmla="*/ 0 w 1457762"/>
                  <a:gd name="connsiteY4" fmla="*/ 2726055 h 27260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7762" h="2726054">
                    <a:moveTo>
                      <a:pt x="0" y="2726055"/>
                    </a:moveTo>
                    <a:cubicBezTo>
                      <a:pt x="1425073" y="2227898"/>
                      <a:pt x="1804648" y="1346835"/>
                      <a:pt x="1139678" y="83820"/>
                    </a:cubicBezTo>
                    <a:lnTo>
                      <a:pt x="1094966" y="0"/>
                    </a:lnTo>
                    <a:lnTo>
                      <a:pt x="1139678" y="83820"/>
                    </a:lnTo>
                    <a:cubicBezTo>
                      <a:pt x="1805599" y="1347788"/>
                      <a:pt x="1426024" y="2228850"/>
                      <a:pt x="0" y="2726055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6" name="Freeform 1375">
                <a:extLst>
                  <a:ext uri="{FF2B5EF4-FFF2-40B4-BE49-F238E27FC236}">
                    <a16:creationId xmlns:a16="http://schemas.microsoft.com/office/drawing/2014/main" id="{B606FE82-2C34-635C-0DFD-4564CDE99407}"/>
                  </a:ext>
                </a:extLst>
              </p:cNvPr>
              <p:cNvSpPr/>
              <p:nvPr/>
            </p:nvSpPr>
            <p:spPr>
              <a:xfrm>
                <a:off x="3957439" y="1326832"/>
                <a:ext cx="1591670" cy="2847022"/>
              </a:xfrm>
              <a:custGeom>
                <a:avLst/>
                <a:gdLst>
                  <a:gd name="connsiteX0" fmla="*/ 0 w 1591670"/>
                  <a:gd name="connsiteY0" fmla="*/ 2847023 h 2847022"/>
                  <a:gd name="connsiteX1" fmla="*/ 1403192 w 1591670"/>
                  <a:gd name="connsiteY1" fmla="*/ 89535 h 2847022"/>
                  <a:gd name="connsiteX2" fmla="*/ 1370847 w 1591670"/>
                  <a:gd name="connsiteY2" fmla="*/ 0 h 2847022"/>
                  <a:gd name="connsiteX3" fmla="*/ 1403192 w 1591670"/>
                  <a:gd name="connsiteY3" fmla="*/ 89535 h 2847022"/>
                  <a:gd name="connsiteX4" fmla="*/ 0 w 1591670"/>
                  <a:gd name="connsiteY4" fmla="*/ 2847023 h 2847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91670" h="2847022">
                    <a:moveTo>
                      <a:pt x="0" y="2847023"/>
                    </a:moveTo>
                    <a:cubicBezTo>
                      <a:pt x="1426024" y="2350770"/>
                      <a:pt x="1893121" y="1431608"/>
                      <a:pt x="1403192" y="89535"/>
                    </a:cubicBezTo>
                    <a:lnTo>
                      <a:pt x="1370847" y="0"/>
                    </a:lnTo>
                    <a:lnTo>
                      <a:pt x="1403192" y="89535"/>
                    </a:lnTo>
                    <a:cubicBezTo>
                      <a:pt x="1894072" y="1431608"/>
                      <a:pt x="1426024" y="2350770"/>
                      <a:pt x="0" y="2847023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7" name="Freeform 1376">
                <a:extLst>
                  <a:ext uri="{FF2B5EF4-FFF2-40B4-BE49-F238E27FC236}">
                    <a16:creationId xmlns:a16="http://schemas.microsoft.com/office/drawing/2014/main" id="{1301441A-D9C7-B13A-A56C-4C9E8BD25E81}"/>
                  </a:ext>
                </a:extLst>
              </p:cNvPr>
              <p:cNvSpPr/>
              <p:nvPr/>
            </p:nvSpPr>
            <p:spPr>
              <a:xfrm>
                <a:off x="3956488" y="3789441"/>
                <a:ext cx="1099464" cy="382508"/>
              </a:xfrm>
              <a:custGeom>
                <a:avLst/>
                <a:gdLst>
                  <a:gd name="connsiteX0" fmla="*/ 0 w 1099464"/>
                  <a:gd name="connsiteY0" fmla="*/ 382509 h 382508"/>
                  <a:gd name="connsiteX1" fmla="*/ 116061 w 1099464"/>
                  <a:gd name="connsiteY1" fmla="*/ 339646 h 382508"/>
                  <a:gd name="connsiteX2" fmla="*/ 25686 w 1099464"/>
                  <a:gd name="connsiteY2" fmla="*/ 371079 h 382508"/>
                  <a:gd name="connsiteX3" fmla="*/ 116061 w 1099464"/>
                  <a:gd name="connsiteY3" fmla="*/ 339646 h 382508"/>
                  <a:gd name="connsiteX4" fmla="*/ 0 w 1099464"/>
                  <a:gd name="connsiteY4" fmla="*/ 382509 h 382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9464" h="382508">
                    <a:moveTo>
                      <a:pt x="0" y="382509"/>
                    </a:moveTo>
                    <a:cubicBezTo>
                      <a:pt x="1426024" y="-112791"/>
                      <a:pt x="1465028" y="-127079"/>
                      <a:pt x="116061" y="339646"/>
                    </a:cubicBezTo>
                    <a:lnTo>
                      <a:pt x="25686" y="371079"/>
                    </a:lnTo>
                    <a:lnTo>
                      <a:pt x="116061" y="339646"/>
                    </a:lnTo>
                    <a:cubicBezTo>
                      <a:pt x="1465028" y="-127079"/>
                      <a:pt x="1426024" y="-112791"/>
                      <a:pt x="0" y="382509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8" name="Freeform 1377">
                <a:extLst>
                  <a:ext uri="{FF2B5EF4-FFF2-40B4-BE49-F238E27FC236}">
                    <a16:creationId xmlns:a16="http://schemas.microsoft.com/office/drawing/2014/main" id="{851900D1-B4D5-4303-34F6-0A36BC603317}"/>
                  </a:ext>
                </a:extLst>
              </p:cNvPr>
              <p:cNvSpPr/>
              <p:nvPr/>
            </p:nvSpPr>
            <p:spPr>
              <a:xfrm>
                <a:off x="5051454" y="1450657"/>
                <a:ext cx="2258425" cy="3891914"/>
              </a:xfrm>
              <a:custGeom>
                <a:avLst/>
                <a:gdLst>
                  <a:gd name="connsiteX0" fmla="*/ 2258426 w 2258425"/>
                  <a:gd name="connsiteY0" fmla="*/ 3891915 h 3891914"/>
                  <a:gd name="connsiteX1" fmla="*/ 44712 w 2258425"/>
                  <a:gd name="connsiteY1" fmla="*/ 83820 h 3891914"/>
                  <a:gd name="connsiteX2" fmla="*/ 0 w 2258425"/>
                  <a:gd name="connsiteY2" fmla="*/ 0 h 3891914"/>
                  <a:gd name="connsiteX3" fmla="*/ 44712 w 2258425"/>
                  <a:gd name="connsiteY3" fmla="*/ 83820 h 3891914"/>
                  <a:gd name="connsiteX4" fmla="*/ 2258426 w 2258425"/>
                  <a:gd name="connsiteY4" fmla="*/ 3891915 h 3891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58425" h="3891914">
                    <a:moveTo>
                      <a:pt x="2258426" y="3891915"/>
                    </a:moveTo>
                    <a:cubicBezTo>
                      <a:pt x="1448855" y="2616518"/>
                      <a:pt x="711585" y="1346835"/>
                      <a:pt x="44712" y="83820"/>
                    </a:cubicBezTo>
                    <a:lnTo>
                      <a:pt x="0" y="0"/>
                    </a:lnTo>
                    <a:lnTo>
                      <a:pt x="44712" y="83820"/>
                    </a:lnTo>
                    <a:cubicBezTo>
                      <a:pt x="711585" y="1346835"/>
                      <a:pt x="1449807" y="2616518"/>
                      <a:pt x="2258426" y="3891915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9" name="Freeform 1378">
                <a:extLst>
                  <a:ext uri="{FF2B5EF4-FFF2-40B4-BE49-F238E27FC236}">
                    <a16:creationId xmlns:a16="http://schemas.microsoft.com/office/drawing/2014/main" id="{924C7ED1-E6E1-3553-B79E-829D9550F22C}"/>
                  </a:ext>
                </a:extLst>
              </p:cNvPr>
              <p:cNvSpPr/>
              <p:nvPr/>
            </p:nvSpPr>
            <p:spPr>
              <a:xfrm>
                <a:off x="5189395" y="1383029"/>
                <a:ext cx="2118582" cy="3960495"/>
              </a:xfrm>
              <a:custGeom>
                <a:avLst/>
                <a:gdLst>
                  <a:gd name="connsiteX0" fmla="*/ 2118583 w 2118582"/>
                  <a:gd name="connsiteY0" fmla="*/ 3960495 h 3960495"/>
                  <a:gd name="connsiteX1" fmla="*/ 39004 w 2118582"/>
                  <a:gd name="connsiteY1" fmla="*/ 86678 h 3960495"/>
                  <a:gd name="connsiteX2" fmla="*/ 0 w 2118582"/>
                  <a:gd name="connsiteY2" fmla="*/ 0 h 3960495"/>
                  <a:gd name="connsiteX3" fmla="*/ 39004 w 2118582"/>
                  <a:gd name="connsiteY3" fmla="*/ 86678 h 3960495"/>
                  <a:gd name="connsiteX4" fmla="*/ 2118583 w 2118582"/>
                  <a:gd name="connsiteY4" fmla="*/ 3960495 h 3960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18582" h="3960495">
                    <a:moveTo>
                      <a:pt x="2118583" y="3960495"/>
                    </a:moveTo>
                    <a:cubicBezTo>
                      <a:pt x="1310914" y="2684145"/>
                      <a:pt x="617405" y="1392555"/>
                      <a:pt x="39004" y="86678"/>
                    </a:cubicBezTo>
                    <a:lnTo>
                      <a:pt x="0" y="0"/>
                    </a:lnTo>
                    <a:lnTo>
                      <a:pt x="39004" y="86678"/>
                    </a:lnTo>
                    <a:cubicBezTo>
                      <a:pt x="617405" y="1392555"/>
                      <a:pt x="1309963" y="2684145"/>
                      <a:pt x="2118583" y="3960495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0" name="Freeform 1379">
                <a:extLst>
                  <a:ext uri="{FF2B5EF4-FFF2-40B4-BE49-F238E27FC236}">
                    <a16:creationId xmlns:a16="http://schemas.microsoft.com/office/drawing/2014/main" id="{30E142AA-96C1-4A66-C06A-33B51383B8AF}"/>
                  </a:ext>
                </a:extLst>
              </p:cNvPr>
              <p:cNvSpPr/>
              <p:nvPr/>
            </p:nvSpPr>
            <p:spPr>
              <a:xfrm>
                <a:off x="4558672" y="1248727"/>
                <a:ext cx="1169733" cy="3844290"/>
              </a:xfrm>
              <a:custGeom>
                <a:avLst/>
                <a:gdLst>
                  <a:gd name="connsiteX0" fmla="*/ 0 w 1169733"/>
                  <a:gd name="connsiteY0" fmla="*/ 3844290 h 3844290"/>
                  <a:gd name="connsiteX1" fmla="*/ 1054059 w 1169733"/>
                  <a:gd name="connsiteY1" fmla="*/ 92393 h 3844290"/>
                  <a:gd name="connsiteX2" fmla="*/ 1032179 w 1169733"/>
                  <a:gd name="connsiteY2" fmla="*/ 0 h 3844290"/>
                  <a:gd name="connsiteX3" fmla="*/ 1054059 w 1169733"/>
                  <a:gd name="connsiteY3" fmla="*/ 92393 h 3844290"/>
                  <a:gd name="connsiteX4" fmla="*/ 0 w 1169733"/>
                  <a:gd name="connsiteY4" fmla="*/ 3844290 h 3844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69733" h="3844290">
                    <a:moveTo>
                      <a:pt x="0" y="3844290"/>
                    </a:moveTo>
                    <a:cubicBezTo>
                      <a:pt x="1024568" y="2734628"/>
                      <a:pt x="1376556" y="1483995"/>
                      <a:pt x="1054059" y="92393"/>
                    </a:cubicBezTo>
                    <a:lnTo>
                      <a:pt x="1032179" y="0"/>
                    </a:lnTo>
                    <a:lnTo>
                      <a:pt x="1054059" y="92393"/>
                    </a:lnTo>
                    <a:cubicBezTo>
                      <a:pt x="1376556" y="1483995"/>
                      <a:pt x="1024568" y="2734628"/>
                      <a:pt x="0" y="3844290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1" name="Freeform 1380">
                <a:extLst>
                  <a:ext uri="{FF2B5EF4-FFF2-40B4-BE49-F238E27FC236}">
                    <a16:creationId xmlns:a16="http://schemas.microsoft.com/office/drawing/2014/main" id="{E71E7100-9ED2-2522-54AF-511AFB076227}"/>
                  </a:ext>
                </a:extLst>
              </p:cNvPr>
              <p:cNvSpPr/>
              <p:nvPr/>
            </p:nvSpPr>
            <p:spPr>
              <a:xfrm>
                <a:off x="4556769" y="1383982"/>
                <a:ext cx="983538" cy="3708082"/>
              </a:xfrm>
              <a:custGeom>
                <a:avLst/>
                <a:gdLst>
                  <a:gd name="connsiteX0" fmla="*/ 0 w 983538"/>
                  <a:gd name="connsiteY0" fmla="*/ 3708083 h 3708082"/>
                  <a:gd name="connsiteX1" fmla="*/ 669727 w 983538"/>
                  <a:gd name="connsiteY1" fmla="*/ 86677 h 3708082"/>
                  <a:gd name="connsiteX2" fmla="*/ 630723 w 983538"/>
                  <a:gd name="connsiteY2" fmla="*/ 0 h 3708082"/>
                  <a:gd name="connsiteX3" fmla="*/ 669727 w 983538"/>
                  <a:gd name="connsiteY3" fmla="*/ 86677 h 3708082"/>
                  <a:gd name="connsiteX4" fmla="*/ 0 w 983538"/>
                  <a:gd name="connsiteY4" fmla="*/ 3708083 h 3708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3538" h="3708082">
                    <a:moveTo>
                      <a:pt x="0" y="3708083"/>
                    </a:moveTo>
                    <a:cubicBezTo>
                      <a:pt x="1026471" y="2599373"/>
                      <a:pt x="1249079" y="1392555"/>
                      <a:pt x="669727" y="86677"/>
                    </a:cubicBezTo>
                    <a:lnTo>
                      <a:pt x="630723" y="0"/>
                    </a:lnTo>
                    <a:lnTo>
                      <a:pt x="669727" y="86677"/>
                    </a:lnTo>
                    <a:cubicBezTo>
                      <a:pt x="1249079" y="1392555"/>
                      <a:pt x="1025520" y="2599373"/>
                      <a:pt x="0" y="3708083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2" name="Freeform 1381">
                <a:extLst>
                  <a:ext uri="{FF2B5EF4-FFF2-40B4-BE49-F238E27FC236}">
                    <a16:creationId xmlns:a16="http://schemas.microsoft.com/office/drawing/2014/main" id="{DCBD8F49-CAE9-3974-D329-19C115C7BB2F}"/>
                  </a:ext>
                </a:extLst>
              </p:cNvPr>
              <p:cNvSpPr/>
              <p:nvPr/>
            </p:nvSpPr>
            <p:spPr>
              <a:xfrm>
                <a:off x="4425487" y="1940242"/>
                <a:ext cx="885472" cy="3149917"/>
              </a:xfrm>
              <a:custGeom>
                <a:avLst/>
                <a:gdLst>
                  <a:gd name="connsiteX0" fmla="*/ 129379 w 885472"/>
                  <a:gd name="connsiteY0" fmla="*/ 3149918 h 3149917"/>
                  <a:gd name="connsiteX1" fmla="*/ 71349 w 885472"/>
                  <a:gd name="connsiteY1" fmla="*/ 63817 h 3149917"/>
                  <a:gd name="connsiteX2" fmla="*/ 0 w 885472"/>
                  <a:gd name="connsiteY2" fmla="*/ 0 h 3149917"/>
                  <a:gd name="connsiteX3" fmla="*/ 71349 w 885472"/>
                  <a:gd name="connsiteY3" fmla="*/ 63817 h 3149917"/>
                  <a:gd name="connsiteX4" fmla="*/ 129379 w 885472"/>
                  <a:gd name="connsiteY4" fmla="*/ 3149918 h 3149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85472" h="3149917">
                    <a:moveTo>
                      <a:pt x="129379" y="3149918"/>
                    </a:moveTo>
                    <a:cubicBezTo>
                      <a:pt x="1156801" y="2042160"/>
                      <a:pt x="1136824" y="1013460"/>
                      <a:pt x="71349" y="63817"/>
                    </a:cubicBezTo>
                    <a:lnTo>
                      <a:pt x="0" y="0"/>
                    </a:lnTo>
                    <a:lnTo>
                      <a:pt x="71349" y="63817"/>
                    </a:lnTo>
                    <a:cubicBezTo>
                      <a:pt x="1136824" y="1014413"/>
                      <a:pt x="1155850" y="2043113"/>
                      <a:pt x="129379" y="3149918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3" name="Freeform 1382">
                <a:extLst>
                  <a:ext uri="{FF2B5EF4-FFF2-40B4-BE49-F238E27FC236}">
                    <a16:creationId xmlns:a16="http://schemas.microsoft.com/office/drawing/2014/main" id="{137DF850-4540-1624-FE69-EC215BDB13A6}"/>
                  </a:ext>
                </a:extLst>
              </p:cNvPr>
              <p:cNvSpPr/>
              <p:nvPr/>
            </p:nvSpPr>
            <p:spPr>
              <a:xfrm>
                <a:off x="4553915" y="1326832"/>
                <a:ext cx="1043496" cy="3761422"/>
              </a:xfrm>
              <a:custGeom>
                <a:avLst/>
                <a:gdLst>
                  <a:gd name="connsiteX0" fmla="*/ 0 w 1043496"/>
                  <a:gd name="connsiteY0" fmla="*/ 3761423 h 3761422"/>
                  <a:gd name="connsiteX1" fmla="*/ 804814 w 1043496"/>
                  <a:gd name="connsiteY1" fmla="*/ 89535 h 3761422"/>
                  <a:gd name="connsiteX2" fmla="*/ 772469 w 1043496"/>
                  <a:gd name="connsiteY2" fmla="*/ 0 h 3761422"/>
                  <a:gd name="connsiteX3" fmla="*/ 804814 w 1043496"/>
                  <a:gd name="connsiteY3" fmla="*/ 89535 h 3761422"/>
                  <a:gd name="connsiteX4" fmla="*/ 0 w 1043496"/>
                  <a:gd name="connsiteY4" fmla="*/ 3761423 h 3761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3496" h="3761422">
                    <a:moveTo>
                      <a:pt x="0" y="3761423"/>
                    </a:moveTo>
                    <a:cubicBezTo>
                      <a:pt x="1028374" y="2654618"/>
                      <a:pt x="1296645" y="1430655"/>
                      <a:pt x="804814" y="89535"/>
                    </a:cubicBezTo>
                    <a:lnTo>
                      <a:pt x="772469" y="0"/>
                    </a:lnTo>
                    <a:lnTo>
                      <a:pt x="804814" y="89535"/>
                    </a:lnTo>
                    <a:cubicBezTo>
                      <a:pt x="1296645" y="1430655"/>
                      <a:pt x="1028374" y="2654618"/>
                      <a:pt x="0" y="3761423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4" name="Freeform 1383">
                <a:extLst>
                  <a:ext uri="{FF2B5EF4-FFF2-40B4-BE49-F238E27FC236}">
                    <a16:creationId xmlns:a16="http://schemas.microsoft.com/office/drawing/2014/main" id="{C6B2E24D-7527-D2E0-4D61-63138838F2C2}"/>
                  </a:ext>
                </a:extLst>
              </p:cNvPr>
              <p:cNvSpPr/>
              <p:nvPr/>
            </p:nvSpPr>
            <p:spPr>
              <a:xfrm>
                <a:off x="4298962" y="2098357"/>
                <a:ext cx="983204" cy="2988945"/>
              </a:xfrm>
              <a:custGeom>
                <a:avLst/>
                <a:gdLst>
                  <a:gd name="connsiteX0" fmla="*/ 253050 w 983204"/>
                  <a:gd name="connsiteY0" fmla="*/ 2988945 h 2988945"/>
                  <a:gd name="connsiteX1" fmla="*/ 76105 w 983204"/>
                  <a:gd name="connsiteY1" fmla="*/ 56197 h 2988945"/>
                  <a:gd name="connsiteX2" fmla="*/ 0 w 983204"/>
                  <a:gd name="connsiteY2" fmla="*/ 0 h 2988945"/>
                  <a:gd name="connsiteX3" fmla="*/ 76105 w 983204"/>
                  <a:gd name="connsiteY3" fmla="*/ 56197 h 2988945"/>
                  <a:gd name="connsiteX4" fmla="*/ 253050 w 983204"/>
                  <a:gd name="connsiteY4" fmla="*/ 2988945 h 2988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3204" h="2988945">
                    <a:moveTo>
                      <a:pt x="253050" y="2988945"/>
                    </a:moveTo>
                    <a:cubicBezTo>
                      <a:pt x="1282375" y="1883093"/>
                      <a:pt x="1223393" y="905827"/>
                      <a:pt x="76105" y="56197"/>
                    </a:cubicBezTo>
                    <a:lnTo>
                      <a:pt x="0" y="0"/>
                    </a:lnTo>
                    <a:lnTo>
                      <a:pt x="76105" y="56197"/>
                    </a:lnTo>
                    <a:cubicBezTo>
                      <a:pt x="1223393" y="905827"/>
                      <a:pt x="1282375" y="1883093"/>
                      <a:pt x="253050" y="2988945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5" name="Freeform 1384">
                <a:extLst>
                  <a:ext uri="{FF2B5EF4-FFF2-40B4-BE49-F238E27FC236}">
                    <a16:creationId xmlns:a16="http://schemas.microsoft.com/office/drawing/2014/main" id="{B5A75277-8B35-3021-4F94-F3E4AC4E353C}"/>
                  </a:ext>
                </a:extLst>
              </p:cNvPr>
              <p:cNvSpPr/>
              <p:nvPr/>
            </p:nvSpPr>
            <p:spPr>
              <a:xfrm>
                <a:off x="4551061" y="4232954"/>
                <a:ext cx="793838" cy="852442"/>
              </a:xfrm>
              <a:custGeom>
                <a:avLst/>
                <a:gdLst>
                  <a:gd name="connsiteX0" fmla="*/ 0 w 793838"/>
                  <a:gd name="connsiteY0" fmla="*/ 852443 h 852442"/>
                  <a:gd name="connsiteX1" fmla="*/ 81813 w 793838"/>
                  <a:gd name="connsiteY1" fmla="*/ 759098 h 852442"/>
                  <a:gd name="connsiteX2" fmla="*/ 17124 w 793838"/>
                  <a:gd name="connsiteY2" fmla="*/ 828630 h 852442"/>
                  <a:gd name="connsiteX3" fmla="*/ 81813 w 793838"/>
                  <a:gd name="connsiteY3" fmla="*/ 759098 h 852442"/>
                  <a:gd name="connsiteX4" fmla="*/ 0 w 793838"/>
                  <a:gd name="connsiteY4" fmla="*/ 852443 h 852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38" h="852442">
                    <a:moveTo>
                      <a:pt x="0" y="852443"/>
                    </a:moveTo>
                    <a:cubicBezTo>
                      <a:pt x="1030276" y="-252457"/>
                      <a:pt x="1057864" y="-282937"/>
                      <a:pt x="81813" y="759098"/>
                    </a:cubicBezTo>
                    <a:lnTo>
                      <a:pt x="17124" y="828630"/>
                    </a:lnTo>
                    <a:lnTo>
                      <a:pt x="81813" y="759098"/>
                    </a:lnTo>
                    <a:cubicBezTo>
                      <a:pt x="1057864" y="-282937"/>
                      <a:pt x="1030276" y="-252457"/>
                      <a:pt x="0" y="852443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6" name="Freeform 1385">
                <a:extLst>
                  <a:ext uri="{FF2B5EF4-FFF2-40B4-BE49-F238E27FC236}">
                    <a16:creationId xmlns:a16="http://schemas.microsoft.com/office/drawing/2014/main" id="{9C835492-1ECD-B2D5-8C5B-5E4B713C7448}"/>
                  </a:ext>
                </a:extLst>
              </p:cNvPr>
              <p:cNvSpPr/>
              <p:nvPr/>
            </p:nvSpPr>
            <p:spPr>
              <a:xfrm>
                <a:off x="5048600" y="1450657"/>
                <a:ext cx="668386" cy="4161472"/>
              </a:xfrm>
              <a:custGeom>
                <a:avLst/>
                <a:gdLst>
                  <a:gd name="connsiteX0" fmla="*/ 438557 w 668386"/>
                  <a:gd name="connsiteY0" fmla="*/ 4161473 h 4161472"/>
                  <a:gd name="connsiteX1" fmla="*/ 44712 w 668386"/>
                  <a:gd name="connsiteY1" fmla="*/ 83820 h 4161472"/>
                  <a:gd name="connsiteX2" fmla="*/ 0 w 668386"/>
                  <a:gd name="connsiteY2" fmla="*/ 0 h 4161472"/>
                  <a:gd name="connsiteX3" fmla="*/ 44712 w 668386"/>
                  <a:gd name="connsiteY3" fmla="*/ 83820 h 4161472"/>
                  <a:gd name="connsiteX4" fmla="*/ 438557 w 668386"/>
                  <a:gd name="connsiteY4" fmla="*/ 4161473 h 4161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8386" h="4161472">
                    <a:moveTo>
                      <a:pt x="438557" y="4161473"/>
                    </a:moveTo>
                    <a:cubicBezTo>
                      <a:pt x="843818" y="2706053"/>
                      <a:pt x="713488" y="1346835"/>
                      <a:pt x="44712" y="83820"/>
                    </a:cubicBezTo>
                    <a:lnTo>
                      <a:pt x="0" y="0"/>
                    </a:lnTo>
                    <a:lnTo>
                      <a:pt x="44712" y="83820"/>
                    </a:lnTo>
                    <a:cubicBezTo>
                      <a:pt x="712536" y="1345883"/>
                      <a:pt x="843818" y="2705100"/>
                      <a:pt x="438557" y="4161473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7" name="Freeform 1386">
                <a:extLst>
                  <a:ext uri="{FF2B5EF4-FFF2-40B4-BE49-F238E27FC236}">
                    <a16:creationId xmlns:a16="http://schemas.microsoft.com/office/drawing/2014/main" id="{AEE67E32-9BB5-C41E-48ED-68507B632AB5}"/>
                  </a:ext>
                </a:extLst>
              </p:cNvPr>
              <p:cNvSpPr/>
              <p:nvPr/>
            </p:nvSpPr>
            <p:spPr>
              <a:xfrm>
                <a:off x="5185589" y="1384935"/>
                <a:ext cx="551427" cy="4227195"/>
              </a:xfrm>
              <a:custGeom>
                <a:avLst/>
                <a:gdLst>
                  <a:gd name="connsiteX0" fmla="*/ 299665 w 551427"/>
                  <a:gd name="connsiteY0" fmla="*/ 4227195 h 4227195"/>
                  <a:gd name="connsiteX1" fmla="*/ 39004 w 551427"/>
                  <a:gd name="connsiteY1" fmla="*/ 86677 h 4227195"/>
                  <a:gd name="connsiteX2" fmla="*/ 0 w 551427"/>
                  <a:gd name="connsiteY2" fmla="*/ 0 h 4227195"/>
                  <a:gd name="connsiteX3" fmla="*/ 39004 w 551427"/>
                  <a:gd name="connsiteY3" fmla="*/ 86677 h 4227195"/>
                  <a:gd name="connsiteX4" fmla="*/ 299665 w 551427"/>
                  <a:gd name="connsiteY4" fmla="*/ 4227195 h 4227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51427" h="4227195">
                    <a:moveTo>
                      <a:pt x="299665" y="4227195"/>
                    </a:moveTo>
                    <a:cubicBezTo>
                      <a:pt x="706829" y="2771775"/>
                      <a:pt x="620259" y="1391603"/>
                      <a:pt x="39004" y="86677"/>
                    </a:cubicBezTo>
                    <a:lnTo>
                      <a:pt x="0" y="0"/>
                    </a:lnTo>
                    <a:lnTo>
                      <a:pt x="39004" y="86677"/>
                    </a:lnTo>
                    <a:cubicBezTo>
                      <a:pt x="619307" y="1391603"/>
                      <a:pt x="705877" y="2771775"/>
                      <a:pt x="299665" y="4227195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8" name="Freeform 1387">
                <a:extLst>
                  <a:ext uri="{FF2B5EF4-FFF2-40B4-BE49-F238E27FC236}">
                    <a16:creationId xmlns:a16="http://schemas.microsoft.com/office/drawing/2014/main" id="{E5506D8E-2FEC-AFB0-3EBE-466511D09696}"/>
                  </a:ext>
                </a:extLst>
              </p:cNvPr>
              <p:cNvSpPr/>
              <p:nvPr/>
            </p:nvSpPr>
            <p:spPr>
              <a:xfrm>
                <a:off x="4926831" y="1521142"/>
                <a:ext cx="773542" cy="4090034"/>
              </a:xfrm>
              <a:custGeom>
                <a:avLst/>
                <a:gdLst>
                  <a:gd name="connsiteX0" fmla="*/ 556520 w 773542"/>
                  <a:gd name="connsiteY0" fmla="*/ 4090035 h 4090034"/>
                  <a:gd name="connsiteX1" fmla="*/ 49468 w 773542"/>
                  <a:gd name="connsiteY1" fmla="*/ 80963 h 4090034"/>
                  <a:gd name="connsiteX2" fmla="*/ 0 w 773542"/>
                  <a:gd name="connsiteY2" fmla="*/ 0 h 4090034"/>
                  <a:gd name="connsiteX3" fmla="*/ 49468 w 773542"/>
                  <a:gd name="connsiteY3" fmla="*/ 80963 h 4090034"/>
                  <a:gd name="connsiteX4" fmla="*/ 556520 w 773542"/>
                  <a:gd name="connsiteY4" fmla="*/ 4090035 h 4090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3542" h="4090034">
                    <a:moveTo>
                      <a:pt x="556520" y="4090035"/>
                    </a:moveTo>
                    <a:cubicBezTo>
                      <a:pt x="964635" y="2635568"/>
                      <a:pt x="796252" y="1299210"/>
                      <a:pt x="49468" y="80963"/>
                    </a:cubicBezTo>
                    <a:lnTo>
                      <a:pt x="0" y="0"/>
                    </a:lnTo>
                    <a:lnTo>
                      <a:pt x="49468" y="80963"/>
                    </a:lnTo>
                    <a:cubicBezTo>
                      <a:pt x="796252" y="1298258"/>
                      <a:pt x="965587" y="2634615"/>
                      <a:pt x="556520" y="4090035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9" name="Freeform 1388">
                <a:extLst>
                  <a:ext uri="{FF2B5EF4-FFF2-40B4-BE49-F238E27FC236}">
                    <a16:creationId xmlns:a16="http://schemas.microsoft.com/office/drawing/2014/main" id="{368E4A8B-E13E-1A0E-AB94-D21779ECCE8F}"/>
                  </a:ext>
                </a:extLst>
              </p:cNvPr>
              <p:cNvSpPr/>
              <p:nvPr/>
            </p:nvSpPr>
            <p:spPr>
              <a:xfrm>
                <a:off x="5323530" y="1328737"/>
                <a:ext cx="437035" cy="4282439"/>
              </a:xfrm>
              <a:custGeom>
                <a:avLst/>
                <a:gdLst>
                  <a:gd name="connsiteX0" fmla="*/ 157919 w 437035"/>
                  <a:gd name="connsiteY0" fmla="*/ 4282440 h 4282439"/>
                  <a:gd name="connsiteX1" fmla="*/ 33296 w 437035"/>
                  <a:gd name="connsiteY1" fmla="*/ 89535 h 4282439"/>
                  <a:gd name="connsiteX2" fmla="*/ 0 w 437035"/>
                  <a:gd name="connsiteY2" fmla="*/ 0 h 4282439"/>
                  <a:gd name="connsiteX3" fmla="*/ 33296 w 437035"/>
                  <a:gd name="connsiteY3" fmla="*/ 89535 h 4282439"/>
                  <a:gd name="connsiteX4" fmla="*/ 157919 w 437035"/>
                  <a:gd name="connsiteY4" fmla="*/ 4282440 h 4282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7035" h="4282439">
                    <a:moveTo>
                      <a:pt x="157919" y="4282440"/>
                    </a:moveTo>
                    <a:cubicBezTo>
                      <a:pt x="567936" y="2827973"/>
                      <a:pt x="526078" y="1430655"/>
                      <a:pt x="33296" y="89535"/>
                    </a:cubicBezTo>
                    <a:lnTo>
                      <a:pt x="0" y="0"/>
                    </a:lnTo>
                    <a:lnTo>
                      <a:pt x="33296" y="89535"/>
                    </a:lnTo>
                    <a:cubicBezTo>
                      <a:pt x="526078" y="1430655"/>
                      <a:pt x="567936" y="2827973"/>
                      <a:pt x="157919" y="4282440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0" name="Freeform 1389">
                <a:extLst>
                  <a:ext uri="{FF2B5EF4-FFF2-40B4-BE49-F238E27FC236}">
                    <a16:creationId xmlns:a16="http://schemas.microsoft.com/office/drawing/2014/main" id="{1B6FD1E6-2947-A199-CF38-B5D7CFA26DE8}"/>
                  </a:ext>
                </a:extLst>
              </p:cNvPr>
              <p:cNvSpPr/>
              <p:nvPr/>
            </p:nvSpPr>
            <p:spPr>
              <a:xfrm>
                <a:off x="4298011" y="2100262"/>
                <a:ext cx="1344099" cy="3509962"/>
              </a:xfrm>
              <a:custGeom>
                <a:avLst/>
                <a:gdLst>
                  <a:gd name="connsiteX0" fmla="*/ 1181536 w 1344099"/>
                  <a:gd name="connsiteY0" fmla="*/ 3509963 h 3509962"/>
                  <a:gd name="connsiteX1" fmla="*/ 76105 w 1344099"/>
                  <a:gd name="connsiteY1" fmla="*/ 56197 h 3509962"/>
                  <a:gd name="connsiteX2" fmla="*/ 0 w 1344099"/>
                  <a:gd name="connsiteY2" fmla="*/ 0 h 3509962"/>
                  <a:gd name="connsiteX3" fmla="*/ 76105 w 1344099"/>
                  <a:gd name="connsiteY3" fmla="*/ 56197 h 3509962"/>
                  <a:gd name="connsiteX4" fmla="*/ 1181536 w 1344099"/>
                  <a:gd name="connsiteY4" fmla="*/ 3509963 h 3509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4099" h="3509962">
                    <a:moveTo>
                      <a:pt x="1181536" y="3509963"/>
                    </a:moveTo>
                    <a:cubicBezTo>
                      <a:pt x="1592504" y="2055495"/>
                      <a:pt x="1224345" y="904875"/>
                      <a:pt x="76105" y="56197"/>
                    </a:cubicBezTo>
                    <a:lnTo>
                      <a:pt x="0" y="0"/>
                    </a:lnTo>
                    <a:lnTo>
                      <a:pt x="76105" y="56197"/>
                    </a:lnTo>
                    <a:cubicBezTo>
                      <a:pt x="1224345" y="904875"/>
                      <a:pt x="1592504" y="2055495"/>
                      <a:pt x="1181536" y="3509963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1" name="Freeform 1390">
                <a:extLst>
                  <a:ext uri="{FF2B5EF4-FFF2-40B4-BE49-F238E27FC236}">
                    <a16:creationId xmlns:a16="http://schemas.microsoft.com/office/drawing/2014/main" id="{DC81D98C-B423-0F16-B018-345B7C85CF69}"/>
                  </a:ext>
                </a:extLst>
              </p:cNvPr>
              <p:cNvSpPr/>
              <p:nvPr/>
            </p:nvSpPr>
            <p:spPr>
              <a:xfrm>
                <a:off x="5184638" y="1384935"/>
                <a:ext cx="2393512" cy="1130109"/>
              </a:xfrm>
              <a:custGeom>
                <a:avLst/>
                <a:gdLst>
                  <a:gd name="connsiteX0" fmla="*/ 2393513 w 2393512"/>
                  <a:gd name="connsiteY0" fmla="*/ 329565 h 1130109"/>
                  <a:gd name="connsiteX1" fmla="*/ 39004 w 2393512"/>
                  <a:gd name="connsiteY1" fmla="*/ 86677 h 1130109"/>
                  <a:gd name="connsiteX2" fmla="*/ 0 w 2393512"/>
                  <a:gd name="connsiteY2" fmla="*/ 0 h 1130109"/>
                  <a:gd name="connsiteX3" fmla="*/ 39004 w 2393512"/>
                  <a:gd name="connsiteY3" fmla="*/ 86677 h 1130109"/>
                  <a:gd name="connsiteX4" fmla="*/ 2393513 w 2393512"/>
                  <a:gd name="connsiteY4" fmla="*/ 329565 h 1130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93512" h="1130109">
                    <a:moveTo>
                      <a:pt x="2393513" y="329565"/>
                    </a:moveTo>
                    <a:cubicBezTo>
                      <a:pt x="1406046" y="1472565"/>
                      <a:pt x="621210" y="1391603"/>
                      <a:pt x="39004" y="86677"/>
                    </a:cubicBezTo>
                    <a:lnTo>
                      <a:pt x="0" y="0"/>
                    </a:lnTo>
                    <a:lnTo>
                      <a:pt x="39004" y="86677"/>
                    </a:lnTo>
                    <a:cubicBezTo>
                      <a:pt x="621210" y="1391603"/>
                      <a:pt x="1406046" y="1472565"/>
                      <a:pt x="2393513" y="329565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2" name="Freeform 1391">
                <a:extLst>
                  <a:ext uri="{FF2B5EF4-FFF2-40B4-BE49-F238E27FC236}">
                    <a16:creationId xmlns:a16="http://schemas.microsoft.com/office/drawing/2014/main" id="{ECD47D96-4A2A-920F-A76A-ABB6DA58C2F4}"/>
                  </a:ext>
                </a:extLst>
              </p:cNvPr>
              <p:cNvSpPr/>
              <p:nvPr/>
            </p:nvSpPr>
            <p:spPr>
              <a:xfrm>
                <a:off x="6817169" y="1716404"/>
                <a:ext cx="761933" cy="881036"/>
              </a:xfrm>
              <a:custGeom>
                <a:avLst/>
                <a:gdLst>
                  <a:gd name="connsiteX0" fmla="*/ 761934 w 761933"/>
                  <a:gd name="connsiteY0" fmla="*/ 0 h 881036"/>
                  <a:gd name="connsiteX1" fmla="*/ 683926 w 761933"/>
                  <a:gd name="connsiteY1" fmla="*/ 96203 h 881036"/>
                  <a:gd name="connsiteX2" fmla="*/ 746712 w 761933"/>
                  <a:gd name="connsiteY2" fmla="*/ 24765 h 881036"/>
                  <a:gd name="connsiteX3" fmla="*/ 683926 w 761933"/>
                  <a:gd name="connsiteY3" fmla="*/ 96203 h 881036"/>
                  <a:gd name="connsiteX4" fmla="*/ 761934 w 761933"/>
                  <a:gd name="connsiteY4" fmla="*/ 0 h 881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1933" h="881036">
                    <a:moveTo>
                      <a:pt x="761934" y="0"/>
                    </a:moveTo>
                    <a:cubicBezTo>
                      <a:pt x="-226485" y="1142048"/>
                      <a:pt x="-253122" y="1173480"/>
                      <a:pt x="683926" y="96203"/>
                    </a:cubicBezTo>
                    <a:lnTo>
                      <a:pt x="746712" y="24765"/>
                    </a:lnTo>
                    <a:lnTo>
                      <a:pt x="683926" y="96203"/>
                    </a:lnTo>
                    <a:cubicBezTo>
                      <a:pt x="-253122" y="1173480"/>
                      <a:pt x="-227436" y="1142048"/>
                      <a:pt x="761934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3" name="Freeform 1392">
                <a:extLst>
                  <a:ext uri="{FF2B5EF4-FFF2-40B4-BE49-F238E27FC236}">
                    <a16:creationId xmlns:a16="http://schemas.microsoft.com/office/drawing/2014/main" id="{83B0D099-BFB3-4A4A-BF6B-0889AE2F04DF}"/>
                  </a:ext>
                </a:extLst>
              </p:cNvPr>
              <p:cNvSpPr/>
              <p:nvPr/>
            </p:nvSpPr>
            <p:spPr>
              <a:xfrm>
                <a:off x="5711668" y="1223010"/>
                <a:ext cx="1869337" cy="1260620"/>
              </a:xfrm>
              <a:custGeom>
                <a:avLst/>
                <a:gdLst>
                  <a:gd name="connsiteX0" fmla="*/ 1869337 w 1869337"/>
                  <a:gd name="connsiteY0" fmla="*/ 494348 h 1260620"/>
                  <a:gd name="connsiteX1" fmla="*/ 16172 w 1869337"/>
                  <a:gd name="connsiteY1" fmla="*/ 94298 h 1260620"/>
                  <a:gd name="connsiteX2" fmla="*/ 0 w 1869337"/>
                  <a:gd name="connsiteY2" fmla="*/ 0 h 1260620"/>
                  <a:gd name="connsiteX3" fmla="*/ 16172 w 1869337"/>
                  <a:gd name="connsiteY3" fmla="*/ 94298 h 1260620"/>
                  <a:gd name="connsiteX4" fmla="*/ 1869337 w 1869337"/>
                  <a:gd name="connsiteY4" fmla="*/ 494348 h 1260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9337" h="1260620">
                    <a:moveTo>
                      <a:pt x="1869337" y="494348"/>
                    </a:moveTo>
                    <a:cubicBezTo>
                      <a:pt x="879017" y="1635443"/>
                      <a:pt x="261612" y="1502093"/>
                      <a:pt x="16172" y="94298"/>
                    </a:cubicBezTo>
                    <a:lnTo>
                      <a:pt x="0" y="0"/>
                    </a:lnTo>
                    <a:lnTo>
                      <a:pt x="16172" y="94298"/>
                    </a:lnTo>
                    <a:cubicBezTo>
                      <a:pt x="261612" y="1502093"/>
                      <a:pt x="879017" y="1635443"/>
                      <a:pt x="1869337" y="494348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4" name="Freeform 1393">
                <a:extLst>
                  <a:ext uri="{FF2B5EF4-FFF2-40B4-BE49-F238E27FC236}">
                    <a16:creationId xmlns:a16="http://schemas.microsoft.com/office/drawing/2014/main" id="{EE05F1A4-1EAA-EDB3-C609-F25053FDE849}"/>
                  </a:ext>
                </a:extLst>
              </p:cNvPr>
              <p:cNvSpPr/>
              <p:nvPr/>
            </p:nvSpPr>
            <p:spPr>
              <a:xfrm>
                <a:off x="5046697" y="1452562"/>
                <a:ext cx="3268724" cy="2423159"/>
              </a:xfrm>
              <a:custGeom>
                <a:avLst/>
                <a:gdLst>
                  <a:gd name="connsiteX0" fmla="*/ 3268724 w 3268724"/>
                  <a:gd name="connsiteY0" fmla="*/ 2423160 h 2423159"/>
                  <a:gd name="connsiteX1" fmla="*/ 44712 w 3268724"/>
                  <a:gd name="connsiteY1" fmla="*/ 83820 h 2423159"/>
                  <a:gd name="connsiteX2" fmla="*/ 0 w 3268724"/>
                  <a:gd name="connsiteY2" fmla="*/ 0 h 2423159"/>
                  <a:gd name="connsiteX3" fmla="*/ 44712 w 3268724"/>
                  <a:gd name="connsiteY3" fmla="*/ 83820 h 2423159"/>
                  <a:gd name="connsiteX4" fmla="*/ 3268724 w 3268724"/>
                  <a:gd name="connsiteY4" fmla="*/ 2423160 h 2423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68724" h="2423159">
                    <a:moveTo>
                      <a:pt x="3268724" y="2423160"/>
                    </a:moveTo>
                    <a:cubicBezTo>
                      <a:pt x="1788476" y="2125028"/>
                      <a:pt x="714439" y="1345883"/>
                      <a:pt x="44712" y="83820"/>
                    </a:cubicBezTo>
                    <a:lnTo>
                      <a:pt x="0" y="0"/>
                    </a:lnTo>
                    <a:lnTo>
                      <a:pt x="44712" y="83820"/>
                    </a:lnTo>
                    <a:cubicBezTo>
                      <a:pt x="713488" y="1345883"/>
                      <a:pt x="1788476" y="2125980"/>
                      <a:pt x="3268724" y="2423160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5" name="Freeform 1394">
                <a:extLst>
                  <a:ext uri="{FF2B5EF4-FFF2-40B4-BE49-F238E27FC236}">
                    <a16:creationId xmlns:a16="http://schemas.microsoft.com/office/drawing/2014/main" id="{20DC7010-61E1-BDA2-38C6-DEBB0BE8B586}"/>
                  </a:ext>
                </a:extLst>
              </p:cNvPr>
              <p:cNvSpPr/>
              <p:nvPr/>
            </p:nvSpPr>
            <p:spPr>
              <a:xfrm>
                <a:off x="5588948" y="1248727"/>
                <a:ext cx="2726473" cy="2628900"/>
              </a:xfrm>
              <a:custGeom>
                <a:avLst/>
                <a:gdLst>
                  <a:gd name="connsiteX0" fmla="*/ 2726474 w 2726473"/>
                  <a:gd name="connsiteY0" fmla="*/ 2628900 h 2628900"/>
                  <a:gd name="connsiteX1" fmla="*/ 21880 w 2726473"/>
                  <a:gd name="connsiteY1" fmla="*/ 92393 h 2628900"/>
                  <a:gd name="connsiteX2" fmla="*/ 0 w 2726473"/>
                  <a:gd name="connsiteY2" fmla="*/ 0 h 2628900"/>
                  <a:gd name="connsiteX3" fmla="*/ 21880 w 2726473"/>
                  <a:gd name="connsiteY3" fmla="*/ 92393 h 2628900"/>
                  <a:gd name="connsiteX4" fmla="*/ 2726474 w 2726473"/>
                  <a:gd name="connsiteY4" fmla="*/ 2628900 h 2628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26473" h="2628900">
                    <a:moveTo>
                      <a:pt x="2726474" y="2628900"/>
                    </a:moveTo>
                    <a:cubicBezTo>
                      <a:pt x="1247176" y="2329815"/>
                      <a:pt x="345328" y="1483995"/>
                      <a:pt x="21880" y="92393"/>
                    </a:cubicBezTo>
                    <a:lnTo>
                      <a:pt x="0" y="0"/>
                    </a:lnTo>
                    <a:lnTo>
                      <a:pt x="21880" y="92393"/>
                    </a:lnTo>
                    <a:cubicBezTo>
                      <a:pt x="345328" y="1483995"/>
                      <a:pt x="1247176" y="2328863"/>
                      <a:pt x="2726474" y="2628900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6" name="Freeform 1395">
                <a:extLst>
                  <a:ext uri="{FF2B5EF4-FFF2-40B4-BE49-F238E27FC236}">
                    <a16:creationId xmlns:a16="http://schemas.microsoft.com/office/drawing/2014/main" id="{7C5942AE-459E-1838-78F3-6118EB99FF39}"/>
                  </a:ext>
                </a:extLst>
              </p:cNvPr>
              <p:cNvSpPr/>
              <p:nvPr/>
            </p:nvSpPr>
            <p:spPr>
              <a:xfrm>
                <a:off x="5811556" y="1208722"/>
                <a:ext cx="2502914" cy="2670809"/>
              </a:xfrm>
              <a:custGeom>
                <a:avLst/>
                <a:gdLst>
                  <a:gd name="connsiteX0" fmla="*/ 2502915 w 2502914"/>
                  <a:gd name="connsiteY0" fmla="*/ 2670810 h 2670809"/>
                  <a:gd name="connsiteX1" fmla="*/ 12367 w 2502914"/>
                  <a:gd name="connsiteY1" fmla="*/ 94298 h 2670809"/>
                  <a:gd name="connsiteX2" fmla="*/ 0 w 2502914"/>
                  <a:gd name="connsiteY2" fmla="*/ 0 h 2670809"/>
                  <a:gd name="connsiteX3" fmla="*/ 12367 w 2502914"/>
                  <a:gd name="connsiteY3" fmla="*/ 94298 h 2670809"/>
                  <a:gd name="connsiteX4" fmla="*/ 2502915 w 2502914"/>
                  <a:gd name="connsiteY4" fmla="*/ 2670810 h 2670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02914" h="2670809">
                    <a:moveTo>
                      <a:pt x="2502915" y="2670810"/>
                    </a:moveTo>
                    <a:cubicBezTo>
                      <a:pt x="1023617" y="2369820"/>
                      <a:pt x="193117" y="1511618"/>
                      <a:pt x="12367" y="94298"/>
                    </a:cubicBezTo>
                    <a:lnTo>
                      <a:pt x="0" y="0"/>
                    </a:lnTo>
                    <a:lnTo>
                      <a:pt x="12367" y="94298"/>
                    </a:lnTo>
                    <a:cubicBezTo>
                      <a:pt x="194069" y="1511618"/>
                      <a:pt x="1023617" y="2370772"/>
                      <a:pt x="2502915" y="2670810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7" name="Freeform 1396">
                <a:extLst>
                  <a:ext uri="{FF2B5EF4-FFF2-40B4-BE49-F238E27FC236}">
                    <a16:creationId xmlns:a16="http://schemas.microsoft.com/office/drawing/2014/main" id="{F5FEA76D-2DFE-500B-3F8D-44F619B5B1C4}"/>
                  </a:ext>
                </a:extLst>
              </p:cNvPr>
              <p:cNvSpPr/>
              <p:nvPr/>
            </p:nvSpPr>
            <p:spPr>
              <a:xfrm>
                <a:off x="4644290" y="1727835"/>
                <a:ext cx="3670180" cy="2154555"/>
              </a:xfrm>
              <a:custGeom>
                <a:avLst/>
                <a:gdLst>
                  <a:gd name="connsiteX0" fmla="*/ 3670180 w 3670180"/>
                  <a:gd name="connsiteY0" fmla="*/ 2154555 h 2154555"/>
                  <a:gd name="connsiteX1" fmla="*/ 61836 w 3670180"/>
                  <a:gd name="connsiteY1" fmla="*/ 72390 h 2154555"/>
                  <a:gd name="connsiteX2" fmla="*/ 0 w 3670180"/>
                  <a:gd name="connsiteY2" fmla="*/ 0 h 2154555"/>
                  <a:gd name="connsiteX3" fmla="*/ 61836 w 3670180"/>
                  <a:gd name="connsiteY3" fmla="*/ 72390 h 2154555"/>
                  <a:gd name="connsiteX4" fmla="*/ 3670180 w 3670180"/>
                  <a:gd name="connsiteY4" fmla="*/ 2154555 h 2154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0180" h="2154555">
                    <a:moveTo>
                      <a:pt x="3670180" y="2154555"/>
                    </a:moveTo>
                    <a:cubicBezTo>
                      <a:pt x="2190883" y="1852612"/>
                      <a:pt x="988418" y="1158240"/>
                      <a:pt x="61836" y="72390"/>
                    </a:cubicBezTo>
                    <a:lnTo>
                      <a:pt x="0" y="0"/>
                    </a:lnTo>
                    <a:lnTo>
                      <a:pt x="61836" y="72390"/>
                    </a:lnTo>
                    <a:cubicBezTo>
                      <a:pt x="988418" y="1159193"/>
                      <a:pt x="2191834" y="1852612"/>
                      <a:pt x="3670180" y="2154555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8" name="Freeform 1397">
                <a:extLst>
                  <a:ext uri="{FF2B5EF4-FFF2-40B4-BE49-F238E27FC236}">
                    <a16:creationId xmlns:a16="http://schemas.microsoft.com/office/drawing/2014/main" id="{534C1914-47BF-D5B3-A5CF-BB05253D24A6}"/>
                  </a:ext>
                </a:extLst>
              </p:cNvPr>
              <p:cNvSpPr/>
              <p:nvPr/>
            </p:nvSpPr>
            <p:spPr>
              <a:xfrm>
                <a:off x="4773669" y="1624012"/>
                <a:ext cx="1180410" cy="4066222"/>
              </a:xfrm>
              <a:custGeom>
                <a:avLst/>
                <a:gdLst>
                  <a:gd name="connsiteX0" fmla="*/ 1162509 w 1180410"/>
                  <a:gd name="connsiteY0" fmla="*/ 4066223 h 4066222"/>
                  <a:gd name="connsiteX1" fmla="*/ 56128 w 1180410"/>
                  <a:gd name="connsiteY1" fmla="*/ 77152 h 4066222"/>
                  <a:gd name="connsiteX2" fmla="*/ 0 w 1180410"/>
                  <a:gd name="connsiteY2" fmla="*/ 0 h 4066222"/>
                  <a:gd name="connsiteX3" fmla="*/ 56128 w 1180410"/>
                  <a:gd name="connsiteY3" fmla="*/ 77152 h 4066222"/>
                  <a:gd name="connsiteX4" fmla="*/ 1162509 w 1180410"/>
                  <a:gd name="connsiteY4" fmla="*/ 4066223 h 4066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0410" h="4066222">
                    <a:moveTo>
                      <a:pt x="1162509" y="4066223"/>
                    </a:moveTo>
                    <a:cubicBezTo>
                      <a:pt x="1269057" y="2558415"/>
                      <a:pt x="899946" y="1228725"/>
                      <a:pt x="56128" y="77152"/>
                    </a:cubicBezTo>
                    <a:lnTo>
                      <a:pt x="0" y="0"/>
                    </a:lnTo>
                    <a:lnTo>
                      <a:pt x="56128" y="77152"/>
                    </a:lnTo>
                    <a:cubicBezTo>
                      <a:pt x="899946" y="1228725"/>
                      <a:pt x="1269057" y="2558415"/>
                      <a:pt x="1162509" y="4066223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9" name="Freeform 1398">
                <a:extLst>
                  <a:ext uri="{FF2B5EF4-FFF2-40B4-BE49-F238E27FC236}">
                    <a16:creationId xmlns:a16="http://schemas.microsoft.com/office/drawing/2014/main" id="{C1BC08DA-A5F8-DEB7-CBB2-5E462EC503AF}"/>
                  </a:ext>
                </a:extLst>
              </p:cNvPr>
              <p:cNvSpPr/>
              <p:nvPr/>
            </p:nvSpPr>
            <p:spPr>
              <a:xfrm>
                <a:off x="4295157" y="2102167"/>
                <a:ext cx="1652922" cy="3588067"/>
              </a:xfrm>
              <a:custGeom>
                <a:avLst/>
                <a:gdLst>
                  <a:gd name="connsiteX0" fmla="*/ 1639119 w 1652922"/>
                  <a:gd name="connsiteY0" fmla="*/ 3588068 h 3588067"/>
                  <a:gd name="connsiteX1" fmla="*/ 77057 w 1652922"/>
                  <a:gd name="connsiteY1" fmla="*/ 56198 h 3588067"/>
                  <a:gd name="connsiteX2" fmla="*/ 0 w 1652922"/>
                  <a:gd name="connsiteY2" fmla="*/ 0 h 3588067"/>
                  <a:gd name="connsiteX3" fmla="*/ 77057 w 1652922"/>
                  <a:gd name="connsiteY3" fmla="*/ 56198 h 3588067"/>
                  <a:gd name="connsiteX4" fmla="*/ 1639119 w 1652922"/>
                  <a:gd name="connsiteY4" fmla="*/ 3588068 h 3588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52922" h="3588067">
                    <a:moveTo>
                      <a:pt x="1639119" y="3588068"/>
                    </a:moveTo>
                    <a:cubicBezTo>
                      <a:pt x="1746618" y="2080260"/>
                      <a:pt x="1226247" y="902970"/>
                      <a:pt x="77057" y="56198"/>
                    </a:cubicBezTo>
                    <a:lnTo>
                      <a:pt x="0" y="0"/>
                    </a:lnTo>
                    <a:lnTo>
                      <a:pt x="77057" y="56198"/>
                    </a:lnTo>
                    <a:cubicBezTo>
                      <a:pt x="1226247" y="903923"/>
                      <a:pt x="1746618" y="2081213"/>
                      <a:pt x="1639119" y="3588068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0" name="Freeform 1399">
                <a:extLst>
                  <a:ext uri="{FF2B5EF4-FFF2-40B4-BE49-F238E27FC236}">
                    <a16:creationId xmlns:a16="http://schemas.microsoft.com/office/drawing/2014/main" id="{88800C5E-1A39-05AF-9DA9-4981F7761AA5}"/>
                  </a:ext>
                </a:extLst>
              </p:cNvPr>
              <p:cNvSpPr/>
              <p:nvPr/>
            </p:nvSpPr>
            <p:spPr>
              <a:xfrm>
                <a:off x="5045746" y="1453514"/>
                <a:ext cx="3106048" cy="1343380"/>
              </a:xfrm>
              <a:custGeom>
                <a:avLst/>
                <a:gdLst>
                  <a:gd name="connsiteX0" fmla="*/ 3106049 w 3106048"/>
                  <a:gd name="connsiteY0" fmla="*/ 1025843 h 1343380"/>
                  <a:gd name="connsiteX1" fmla="*/ 44712 w 3106048"/>
                  <a:gd name="connsiteY1" fmla="*/ 83820 h 1343380"/>
                  <a:gd name="connsiteX2" fmla="*/ 0 w 3106048"/>
                  <a:gd name="connsiteY2" fmla="*/ 0 h 1343380"/>
                  <a:gd name="connsiteX3" fmla="*/ 44712 w 3106048"/>
                  <a:gd name="connsiteY3" fmla="*/ 83820 h 1343380"/>
                  <a:gd name="connsiteX4" fmla="*/ 3106049 w 3106048"/>
                  <a:gd name="connsiteY4" fmla="*/ 1025843 h 134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6048" h="1343380">
                    <a:moveTo>
                      <a:pt x="3106049" y="1025843"/>
                    </a:moveTo>
                    <a:cubicBezTo>
                      <a:pt x="1735202" y="1659255"/>
                      <a:pt x="715390" y="1344930"/>
                      <a:pt x="44712" y="83820"/>
                    </a:cubicBezTo>
                    <a:lnTo>
                      <a:pt x="0" y="0"/>
                    </a:lnTo>
                    <a:lnTo>
                      <a:pt x="44712" y="83820"/>
                    </a:lnTo>
                    <a:cubicBezTo>
                      <a:pt x="715390" y="1344930"/>
                      <a:pt x="1735202" y="1659255"/>
                      <a:pt x="3106049" y="1025843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1" name="Freeform 1400">
                <a:extLst>
                  <a:ext uri="{FF2B5EF4-FFF2-40B4-BE49-F238E27FC236}">
                    <a16:creationId xmlns:a16="http://schemas.microsoft.com/office/drawing/2014/main" id="{57BD9146-0D4F-40B3-4975-ED0F50E6FB23}"/>
                  </a:ext>
                </a:extLst>
              </p:cNvPr>
              <p:cNvSpPr/>
              <p:nvPr/>
            </p:nvSpPr>
            <p:spPr>
              <a:xfrm>
                <a:off x="5587045" y="1249679"/>
                <a:ext cx="2565701" cy="1527487"/>
              </a:xfrm>
              <a:custGeom>
                <a:avLst/>
                <a:gdLst>
                  <a:gd name="connsiteX0" fmla="*/ 2565702 w 2565701"/>
                  <a:gd name="connsiteY0" fmla="*/ 1231583 h 1527487"/>
                  <a:gd name="connsiteX1" fmla="*/ 21880 w 2565701"/>
                  <a:gd name="connsiteY1" fmla="*/ 92393 h 1527487"/>
                  <a:gd name="connsiteX2" fmla="*/ 0 w 2565701"/>
                  <a:gd name="connsiteY2" fmla="*/ 0 h 1527487"/>
                  <a:gd name="connsiteX3" fmla="*/ 21880 w 2565701"/>
                  <a:gd name="connsiteY3" fmla="*/ 92393 h 1527487"/>
                  <a:gd name="connsiteX4" fmla="*/ 2565702 w 2565701"/>
                  <a:gd name="connsiteY4" fmla="*/ 1231583 h 1527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65701" h="1527487">
                    <a:moveTo>
                      <a:pt x="2565702" y="1231583"/>
                    </a:moveTo>
                    <a:cubicBezTo>
                      <a:pt x="1194854" y="1863090"/>
                      <a:pt x="346279" y="1483995"/>
                      <a:pt x="21880" y="92393"/>
                    </a:cubicBezTo>
                    <a:lnTo>
                      <a:pt x="0" y="0"/>
                    </a:lnTo>
                    <a:lnTo>
                      <a:pt x="21880" y="92393"/>
                    </a:lnTo>
                    <a:cubicBezTo>
                      <a:pt x="346279" y="1483995"/>
                      <a:pt x="1194854" y="1863090"/>
                      <a:pt x="2565702" y="1231583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2" name="Freeform 1401">
                <a:extLst>
                  <a:ext uri="{FF2B5EF4-FFF2-40B4-BE49-F238E27FC236}">
                    <a16:creationId xmlns:a16="http://schemas.microsoft.com/office/drawing/2014/main" id="{B3CDEEE3-DE82-3C21-DCA6-C71FF899E601}"/>
                  </a:ext>
                </a:extLst>
              </p:cNvPr>
              <p:cNvSpPr/>
              <p:nvPr/>
            </p:nvSpPr>
            <p:spPr>
              <a:xfrm>
                <a:off x="5043843" y="1453514"/>
                <a:ext cx="2591386" cy="3637597"/>
              </a:xfrm>
              <a:custGeom>
                <a:avLst/>
                <a:gdLst>
                  <a:gd name="connsiteX0" fmla="*/ 2591387 w 2591386"/>
                  <a:gd name="connsiteY0" fmla="*/ 3637598 h 3637597"/>
                  <a:gd name="connsiteX1" fmla="*/ 44712 w 2591386"/>
                  <a:gd name="connsiteY1" fmla="*/ 83820 h 3637597"/>
                  <a:gd name="connsiteX2" fmla="*/ 0 w 2591386"/>
                  <a:gd name="connsiteY2" fmla="*/ 0 h 3637597"/>
                  <a:gd name="connsiteX3" fmla="*/ 44712 w 2591386"/>
                  <a:gd name="connsiteY3" fmla="*/ 83820 h 3637597"/>
                  <a:gd name="connsiteX4" fmla="*/ 2591387 w 2591386"/>
                  <a:gd name="connsiteY4" fmla="*/ 3637598 h 3637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91386" h="3637597">
                    <a:moveTo>
                      <a:pt x="2591387" y="3637598"/>
                    </a:moveTo>
                    <a:cubicBezTo>
                      <a:pt x="1564916" y="2528888"/>
                      <a:pt x="716342" y="1344930"/>
                      <a:pt x="44712" y="83820"/>
                    </a:cubicBezTo>
                    <a:lnTo>
                      <a:pt x="0" y="0"/>
                    </a:lnTo>
                    <a:lnTo>
                      <a:pt x="44712" y="83820"/>
                    </a:lnTo>
                    <a:cubicBezTo>
                      <a:pt x="716342" y="1343978"/>
                      <a:pt x="1564916" y="2528888"/>
                      <a:pt x="2591387" y="3637598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3" name="Freeform 1402">
                <a:extLst>
                  <a:ext uri="{FF2B5EF4-FFF2-40B4-BE49-F238E27FC236}">
                    <a16:creationId xmlns:a16="http://schemas.microsoft.com/office/drawing/2014/main" id="{6E2052CC-371A-3871-725C-1E51B184BC15}"/>
                  </a:ext>
                </a:extLst>
              </p:cNvPr>
              <p:cNvSpPr/>
              <p:nvPr/>
            </p:nvSpPr>
            <p:spPr>
              <a:xfrm>
                <a:off x="5584191" y="1250632"/>
                <a:ext cx="2049135" cy="3842385"/>
              </a:xfrm>
              <a:custGeom>
                <a:avLst/>
                <a:gdLst>
                  <a:gd name="connsiteX0" fmla="*/ 2049136 w 2049135"/>
                  <a:gd name="connsiteY0" fmla="*/ 3842385 h 3842385"/>
                  <a:gd name="connsiteX1" fmla="*/ 21880 w 2049135"/>
                  <a:gd name="connsiteY1" fmla="*/ 92392 h 3842385"/>
                  <a:gd name="connsiteX2" fmla="*/ 0 w 2049135"/>
                  <a:gd name="connsiteY2" fmla="*/ 0 h 3842385"/>
                  <a:gd name="connsiteX3" fmla="*/ 21880 w 2049135"/>
                  <a:gd name="connsiteY3" fmla="*/ 92392 h 3842385"/>
                  <a:gd name="connsiteX4" fmla="*/ 2049136 w 2049135"/>
                  <a:gd name="connsiteY4" fmla="*/ 3842385 h 384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49135" h="3842385">
                    <a:moveTo>
                      <a:pt x="2049136" y="3842385"/>
                    </a:moveTo>
                    <a:cubicBezTo>
                      <a:pt x="1023617" y="2732723"/>
                      <a:pt x="348182" y="1483043"/>
                      <a:pt x="21880" y="92392"/>
                    </a:cubicBezTo>
                    <a:lnTo>
                      <a:pt x="0" y="0"/>
                    </a:lnTo>
                    <a:lnTo>
                      <a:pt x="21880" y="92392"/>
                    </a:lnTo>
                    <a:cubicBezTo>
                      <a:pt x="348182" y="1483043"/>
                      <a:pt x="1023617" y="2733675"/>
                      <a:pt x="2049136" y="3842385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4" name="Freeform 1403">
                <a:extLst>
                  <a:ext uri="{FF2B5EF4-FFF2-40B4-BE49-F238E27FC236}">
                    <a16:creationId xmlns:a16="http://schemas.microsoft.com/office/drawing/2014/main" id="{4FB14A94-90EB-48EF-2A9C-05B55CFB429D}"/>
                  </a:ext>
                </a:extLst>
              </p:cNvPr>
              <p:cNvSpPr/>
              <p:nvPr/>
            </p:nvSpPr>
            <p:spPr>
              <a:xfrm>
                <a:off x="5182735" y="1385887"/>
                <a:ext cx="2449640" cy="3708082"/>
              </a:xfrm>
              <a:custGeom>
                <a:avLst/>
                <a:gdLst>
                  <a:gd name="connsiteX0" fmla="*/ 2449641 w 2449640"/>
                  <a:gd name="connsiteY0" fmla="*/ 3708083 h 3708082"/>
                  <a:gd name="connsiteX1" fmla="*/ 39004 w 2449640"/>
                  <a:gd name="connsiteY1" fmla="*/ 86677 h 3708082"/>
                  <a:gd name="connsiteX2" fmla="*/ 0 w 2449640"/>
                  <a:gd name="connsiteY2" fmla="*/ 0 h 3708082"/>
                  <a:gd name="connsiteX3" fmla="*/ 39004 w 2449640"/>
                  <a:gd name="connsiteY3" fmla="*/ 86677 h 3708082"/>
                  <a:gd name="connsiteX4" fmla="*/ 2449641 w 2449640"/>
                  <a:gd name="connsiteY4" fmla="*/ 3708083 h 3708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9640" h="3708082">
                    <a:moveTo>
                      <a:pt x="2449641" y="3708083"/>
                    </a:moveTo>
                    <a:cubicBezTo>
                      <a:pt x="1425072" y="2597468"/>
                      <a:pt x="622161" y="1390650"/>
                      <a:pt x="39004" y="86677"/>
                    </a:cubicBezTo>
                    <a:lnTo>
                      <a:pt x="0" y="0"/>
                    </a:lnTo>
                    <a:lnTo>
                      <a:pt x="39004" y="86677"/>
                    </a:lnTo>
                    <a:cubicBezTo>
                      <a:pt x="622161" y="1390650"/>
                      <a:pt x="1426024" y="2597468"/>
                      <a:pt x="2449641" y="3708083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5" name="Freeform 1404">
                <a:extLst>
                  <a:ext uri="{FF2B5EF4-FFF2-40B4-BE49-F238E27FC236}">
                    <a16:creationId xmlns:a16="http://schemas.microsoft.com/office/drawing/2014/main" id="{26991BB5-334E-0107-0095-1924D779DABD}"/>
                  </a:ext>
                </a:extLst>
              </p:cNvPr>
              <p:cNvSpPr/>
              <p:nvPr/>
            </p:nvSpPr>
            <p:spPr>
              <a:xfrm>
                <a:off x="3924143" y="1249679"/>
                <a:ext cx="1692611" cy="2709862"/>
              </a:xfrm>
              <a:custGeom>
                <a:avLst/>
                <a:gdLst>
                  <a:gd name="connsiteX0" fmla="*/ 1548744 w 1692611"/>
                  <a:gd name="connsiteY0" fmla="*/ 0 h 2709862"/>
                  <a:gd name="connsiteX1" fmla="*/ 92278 w 1692611"/>
                  <a:gd name="connsiteY1" fmla="*/ 2687003 h 2709862"/>
                  <a:gd name="connsiteX2" fmla="*/ 0 w 1692611"/>
                  <a:gd name="connsiteY2" fmla="*/ 2709863 h 2709862"/>
                  <a:gd name="connsiteX3" fmla="*/ 92278 w 1692611"/>
                  <a:gd name="connsiteY3" fmla="*/ 2687003 h 2709862"/>
                  <a:gd name="connsiteX4" fmla="*/ 1548744 w 1692611"/>
                  <a:gd name="connsiteY4" fmla="*/ 0 h 270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2611" h="2709862">
                    <a:moveTo>
                      <a:pt x="1548744" y="0"/>
                    </a:moveTo>
                    <a:cubicBezTo>
                      <a:pt x="1964469" y="1452563"/>
                      <a:pt x="1479298" y="2348865"/>
                      <a:pt x="92278" y="2687003"/>
                    </a:cubicBezTo>
                    <a:lnTo>
                      <a:pt x="0" y="2709863"/>
                    </a:lnTo>
                    <a:lnTo>
                      <a:pt x="92278" y="2687003"/>
                    </a:lnTo>
                    <a:cubicBezTo>
                      <a:pt x="1478346" y="2348865"/>
                      <a:pt x="1964469" y="1452563"/>
                      <a:pt x="1548744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6" name="Freeform 1405">
                <a:extLst>
                  <a:ext uri="{FF2B5EF4-FFF2-40B4-BE49-F238E27FC236}">
                    <a16:creationId xmlns:a16="http://schemas.microsoft.com/office/drawing/2014/main" id="{373F6EA7-540B-8F6A-E572-F2B3F3C0B09A}"/>
                  </a:ext>
                </a:extLst>
              </p:cNvPr>
              <p:cNvSpPr/>
              <p:nvPr/>
            </p:nvSpPr>
            <p:spPr>
              <a:xfrm>
                <a:off x="3984076" y="1248727"/>
                <a:ext cx="1636512" cy="1649121"/>
              </a:xfrm>
              <a:custGeom>
                <a:avLst/>
                <a:gdLst>
                  <a:gd name="connsiteX0" fmla="*/ 1490714 w 1636512"/>
                  <a:gd name="connsiteY0" fmla="*/ 0 h 1649121"/>
                  <a:gd name="connsiteX1" fmla="*/ 89424 w 1636512"/>
                  <a:gd name="connsiteY1" fmla="*/ 1478280 h 1649121"/>
                  <a:gd name="connsiteX2" fmla="*/ 0 w 1636512"/>
                  <a:gd name="connsiteY2" fmla="*/ 1446848 h 1649121"/>
                  <a:gd name="connsiteX3" fmla="*/ 89424 w 1636512"/>
                  <a:gd name="connsiteY3" fmla="*/ 1478280 h 1649121"/>
                  <a:gd name="connsiteX4" fmla="*/ 1490714 w 1636512"/>
                  <a:gd name="connsiteY4" fmla="*/ 0 h 1649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6512" h="1649121">
                    <a:moveTo>
                      <a:pt x="1490714" y="0"/>
                    </a:moveTo>
                    <a:cubicBezTo>
                      <a:pt x="1904536" y="1453515"/>
                      <a:pt x="1437440" y="1945958"/>
                      <a:pt x="89424" y="1478280"/>
                    </a:cubicBezTo>
                    <a:lnTo>
                      <a:pt x="0" y="1446848"/>
                    </a:lnTo>
                    <a:lnTo>
                      <a:pt x="89424" y="1478280"/>
                    </a:lnTo>
                    <a:cubicBezTo>
                      <a:pt x="1437440" y="1945958"/>
                      <a:pt x="1904536" y="1453515"/>
                      <a:pt x="1490714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7" name="Freeform 1406">
                <a:extLst>
                  <a:ext uri="{FF2B5EF4-FFF2-40B4-BE49-F238E27FC236}">
                    <a16:creationId xmlns:a16="http://schemas.microsoft.com/office/drawing/2014/main" id="{8CB6FF17-6A53-B666-4886-3052A8A890BB}"/>
                  </a:ext>
                </a:extLst>
              </p:cNvPr>
              <p:cNvSpPr/>
              <p:nvPr/>
            </p:nvSpPr>
            <p:spPr>
              <a:xfrm>
                <a:off x="4294206" y="1248727"/>
                <a:ext cx="1346159" cy="1378250"/>
              </a:xfrm>
              <a:custGeom>
                <a:avLst/>
                <a:gdLst>
                  <a:gd name="connsiteX0" fmla="*/ 1182487 w 1346159"/>
                  <a:gd name="connsiteY0" fmla="*/ 0 h 1378250"/>
                  <a:gd name="connsiteX1" fmla="*/ 77057 w 1346159"/>
                  <a:gd name="connsiteY1" fmla="*/ 911543 h 1378250"/>
                  <a:gd name="connsiteX2" fmla="*/ 0 w 1346159"/>
                  <a:gd name="connsiteY2" fmla="*/ 855345 h 1378250"/>
                  <a:gd name="connsiteX3" fmla="*/ 77057 w 1346159"/>
                  <a:gd name="connsiteY3" fmla="*/ 911543 h 1378250"/>
                  <a:gd name="connsiteX4" fmla="*/ 1182487 w 1346159"/>
                  <a:gd name="connsiteY4" fmla="*/ 0 h 1378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6159" h="1378250">
                    <a:moveTo>
                      <a:pt x="1182487" y="0"/>
                    </a:moveTo>
                    <a:cubicBezTo>
                      <a:pt x="1595358" y="1453515"/>
                      <a:pt x="1227199" y="1757363"/>
                      <a:pt x="77057" y="911543"/>
                    </a:cubicBezTo>
                    <a:lnTo>
                      <a:pt x="0" y="855345"/>
                    </a:lnTo>
                    <a:lnTo>
                      <a:pt x="77057" y="911543"/>
                    </a:lnTo>
                    <a:cubicBezTo>
                      <a:pt x="1227199" y="1757363"/>
                      <a:pt x="1595358" y="1453515"/>
                      <a:pt x="1182487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8" name="Freeform 1407">
                <a:extLst>
                  <a:ext uri="{FF2B5EF4-FFF2-40B4-BE49-F238E27FC236}">
                    <a16:creationId xmlns:a16="http://schemas.microsoft.com/office/drawing/2014/main" id="{F09A4B23-0CDD-B706-7F93-C7EEC2A437B0}"/>
                  </a:ext>
                </a:extLst>
              </p:cNvPr>
              <p:cNvSpPr/>
              <p:nvPr/>
            </p:nvSpPr>
            <p:spPr>
              <a:xfrm>
                <a:off x="5478595" y="1247775"/>
                <a:ext cx="2695080" cy="3006090"/>
              </a:xfrm>
              <a:custGeom>
                <a:avLst/>
                <a:gdLst>
                  <a:gd name="connsiteX0" fmla="*/ 0 w 2695080"/>
                  <a:gd name="connsiteY0" fmla="*/ 0 h 3006090"/>
                  <a:gd name="connsiteX1" fmla="*/ 2606608 w 2695080"/>
                  <a:gd name="connsiteY1" fmla="*/ 2970848 h 3006090"/>
                  <a:gd name="connsiteX2" fmla="*/ 2695081 w 2695080"/>
                  <a:gd name="connsiteY2" fmla="*/ 3006090 h 3006090"/>
                  <a:gd name="connsiteX3" fmla="*/ 2606608 w 2695080"/>
                  <a:gd name="connsiteY3" fmla="*/ 2970848 h 3006090"/>
                  <a:gd name="connsiteX4" fmla="*/ 0 w 2695080"/>
                  <a:gd name="connsiteY4" fmla="*/ 0 h 3006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95080" h="3006090">
                    <a:moveTo>
                      <a:pt x="0" y="0"/>
                    </a:moveTo>
                    <a:cubicBezTo>
                      <a:pt x="410969" y="1454468"/>
                      <a:pt x="1280472" y="2444115"/>
                      <a:pt x="2606608" y="2970848"/>
                    </a:cubicBezTo>
                    <a:lnTo>
                      <a:pt x="2695081" y="3006090"/>
                    </a:lnTo>
                    <a:lnTo>
                      <a:pt x="2606608" y="2970848"/>
                    </a:lnTo>
                    <a:cubicBezTo>
                      <a:pt x="1279521" y="2444115"/>
                      <a:pt x="410969" y="1454468"/>
                      <a:pt x="0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09" name="Freeform 1408">
                <a:extLst>
                  <a:ext uri="{FF2B5EF4-FFF2-40B4-BE49-F238E27FC236}">
                    <a16:creationId xmlns:a16="http://schemas.microsoft.com/office/drawing/2014/main" id="{E05168C1-1CBB-7CC5-7D6E-B0ACECB706E8}"/>
                  </a:ext>
                </a:extLst>
              </p:cNvPr>
              <p:cNvSpPr/>
              <p:nvPr/>
            </p:nvSpPr>
            <p:spPr>
              <a:xfrm>
                <a:off x="4569136" y="1246822"/>
                <a:ext cx="1094370" cy="3815714"/>
              </a:xfrm>
              <a:custGeom>
                <a:avLst/>
                <a:gdLst>
                  <a:gd name="connsiteX0" fmla="*/ 912313 w 1094370"/>
                  <a:gd name="connsiteY0" fmla="*/ 0 h 3815714"/>
                  <a:gd name="connsiteX1" fmla="*/ 64690 w 1094370"/>
                  <a:gd name="connsiteY1" fmla="*/ 3746183 h 3815714"/>
                  <a:gd name="connsiteX2" fmla="*/ 0 w 1094370"/>
                  <a:gd name="connsiteY2" fmla="*/ 3815715 h 3815714"/>
                  <a:gd name="connsiteX3" fmla="*/ 64690 w 1094370"/>
                  <a:gd name="connsiteY3" fmla="*/ 3746183 h 3815714"/>
                  <a:gd name="connsiteX4" fmla="*/ 912313 w 1094370"/>
                  <a:gd name="connsiteY4" fmla="*/ 0 h 3815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4370" h="3815714">
                    <a:moveTo>
                      <a:pt x="912313" y="0"/>
                    </a:moveTo>
                    <a:cubicBezTo>
                      <a:pt x="1322330" y="1454468"/>
                      <a:pt x="1039789" y="2703195"/>
                      <a:pt x="64690" y="3746183"/>
                    </a:cubicBezTo>
                    <a:lnTo>
                      <a:pt x="0" y="3815715"/>
                    </a:lnTo>
                    <a:lnTo>
                      <a:pt x="64690" y="3746183"/>
                    </a:lnTo>
                    <a:cubicBezTo>
                      <a:pt x="1039789" y="2703195"/>
                      <a:pt x="1322330" y="1454468"/>
                      <a:pt x="912313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0" name="Freeform 1409">
                <a:extLst>
                  <a:ext uri="{FF2B5EF4-FFF2-40B4-BE49-F238E27FC236}">
                    <a16:creationId xmlns:a16="http://schemas.microsoft.com/office/drawing/2014/main" id="{631C78DA-BD70-2321-CA78-EA2777DFE9B4}"/>
                  </a:ext>
                </a:extLst>
              </p:cNvPr>
              <p:cNvSpPr/>
              <p:nvPr/>
            </p:nvSpPr>
            <p:spPr>
              <a:xfrm>
                <a:off x="5483352" y="1246822"/>
                <a:ext cx="2803530" cy="2631757"/>
              </a:xfrm>
              <a:custGeom>
                <a:avLst/>
                <a:gdLst>
                  <a:gd name="connsiteX0" fmla="*/ 0 w 2803530"/>
                  <a:gd name="connsiteY0" fmla="*/ 0 h 2631757"/>
                  <a:gd name="connsiteX1" fmla="*/ 2710302 w 2803530"/>
                  <a:gd name="connsiteY1" fmla="*/ 2612708 h 2631757"/>
                  <a:gd name="connsiteX2" fmla="*/ 2803530 w 2803530"/>
                  <a:gd name="connsiteY2" fmla="*/ 2631758 h 2631757"/>
                  <a:gd name="connsiteX3" fmla="*/ 2710302 w 2803530"/>
                  <a:gd name="connsiteY3" fmla="*/ 2612708 h 2631757"/>
                  <a:gd name="connsiteX4" fmla="*/ 0 w 2803530"/>
                  <a:gd name="connsiteY4" fmla="*/ 0 h 26317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03530" h="2631757">
                    <a:moveTo>
                      <a:pt x="0" y="0"/>
                    </a:moveTo>
                    <a:cubicBezTo>
                      <a:pt x="409066" y="1454468"/>
                      <a:pt x="1311866" y="2326005"/>
                      <a:pt x="2710302" y="2612708"/>
                    </a:cubicBezTo>
                    <a:lnTo>
                      <a:pt x="2803530" y="2631758"/>
                    </a:lnTo>
                    <a:lnTo>
                      <a:pt x="2710302" y="2612708"/>
                    </a:lnTo>
                    <a:cubicBezTo>
                      <a:pt x="1312817" y="2326005"/>
                      <a:pt x="409066" y="1455420"/>
                      <a:pt x="0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1" name="Freeform 1410">
                <a:extLst>
                  <a:ext uri="{FF2B5EF4-FFF2-40B4-BE49-F238E27FC236}">
                    <a16:creationId xmlns:a16="http://schemas.microsoft.com/office/drawing/2014/main" id="{8C2C1E87-163F-386F-D01F-6186E3588298}"/>
                  </a:ext>
                </a:extLst>
              </p:cNvPr>
              <p:cNvSpPr/>
              <p:nvPr/>
            </p:nvSpPr>
            <p:spPr>
              <a:xfrm>
                <a:off x="3919387" y="1362075"/>
                <a:ext cx="1533419" cy="2579369"/>
              </a:xfrm>
              <a:custGeom>
                <a:avLst/>
                <a:gdLst>
                  <a:gd name="connsiteX0" fmla="*/ 1246225 w 1533419"/>
                  <a:gd name="connsiteY0" fmla="*/ 0 h 2579369"/>
                  <a:gd name="connsiteX1" fmla="*/ 92278 w 1533419"/>
                  <a:gd name="connsiteY1" fmla="*/ 2557463 h 2579369"/>
                  <a:gd name="connsiteX2" fmla="*/ 0 w 1533419"/>
                  <a:gd name="connsiteY2" fmla="*/ 2579370 h 2579369"/>
                  <a:gd name="connsiteX3" fmla="*/ 92278 w 1533419"/>
                  <a:gd name="connsiteY3" fmla="*/ 2557463 h 2579369"/>
                  <a:gd name="connsiteX4" fmla="*/ 1246225 w 1533419"/>
                  <a:gd name="connsiteY4" fmla="*/ 0 h 2579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33419" h="2579369">
                    <a:moveTo>
                      <a:pt x="1246225" y="0"/>
                    </a:moveTo>
                    <a:cubicBezTo>
                      <a:pt x="1866484" y="1378268"/>
                      <a:pt x="1482152" y="2230755"/>
                      <a:pt x="92278" y="2557463"/>
                    </a:cubicBezTo>
                    <a:lnTo>
                      <a:pt x="0" y="2579370"/>
                    </a:lnTo>
                    <a:lnTo>
                      <a:pt x="92278" y="2557463"/>
                    </a:lnTo>
                    <a:cubicBezTo>
                      <a:pt x="1481200" y="2229803"/>
                      <a:pt x="1865532" y="1377315"/>
                      <a:pt x="1246225" y="0"/>
                    </a:cubicBezTo>
                    <a:close/>
                  </a:path>
                </a:pathLst>
              </a:custGeom>
              <a:solidFill>
                <a:srgbClr val="C4D2E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2" name="Freeform 1411">
                <a:extLst>
                  <a:ext uri="{FF2B5EF4-FFF2-40B4-BE49-F238E27FC236}">
                    <a16:creationId xmlns:a16="http://schemas.microsoft.com/office/drawing/2014/main" id="{864DA5A6-E978-692A-E332-9999D3C9E186}"/>
                  </a:ext>
                </a:extLst>
              </p:cNvPr>
              <p:cNvSpPr/>
              <p:nvPr/>
            </p:nvSpPr>
            <p:spPr>
              <a:xfrm>
                <a:off x="4903048" y="1433512"/>
                <a:ext cx="658563" cy="1036456"/>
              </a:xfrm>
              <a:custGeom>
                <a:avLst/>
                <a:gdLst>
                  <a:gd name="connsiteX0" fmla="*/ 0 w 658563"/>
                  <a:gd name="connsiteY0" fmla="*/ 68580 h 1036456"/>
                  <a:gd name="connsiteX1" fmla="*/ 224511 w 658563"/>
                  <a:gd name="connsiteY1" fmla="*/ 84773 h 1036456"/>
                  <a:gd name="connsiteX2" fmla="*/ 181702 w 658563"/>
                  <a:gd name="connsiteY2" fmla="*/ 0 h 1036456"/>
                  <a:gd name="connsiteX3" fmla="*/ 224511 w 658563"/>
                  <a:gd name="connsiteY3" fmla="*/ 84773 h 1036456"/>
                  <a:gd name="connsiteX4" fmla="*/ 0 w 658563"/>
                  <a:gd name="connsiteY4" fmla="*/ 68580 h 1036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8563" h="1036456">
                    <a:moveTo>
                      <a:pt x="0" y="68580"/>
                    </a:moveTo>
                    <a:cubicBezTo>
                      <a:pt x="795301" y="1353503"/>
                      <a:pt x="869504" y="1358265"/>
                      <a:pt x="224511" y="84773"/>
                    </a:cubicBezTo>
                    <a:lnTo>
                      <a:pt x="181702" y="0"/>
                    </a:lnTo>
                    <a:lnTo>
                      <a:pt x="224511" y="84773"/>
                    </a:lnTo>
                    <a:cubicBezTo>
                      <a:pt x="870455" y="1359218"/>
                      <a:pt x="795301" y="1353503"/>
                      <a:pt x="0" y="68580"/>
                    </a:cubicBezTo>
                    <a:close/>
                  </a:path>
                </a:pathLst>
              </a:custGeom>
              <a:solidFill>
                <a:srgbClr val="6F83A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3" name="Freeform 1412">
                <a:extLst>
                  <a:ext uri="{FF2B5EF4-FFF2-40B4-BE49-F238E27FC236}">
                    <a16:creationId xmlns:a16="http://schemas.microsoft.com/office/drawing/2014/main" id="{8AD9C783-CF27-3FBB-A2DF-909F8D1A710B}"/>
                  </a:ext>
                </a:extLst>
              </p:cNvPr>
              <p:cNvSpPr/>
              <p:nvPr/>
            </p:nvSpPr>
            <p:spPr>
              <a:xfrm>
                <a:off x="4906854" y="1243012"/>
                <a:ext cx="858026" cy="1182777"/>
              </a:xfrm>
              <a:custGeom>
                <a:avLst/>
                <a:gdLst>
                  <a:gd name="connsiteX0" fmla="*/ 0 w 858026"/>
                  <a:gd name="connsiteY0" fmla="*/ 257175 h 1182777"/>
                  <a:gd name="connsiteX1" fmla="*/ 730611 w 858026"/>
                  <a:gd name="connsiteY1" fmla="*/ 93345 h 1182777"/>
                  <a:gd name="connsiteX2" fmla="*/ 710634 w 858026"/>
                  <a:gd name="connsiteY2" fmla="*/ 0 h 1182777"/>
                  <a:gd name="connsiteX3" fmla="*/ 730611 w 858026"/>
                  <a:gd name="connsiteY3" fmla="*/ 93345 h 1182777"/>
                  <a:gd name="connsiteX4" fmla="*/ 0 w 858026"/>
                  <a:gd name="connsiteY4" fmla="*/ 257175 h 1182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8026" h="1182777">
                    <a:moveTo>
                      <a:pt x="0" y="257175"/>
                    </a:moveTo>
                    <a:cubicBezTo>
                      <a:pt x="792447" y="1543050"/>
                      <a:pt x="1035984" y="1488758"/>
                      <a:pt x="730611" y="93345"/>
                    </a:cubicBezTo>
                    <a:lnTo>
                      <a:pt x="710634" y="0"/>
                    </a:lnTo>
                    <a:lnTo>
                      <a:pt x="730611" y="93345"/>
                    </a:lnTo>
                    <a:cubicBezTo>
                      <a:pt x="1035984" y="1488758"/>
                      <a:pt x="792447" y="1544003"/>
                      <a:pt x="0" y="257175"/>
                    </a:cubicBezTo>
                    <a:close/>
                  </a:path>
                </a:pathLst>
              </a:custGeom>
              <a:solidFill>
                <a:srgbClr val="6F83A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4" name="Freeform 1413">
                <a:extLst>
                  <a:ext uri="{FF2B5EF4-FFF2-40B4-BE49-F238E27FC236}">
                    <a16:creationId xmlns:a16="http://schemas.microsoft.com/office/drawing/2014/main" id="{3C37C94C-0B07-FE3E-7332-4B97EE7ED771}"/>
                  </a:ext>
                </a:extLst>
              </p:cNvPr>
              <p:cNvSpPr/>
              <p:nvPr/>
            </p:nvSpPr>
            <p:spPr>
              <a:xfrm>
                <a:off x="4331307" y="1371600"/>
                <a:ext cx="1193764" cy="3477577"/>
              </a:xfrm>
              <a:custGeom>
                <a:avLst/>
                <a:gdLst>
                  <a:gd name="connsiteX0" fmla="*/ 0 w 1193764"/>
                  <a:gd name="connsiteY0" fmla="*/ 3477578 h 3477577"/>
                  <a:gd name="connsiteX1" fmla="*/ 920875 w 1193764"/>
                  <a:gd name="connsiteY1" fmla="*/ 87630 h 3477577"/>
                  <a:gd name="connsiteX2" fmla="*/ 883773 w 1193764"/>
                  <a:gd name="connsiteY2" fmla="*/ 0 h 3477577"/>
                  <a:gd name="connsiteX3" fmla="*/ 920875 w 1193764"/>
                  <a:gd name="connsiteY3" fmla="*/ 87630 h 3477577"/>
                  <a:gd name="connsiteX4" fmla="*/ 0 w 1193764"/>
                  <a:gd name="connsiteY4" fmla="*/ 3477578 h 34775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3764" h="3477577">
                    <a:moveTo>
                      <a:pt x="0" y="3477578"/>
                    </a:moveTo>
                    <a:cubicBezTo>
                      <a:pt x="1176779" y="2530793"/>
                      <a:pt x="1483103" y="1401128"/>
                      <a:pt x="920875" y="87630"/>
                    </a:cubicBezTo>
                    <a:lnTo>
                      <a:pt x="883773" y="0"/>
                    </a:lnTo>
                    <a:lnTo>
                      <a:pt x="920875" y="87630"/>
                    </a:lnTo>
                    <a:cubicBezTo>
                      <a:pt x="1483103" y="1400175"/>
                      <a:pt x="1176779" y="2530793"/>
                      <a:pt x="0" y="3477578"/>
                    </a:cubicBezTo>
                    <a:close/>
                  </a:path>
                </a:pathLst>
              </a:custGeom>
              <a:solidFill>
                <a:srgbClr val="74B0A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5" name="Freeform 1414">
                <a:extLst>
                  <a:ext uri="{FF2B5EF4-FFF2-40B4-BE49-F238E27FC236}">
                    <a16:creationId xmlns:a16="http://schemas.microsoft.com/office/drawing/2014/main" id="{7299BADF-031C-D6F2-C49B-9ED9B80277F2}"/>
                  </a:ext>
                </a:extLst>
              </p:cNvPr>
              <p:cNvSpPr/>
              <p:nvPr/>
            </p:nvSpPr>
            <p:spPr>
              <a:xfrm>
                <a:off x="4328453" y="1921192"/>
                <a:ext cx="932955" cy="2925127"/>
              </a:xfrm>
              <a:custGeom>
                <a:avLst/>
                <a:gdLst>
                  <a:gd name="connsiteX0" fmla="*/ 0 w 932955"/>
                  <a:gd name="connsiteY0" fmla="*/ 2925128 h 2925127"/>
                  <a:gd name="connsiteX1" fmla="*/ 185507 w 932955"/>
                  <a:gd name="connsiteY1" fmla="*/ 63817 h 2925127"/>
                  <a:gd name="connsiteX2" fmla="*/ 115109 w 932955"/>
                  <a:gd name="connsiteY2" fmla="*/ 0 h 2925127"/>
                  <a:gd name="connsiteX3" fmla="*/ 185507 w 932955"/>
                  <a:gd name="connsiteY3" fmla="*/ 63817 h 2925127"/>
                  <a:gd name="connsiteX4" fmla="*/ 0 w 932955"/>
                  <a:gd name="connsiteY4" fmla="*/ 2925128 h 29251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32955" h="2925127">
                    <a:moveTo>
                      <a:pt x="0" y="2925128"/>
                    </a:moveTo>
                    <a:cubicBezTo>
                      <a:pt x="1178682" y="1980248"/>
                      <a:pt x="1240517" y="1026795"/>
                      <a:pt x="185507" y="63817"/>
                    </a:cubicBezTo>
                    <a:lnTo>
                      <a:pt x="115109" y="0"/>
                    </a:lnTo>
                    <a:lnTo>
                      <a:pt x="185507" y="63817"/>
                    </a:lnTo>
                    <a:cubicBezTo>
                      <a:pt x="1239566" y="1026795"/>
                      <a:pt x="1177730" y="1980248"/>
                      <a:pt x="0" y="2925128"/>
                    </a:cubicBezTo>
                    <a:close/>
                  </a:path>
                </a:pathLst>
              </a:custGeom>
              <a:solidFill>
                <a:srgbClr val="74B0A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6" name="Freeform 1415">
                <a:extLst>
                  <a:ext uri="{FF2B5EF4-FFF2-40B4-BE49-F238E27FC236}">
                    <a16:creationId xmlns:a16="http://schemas.microsoft.com/office/drawing/2014/main" id="{220DD6AE-3F3D-4A07-1B63-14C6B4DD1266}"/>
                  </a:ext>
                </a:extLst>
              </p:cNvPr>
              <p:cNvSpPr/>
              <p:nvPr/>
            </p:nvSpPr>
            <p:spPr>
              <a:xfrm>
                <a:off x="4325599" y="4113392"/>
                <a:ext cx="908251" cy="729117"/>
              </a:xfrm>
              <a:custGeom>
                <a:avLst/>
                <a:gdLst>
                  <a:gd name="connsiteX0" fmla="*/ 0 w 908251"/>
                  <a:gd name="connsiteY0" fmla="*/ 729117 h 729117"/>
                  <a:gd name="connsiteX1" fmla="*/ 89424 w 908251"/>
                  <a:gd name="connsiteY1" fmla="*/ 642440 h 729117"/>
                  <a:gd name="connsiteX2" fmla="*/ 14270 w 908251"/>
                  <a:gd name="connsiteY2" fmla="*/ 701495 h 729117"/>
                  <a:gd name="connsiteX3" fmla="*/ 89424 w 908251"/>
                  <a:gd name="connsiteY3" fmla="*/ 642440 h 729117"/>
                  <a:gd name="connsiteX4" fmla="*/ 0 w 908251"/>
                  <a:gd name="connsiteY4" fmla="*/ 729117 h 729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8251" h="729117">
                    <a:moveTo>
                      <a:pt x="0" y="729117"/>
                    </a:moveTo>
                    <a:cubicBezTo>
                      <a:pt x="1179633" y="-212905"/>
                      <a:pt x="1210075" y="-242433"/>
                      <a:pt x="89424" y="642440"/>
                    </a:cubicBezTo>
                    <a:lnTo>
                      <a:pt x="14270" y="701495"/>
                    </a:lnTo>
                    <a:lnTo>
                      <a:pt x="89424" y="642440"/>
                    </a:lnTo>
                    <a:cubicBezTo>
                      <a:pt x="1210075" y="-242433"/>
                      <a:pt x="1180584" y="-212905"/>
                      <a:pt x="0" y="729117"/>
                    </a:cubicBezTo>
                    <a:close/>
                  </a:path>
                </a:pathLst>
              </a:custGeom>
              <a:solidFill>
                <a:srgbClr val="74B0A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7" name="Freeform 1416">
                <a:extLst>
                  <a:ext uri="{FF2B5EF4-FFF2-40B4-BE49-F238E27FC236}">
                    <a16:creationId xmlns:a16="http://schemas.microsoft.com/office/drawing/2014/main" id="{C912A320-3366-3401-446A-92280FEE4994}"/>
                  </a:ext>
                </a:extLst>
              </p:cNvPr>
              <p:cNvSpPr/>
              <p:nvPr/>
            </p:nvSpPr>
            <p:spPr>
              <a:xfrm>
                <a:off x="4792696" y="1303972"/>
                <a:ext cx="819618" cy="1167482"/>
              </a:xfrm>
              <a:custGeom>
                <a:avLst/>
                <a:gdLst>
                  <a:gd name="connsiteX0" fmla="*/ 513711 w 819618"/>
                  <a:gd name="connsiteY0" fmla="*/ 0 h 1167482"/>
                  <a:gd name="connsiteX1" fmla="*/ 55176 w 819618"/>
                  <a:gd name="connsiteY1" fmla="*/ 382905 h 1167482"/>
                  <a:gd name="connsiteX2" fmla="*/ 0 w 819618"/>
                  <a:gd name="connsiteY2" fmla="*/ 305753 h 1167482"/>
                  <a:gd name="connsiteX3" fmla="*/ 55176 w 819618"/>
                  <a:gd name="connsiteY3" fmla="*/ 382905 h 1167482"/>
                  <a:gd name="connsiteX4" fmla="*/ 513711 w 819618"/>
                  <a:gd name="connsiteY4" fmla="*/ 0 h 1167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9618" h="1167482">
                    <a:moveTo>
                      <a:pt x="513711" y="0"/>
                    </a:moveTo>
                    <a:cubicBezTo>
                      <a:pt x="1039789" y="1416368"/>
                      <a:pt x="887578" y="1544003"/>
                      <a:pt x="55176" y="382905"/>
                    </a:cubicBezTo>
                    <a:lnTo>
                      <a:pt x="0" y="305753"/>
                    </a:lnTo>
                    <a:lnTo>
                      <a:pt x="55176" y="382905"/>
                    </a:lnTo>
                    <a:cubicBezTo>
                      <a:pt x="886627" y="1544003"/>
                      <a:pt x="1039789" y="1416368"/>
                      <a:pt x="513711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8" name="Freeform 1417">
                <a:extLst>
                  <a:ext uri="{FF2B5EF4-FFF2-40B4-BE49-F238E27FC236}">
                    <a16:creationId xmlns:a16="http://schemas.microsoft.com/office/drawing/2014/main" id="{54E046FB-E708-4C28-1B81-5F7C2080D515}"/>
                  </a:ext>
                </a:extLst>
              </p:cNvPr>
              <p:cNvSpPr/>
              <p:nvPr/>
            </p:nvSpPr>
            <p:spPr>
              <a:xfrm>
                <a:off x="4343674" y="1303020"/>
                <a:ext cx="1217581" cy="3515677"/>
              </a:xfrm>
              <a:custGeom>
                <a:avLst/>
                <a:gdLst>
                  <a:gd name="connsiteX0" fmla="*/ 967489 w 1217581"/>
                  <a:gd name="connsiteY0" fmla="*/ 0 h 3515677"/>
                  <a:gd name="connsiteX1" fmla="*/ 74203 w 1217581"/>
                  <a:gd name="connsiteY1" fmla="*/ 3456623 h 3515677"/>
                  <a:gd name="connsiteX2" fmla="*/ 0 w 1217581"/>
                  <a:gd name="connsiteY2" fmla="*/ 3515678 h 3515677"/>
                  <a:gd name="connsiteX3" fmla="*/ 74203 w 1217581"/>
                  <a:gd name="connsiteY3" fmla="*/ 3456623 h 3515677"/>
                  <a:gd name="connsiteX4" fmla="*/ 967489 w 1217581"/>
                  <a:gd name="connsiteY4" fmla="*/ 0 h 3515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17581" h="3515677">
                    <a:moveTo>
                      <a:pt x="967489" y="0"/>
                    </a:moveTo>
                    <a:cubicBezTo>
                      <a:pt x="1490713" y="1417320"/>
                      <a:pt x="1192951" y="2569845"/>
                      <a:pt x="74203" y="3456623"/>
                    </a:cubicBezTo>
                    <a:lnTo>
                      <a:pt x="0" y="3515678"/>
                    </a:lnTo>
                    <a:lnTo>
                      <a:pt x="74203" y="3456623"/>
                    </a:lnTo>
                    <a:cubicBezTo>
                      <a:pt x="1192951" y="2569845"/>
                      <a:pt x="1490713" y="1418273"/>
                      <a:pt x="967489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19" name="Freeform 1418">
                <a:extLst>
                  <a:ext uri="{FF2B5EF4-FFF2-40B4-BE49-F238E27FC236}">
                    <a16:creationId xmlns:a16="http://schemas.microsoft.com/office/drawing/2014/main" id="{C71303C3-AD3E-DA76-2963-C43724569DE4}"/>
                  </a:ext>
                </a:extLst>
              </p:cNvPr>
              <p:cNvSpPr/>
              <p:nvPr/>
            </p:nvSpPr>
            <p:spPr>
              <a:xfrm>
                <a:off x="5170368" y="1243012"/>
                <a:ext cx="617369" cy="4254817"/>
              </a:xfrm>
              <a:custGeom>
                <a:avLst/>
                <a:gdLst>
                  <a:gd name="connsiteX0" fmla="*/ 0 w 617369"/>
                  <a:gd name="connsiteY0" fmla="*/ 4254818 h 4254817"/>
                  <a:gd name="connsiteX1" fmla="*/ 463291 w 617369"/>
                  <a:gd name="connsiteY1" fmla="*/ 93345 h 4254817"/>
                  <a:gd name="connsiteX2" fmla="*/ 442362 w 617369"/>
                  <a:gd name="connsiteY2" fmla="*/ 0 h 4254817"/>
                  <a:gd name="connsiteX3" fmla="*/ 463291 w 617369"/>
                  <a:gd name="connsiteY3" fmla="*/ 93345 h 4254817"/>
                  <a:gd name="connsiteX4" fmla="*/ 0 w 617369"/>
                  <a:gd name="connsiteY4" fmla="*/ 4254818 h 4254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7369" h="4254817">
                    <a:moveTo>
                      <a:pt x="0" y="4254818"/>
                    </a:moveTo>
                    <a:cubicBezTo>
                      <a:pt x="617405" y="2875598"/>
                      <a:pt x="771518" y="1488758"/>
                      <a:pt x="463291" y="93345"/>
                    </a:cubicBezTo>
                    <a:lnTo>
                      <a:pt x="442362" y="0"/>
                    </a:lnTo>
                    <a:lnTo>
                      <a:pt x="463291" y="93345"/>
                    </a:lnTo>
                    <a:cubicBezTo>
                      <a:pt x="771518" y="1488758"/>
                      <a:pt x="617405" y="2875598"/>
                      <a:pt x="0" y="4254818"/>
                    </a:cubicBezTo>
                    <a:close/>
                  </a:path>
                </a:pathLst>
              </a:custGeom>
              <a:solidFill>
                <a:srgbClr val="2B6765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0" name="Freeform 1419">
                <a:extLst>
                  <a:ext uri="{FF2B5EF4-FFF2-40B4-BE49-F238E27FC236}">
                    <a16:creationId xmlns:a16="http://schemas.microsoft.com/office/drawing/2014/main" id="{B96202D3-BEEF-C199-759D-12A05929D320}"/>
                  </a:ext>
                </a:extLst>
              </p:cNvPr>
              <p:cNvSpPr/>
              <p:nvPr/>
            </p:nvSpPr>
            <p:spPr>
              <a:xfrm>
                <a:off x="4945858" y="1509712"/>
                <a:ext cx="646282" cy="3986212"/>
              </a:xfrm>
              <a:custGeom>
                <a:avLst/>
                <a:gdLst>
                  <a:gd name="connsiteX0" fmla="*/ 220705 w 646282"/>
                  <a:gd name="connsiteY0" fmla="*/ 3986213 h 3986212"/>
                  <a:gd name="connsiteX1" fmla="*/ 48517 w 646282"/>
                  <a:gd name="connsiteY1" fmla="*/ 81915 h 3986212"/>
                  <a:gd name="connsiteX2" fmla="*/ 0 w 646282"/>
                  <a:gd name="connsiteY2" fmla="*/ 0 h 3986212"/>
                  <a:gd name="connsiteX3" fmla="*/ 48517 w 646282"/>
                  <a:gd name="connsiteY3" fmla="*/ 81915 h 3986212"/>
                  <a:gd name="connsiteX4" fmla="*/ 220705 w 646282"/>
                  <a:gd name="connsiteY4" fmla="*/ 3986213 h 3986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6282" h="3986212">
                    <a:moveTo>
                      <a:pt x="220705" y="3986213"/>
                    </a:moveTo>
                    <a:cubicBezTo>
                      <a:pt x="840964" y="2607945"/>
                      <a:pt x="782934" y="1306830"/>
                      <a:pt x="48517" y="81915"/>
                    </a:cubicBezTo>
                    <a:lnTo>
                      <a:pt x="0" y="0"/>
                    </a:lnTo>
                    <a:lnTo>
                      <a:pt x="48517" y="81915"/>
                    </a:lnTo>
                    <a:cubicBezTo>
                      <a:pt x="782934" y="1306830"/>
                      <a:pt x="840013" y="2607945"/>
                      <a:pt x="220705" y="3986213"/>
                    </a:cubicBezTo>
                    <a:close/>
                  </a:path>
                </a:pathLst>
              </a:custGeom>
              <a:solidFill>
                <a:srgbClr val="2B6765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1" name="Freeform 1420">
                <a:extLst>
                  <a:ext uri="{FF2B5EF4-FFF2-40B4-BE49-F238E27FC236}">
                    <a16:creationId xmlns:a16="http://schemas.microsoft.com/office/drawing/2014/main" id="{A6CB6D7F-6EF4-C621-9D57-4F507E51E3BB}"/>
                  </a:ext>
                </a:extLst>
              </p:cNvPr>
              <p:cNvSpPr/>
              <p:nvPr/>
            </p:nvSpPr>
            <p:spPr>
              <a:xfrm>
                <a:off x="4441660" y="1924050"/>
                <a:ext cx="1067095" cy="3569969"/>
              </a:xfrm>
              <a:custGeom>
                <a:avLst/>
                <a:gdLst>
                  <a:gd name="connsiteX0" fmla="*/ 721098 w 1067095"/>
                  <a:gd name="connsiteY0" fmla="*/ 3569970 h 3569969"/>
                  <a:gd name="connsiteX1" fmla="*/ 70397 w 1067095"/>
                  <a:gd name="connsiteY1" fmla="*/ 63817 h 3569969"/>
                  <a:gd name="connsiteX2" fmla="*/ 0 w 1067095"/>
                  <a:gd name="connsiteY2" fmla="*/ 0 h 3569969"/>
                  <a:gd name="connsiteX3" fmla="*/ 70397 w 1067095"/>
                  <a:gd name="connsiteY3" fmla="*/ 63817 h 3569969"/>
                  <a:gd name="connsiteX4" fmla="*/ 721098 w 1067095"/>
                  <a:gd name="connsiteY4" fmla="*/ 3569970 h 3569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67095" h="3569969">
                    <a:moveTo>
                      <a:pt x="721098" y="3569970"/>
                    </a:moveTo>
                    <a:cubicBezTo>
                      <a:pt x="1343259" y="2193608"/>
                      <a:pt x="1126359" y="1023938"/>
                      <a:pt x="70397" y="63817"/>
                    </a:cubicBezTo>
                    <a:lnTo>
                      <a:pt x="0" y="0"/>
                    </a:lnTo>
                    <a:lnTo>
                      <a:pt x="70397" y="63817"/>
                    </a:lnTo>
                    <a:cubicBezTo>
                      <a:pt x="1126359" y="1024890"/>
                      <a:pt x="1343259" y="2193608"/>
                      <a:pt x="721098" y="3569970"/>
                    </a:cubicBezTo>
                    <a:close/>
                  </a:path>
                </a:pathLst>
              </a:custGeom>
              <a:solidFill>
                <a:srgbClr val="2B6765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2" name="Freeform 1421">
                <a:extLst>
                  <a:ext uri="{FF2B5EF4-FFF2-40B4-BE49-F238E27FC236}">
                    <a16:creationId xmlns:a16="http://schemas.microsoft.com/office/drawing/2014/main" id="{2A192F73-4FD6-FC6E-9A01-7742ED0BC715}"/>
                  </a:ext>
                </a:extLst>
              </p:cNvPr>
              <p:cNvSpPr/>
              <p:nvPr/>
            </p:nvSpPr>
            <p:spPr>
              <a:xfrm>
                <a:off x="3951732" y="1372552"/>
                <a:ext cx="1536836" cy="1524987"/>
              </a:xfrm>
              <a:custGeom>
                <a:avLst/>
                <a:gdLst>
                  <a:gd name="connsiteX0" fmla="*/ 0 w 1536836"/>
                  <a:gd name="connsiteY0" fmla="*/ 1328738 h 1524987"/>
                  <a:gd name="connsiteX1" fmla="*/ 1296645 w 1536836"/>
                  <a:gd name="connsiteY1" fmla="*/ 87630 h 1524987"/>
                  <a:gd name="connsiteX2" fmla="*/ 1258592 w 1536836"/>
                  <a:gd name="connsiteY2" fmla="*/ 0 h 1524987"/>
                  <a:gd name="connsiteX3" fmla="*/ 1296645 w 1536836"/>
                  <a:gd name="connsiteY3" fmla="*/ 87630 h 1524987"/>
                  <a:gd name="connsiteX4" fmla="*/ 0 w 1536836"/>
                  <a:gd name="connsiteY4" fmla="*/ 1328738 h 1524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36836" h="1524987">
                    <a:moveTo>
                      <a:pt x="0" y="1328738"/>
                    </a:moveTo>
                    <a:cubicBezTo>
                      <a:pt x="1429829" y="1813560"/>
                      <a:pt x="1861727" y="1400175"/>
                      <a:pt x="1296645" y="87630"/>
                    </a:cubicBezTo>
                    <a:lnTo>
                      <a:pt x="1258592" y="0"/>
                    </a:lnTo>
                    <a:lnTo>
                      <a:pt x="1296645" y="87630"/>
                    </a:lnTo>
                    <a:cubicBezTo>
                      <a:pt x="1861727" y="1399223"/>
                      <a:pt x="1429829" y="1813560"/>
                      <a:pt x="0" y="1328738"/>
                    </a:cubicBezTo>
                    <a:close/>
                  </a:path>
                </a:pathLst>
              </a:custGeom>
              <a:solidFill>
                <a:srgbClr val="ABA97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3" name="Freeform 1422">
                <a:extLst>
                  <a:ext uri="{FF2B5EF4-FFF2-40B4-BE49-F238E27FC236}">
                    <a16:creationId xmlns:a16="http://schemas.microsoft.com/office/drawing/2014/main" id="{527D14FC-21CD-89E1-0B03-5F366EF1A4E5}"/>
                  </a:ext>
                </a:extLst>
              </p:cNvPr>
              <p:cNvSpPr/>
              <p:nvPr/>
            </p:nvSpPr>
            <p:spPr>
              <a:xfrm>
                <a:off x="3952683" y="1511617"/>
                <a:ext cx="1414164" cy="1394380"/>
              </a:xfrm>
              <a:custGeom>
                <a:avLst/>
                <a:gdLst>
                  <a:gd name="connsiteX0" fmla="*/ 0 w 1414164"/>
                  <a:gd name="connsiteY0" fmla="*/ 1185863 h 1394380"/>
                  <a:gd name="connsiteX1" fmla="*/ 1037887 w 1414164"/>
                  <a:gd name="connsiteY1" fmla="*/ 81915 h 1394380"/>
                  <a:gd name="connsiteX2" fmla="*/ 988418 w 1414164"/>
                  <a:gd name="connsiteY2" fmla="*/ 0 h 1394380"/>
                  <a:gd name="connsiteX3" fmla="*/ 1037887 w 1414164"/>
                  <a:gd name="connsiteY3" fmla="*/ 81915 h 1394380"/>
                  <a:gd name="connsiteX4" fmla="*/ 0 w 1414164"/>
                  <a:gd name="connsiteY4" fmla="*/ 1185863 h 1394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4164" h="1394380">
                    <a:moveTo>
                      <a:pt x="0" y="1185863"/>
                    </a:moveTo>
                    <a:cubicBezTo>
                      <a:pt x="1428878" y="1673543"/>
                      <a:pt x="1774206" y="1305878"/>
                      <a:pt x="1037887" y="81915"/>
                    </a:cubicBezTo>
                    <a:lnTo>
                      <a:pt x="988418" y="0"/>
                    </a:lnTo>
                    <a:lnTo>
                      <a:pt x="1037887" y="81915"/>
                    </a:lnTo>
                    <a:cubicBezTo>
                      <a:pt x="1775157" y="1305878"/>
                      <a:pt x="1428878" y="1673543"/>
                      <a:pt x="0" y="1185863"/>
                    </a:cubicBezTo>
                    <a:close/>
                  </a:path>
                </a:pathLst>
              </a:custGeom>
              <a:solidFill>
                <a:srgbClr val="ABA97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4" name="Freeform 1423">
                <a:extLst>
                  <a:ext uri="{FF2B5EF4-FFF2-40B4-BE49-F238E27FC236}">
                    <a16:creationId xmlns:a16="http://schemas.microsoft.com/office/drawing/2014/main" id="{E507653E-497C-F4CC-A9C5-CC9C2E25EB52}"/>
                  </a:ext>
                </a:extLst>
              </p:cNvPr>
              <p:cNvSpPr/>
              <p:nvPr/>
            </p:nvSpPr>
            <p:spPr>
              <a:xfrm>
                <a:off x="3859454" y="1243964"/>
                <a:ext cx="1850011" cy="1882033"/>
              </a:xfrm>
              <a:custGeom>
                <a:avLst/>
                <a:gdLst>
                  <a:gd name="connsiteX0" fmla="*/ 0 w 1850011"/>
                  <a:gd name="connsiteY0" fmla="*/ 1830705 h 1882033"/>
                  <a:gd name="connsiteX1" fmla="*/ 1769449 w 1850011"/>
                  <a:gd name="connsiteY1" fmla="*/ 93345 h 1882033"/>
                  <a:gd name="connsiteX2" fmla="*/ 1748520 w 1850011"/>
                  <a:gd name="connsiteY2" fmla="*/ 0 h 1882033"/>
                  <a:gd name="connsiteX3" fmla="*/ 1769449 w 1850011"/>
                  <a:gd name="connsiteY3" fmla="*/ 93345 h 1882033"/>
                  <a:gd name="connsiteX4" fmla="*/ 0 w 1850011"/>
                  <a:gd name="connsiteY4" fmla="*/ 1830705 h 1882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50011" h="1882033">
                    <a:moveTo>
                      <a:pt x="0" y="1830705"/>
                    </a:moveTo>
                    <a:cubicBezTo>
                      <a:pt x="1490714" y="2066925"/>
                      <a:pt x="2080530" y="1487805"/>
                      <a:pt x="1769449" y="93345"/>
                    </a:cubicBezTo>
                    <a:lnTo>
                      <a:pt x="1748520" y="0"/>
                    </a:lnTo>
                    <a:lnTo>
                      <a:pt x="1769449" y="93345"/>
                    </a:lnTo>
                    <a:cubicBezTo>
                      <a:pt x="2080530" y="1487805"/>
                      <a:pt x="1490714" y="2066925"/>
                      <a:pt x="0" y="1830705"/>
                    </a:cubicBezTo>
                    <a:close/>
                  </a:path>
                </a:pathLst>
              </a:custGeom>
              <a:solidFill>
                <a:srgbClr val="9FBE9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5" name="Freeform 1424">
                <a:extLst>
                  <a:ext uri="{FF2B5EF4-FFF2-40B4-BE49-F238E27FC236}">
                    <a16:creationId xmlns:a16="http://schemas.microsoft.com/office/drawing/2014/main" id="{832A96AE-D65F-990F-3950-2F66E85CE35E}"/>
                  </a:ext>
                </a:extLst>
              </p:cNvPr>
              <p:cNvSpPr/>
              <p:nvPr/>
            </p:nvSpPr>
            <p:spPr>
              <a:xfrm>
                <a:off x="3860405" y="1374457"/>
                <a:ext cx="1619187" cy="1750801"/>
              </a:xfrm>
              <a:custGeom>
                <a:avLst/>
                <a:gdLst>
                  <a:gd name="connsiteX0" fmla="*/ 0 w 1619187"/>
                  <a:gd name="connsiteY0" fmla="*/ 1695450 h 1750801"/>
                  <a:gd name="connsiteX1" fmla="*/ 1384166 w 1619187"/>
                  <a:gd name="connsiteY1" fmla="*/ 87630 h 1750801"/>
                  <a:gd name="connsiteX2" fmla="*/ 1346113 w 1619187"/>
                  <a:gd name="connsiteY2" fmla="*/ 0 h 1750801"/>
                  <a:gd name="connsiteX3" fmla="*/ 1384166 w 1619187"/>
                  <a:gd name="connsiteY3" fmla="*/ 87630 h 1750801"/>
                  <a:gd name="connsiteX4" fmla="*/ 0 w 1619187"/>
                  <a:gd name="connsiteY4" fmla="*/ 1695450 h 1750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9187" h="1750801">
                    <a:moveTo>
                      <a:pt x="0" y="1695450"/>
                    </a:moveTo>
                    <a:cubicBezTo>
                      <a:pt x="1490714" y="1934527"/>
                      <a:pt x="1952102" y="1399223"/>
                      <a:pt x="1384166" y="87630"/>
                    </a:cubicBezTo>
                    <a:lnTo>
                      <a:pt x="1346113" y="0"/>
                    </a:lnTo>
                    <a:lnTo>
                      <a:pt x="1384166" y="87630"/>
                    </a:lnTo>
                    <a:cubicBezTo>
                      <a:pt x="1952102" y="1398270"/>
                      <a:pt x="1490714" y="1934527"/>
                      <a:pt x="0" y="1695450"/>
                    </a:cubicBezTo>
                    <a:close/>
                  </a:path>
                </a:pathLst>
              </a:custGeom>
              <a:solidFill>
                <a:srgbClr val="9FBE9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6" name="Freeform 1425">
                <a:extLst>
                  <a:ext uri="{FF2B5EF4-FFF2-40B4-BE49-F238E27FC236}">
                    <a16:creationId xmlns:a16="http://schemas.microsoft.com/office/drawing/2014/main" id="{0C1F8DA3-4325-8465-D043-1A40DA02DB89}"/>
                  </a:ext>
                </a:extLst>
              </p:cNvPr>
              <p:cNvSpPr/>
              <p:nvPr/>
            </p:nvSpPr>
            <p:spPr>
              <a:xfrm>
                <a:off x="3861356" y="1926907"/>
                <a:ext cx="1306740" cy="1212338"/>
              </a:xfrm>
              <a:custGeom>
                <a:avLst/>
                <a:gdLst>
                  <a:gd name="connsiteX0" fmla="*/ 0 w 1306740"/>
                  <a:gd name="connsiteY0" fmla="*/ 1139190 h 1212338"/>
                  <a:gd name="connsiteX1" fmla="*/ 647847 w 1306740"/>
                  <a:gd name="connsiteY1" fmla="*/ 63817 h 1212338"/>
                  <a:gd name="connsiteX2" fmla="*/ 577449 w 1306740"/>
                  <a:gd name="connsiteY2" fmla="*/ 0 h 1212338"/>
                  <a:gd name="connsiteX3" fmla="*/ 647847 w 1306740"/>
                  <a:gd name="connsiteY3" fmla="*/ 63817 h 1212338"/>
                  <a:gd name="connsiteX4" fmla="*/ 0 w 1306740"/>
                  <a:gd name="connsiteY4" fmla="*/ 1139190 h 1212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6740" h="1212338">
                    <a:moveTo>
                      <a:pt x="0" y="1139190"/>
                    </a:moveTo>
                    <a:cubicBezTo>
                      <a:pt x="1489762" y="1381125"/>
                      <a:pt x="1705711" y="1022985"/>
                      <a:pt x="647847" y="63817"/>
                    </a:cubicBezTo>
                    <a:lnTo>
                      <a:pt x="577449" y="0"/>
                    </a:lnTo>
                    <a:lnTo>
                      <a:pt x="647847" y="63817"/>
                    </a:lnTo>
                    <a:cubicBezTo>
                      <a:pt x="1705711" y="1022985"/>
                      <a:pt x="1489762" y="1381125"/>
                      <a:pt x="0" y="1139190"/>
                    </a:cubicBezTo>
                    <a:close/>
                  </a:path>
                </a:pathLst>
              </a:custGeom>
              <a:solidFill>
                <a:srgbClr val="9FBE9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7" name="Freeform 1426">
                <a:extLst>
                  <a:ext uri="{FF2B5EF4-FFF2-40B4-BE49-F238E27FC236}">
                    <a16:creationId xmlns:a16="http://schemas.microsoft.com/office/drawing/2014/main" id="{ACD35546-85A1-735D-0BDB-3C20E14FDA19}"/>
                  </a:ext>
                </a:extLst>
              </p:cNvPr>
              <p:cNvSpPr/>
              <p:nvPr/>
            </p:nvSpPr>
            <p:spPr>
              <a:xfrm>
                <a:off x="3861356" y="1612582"/>
                <a:ext cx="1432354" cy="1512773"/>
              </a:xfrm>
              <a:custGeom>
                <a:avLst/>
                <a:gdLst>
                  <a:gd name="connsiteX0" fmla="*/ 0 w 1432354"/>
                  <a:gd name="connsiteY0" fmla="*/ 1448752 h 1512773"/>
                  <a:gd name="connsiteX1" fmla="*/ 983662 w 1432354"/>
                  <a:gd name="connsiteY1" fmla="*/ 77152 h 1512773"/>
                  <a:gd name="connsiteX2" fmla="*/ 928485 w 1432354"/>
                  <a:gd name="connsiteY2" fmla="*/ 0 h 1512773"/>
                  <a:gd name="connsiteX3" fmla="*/ 983662 w 1432354"/>
                  <a:gd name="connsiteY3" fmla="*/ 77152 h 1512773"/>
                  <a:gd name="connsiteX4" fmla="*/ 0 w 1432354"/>
                  <a:gd name="connsiteY4" fmla="*/ 1448752 h 1512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2354" h="1512773">
                    <a:moveTo>
                      <a:pt x="0" y="1448752"/>
                    </a:moveTo>
                    <a:cubicBezTo>
                      <a:pt x="1489762" y="1693545"/>
                      <a:pt x="1817015" y="1236345"/>
                      <a:pt x="983662" y="77152"/>
                    </a:cubicBezTo>
                    <a:lnTo>
                      <a:pt x="928485" y="0"/>
                    </a:lnTo>
                    <a:lnTo>
                      <a:pt x="983662" y="77152"/>
                    </a:lnTo>
                    <a:cubicBezTo>
                      <a:pt x="1817015" y="1236345"/>
                      <a:pt x="1489762" y="1693545"/>
                      <a:pt x="0" y="1448752"/>
                    </a:cubicBezTo>
                    <a:close/>
                  </a:path>
                </a:pathLst>
              </a:custGeom>
              <a:solidFill>
                <a:srgbClr val="9FBE9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8" name="Freeform 1427">
                <a:extLst>
                  <a:ext uri="{FF2B5EF4-FFF2-40B4-BE49-F238E27FC236}">
                    <a16:creationId xmlns:a16="http://schemas.microsoft.com/office/drawing/2014/main" id="{6861444F-7C2A-FBF9-3F0F-DED510048E73}"/>
                  </a:ext>
                </a:extLst>
              </p:cNvPr>
              <p:cNvSpPr/>
              <p:nvPr/>
            </p:nvSpPr>
            <p:spPr>
              <a:xfrm>
                <a:off x="3862308" y="2678429"/>
                <a:ext cx="1173600" cy="505807"/>
              </a:xfrm>
              <a:custGeom>
                <a:avLst/>
                <a:gdLst>
                  <a:gd name="connsiteX0" fmla="*/ 0 w 1173600"/>
                  <a:gd name="connsiteY0" fmla="*/ 379095 h 505807"/>
                  <a:gd name="connsiteX1" fmla="*/ 216900 w 1173600"/>
                  <a:gd name="connsiteY1" fmla="*/ 32385 h 505807"/>
                  <a:gd name="connsiteX2" fmla="*/ 127477 w 1173600"/>
                  <a:gd name="connsiteY2" fmla="*/ 0 h 505807"/>
                  <a:gd name="connsiteX3" fmla="*/ 216900 w 1173600"/>
                  <a:gd name="connsiteY3" fmla="*/ 32385 h 505807"/>
                  <a:gd name="connsiteX4" fmla="*/ 0 w 1173600"/>
                  <a:gd name="connsiteY4" fmla="*/ 379095 h 505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3600" h="505807">
                    <a:moveTo>
                      <a:pt x="0" y="379095"/>
                    </a:moveTo>
                    <a:cubicBezTo>
                      <a:pt x="1488811" y="626745"/>
                      <a:pt x="1561111" y="511492"/>
                      <a:pt x="216900" y="32385"/>
                    </a:cubicBezTo>
                    <a:lnTo>
                      <a:pt x="127477" y="0"/>
                    </a:lnTo>
                    <a:lnTo>
                      <a:pt x="216900" y="32385"/>
                    </a:lnTo>
                    <a:cubicBezTo>
                      <a:pt x="1561111" y="511492"/>
                      <a:pt x="1488811" y="626745"/>
                      <a:pt x="0" y="379095"/>
                    </a:cubicBezTo>
                    <a:close/>
                  </a:path>
                </a:pathLst>
              </a:custGeom>
              <a:solidFill>
                <a:srgbClr val="9FBE9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9" name="Freeform 1428">
                <a:extLst>
                  <a:ext uri="{FF2B5EF4-FFF2-40B4-BE49-F238E27FC236}">
                    <a16:creationId xmlns:a16="http://schemas.microsoft.com/office/drawing/2014/main" id="{3637BD48-D48C-7E91-C4F3-A88830219BEC}"/>
                  </a:ext>
                </a:extLst>
              </p:cNvPr>
              <p:cNvSpPr/>
              <p:nvPr/>
            </p:nvSpPr>
            <p:spPr>
              <a:xfrm>
                <a:off x="4605286" y="1435417"/>
                <a:ext cx="902210" cy="1092744"/>
              </a:xfrm>
              <a:custGeom>
                <a:avLst/>
                <a:gdLst>
                  <a:gd name="connsiteX0" fmla="*/ 0 w 902210"/>
                  <a:gd name="connsiteY0" fmla="*/ 287655 h 1092744"/>
                  <a:gd name="connsiteX1" fmla="*/ 518468 w 902210"/>
                  <a:gd name="connsiteY1" fmla="*/ 84773 h 1092744"/>
                  <a:gd name="connsiteX2" fmla="*/ 475658 w 902210"/>
                  <a:gd name="connsiteY2" fmla="*/ 0 h 1092744"/>
                  <a:gd name="connsiteX3" fmla="*/ 518468 w 902210"/>
                  <a:gd name="connsiteY3" fmla="*/ 84773 h 1092744"/>
                  <a:gd name="connsiteX4" fmla="*/ 0 w 902210"/>
                  <a:gd name="connsiteY4" fmla="*/ 287655 h 1092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2210" h="1092744">
                    <a:moveTo>
                      <a:pt x="0" y="287655"/>
                    </a:moveTo>
                    <a:cubicBezTo>
                      <a:pt x="994126" y="1424940"/>
                      <a:pt x="1166314" y="1357313"/>
                      <a:pt x="518468" y="84773"/>
                    </a:cubicBezTo>
                    <a:lnTo>
                      <a:pt x="475658" y="0"/>
                    </a:lnTo>
                    <a:lnTo>
                      <a:pt x="518468" y="84773"/>
                    </a:lnTo>
                    <a:cubicBezTo>
                      <a:pt x="1166314" y="1357313"/>
                      <a:pt x="994126" y="1424940"/>
                      <a:pt x="0" y="287655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0" name="Freeform 1429">
                <a:extLst>
                  <a:ext uri="{FF2B5EF4-FFF2-40B4-BE49-F238E27FC236}">
                    <a16:creationId xmlns:a16="http://schemas.microsoft.com/office/drawing/2014/main" id="{C4C3D48F-4DF2-7A82-BEE7-CE14767B2B12}"/>
                  </a:ext>
                </a:extLst>
              </p:cNvPr>
              <p:cNvSpPr/>
              <p:nvPr/>
            </p:nvSpPr>
            <p:spPr>
              <a:xfrm>
                <a:off x="4608140" y="1377314"/>
                <a:ext cx="944728" cy="1138400"/>
              </a:xfrm>
              <a:custGeom>
                <a:avLst/>
                <a:gdLst>
                  <a:gd name="connsiteX0" fmla="*/ 0 w 944728"/>
                  <a:gd name="connsiteY0" fmla="*/ 342900 h 1138400"/>
                  <a:gd name="connsiteX1" fmla="*/ 632626 w 944728"/>
                  <a:gd name="connsiteY1" fmla="*/ 87630 h 1138400"/>
                  <a:gd name="connsiteX2" fmla="*/ 594573 w 944728"/>
                  <a:gd name="connsiteY2" fmla="*/ 0 h 1138400"/>
                  <a:gd name="connsiteX3" fmla="*/ 632626 w 944728"/>
                  <a:gd name="connsiteY3" fmla="*/ 87630 h 1138400"/>
                  <a:gd name="connsiteX4" fmla="*/ 0 w 944728"/>
                  <a:gd name="connsiteY4" fmla="*/ 342900 h 1138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4728" h="1138400">
                    <a:moveTo>
                      <a:pt x="0" y="342900"/>
                    </a:moveTo>
                    <a:cubicBezTo>
                      <a:pt x="991272" y="1482090"/>
                      <a:pt x="1202464" y="1397318"/>
                      <a:pt x="632626" y="87630"/>
                    </a:cubicBezTo>
                    <a:lnTo>
                      <a:pt x="594573" y="0"/>
                    </a:lnTo>
                    <a:lnTo>
                      <a:pt x="632626" y="87630"/>
                    </a:lnTo>
                    <a:cubicBezTo>
                      <a:pt x="1202464" y="1397318"/>
                      <a:pt x="992223" y="1483043"/>
                      <a:pt x="0" y="342900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1" name="Freeform 1430">
                <a:extLst>
                  <a:ext uri="{FF2B5EF4-FFF2-40B4-BE49-F238E27FC236}">
                    <a16:creationId xmlns:a16="http://schemas.microsoft.com/office/drawing/2014/main" id="{08A92D8A-29F5-2CD4-BA79-C0C903737A1A}"/>
                  </a:ext>
                </a:extLst>
              </p:cNvPr>
              <p:cNvSpPr/>
              <p:nvPr/>
            </p:nvSpPr>
            <p:spPr>
              <a:xfrm>
                <a:off x="4611945" y="1615439"/>
                <a:ext cx="804549" cy="951828"/>
              </a:xfrm>
              <a:custGeom>
                <a:avLst/>
                <a:gdLst>
                  <a:gd name="connsiteX0" fmla="*/ 0 w 804549"/>
                  <a:gd name="connsiteY0" fmla="*/ 101918 h 951828"/>
                  <a:gd name="connsiteX1" fmla="*/ 230219 w 804549"/>
                  <a:gd name="connsiteY1" fmla="*/ 77152 h 951828"/>
                  <a:gd name="connsiteX2" fmla="*/ 174091 w 804549"/>
                  <a:gd name="connsiteY2" fmla="*/ 0 h 951828"/>
                  <a:gd name="connsiteX3" fmla="*/ 230219 w 804549"/>
                  <a:gd name="connsiteY3" fmla="*/ 77152 h 951828"/>
                  <a:gd name="connsiteX4" fmla="*/ 0 w 804549"/>
                  <a:gd name="connsiteY4" fmla="*/ 101918 h 951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4549" h="951828">
                    <a:moveTo>
                      <a:pt x="0" y="101918"/>
                    </a:moveTo>
                    <a:cubicBezTo>
                      <a:pt x="989369" y="1243013"/>
                      <a:pt x="1066426" y="1234440"/>
                      <a:pt x="230219" y="77152"/>
                    </a:cubicBezTo>
                    <a:lnTo>
                      <a:pt x="174091" y="0"/>
                    </a:lnTo>
                    <a:lnTo>
                      <a:pt x="230219" y="77152"/>
                    </a:lnTo>
                    <a:cubicBezTo>
                      <a:pt x="1066426" y="1235393"/>
                      <a:pt x="989369" y="1243013"/>
                      <a:pt x="0" y="101918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2" name="Freeform 1431">
                <a:extLst>
                  <a:ext uri="{FF2B5EF4-FFF2-40B4-BE49-F238E27FC236}">
                    <a16:creationId xmlns:a16="http://schemas.microsoft.com/office/drawing/2014/main" id="{1575AFC7-F88D-7C26-6FB6-3DF534F97DFF}"/>
                  </a:ext>
                </a:extLst>
              </p:cNvPr>
              <p:cNvSpPr/>
              <p:nvPr/>
            </p:nvSpPr>
            <p:spPr>
              <a:xfrm>
                <a:off x="4614799" y="1322070"/>
                <a:ext cx="996492" cy="1180102"/>
              </a:xfrm>
              <a:custGeom>
                <a:avLst/>
                <a:gdLst>
                  <a:gd name="connsiteX0" fmla="*/ 0 w 996492"/>
                  <a:gd name="connsiteY0" fmla="*/ 392430 h 1180102"/>
                  <a:gd name="connsiteX1" fmla="*/ 760102 w 996492"/>
                  <a:gd name="connsiteY1" fmla="*/ 89535 h 1180102"/>
                  <a:gd name="connsiteX2" fmla="*/ 727757 w 996492"/>
                  <a:gd name="connsiteY2" fmla="*/ 0 h 1180102"/>
                  <a:gd name="connsiteX3" fmla="*/ 760102 w 996492"/>
                  <a:gd name="connsiteY3" fmla="*/ 89535 h 1180102"/>
                  <a:gd name="connsiteX4" fmla="*/ 0 w 996492"/>
                  <a:gd name="connsiteY4" fmla="*/ 392430 h 1180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96492" h="1180102">
                    <a:moveTo>
                      <a:pt x="0" y="392430"/>
                    </a:moveTo>
                    <a:cubicBezTo>
                      <a:pt x="987467" y="1535430"/>
                      <a:pt x="1240517" y="1434465"/>
                      <a:pt x="760102" y="89535"/>
                    </a:cubicBezTo>
                    <a:lnTo>
                      <a:pt x="727757" y="0"/>
                    </a:lnTo>
                    <a:lnTo>
                      <a:pt x="760102" y="89535"/>
                    </a:lnTo>
                    <a:cubicBezTo>
                      <a:pt x="1241468" y="1434465"/>
                      <a:pt x="987467" y="1535430"/>
                      <a:pt x="0" y="392430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3" name="Freeform 1432">
                <a:extLst>
                  <a:ext uri="{FF2B5EF4-FFF2-40B4-BE49-F238E27FC236}">
                    <a16:creationId xmlns:a16="http://schemas.microsoft.com/office/drawing/2014/main" id="{6D97887D-174E-8EBC-4BBF-C86DC1717D39}"/>
                  </a:ext>
                </a:extLst>
              </p:cNvPr>
              <p:cNvSpPr/>
              <p:nvPr/>
            </p:nvSpPr>
            <p:spPr>
              <a:xfrm>
                <a:off x="3892750" y="1711642"/>
                <a:ext cx="1334718" cy="1417763"/>
              </a:xfrm>
              <a:custGeom>
                <a:avLst/>
                <a:gdLst>
                  <a:gd name="connsiteX0" fmla="*/ 725855 w 1334718"/>
                  <a:gd name="connsiteY0" fmla="*/ 0 h 1417763"/>
                  <a:gd name="connsiteX1" fmla="*/ 94180 w 1334718"/>
                  <a:gd name="connsiteY1" fmla="*/ 1354455 h 1417763"/>
                  <a:gd name="connsiteX2" fmla="*/ 0 w 1334718"/>
                  <a:gd name="connsiteY2" fmla="*/ 1338263 h 1417763"/>
                  <a:gd name="connsiteX3" fmla="*/ 94180 w 1334718"/>
                  <a:gd name="connsiteY3" fmla="*/ 1354455 h 1417763"/>
                  <a:gd name="connsiteX4" fmla="*/ 725855 w 1334718"/>
                  <a:gd name="connsiteY4" fmla="*/ 0 h 1417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4718" h="1417763">
                    <a:moveTo>
                      <a:pt x="725855" y="0"/>
                    </a:moveTo>
                    <a:cubicBezTo>
                      <a:pt x="1711419" y="1144905"/>
                      <a:pt x="1500227" y="1596390"/>
                      <a:pt x="94180" y="1354455"/>
                    </a:cubicBezTo>
                    <a:lnTo>
                      <a:pt x="0" y="1338263"/>
                    </a:lnTo>
                    <a:lnTo>
                      <a:pt x="94180" y="1354455"/>
                    </a:lnTo>
                    <a:cubicBezTo>
                      <a:pt x="1500227" y="1596390"/>
                      <a:pt x="1711419" y="1144905"/>
                      <a:pt x="725855" y="0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4" name="Freeform 1433">
                <a:extLst>
                  <a:ext uri="{FF2B5EF4-FFF2-40B4-BE49-F238E27FC236}">
                    <a16:creationId xmlns:a16="http://schemas.microsoft.com/office/drawing/2014/main" id="{B874E463-6F28-E4D9-E464-FF0E89DFF47D}"/>
                  </a:ext>
                </a:extLst>
              </p:cNvPr>
              <p:cNvSpPr/>
              <p:nvPr/>
            </p:nvSpPr>
            <p:spPr>
              <a:xfrm>
                <a:off x="3833768" y="3502056"/>
                <a:ext cx="1178400" cy="443198"/>
              </a:xfrm>
              <a:custGeom>
                <a:avLst/>
                <a:gdLst>
                  <a:gd name="connsiteX0" fmla="*/ 0 w 1178400"/>
                  <a:gd name="connsiteY0" fmla="*/ 12669 h 443198"/>
                  <a:gd name="connsiteX1" fmla="*/ 179799 w 1178400"/>
                  <a:gd name="connsiteY1" fmla="*/ 421291 h 443198"/>
                  <a:gd name="connsiteX2" fmla="*/ 87521 w 1178400"/>
                  <a:gd name="connsiteY2" fmla="*/ 443199 h 443198"/>
                  <a:gd name="connsiteX3" fmla="*/ 179799 w 1178400"/>
                  <a:gd name="connsiteY3" fmla="*/ 421291 h 443198"/>
                  <a:gd name="connsiteX4" fmla="*/ 0 w 1178400"/>
                  <a:gd name="connsiteY4" fmla="*/ 12669 h 4431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8400" h="443198">
                    <a:moveTo>
                      <a:pt x="0" y="12669"/>
                    </a:moveTo>
                    <a:cubicBezTo>
                      <a:pt x="1508788" y="-44481"/>
                      <a:pt x="1568722" y="91726"/>
                      <a:pt x="179799" y="421291"/>
                    </a:cubicBezTo>
                    <a:lnTo>
                      <a:pt x="87521" y="443199"/>
                    </a:lnTo>
                    <a:lnTo>
                      <a:pt x="179799" y="421291"/>
                    </a:lnTo>
                    <a:cubicBezTo>
                      <a:pt x="1567770" y="91726"/>
                      <a:pt x="1507837" y="-44481"/>
                      <a:pt x="0" y="12669"/>
                    </a:cubicBezTo>
                    <a:close/>
                  </a:path>
                </a:pathLst>
              </a:custGeom>
              <a:solidFill>
                <a:srgbClr val="8FA38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5" name="Freeform 1434">
                <a:extLst>
                  <a:ext uri="{FF2B5EF4-FFF2-40B4-BE49-F238E27FC236}">
                    <a16:creationId xmlns:a16="http://schemas.microsoft.com/office/drawing/2014/main" id="{E5EB7D72-AD03-9D5C-24A3-EE9C5F6336DF}"/>
                  </a:ext>
                </a:extLst>
              </p:cNvPr>
              <p:cNvSpPr/>
              <p:nvPr/>
            </p:nvSpPr>
            <p:spPr>
              <a:xfrm>
                <a:off x="3833768" y="2683192"/>
                <a:ext cx="1195952" cy="827722"/>
              </a:xfrm>
              <a:custGeom>
                <a:avLst/>
                <a:gdLst>
                  <a:gd name="connsiteX0" fmla="*/ 0 w 1195952"/>
                  <a:gd name="connsiteY0" fmla="*/ 827723 h 827722"/>
                  <a:gd name="connsiteX1" fmla="*/ 244488 w 1195952"/>
                  <a:gd name="connsiteY1" fmla="*/ 31433 h 827722"/>
                  <a:gd name="connsiteX2" fmla="*/ 155065 w 1195952"/>
                  <a:gd name="connsiteY2" fmla="*/ 0 h 827722"/>
                  <a:gd name="connsiteX3" fmla="*/ 244488 w 1195952"/>
                  <a:gd name="connsiteY3" fmla="*/ 31433 h 827722"/>
                  <a:gd name="connsiteX4" fmla="*/ 0 w 1195952"/>
                  <a:gd name="connsiteY4" fmla="*/ 827723 h 827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5952" h="827722">
                    <a:moveTo>
                      <a:pt x="0" y="827723"/>
                    </a:moveTo>
                    <a:cubicBezTo>
                      <a:pt x="1508788" y="773430"/>
                      <a:pt x="1589650" y="507683"/>
                      <a:pt x="244488" y="31433"/>
                    </a:cubicBezTo>
                    <a:lnTo>
                      <a:pt x="155065" y="0"/>
                    </a:lnTo>
                    <a:lnTo>
                      <a:pt x="244488" y="31433"/>
                    </a:lnTo>
                    <a:cubicBezTo>
                      <a:pt x="1589650" y="507683"/>
                      <a:pt x="1507837" y="773430"/>
                      <a:pt x="0" y="827723"/>
                    </a:cubicBezTo>
                    <a:close/>
                  </a:path>
                </a:pathLst>
              </a:custGeom>
              <a:solidFill>
                <a:srgbClr val="8FA38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6" name="Freeform 1435">
                <a:extLst>
                  <a:ext uri="{FF2B5EF4-FFF2-40B4-BE49-F238E27FC236}">
                    <a16:creationId xmlns:a16="http://schemas.microsoft.com/office/drawing/2014/main" id="{826CF976-6CB9-F5E7-C7C5-AF0FBE5DDAA4}"/>
                  </a:ext>
                </a:extLst>
              </p:cNvPr>
              <p:cNvSpPr/>
              <p:nvPr/>
            </p:nvSpPr>
            <p:spPr>
              <a:xfrm>
                <a:off x="4265666" y="1930717"/>
                <a:ext cx="979681" cy="807325"/>
              </a:xfrm>
              <a:custGeom>
                <a:avLst/>
                <a:gdLst>
                  <a:gd name="connsiteX0" fmla="*/ 0 w 979681"/>
                  <a:gd name="connsiteY0" fmla="*/ 163830 h 807325"/>
                  <a:gd name="connsiteX1" fmla="*/ 240683 w 979681"/>
                  <a:gd name="connsiteY1" fmla="*/ 63817 h 807325"/>
                  <a:gd name="connsiteX2" fmla="*/ 170286 w 979681"/>
                  <a:gd name="connsiteY2" fmla="*/ 0 h 807325"/>
                  <a:gd name="connsiteX3" fmla="*/ 240683 w 979681"/>
                  <a:gd name="connsiteY3" fmla="*/ 63817 h 807325"/>
                  <a:gd name="connsiteX4" fmla="*/ 0 w 979681"/>
                  <a:gd name="connsiteY4" fmla="*/ 163830 h 807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79681" h="807325">
                    <a:moveTo>
                      <a:pt x="0" y="163830"/>
                    </a:moveTo>
                    <a:cubicBezTo>
                      <a:pt x="1219588" y="1053465"/>
                      <a:pt x="1300450" y="1020128"/>
                      <a:pt x="240683" y="63817"/>
                    </a:cubicBezTo>
                    <a:lnTo>
                      <a:pt x="170286" y="0"/>
                    </a:lnTo>
                    <a:lnTo>
                      <a:pt x="240683" y="63817"/>
                    </a:lnTo>
                    <a:cubicBezTo>
                      <a:pt x="1300450" y="1020128"/>
                      <a:pt x="1220539" y="1054418"/>
                      <a:pt x="0" y="163830"/>
                    </a:cubicBezTo>
                    <a:close/>
                  </a:path>
                </a:pathLst>
              </a:custGeom>
              <a:solidFill>
                <a:srgbClr val="EFE09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7" name="Freeform 1436">
                <a:extLst>
                  <a:ext uri="{FF2B5EF4-FFF2-40B4-BE49-F238E27FC236}">
                    <a16:creationId xmlns:a16="http://schemas.microsoft.com/office/drawing/2014/main" id="{B04D0C3E-D86D-18CB-F129-06E3CF528506}"/>
                  </a:ext>
                </a:extLst>
              </p:cNvPr>
              <p:cNvSpPr/>
              <p:nvPr/>
            </p:nvSpPr>
            <p:spPr>
              <a:xfrm>
                <a:off x="3891799" y="2090737"/>
                <a:ext cx="1225131" cy="1055423"/>
              </a:xfrm>
              <a:custGeom>
                <a:avLst/>
                <a:gdLst>
                  <a:gd name="connsiteX0" fmla="*/ 376721 w 1225131"/>
                  <a:gd name="connsiteY0" fmla="*/ 0 h 1055423"/>
                  <a:gd name="connsiteX1" fmla="*/ 94180 w 1225131"/>
                  <a:gd name="connsiteY1" fmla="*/ 979170 h 1055423"/>
                  <a:gd name="connsiteX2" fmla="*/ 0 w 1225131"/>
                  <a:gd name="connsiteY2" fmla="*/ 962978 h 1055423"/>
                  <a:gd name="connsiteX3" fmla="*/ 94180 w 1225131"/>
                  <a:gd name="connsiteY3" fmla="*/ 979170 h 1055423"/>
                  <a:gd name="connsiteX4" fmla="*/ 376721 w 1225131"/>
                  <a:gd name="connsiteY4" fmla="*/ 0 h 1055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5131" h="1055423">
                    <a:moveTo>
                      <a:pt x="376721" y="0"/>
                    </a:moveTo>
                    <a:cubicBezTo>
                      <a:pt x="1595358" y="892493"/>
                      <a:pt x="1501178" y="1218248"/>
                      <a:pt x="94180" y="979170"/>
                    </a:cubicBezTo>
                    <a:lnTo>
                      <a:pt x="0" y="962978"/>
                    </a:lnTo>
                    <a:lnTo>
                      <a:pt x="94180" y="979170"/>
                    </a:lnTo>
                    <a:cubicBezTo>
                      <a:pt x="1501178" y="1219200"/>
                      <a:pt x="1595358" y="892493"/>
                      <a:pt x="376721" y="0"/>
                    </a:cubicBezTo>
                    <a:close/>
                  </a:path>
                </a:pathLst>
              </a:custGeom>
              <a:solidFill>
                <a:srgbClr val="EFE09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8" name="Freeform 1437">
                <a:extLst>
                  <a:ext uri="{FF2B5EF4-FFF2-40B4-BE49-F238E27FC236}">
                    <a16:creationId xmlns:a16="http://schemas.microsoft.com/office/drawing/2014/main" id="{544AF97B-CA7D-EE1A-273A-44E1B292E02C}"/>
                  </a:ext>
                </a:extLst>
              </p:cNvPr>
              <p:cNvSpPr/>
              <p:nvPr/>
            </p:nvSpPr>
            <p:spPr>
              <a:xfrm>
                <a:off x="5076188" y="1436370"/>
                <a:ext cx="1725688" cy="4146232"/>
              </a:xfrm>
              <a:custGeom>
                <a:avLst/>
                <a:gdLst>
                  <a:gd name="connsiteX0" fmla="*/ 1725689 w 1725688"/>
                  <a:gd name="connsiteY0" fmla="*/ 4146232 h 4146232"/>
                  <a:gd name="connsiteX1" fmla="*/ 43761 w 1725688"/>
                  <a:gd name="connsiteY1" fmla="*/ 84772 h 4146232"/>
                  <a:gd name="connsiteX2" fmla="*/ 0 w 1725688"/>
                  <a:gd name="connsiteY2" fmla="*/ 0 h 4146232"/>
                  <a:gd name="connsiteX3" fmla="*/ 43761 w 1725688"/>
                  <a:gd name="connsiteY3" fmla="*/ 84772 h 4146232"/>
                  <a:gd name="connsiteX4" fmla="*/ 1725689 w 1725688"/>
                  <a:gd name="connsiteY4" fmla="*/ 4146232 h 4146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5688" h="4146232">
                    <a:moveTo>
                      <a:pt x="1725689" y="4146232"/>
                    </a:moveTo>
                    <a:cubicBezTo>
                      <a:pt x="1254787" y="2710815"/>
                      <a:pt x="694461" y="1356360"/>
                      <a:pt x="43761" y="84772"/>
                    </a:cubicBezTo>
                    <a:lnTo>
                      <a:pt x="0" y="0"/>
                    </a:lnTo>
                    <a:lnTo>
                      <a:pt x="43761" y="84772"/>
                    </a:lnTo>
                    <a:cubicBezTo>
                      <a:pt x="694461" y="1356360"/>
                      <a:pt x="1254787" y="2709862"/>
                      <a:pt x="1725689" y="4146232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9" name="Freeform 1438">
                <a:extLst>
                  <a:ext uri="{FF2B5EF4-FFF2-40B4-BE49-F238E27FC236}">
                    <a16:creationId xmlns:a16="http://schemas.microsoft.com/office/drawing/2014/main" id="{FE3054EE-1852-84BB-4293-7BAA9621F033}"/>
                  </a:ext>
                </a:extLst>
              </p:cNvPr>
              <p:cNvSpPr/>
              <p:nvPr/>
            </p:nvSpPr>
            <p:spPr>
              <a:xfrm>
                <a:off x="5338751" y="1323022"/>
                <a:ext cx="1459319" cy="4261484"/>
              </a:xfrm>
              <a:custGeom>
                <a:avLst/>
                <a:gdLst>
                  <a:gd name="connsiteX0" fmla="*/ 1459320 w 1459319"/>
                  <a:gd name="connsiteY0" fmla="*/ 4261485 h 4261484"/>
                  <a:gd name="connsiteX1" fmla="*/ 32345 w 1459319"/>
                  <a:gd name="connsiteY1" fmla="*/ 89535 h 4261484"/>
                  <a:gd name="connsiteX2" fmla="*/ 0 w 1459319"/>
                  <a:gd name="connsiteY2" fmla="*/ 0 h 4261484"/>
                  <a:gd name="connsiteX3" fmla="*/ 32345 w 1459319"/>
                  <a:gd name="connsiteY3" fmla="*/ 89535 h 4261484"/>
                  <a:gd name="connsiteX4" fmla="*/ 1459320 w 1459319"/>
                  <a:gd name="connsiteY4" fmla="*/ 4261485 h 4261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9319" h="4261484">
                    <a:moveTo>
                      <a:pt x="1459320" y="4261485"/>
                    </a:moveTo>
                    <a:cubicBezTo>
                      <a:pt x="991272" y="2825115"/>
                      <a:pt x="515614" y="1434465"/>
                      <a:pt x="32345" y="89535"/>
                    </a:cubicBezTo>
                    <a:lnTo>
                      <a:pt x="0" y="0"/>
                    </a:lnTo>
                    <a:lnTo>
                      <a:pt x="32345" y="89535"/>
                    </a:lnTo>
                    <a:cubicBezTo>
                      <a:pt x="515614" y="1433512"/>
                      <a:pt x="991272" y="2824163"/>
                      <a:pt x="1459320" y="4261485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0" name="Freeform 1439">
                <a:extLst>
                  <a:ext uri="{FF2B5EF4-FFF2-40B4-BE49-F238E27FC236}">
                    <a16:creationId xmlns:a16="http://schemas.microsoft.com/office/drawing/2014/main" id="{A1BEDB59-33D8-746C-C389-5F669CA651D9}"/>
                  </a:ext>
                </a:extLst>
              </p:cNvPr>
              <p:cNvSpPr/>
              <p:nvPr/>
            </p:nvSpPr>
            <p:spPr>
              <a:xfrm>
                <a:off x="4111553" y="1711642"/>
                <a:ext cx="1172022" cy="1060827"/>
              </a:xfrm>
              <a:custGeom>
                <a:avLst/>
                <a:gdLst>
                  <a:gd name="connsiteX0" fmla="*/ 0 w 1172022"/>
                  <a:gd name="connsiteY0" fmla="*/ 624840 h 1060827"/>
                  <a:gd name="connsiteX1" fmla="*/ 609794 w 1172022"/>
                  <a:gd name="connsiteY1" fmla="*/ 73343 h 1060827"/>
                  <a:gd name="connsiteX2" fmla="*/ 548910 w 1172022"/>
                  <a:gd name="connsiteY2" fmla="*/ 0 h 1060827"/>
                  <a:gd name="connsiteX3" fmla="*/ 609794 w 1172022"/>
                  <a:gd name="connsiteY3" fmla="*/ 73343 h 1060827"/>
                  <a:gd name="connsiteX4" fmla="*/ 0 w 1172022"/>
                  <a:gd name="connsiteY4" fmla="*/ 624840 h 1060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2022" h="1060827">
                    <a:moveTo>
                      <a:pt x="0" y="624840"/>
                    </a:moveTo>
                    <a:cubicBezTo>
                      <a:pt x="1322330" y="1352550"/>
                      <a:pt x="1525912" y="1169670"/>
                      <a:pt x="609794" y="73343"/>
                    </a:cubicBezTo>
                    <a:lnTo>
                      <a:pt x="548910" y="0"/>
                    </a:lnTo>
                    <a:lnTo>
                      <a:pt x="609794" y="73343"/>
                    </a:lnTo>
                    <a:cubicBezTo>
                      <a:pt x="1525912" y="1168718"/>
                      <a:pt x="1322330" y="1352550"/>
                      <a:pt x="0" y="624840"/>
                    </a:cubicBezTo>
                    <a:close/>
                  </a:path>
                </a:pathLst>
              </a:custGeom>
              <a:solidFill>
                <a:srgbClr val="DACA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1" name="Freeform 1440">
                <a:extLst>
                  <a:ext uri="{FF2B5EF4-FFF2-40B4-BE49-F238E27FC236}">
                    <a16:creationId xmlns:a16="http://schemas.microsoft.com/office/drawing/2014/main" id="{9294DD3D-35B7-1B3A-8F5B-B46ABF0E1D6D}"/>
                  </a:ext>
                </a:extLst>
              </p:cNvPr>
              <p:cNvSpPr/>
              <p:nvPr/>
            </p:nvSpPr>
            <p:spPr>
              <a:xfrm>
                <a:off x="5072383" y="1438275"/>
                <a:ext cx="3132686" cy="2814637"/>
              </a:xfrm>
              <a:custGeom>
                <a:avLst/>
                <a:gdLst>
                  <a:gd name="connsiteX0" fmla="*/ 3132686 w 3132686"/>
                  <a:gd name="connsiteY0" fmla="*/ 2814638 h 2814637"/>
                  <a:gd name="connsiteX1" fmla="*/ 43761 w 3132686"/>
                  <a:gd name="connsiteY1" fmla="*/ 84773 h 2814637"/>
                  <a:gd name="connsiteX2" fmla="*/ 0 w 3132686"/>
                  <a:gd name="connsiteY2" fmla="*/ 0 h 2814637"/>
                  <a:gd name="connsiteX3" fmla="*/ 43761 w 3132686"/>
                  <a:gd name="connsiteY3" fmla="*/ 84773 h 2814637"/>
                  <a:gd name="connsiteX4" fmla="*/ 3132686 w 3132686"/>
                  <a:gd name="connsiteY4" fmla="*/ 2814638 h 2814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32686" h="2814637">
                    <a:moveTo>
                      <a:pt x="3132686" y="2814638"/>
                    </a:moveTo>
                    <a:cubicBezTo>
                      <a:pt x="1726640" y="2265045"/>
                      <a:pt x="697315" y="1355408"/>
                      <a:pt x="43761" y="84773"/>
                    </a:cubicBezTo>
                    <a:lnTo>
                      <a:pt x="0" y="0"/>
                    </a:lnTo>
                    <a:lnTo>
                      <a:pt x="43761" y="84773"/>
                    </a:lnTo>
                    <a:cubicBezTo>
                      <a:pt x="696364" y="1355408"/>
                      <a:pt x="1726640" y="2265045"/>
                      <a:pt x="3132686" y="2814638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2" name="Freeform 1441">
                <a:extLst>
                  <a:ext uri="{FF2B5EF4-FFF2-40B4-BE49-F238E27FC236}">
                    <a16:creationId xmlns:a16="http://schemas.microsoft.com/office/drawing/2014/main" id="{1960CDB3-B69C-F414-E47C-01C59BD8134E}"/>
                  </a:ext>
                </a:extLst>
              </p:cNvPr>
              <p:cNvSpPr/>
              <p:nvPr/>
            </p:nvSpPr>
            <p:spPr>
              <a:xfrm>
                <a:off x="4938247" y="1513522"/>
                <a:ext cx="3265870" cy="2743199"/>
              </a:xfrm>
              <a:custGeom>
                <a:avLst/>
                <a:gdLst>
                  <a:gd name="connsiteX0" fmla="*/ 3265870 w 3265870"/>
                  <a:gd name="connsiteY0" fmla="*/ 2743200 h 2743199"/>
                  <a:gd name="connsiteX1" fmla="*/ 49469 w 3265870"/>
                  <a:gd name="connsiteY1" fmla="*/ 81915 h 2743199"/>
                  <a:gd name="connsiteX2" fmla="*/ 0 w 3265870"/>
                  <a:gd name="connsiteY2" fmla="*/ 0 h 2743199"/>
                  <a:gd name="connsiteX3" fmla="*/ 49469 w 3265870"/>
                  <a:gd name="connsiteY3" fmla="*/ 81915 h 2743199"/>
                  <a:gd name="connsiteX4" fmla="*/ 3265870 w 3265870"/>
                  <a:gd name="connsiteY4" fmla="*/ 2743200 h 2743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65870" h="2743199">
                    <a:moveTo>
                      <a:pt x="3265870" y="2743200"/>
                    </a:moveTo>
                    <a:cubicBezTo>
                      <a:pt x="1860776" y="2190750"/>
                      <a:pt x="788642" y="1303973"/>
                      <a:pt x="49469" y="81915"/>
                    </a:cubicBezTo>
                    <a:lnTo>
                      <a:pt x="0" y="0"/>
                    </a:lnTo>
                    <a:lnTo>
                      <a:pt x="49469" y="81915"/>
                    </a:lnTo>
                    <a:cubicBezTo>
                      <a:pt x="788642" y="1303973"/>
                      <a:pt x="1860776" y="2190750"/>
                      <a:pt x="3265870" y="2743200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3" name="Freeform 1442">
                <a:extLst>
                  <a:ext uri="{FF2B5EF4-FFF2-40B4-BE49-F238E27FC236}">
                    <a16:creationId xmlns:a16="http://schemas.microsoft.com/office/drawing/2014/main" id="{DD708107-BE51-7C11-F152-2CD79C186C11}"/>
                  </a:ext>
                </a:extLst>
              </p:cNvPr>
              <p:cNvSpPr/>
              <p:nvPr/>
            </p:nvSpPr>
            <p:spPr>
              <a:xfrm>
                <a:off x="5604169" y="1175385"/>
                <a:ext cx="733465" cy="1169529"/>
              </a:xfrm>
              <a:custGeom>
                <a:avLst/>
                <a:gdLst>
                  <a:gd name="connsiteX0" fmla="*/ 733465 w 733465"/>
                  <a:gd name="connsiteY0" fmla="*/ 0 h 1169529"/>
                  <a:gd name="connsiteX1" fmla="*/ 20929 w 733465"/>
                  <a:gd name="connsiteY1" fmla="*/ 162877 h 1169529"/>
                  <a:gd name="connsiteX2" fmla="*/ 0 w 733465"/>
                  <a:gd name="connsiteY2" fmla="*/ 69532 h 1169529"/>
                  <a:gd name="connsiteX3" fmla="*/ 20929 w 733465"/>
                  <a:gd name="connsiteY3" fmla="*/ 162877 h 1169529"/>
                  <a:gd name="connsiteX4" fmla="*/ 733465 w 733465"/>
                  <a:gd name="connsiteY4" fmla="*/ 0 h 1169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3465" h="1169529">
                    <a:moveTo>
                      <a:pt x="733465" y="0"/>
                    </a:moveTo>
                    <a:cubicBezTo>
                      <a:pt x="572693" y="1503045"/>
                      <a:pt x="334864" y="1557337"/>
                      <a:pt x="20929" y="162877"/>
                    </a:cubicBezTo>
                    <a:lnTo>
                      <a:pt x="0" y="69532"/>
                    </a:lnTo>
                    <a:lnTo>
                      <a:pt x="20929" y="162877"/>
                    </a:lnTo>
                    <a:cubicBezTo>
                      <a:pt x="334864" y="1556385"/>
                      <a:pt x="571741" y="1502093"/>
                      <a:pt x="733465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4" name="Freeform 1443">
                <a:extLst>
                  <a:ext uri="{FF2B5EF4-FFF2-40B4-BE49-F238E27FC236}">
                    <a16:creationId xmlns:a16="http://schemas.microsoft.com/office/drawing/2014/main" id="{4563C382-A476-873E-CF1C-1BA78C4C7D12}"/>
                  </a:ext>
                </a:extLst>
              </p:cNvPr>
              <p:cNvSpPr/>
              <p:nvPr/>
            </p:nvSpPr>
            <p:spPr>
              <a:xfrm>
                <a:off x="3960293" y="1379220"/>
                <a:ext cx="1523137" cy="2804160"/>
              </a:xfrm>
              <a:custGeom>
                <a:avLst/>
                <a:gdLst>
                  <a:gd name="connsiteX0" fmla="*/ 0 w 1523137"/>
                  <a:gd name="connsiteY0" fmla="*/ 2804160 h 2804160"/>
                  <a:gd name="connsiteX1" fmla="*/ 1276667 w 1523137"/>
                  <a:gd name="connsiteY1" fmla="*/ 87630 h 2804160"/>
                  <a:gd name="connsiteX2" fmla="*/ 1238615 w 1523137"/>
                  <a:gd name="connsiteY2" fmla="*/ 0 h 2804160"/>
                  <a:gd name="connsiteX3" fmla="*/ 1276667 w 1523137"/>
                  <a:gd name="connsiteY3" fmla="*/ 87630 h 2804160"/>
                  <a:gd name="connsiteX4" fmla="*/ 0 w 1523137"/>
                  <a:gd name="connsiteY4" fmla="*/ 2804160 h 2804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3137" h="2804160">
                    <a:moveTo>
                      <a:pt x="0" y="2804160"/>
                    </a:moveTo>
                    <a:cubicBezTo>
                      <a:pt x="1423170" y="2301240"/>
                      <a:pt x="1849360" y="1395413"/>
                      <a:pt x="1276667" y="87630"/>
                    </a:cubicBezTo>
                    <a:lnTo>
                      <a:pt x="1238615" y="0"/>
                    </a:lnTo>
                    <a:lnTo>
                      <a:pt x="1276667" y="87630"/>
                    </a:lnTo>
                    <a:cubicBezTo>
                      <a:pt x="1849360" y="1396365"/>
                      <a:pt x="1424121" y="2302193"/>
                      <a:pt x="0" y="2804160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5" name="Freeform 1444">
                <a:extLst>
                  <a:ext uri="{FF2B5EF4-FFF2-40B4-BE49-F238E27FC236}">
                    <a16:creationId xmlns:a16="http://schemas.microsoft.com/office/drawing/2014/main" id="{3D99291C-3856-8918-4496-3C8ADE155A7A}"/>
                  </a:ext>
                </a:extLst>
              </p:cNvPr>
              <p:cNvSpPr/>
              <p:nvPr/>
            </p:nvSpPr>
            <p:spPr>
              <a:xfrm>
                <a:off x="3959342" y="1516379"/>
                <a:ext cx="1405037" cy="2662237"/>
              </a:xfrm>
              <a:custGeom>
                <a:avLst/>
                <a:gdLst>
                  <a:gd name="connsiteX0" fmla="*/ 0 w 1405037"/>
                  <a:gd name="connsiteY0" fmla="*/ 2662238 h 2662237"/>
                  <a:gd name="connsiteX1" fmla="*/ 1024568 w 1405037"/>
                  <a:gd name="connsiteY1" fmla="*/ 80963 h 2662237"/>
                  <a:gd name="connsiteX2" fmla="*/ 975100 w 1405037"/>
                  <a:gd name="connsiteY2" fmla="*/ 0 h 2662237"/>
                  <a:gd name="connsiteX3" fmla="*/ 1024568 w 1405037"/>
                  <a:gd name="connsiteY3" fmla="*/ 80963 h 2662237"/>
                  <a:gd name="connsiteX4" fmla="*/ 0 w 1405037"/>
                  <a:gd name="connsiteY4" fmla="*/ 2662238 h 266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5037" h="2662237">
                    <a:moveTo>
                      <a:pt x="0" y="2662238"/>
                    </a:moveTo>
                    <a:cubicBezTo>
                      <a:pt x="1424121" y="2162175"/>
                      <a:pt x="1765644" y="1302068"/>
                      <a:pt x="1024568" y="80963"/>
                    </a:cubicBezTo>
                    <a:lnTo>
                      <a:pt x="975100" y="0"/>
                    </a:lnTo>
                    <a:lnTo>
                      <a:pt x="1024568" y="80963"/>
                    </a:lnTo>
                    <a:cubicBezTo>
                      <a:pt x="1765644" y="1302068"/>
                      <a:pt x="1424121" y="2162175"/>
                      <a:pt x="0" y="2662238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6" name="Freeform 1445">
                <a:extLst>
                  <a:ext uri="{FF2B5EF4-FFF2-40B4-BE49-F238E27FC236}">
                    <a16:creationId xmlns:a16="http://schemas.microsoft.com/office/drawing/2014/main" id="{FF124F45-6760-4297-EE97-4C598FA748E4}"/>
                  </a:ext>
                </a:extLst>
              </p:cNvPr>
              <p:cNvSpPr/>
              <p:nvPr/>
            </p:nvSpPr>
            <p:spPr>
              <a:xfrm>
                <a:off x="3986930" y="2687002"/>
                <a:ext cx="1645707" cy="2927984"/>
              </a:xfrm>
              <a:custGeom>
                <a:avLst/>
                <a:gdLst>
                  <a:gd name="connsiteX0" fmla="*/ 1507837 w 1645707"/>
                  <a:gd name="connsiteY0" fmla="*/ 2927985 h 2927984"/>
                  <a:gd name="connsiteX1" fmla="*/ 89424 w 1645707"/>
                  <a:gd name="connsiteY1" fmla="*/ 31432 h 2927984"/>
                  <a:gd name="connsiteX2" fmla="*/ 0 w 1645707"/>
                  <a:gd name="connsiteY2" fmla="*/ 0 h 2927984"/>
                  <a:gd name="connsiteX3" fmla="*/ 89424 w 1645707"/>
                  <a:gd name="connsiteY3" fmla="*/ 31432 h 2927984"/>
                  <a:gd name="connsiteX4" fmla="*/ 1507837 w 1645707"/>
                  <a:gd name="connsiteY4" fmla="*/ 2927985 h 2927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45707" h="2927984">
                    <a:moveTo>
                      <a:pt x="1507837" y="2927985"/>
                    </a:moveTo>
                    <a:cubicBezTo>
                      <a:pt x="1908341" y="1470660"/>
                      <a:pt x="1436488" y="505778"/>
                      <a:pt x="89424" y="31432"/>
                    </a:cubicBezTo>
                    <a:lnTo>
                      <a:pt x="0" y="0"/>
                    </a:lnTo>
                    <a:lnTo>
                      <a:pt x="89424" y="31432"/>
                    </a:lnTo>
                    <a:cubicBezTo>
                      <a:pt x="1435537" y="504825"/>
                      <a:pt x="1908341" y="1470660"/>
                      <a:pt x="1507837" y="2927985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7" name="Freeform 1446">
                <a:extLst>
                  <a:ext uri="{FF2B5EF4-FFF2-40B4-BE49-F238E27FC236}">
                    <a16:creationId xmlns:a16="http://schemas.microsoft.com/office/drawing/2014/main" id="{70FA7CE9-3203-CEE9-2F34-E0DF0E80CFC7}"/>
                  </a:ext>
                </a:extLst>
              </p:cNvPr>
              <p:cNvSpPr/>
              <p:nvPr/>
            </p:nvSpPr>
            <p:spPr>
              <a:xfrm>
                <a:off x="3891799" y="3057525"/>
                <a:ext cx="1734413" cy="2555557"/>
              </a:xfrm>
              <a:custGeom>
                <a:avLst/>
                <a:gdLst>
                  <a:gd name="connsiteX0" fmla="*/ 1599163 w 1734413"/>
                  <a:gd name="connsiteY0" fmla="*/ 2555558 h 2555557"/>
                  <a:gd name="connsiteX1" fmla="*/ 94180 w 1734413"/>
                  <a:gd name="connsiteY1" fmla="*/ 16193 h 2555557"/>
                  <a:gd name="connsiteX2" fmla="*/ 0 w 1734413"/>
                  <a:gd name="connsiteY2" fmla="*/ 0 h 2555557"/>
                  <a:gd name="connsiteX3" fmla="*/ 94180 w 1734413"/>
                  <a:gd name="connsiteY3" fmla="*/ 16193 h 2555557"/>
                  <a:gd name="connsiteX4" fmla="*/ 1599163 w 1734413"/>
                  <a:gd name="connsiteY4" fmla="*/ 2555558 h 2555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34413" h="2555557">
                    <a:moveTo>
                      <a:pt x="1599163" y="2555558"/>
                    </a:moveTo>
                    <a:cubicBezTo>
                      <a:pt x="2002522" y="1099185"/>
                      <a:pt x="1501178" y="252413"/>
                      <a:pt x="94180" y="16193"/>
                    </a:cubicBezTo>
                    <a:lnTo>
                      <a:pt x="0" y="0"/>
                    </a:lnTo>
                    <a:lnTo>
                      <a:pt x="94180" y="16193"/>
                    </a:lnTo>
                    <a:cubicBezTo>
                      <a:pt x="1501178" y="253365"/>
                      <a:pt x="2003473" y="1099185"/>
                      <a:pt x="1599163" y="2555558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8" name="Freeform 1447">
                <a:extLst>
                  <a:ext uri="{FF2B5EF4-FFF2-40B4-BE49-F238E27FC236}">
                    <a16:creationId xmlns:a16="http://schemas.microsoft.com/office/drawing/2014/main" id="{8F9A2B11-B813-C164-E77F-CE8C0D207D28}"/>
                  </a:ext>
                </a:extLst>
              </p:cNvPr>
              <p:cNvSpPr/>
              <p:nvPr/>
            </p:nvSpPr>
            <p:spPr>
              <a:xfrm>
                <a:off x="5334946" y="1324927"/>
                <a:ext cx="2981426" cy="2547937"/>
              </a:xfrm>
              <a:custGeom>
                <a:avLst/>
                <a:gdLst>
                  <a:gd name="connsiteX0" fmla="*/ 2981427 w 2981426"/>
                  <a:gd name="connsiteY0" fmla="*/ 2547938 h 2547937"/>
                  <a:gd name="connsiteX1" fmla="*/ 32345 w 2981426"/>
                  <a:gd name="connsiteY1" fmla="*/ 89535 h 2547937"/>
                  <a:gd name="connsiteX2" fmla="*/ 0 w 2981426"/>
                  <a:gd name="connsiteY2" fmla="*/ 0 h 2547937"/>
                  <a:gd name="connsiteX3" fmla="*/ 32345 w 2981426"/>
                  <a:gd name="connsiteY3" fmla="*/ 89535 h 2547937"/>
                  <a:gd name="connsiteX4" fmla="*/ 2981427 w 2981426"/>
                  <a:gd name="connsiteY4" fmla="*/ 2547938 h 2547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81426" h="2547937">
                    <a:moveTo>
                      <a:pt x="2981427" y="2547938"/>
                    </a:moveTo>
                    <a:cubicBezTo>
                      <a:pt x="1501178" y="2252663"/>
                      <a:pt x="518468" y="1432560"/>
                      <a:pt x="32345" y="89535"/>
                    </a:cubicBezTo>
                    <a:lnTo>
                      <a:pt x="0" y="0"/>
                    </a:lnTo>
                    <a:lnTo>
                      <a:pt x="32345" y="89535"/>
                    </a:lnTo>
                    <a:cubicBezTo>
                      <a:pt x="518468" y="1432560"/>
                      <a:pt x="1501178" y="2252663"/>
                      <a:pt x="2981427" y="2547938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49" name="Freeform 1448">
                <a:extLst>
                  <a:ext uri="{FF2B5EF4-FFF2-40B4-BE49-F238E27FC236}">
                    <a16:creationId xmlns:a16="http://schemas.microsoft.com/office/drawing/2014/main" id="{4FAA4B95-EBD3-11D1-FB12-B13D546CC520}"/>
                  </a:ext>
                </a:extLst>
              </p:cNvPr>
              <p:cNvSpPr/>
              <p:nvPr/>
            </p:nvSpPr>
            <p:spPr>
              <a:xfrm>
                <a:off x="4433098" y="1933575"/>
                <a:ext cx="1524039" cy="3757612"/>
              </a:xfrm>
              <a:custGeom>
                <a:avLst/>
                <a:gdLst>
                  <a:gd name="connsiteX0" fmla="*/ 1510691 w 1524039"/>
                  <a:gd name="connsiteY0" fmla="*/ 3757613 h 3757612"/>
                  <a:gd name="connsiteX1" fmla="*/ 70398 w 1524039"/>
                  <a:gd name="connsiteY1" fmla="*/ 63817 h 3757612"/>
                  <a:gd name="connsiteX2" fmla="*/ 0 w 1524039"/>
                  <a:gd name="connsiteY2" fmla="*/ 0 h 3757612"/>
                  <a:gd name="connsiteX3" fmla="*/ 70398 w 1524039"/>
                  <a:gd name="connsiteY3" fmla="*/ 63817 h 3757612"/>
                  <a:gd name="connsiteX4" fmla="*/ 1510691 w 1524039"/>
                  <a:gd name="connsiteY4" fmla="*/ 3757613 h 3757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24039" h="3757612">
                    <a:moveTo>
                      <a:pt x="1510691" y="3757613"/>
                    </a:moveTo>
                    <a:cubicBezTo>
                      <a:pt x="1611531" y="2249805"/>
                      <a:pt x="1132067" y="1018222"/>
                      <a:pt x="70398" y="63817"/>
                    </a:cubicBezTo>
                    <a:lnTo>
                      <a:pt x="0" y="0"/>
                    </a:lnTo>
                    <a:lnTo>
                      <a:pt x="70398" y="63817"/>
                    </a:lnTo>
                    <a:cubicBezTo>
                      <a:pt x="1132067" y="1018222"/>
                      <a:pt x="1612482" y="2249805"/>
                      <a:pt x="1510691" y="3757613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0" name="Freeform 1449">
                <a:extLst>
                  <a:ext uri="{FF2B5EF4-FFF2-40B4-BE49-F238E27FC236}">
                    <a16:creationId xmlns:a16="http://schemas.microsoft.com/office/drawing/2014/main" id="{31E06B07-3682-998C-0706-8C4B30C8A537}"/>
                  </a:ext>
                </a:extLst>
              </p:cNvPr>
              <p:cNvSpPr/>
              <p:nvPr/>
            </p:nvSpPr>
            <p:spPr>
              <a:xfrm>
                <a:off x="5714521" y="1223010"/>
                <a:ext cx="272013" cy="4467225"/>
              </a:xfrm>
              <a:custGeom>
                <a:avLst/>
                <a:gdLst>
                  <a:gd name="connsiteX0" fmla="*/ 225462 w 272013"/>
                  <a:gd name="connsiteY0" fmla="*/ 4467225 h 4467225"/>
                  <a:gd name="connsiteX1" fmla="*/ 16173 w 272013"/>
                  <a:gd name="connsiteY1" fmla="*/ 94298 h 4467225"/>
                  <a:gd name="connsiteX2" fmla="*/ 0 w 272013"/>
                  <a:gd name="connsiteY2" fmla="*/ 0 h 4467225"/>
                  <a:gd name="connsiteX3" fmla="*/ 16173 w 272013"/>
                  <a:gd name="connsiteY3" fmla="*/ 94298 h 4467225"/>
                  <a:gd name="connsiteX4" fmla="*/ 225462 w 272013"/>
                  <a:gd name="connsiteY4" fmla="*/ 4467225 h 4467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2013" h="4467225">
                    <a:moveTo>
                      <a:pt x="225462" y="4467225"/>
                    </a:moveTo>
                    <a:cubicBezTo>
                      <a:pt x="329156" y="2959418"/>
                      <a:pt x="259710" y="1502093"/>
                      <a:pt x="16173" y="94298"/>
                    </a:cubicBezTo>
                    <a:lnTo>
                      <a:pt x="0" y="0"/>
                    </a:lnTo>
                    <a:lnTo>
                      <a:pt x="16173" y="94298"/>
                    </a:lnTo>
                    <a:cubicBezTo>
                      <a:pt x="259710" y="1502093"/>
                      <a:pt x="329156" y="2959418"/>
                      <a:pt x="225462" y="4467225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1" name="Freeform 1450">
                <a:extLst>
                  <a:ext uri="{FF2B5EF4-FFF2-40B4-BE49-F238E27FC236}">
                    <a16:creationId xmlns:a16="http://schemas.microsoft.com/office/drawing/2014/main" id="{04E4753E-74E6-E5B1-6AF9-4B3672938D66}"/>
                  </a:ext>
                </a:extLst>
              </p:cNvPr>
              <p:cNvSpPr/>
              <p:nvPr/>
            </p:nvSpPr>
            <p:spPr>
              <a:xfrm>
                <a:off x="4658560" y="1715452"/>
                <a:ext cx="3492283" cy="1111114"/>
              </a:xfrm>
              <a:custGeom>
                <a:avLst/>
                <a:gdLst>
                  <a:gd name="connsiteX0" fmla="*/ 3492284 w 3492283"/>
                  <a:gd name="connsiteY0" fmla="*/ 761048 h 1111114"/>
                  <a:gd name="connsiteX1" fmla="*/ 60884 w 3492283"/>
                  <a:gd name="connsiteY1" fmla="*/ 73343 h 1111114"/>
                  <a:gd name="connsiteX2" fmla="*/ 0 w 3492283"/>
                  <a:gd name="connsiteY2" fmla="*/ 0 h 1111114"/>
                  <a:gd name="connsiteX3" fmla="*/ 60884 w 3492283"/>
                  <a:gd name="connsiteY3" fmla="*/ 73343 h 1111114"/>
                  <a:gd name="connsiteX4" fmla="*/ 3492284 w 3492283"/>
                  <a:gd name="connsiteY4" fmla="*/ 761048 h 1111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92283" h="1111114">
                    <a:moveTo>
                      <a:pt x="3492284" y="761048"/>
                    </a:moveTo>
                    <a:cubicBezTo>
                      <a:pt x="2122388" y="1396365"/>
                      <a:pt x="978905" y="1166813"/>
                      <a:pt x="60884" y="73343"/>
                    </a:cubicBezTo>
                    <a:lnTo>
                      <a:pt x="0" y="0"/>
                    </a:lnTo>
                    <a:lnTo>
                      <a:pt x="60884" y="73343"/>
                    </a:lnTo>
                    <a:cubicBezTo>
                      <a:pt x="978905" y="1166813"/>
                      <a:pt x="2122388" y="1396365"/>
                      <a:pt x="3492284" y="761048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2" name="Freeform 1451">
                <a:extLst>
                  <a:ext uri="{FF2B5EF4-FFF2-40B4-BE49-F238E27FC236}">
                    <a16:creationId xmlns:a16="http://schemas.microsoft.com/office/drawing/2014/main" id="{C31D63C0-1E4B-EAD9-FF32-CE2E567E2992}"/>
                  </a:ext>
                </a:extLst>
              </p:cNvPr>
              <p:cNvSpPr/>
              <p:nvPr/>
            </p:nvSpPr>
            <p:spPr>
              <a:xfrm>
                <a:off x="3985979" y="2690812"/>
                <a:ext cx="3654959" cy="2395537"/>
              </a:xfrm>
              <a:custGeom>
                <a:avLst/>
                <a:gdLst>
                  <a:gd name="connsiteX0" fmla="*/ 3654959 w 3654959"/>
                  <a:gd name="connsiteY0" fmla="*/ 2395538 h 2395537"/>
                  <a:gd name="connsiteX1" fmla="*/ 89424 w 3654959"/>
                  <a:gd name="connsiteY1" fmla="*/ 31433 h 2395537"/>
                  <a:gd name="connsiteX2" fmla="*/ 0 w 3654959"/>
                  <a:gd name="connsiteY2" fmla="*/ 0 h 2395537"/>
                  <a:gd name="connsiteX3" fmla="*/ 89424 w 3654959"/>
                  <a:gd name="connsiteY3" fmla="*/ 31433 h 2395537"/>
                  <a:gd name="connsiteX4" fmla="*/ 3654959 w 3654959"/>
                  <a:gd name="connsiteY4" fmla="*/ 2395538 h 2395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54959" h="2395537">
                    <a:moveTo>
                      <a:pt x="3654959" y="2395538"/>
                    </a:moveTo>
                    <a:cubicBezTo>
                      <a:pt x="2624683" y="1290638"/>
                      <a:pt x="1436489" y="502920"/>
                      <a:pt x="89424" y="31433"/>
                    </a:cubicBezTo>
                    <a:lnTo>
                      <a:pt x="0" y="0"/>
                    </a:lnTo>
                    <a:lnTo>
                      <a:pt x="89424" y="31433"/>
                    </a:lnTo>
                    <a:cubicBezTo>
                      <a:pt x="1436489" y="502920"/>
                      <a:pt x="2624683" y="1290638"/>
                      <a:pt x="3654959" y="2395538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3" name="Freeform 1452">
                <a:extLst>
                  <a:ext uri="{FF2B5EF4-FFF2-40B4-BE49-F238E27FC236}">
                    <a16:creationId xmlns:a16="http://schemas.microsoft.com/office/drawing/2014/main" id="{9F1A9CE0-3AF9-EEEA-1C80-220C48FEA6D1}"/>
                  </a:ext>
                </a:extLst>
              </p:cNvPr>
              <p:cNvSpPr/>
              <p:nvPr/>
            </p:nvSpPr>
            <p:spPr>
              <a:xfrm>
                <a:off x="4655706" y="1718310"/>
                <a:ext cx="2982377" cy="3370897"/>
              </a:xfrm>
              <a:custGeom>
                <a:avLst/>
                <a:gdLst>
                  <a:gd name="connsiteX0" fmla="*/ 2982378 w 2982377"/>
                  <a:gd name="connsiteY0" fmla="*/ 3370897 h 3370897"/>
                  <a:gd name="connsiteX1" fmla="*/ 60884 w 2982377"/>
                  <a:gd name="connsiteY1" fmla="*/ 72390 h 3370897"/>
                  <a:gd name="connsiteX2" fmla="*/ 0 w 2982377"/>
                  <a:gd name="connsiteY2" fmla="*/ 0 h 3370897"/>
                  <a:gd name="connsiteX3" fmla="*/ 60884 w 2982377"/>
                  <a:gd name="connsiteY3" fmla="*/ 72390 h 3370897"/>
                  <a:gd name="connsiteX4" fmla="*/ 2982378 w 2982377"/>
                  <a:gd name="connsiteY4" fmla="*/ 3370897 h 3370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82377" h="3370897">
                    <a:moveTo>
                      <a:pt x="2982378" y="3370897"/>
                    </a:moveTo>
                    <a:cubicBezTo>
                      <a:pt x="1954956" y="2264093"/>
                      <a:pt x="980808" y="1164908"/>
                      <a:pt x="60884" y="72390"/>
                    </a:cubicBezTo>
                    <a:lnTo>
                      <a:pt x="0" y="0"/>
                    </a:lnTo>
                    <a:lnTo>
                      <a:pt x="60884" y="72390"/>
                    </a:lnTo>
                    <a:cubicBezTo>
                      <a:pt x="980808" y="1164908"/>
                      <a:pt x="1954956" y="2264093"/>
                      <a:pt x="2982378" y="3370897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4" name="Freeform 1453">
                <a:extLst>
                  <a:ext uri="{FF2B5EF4-FFF2-40B4-BE49-F238E27FC236}">
                    <a16:creationId xmlns:a16="http://schemas.microsoft.com/office/drawing/2014/main" id="{CA2FCE18-7D9B-68F7-BC30-F33A21571190}"/>
                  </a:ext>
                </a:extLst>
              </p:cNvPr>
              <p:cNvSpPr/>
              <p:nvPr/>
            </p:nvSpPr>
            <p:spPr>
              <a:xfrm>
                <a:off x="4430244" y="1936432"/>
                <a:ext cx="3925133" cy="1354931"/>
              </a:xfrm>
              <a:custGeom>
                <a:avLst/>
                <a:gdLst>
                  <a:gd name="connsiteX0" fmla="*/ 3925133 w 3925133"/>
                  <a:gd name="connsiteY0" fmla="*/ 1340168 h 1354931"/>
                  <a:gd name="connsiteX1" fmla="*/ 71349 w 3925133"/>
                  <a:gd name="connsiteY1" fmla="*/ 63817 h 1354931"/>
                  <a:gd name="connsiteX2" fmla="*/ 0 w 3925133"/>
                  <a:gd name="connsiteY2" fmla="*/ 0 h 1354931"/>
                  <a:gd name="connsiteX3" fmla="*/ 71349 w 3925133"/>
                  <a:gd name="connsiteY3" fmla="*/ 63817 h 1354931"/>
                  <a:gd name="connsiteX4" fmla="*/ 3925133 w 3925133"/>
                  <a:gd name="connsiteY4" fmla="*/ 1340168 h 13549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25133" h="1354931">
                    <a:moveTo>
                      <a:pt x="3925133" y="1340168"/>
                    </a:moveTo>
                    <a:cubicBezTo>
                      <a:pt x="2419199" y="1442085"/>
                      <a:pt x="1133970" y="1016318"/>
                      <a:pt x="71349" y="63817"/>
                    </a:cubicBezTo>
                    <a:lnTo>
                      <a:pt x="0" y="0"/>
                    </a:lnTo>
                    <a:lnTo>
                      <a:pt x="71349" y="63817"/>
                    </a:lnTo>
                    <a:cubicBezTo>
                      <a:pt x="1134921" y="1016318"/>
                      <a:pt x="2419199" y="1442085"/>
                      <a:pt x="3925133" y="1340168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5" name="Freeform 1454">
                <a:extLst>
                  <a:ext uri="{FF2B5EF4-FFF2-40B4-BE49-F238E27FC236}">
                    <a16:creationId xmlns:a16="http://schemas.microsoft.com/office/drawing/2014/main" id="{BC56E236-4063-18F6-0D9A-3CF70A3D8D3A}"/>
                  </a:ext>
                </a:extLst>
              </p:cNvPr>
              <p:cNvSpPr/>
              <p:nvPr/>
            </p:nvSpPr>
            <p:spPr>
              <a:xfrm>
                <a:off x="4650949" y="1721167"/>
                <a:ext cx="3704427" cy="1572558"/>
              </a:xfrm>
              <a:custGeom>
                <a:avLst/>
                <a:gdLst>
                  <a:gd name="connsiteX0" fmla="*/ 3704428 w 3704427"/>
                  <a:gd name="connsiteY0" fmla="*/ 1560195 h 1572558"/>
                  <a:gd name="connsiteX1" fmla="*/ 61836 w 3704427"/>
                  <a:gd name="connsiteY1" fmla="*/ 72390 h 1572558"/>
                  <a:gd name="connsiteX2" fmla="*/ 0 w 3704427"/>
                  <a:gd name="connsiteY2" fmla="*/ 0 h 1572558"/>
                  <a:gd name="connsiteX3" fmla="*/ 61836 w 3704427"/>
                  <a:gd name="connsiteY3" fmla="*/ 72390 h 1572558"/>
                  <a:gd name="connsiteX4" fmla="*/ 3704428 w 3704427"/>
                  <a:gd name="connsiteY4" fmla="*/ 1560195 h 1572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04427" h="1572558">
                    <a:moveTo>
                      <a:pt x="3704428" y="1560195"/>
                    </a:moveTo>
                    <a:cubicBezTo>
                      <a:pt x="2198493" y="1659255"/>
                      <a:pt x="983662" y="1163003"/>
                      <a:pt x="61836" y="72390"/>
                    </a:cubicBezTo>
                    <a:lnTo>
                      <a:pt x="0" y="0"/>
                    </a:lnTo>
                    <a:lnTo>
                      <a:pt x="61836" y="72390"/>
                    </a:lnTo>
                    <a:cubicBezTo>
                      <a:pt x="983662" y="1163003"/>
                      <a:pt x="2198493" y="1658302"/>
                      <a:pt x="3704428" y="1560195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6" name="Freeform 1455">
                <a:extLst>
                  <a:ext uri="{FF2B5EF4-FFF2-40B4-BE49-F238E27FC236}">
                    <a16:creationId xmlns:a16="http://schemas.microsoft.com/office/drawing/2014/main" id="{39D3D048-EC0D-CCB9-D50F-5EC4668797A0}"/>
                  </a:ext>
                </a:extLst>
              </p:cNvPr>
              <p:cNvSpPr/>
              <p:nvPr/>
            </p:nvSpPr>
            <p:spPr>
              <a:xfrm>
                <a:off x="5465277" y="1251585"/>
                <a:ext cx="2100507" cy="1250331"/>
              </a:xfrm>
              <a:custGeom>
                <a:avLst/>
                <a:gdLst>
                  <a:gd name="connsiteX0" fmla="*/ 0 w 2100507"/>
                  <a:gd name="connsiteY0" fmla="*/ 0 h 1250331"/>
                  <a:gd name="connsiteX1" fmla="*/ 2037721 w 2100507"/>
                  <a:gd name="connsiteY1" fmla="*/ 562928 h 1250331"/>
                  <a:gd name="connsiteX2" fmla="*/ 2100507 w 2100507"/>
                  <a:gd name="connsiteY2" fmla="*/ 491490 h 1250331"/>
                  <a:gd name="connsiteX3" fmla="*/ 2037721 w 2100507"/>
                  <a:gd name="connsiteY3" fmla="*/ 562928 h 1250331"/>
                  <a:gd name="connsiteX4" fmla="*/ 0 w 2100507"/>
                  <a:gd name="connsiteY4" fmla="*/ 0 h 1250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00507" h="1250331">
                    <a:moveTo>
                      <a:pt x="0" y="0"/>
                    </a:moveTo>
                    <a:cubicBezTo>
                      <a:pt x="420482" y="1451610"/>
                      <a:pt x="1099722" y="1639253"/>
                      <a:pt x="2037721" y="562928"/>
                    </a:cubicBezTo>
                    <a:lnTo>
                      <a:pt x="2100507" y="491490"/>
                    </a:lnTo>
                    <a:lnTo>
                      <a:pt x="2037721" y="562928"/>
                    </a:lnTo>
                    <a:cubicBezTo>
                      <a:pt x="1099722" y="1639253"/>
                      <a:pt x="419530" y="1451610"/>
                      <a:pt x="0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7" name="Freeform 1456">
                <a:extLst>
                  <a:ext uri="{FF2B5EF4-FFF2-40B4-BE49-F238E27FC236}">
                    <a16:creationId xmlns:a16="http://schemas.microsoft.com/office/drawing/2014/main" id="{E99D0362-1846-08F7-0FEC-4FC163F84732}"/>
                  </a:ext>
                </a:extLst>
              </p:cNvPr>
              <p:cNvSpPr/>
              <p:nvPr/>
            </p:nvSpPr>
            <p:spPr>
              <a:xfrm>
                <a:off x="5470033" y="1250632"/>
                <a:ext cx="2857755" cy="2050278"/>
              </a:xfrm>
              <a:custGeom>
                <a:avLst/>
                <a:gdLst>
                  <a:gd name="connsiteX0" fmla="*/ 0 w 2857755"/>
                  <a:gd name="connsiteY0" fmla="*/ 0 h 2050278"/>
                  <a:gd name="connsiteX1" fmla="*/ 2762624 w 2857755"/>
                  <a:gd name="connsiteY1" fmla="*/ 2042160 h 2050278"/>
                  <a:gd name="connsiteX2" fmla="*/ 2857755 w 2857755"/>
                  <a:gd name="connsiteY2" fmla="*/ 2036445 h 2050278"/>
                  <a:gd name="connsiteX3" fmla="*/ 2762624 w 2857755"/>
                  <a:gd name="connsiteY3" fmla="*/ 2042160 h 2050278"/>
                  <a:gd name="connsiteX4" fmla="*/ 0 w 2857755"/>
                  <a:gd name="connsiteY4" fmla="*/ 0 h 2050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755" h="2050278">
                    <a:moveTo>
                      <a:pt x="0" y="0"/>
                    </a:moveTo>
                    <a:cubicBezTo>
                      <a:pt x="417628" y="1452563"/>
                      <a:pt x="1338503" y="2133600"/>
                      <a:pt x="2762624" y="2042160"/>
                    </a:cubicBezTo>
                    <a:lnTo>
                      <a:pt x="2857755" y="2036445"/>
                    </a:lnTo>
                    <a:lnTo>
                      <a:pt x="2762624" y="2042160"/>
                    </a:lnTo>
                    <a:cubicBezTo>
                      <a:pt x="1338503" y="2132648"/>
                      <a:pt x="417628" y="1451610"/>
                      <a:pt x="0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8" name="Freeform 1457">
                <a:extLst>
                  <a:ext uri="{FF2B5EF4-FFF2-40B4-BE49-F238E27FC236}">
                    <a16:creationId xmlns:a16="http://schemas.microsoft.com/office/drawing/2014/main" id="{6960BF89-147D-50EC-C1BF-D599761B2ED5}"/>
                  </a:ext>
                </a:extLst>
              </p:cNvPr>
              <p:cNvSpPr/>
              <p:nvPr/>
            </p:nvSpPr>
            <p:spPr>
              <a:xfrm>
                <a:off x="3912728" y="1508760"/>
                <a:ext cx="1420182" cy="2404109"/>
              </a:xfrm>
              <a:custGeom>
                <a:avLst/>
                <a:gdLst>
                  <a:gd name="connsiteX0" fmla="*/ 980808 w 1420182"/>
                  <a:gd name="connsiteY0" fmla="*/ 0 h 2404109"/>
                  <a:gd name="connsiteX1" fmla="*/ 93229 w 1420182"/>
                  <a:gd name="connsiteY1" fmla="*/ 2383155 h 2404109"/>
                  <a:gd name="connsiteX2" fmla="*/ 0 w 1420182"/>
                  <a:gd name="connsiteY2" fmla="*/ 2404110 h 2404109"/>
                  <a:gd name="connsiteX3" fmla="*/ 93229 w 1420182"/>
                  <a:gd name="connsiteY3" fmla="*/ 2383155 h 2404109"/>
                  <a:gd name="connsiteX4" fmla="*/ 980808 w 1420182"/>
                  <a:gd name="connsiteY4" fmla="*/ 0 h 2404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0182" h="2404109">
                    <a:moveTo>
                      <a:pt x="980808" y="0"/>
                    </a:moveTo>
                    <a:cubicBezTo>
                      <a:pt x="1782768" y="1280160"/>
                      <a:pt x="1486908" y="2074545"/>
                      <a:pt x="93229" y="2383155"/>
                    </a:cubicBezTo>
                    <a:lnTo>
                      <a:pt x="0" y="2404110"/>
                    </a:lnTo>
                    <a:lnTo>
                      <a:pt x="93229" y="2383155"/>
                    </a:lnTo>
                    <a:cubicBezTo>
                      <a:pt x="1486908" y="2075497"/>
                      <a:pt x="1782768" y="1281112"/>
                      <a:pt x="980808" y="0"/>
                    </a:cubicBezTo>
                    <a:close/>
                  </a:path>
                </a:pathLst>
              </a:custGeom>
              <a:solidFill>
                <a:srgbClr val="6F83A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59" name="Freeform 1458">
                <a:extLst>
                  <a:ext uri="{FF2B5EF4-FFF2-40B4-BE49-F238E27FC236}">
                    <a16:creationId xmlns:a16="http://schemas.microsoft.com/office/drawing/2014/main" id="{6786C66A-3DA3-4DC3-4A4A-09B750488C6F}"/>
                  </a:ext>
                </a:extLst>
              </p:cNvPr>
              <p:cNvSpPr/>
              <p:nvPr/>
            </p:nvSpPr>
            <p:spPr>
              <a:xfrm>
                <a:off x="4898292" y="1367789"/>
                <a:ext cx="705993" cy="1087315"/>
              </a:xfrm>
              <a:custGeom>
                <a:avLst/>
                <a:gdLst>
                  <a:gd name="connsiteX0" fmla="*/ 0 w 705993"/>
                  <a:gd name="connsiteY0" fmla="*/ 137160 h 1087315"/>
                  <a:gd name="connsiteX1" fmla="*/ 363403 w 705993"/>
                  <a:gd name="connsiteY1" fmla="*/ 87630 h 1087315"/>
                  <a:gd name="connsiteX2" fmla="*/ 326302 w 705993"/>
                  <a:gd name="connsiteY2" fmla="*/ 0 h 1087315"/>
                  <a:gd name="connsiteX3" fmla="*/ 363403 w 705993"/>
                  <a:gd name="connsiteY3" fmla="*/ 87630 h 1087315"/>
                  <a:gd name="connsiteX4" fmla="*/ 0 w 705993"/>
                  <a:gd name="connsiteY4" fmla="*/ 137160 h 1087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5993" h="1087315">
                    <a:moveTo>
                      <a:pt x="0" y="137160"/>
                    </a:moveTo>
                    <a:cubicBezTo>
                      <a:pt x="798155" y="1420178"/>
                      <a:pt x="919923" y="1403033"/>
                      <a:pt x="363403" y="87630"/>
                    </a:cubicBezTo>
                    <a:lnTo>
                      <a:pt x="326302" y="0"/>
                    </a:lnTo>
                    <a:lnTo>
                      <a:pt x="363403" y="87630"/>
                    </a:lnTo>
                    <a:cubicBezTo>
                      <a:pt x="918972" y="1403985"/>
                      <a:pt x="798155" y="1420178"/>
                      <a:pt x="0" y="137160"/>
                    </a:cubicBezTo>
                    <a:close/>
                  </a:path>
                </a:pathLst>
              </a:custGeom>
              <a:solidFill>
                <a:srgbClr val="6F83A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0" name="Freeform 1459">
                <a:extLst>
                  <a:ext uri="{FF2B5EF4-FFF2-40B4-BE49-F238E27FC236}">
                    <a16:creationId xmlns:a16="http://schemas.microsoft.com/office/drawing/2014/main" id="{0AC0383B-1DB0-998C-3771-13E90EC764FD}"/>
                  </a:ext>
                </a:extLst>
              </p:cNvPr>
              <p:cNvSpPr/>
              <p:nvPr/>
            </p:nvSpPr>
            <p:spPr>
              <a:xfrm>
                <a:off x="3914630" y="3780742"/>
                <a:ext cx="1226668" cy="1072245"/>
              </a:xfrm>
              <a:custGeom>
                <a:avLst/>
                <a:gdLst>
                  <a:gd name="connsiteX0" fmla="*/ 420482 w 1226668"/>
                  <a:gd name="connsiteY0" fmla="*/ 1072245 h 1072245"/>
                  <a:gd name="connsiteX1" fmla="*/ 93229 w 1226668"/>
                  <a:gd name="connsiteY1" fmla="*/ 115935 h 1072245"/>
                  <a:gd name="connsiteX2" fmla="*/ 0 w 1226668"/>
                  <a:gd name="connsiteY2" fmla="*/ 136890 h 1072245"/>
                  <a:gd name="connsiteX3" fmla="*/ 93229 w 1226668"/>
                  <a:gd name="connsiteY3" fmla="*/ 115935 h 1072245"/>
                  <a:gd name="connsiteX4" fmla="*/ 420482 w 1226668"/>
                  <a:gd name="connsiteY4" fmla="*/ 1072245 h 1072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26668" h="1072245">
                    <a:moveTo>
                      <a:pt x="420482" y="1072245"/>
                    </a:moveTo>
                    <a:cubicBezTo>
                      <a:pt x="1594407" y="122602"/>
                      <a:pt x="1485957" y="-196485"/>
                      <a:pt x="93229" y="115935"/>
                    </a:cubicBezTo>
                    <a:lnTo>
                      <a:pt x="0" y="136890"/>
                    </a:lnTo>
                    <a:lnTo>
                      <a:pt x="93229" y="115935"/>
                    </a:lnTo>
                    <a:cubicBezTo>
                      <a:pt x="1485957" y="-196485"/>
                      <a:pt x="1595358" y="122602"/>
                      <a:pt x="420482" y="1072245"/>
                    </a:cubicBezTo>
                    <a:close/>
                  </a:path>
                </a:pathLst>
              </a:custGeom>
              <a:solidFill>
                <a:srgbClr val="74B0A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1" name="Freeform 1460">
                <a:extLst>
                  <a:ext uri="{FF2B5EF4-FFF2-40B4-BE49-F238E27FC236}">
                    <a16:creationId xmlns:a16="http://schemas.microsoft.com/office/drawing/2014/main" id="{0556EE94-2BEA-47AA-6144-D21B1716B6EE}"/>
                  </a:ext>
                </a:extLst>
              </p:cNvPr>
              <p:cNvSpPr/>
              <p:nvPr/>
            </p:nvSpPr>
            <p:spPr>
              <a:xfrm>
                <a:off x="3915581" y="3815063"/>
                <a:ext cx="1544550" cy="1687528"/>
              </a:xfrm>
              <a:custGeom>
                <a:avLst/>
                <a:gdLst>
                  <a:gd name="connsiteX0" fmla="*/ 1265251 w 1544550"/>
                  <a:gd name="connsiteY0" fmla="*/ 1687529 h 1687528"/>
                  <a:gd name="connsiteX1" fmla="*/ 93229 w 1544550"/>
                  <a:gd name="connsiteY1" fmla="*/ 88281 h 1687528"/>
                  <a:gd name="connsiteX2" fmla="*/ 0 w 1544550"/>
                  <a:gd name="connsiteY2" fmla="*/ 109236 h 1687528"/>
                  <a:gd name="connsiteX3" fmla="*/ 93229 w 1544550"/>
                  <a:gd name="connsiteY3" fmla="*/ 88281 h 1687528"/>
                  <a:gd name="connsiteX4" fmla="*/ 1265251 w 1544550"/>
                  <a:gd name="connsiteY4" fmla="*/ 1687529 h 1687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44550" h="1687528">
                    <a:moveTo>
                      <a:pt x="1265251" y="1687529"/>
                    </a:moveTo>
                    <a:cubicBezTo>
                      <a:pt x="1875045" y="305451"/>
                      <a:pt x="1484054" y="-227949"/>
                      <a:pt x="93229" y="88281"/>
                    </a:cubicBezTo>
                    <a:lnTo>
                      <a:pt x="0" y="109236"/>
                    </a:lnTo>
                    <a:lnTo>
                      <a:pt x="93229" y="88281"/>
                    </a:lnTo>
                    <a:cubicBezTo>
                      <a:pt x="1485005" y="-227949"/>
                      <a:pt x="1875997" y="305451"/>
                      <a:pt x="1265251" y="1687529"/>
                    </a:cubicBezTo>
                    <a:close/>
                  </a:path>
                </a:pathLst>
              </a:custGeom>
              <a:solidFill>
                <a:srgbClr val="2B6765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2" name="Freeform 1461">
                <a:extLst>
                  <a:ext uri="{FF2B5EF4-FFF2-40B4-BE49-F238E27FC236}">
                    <a16:creationId xmlns:a16="http://schemas.microsoft.com/office/drawing/2014/main" id="{0B935209-0277-6038-BC75-5A0111A3ECDE}"/>
                  </a:ext>
                </a:extLst>
              </p:cNvPr>
              <p:cNvSpPr/>
              <p:nvPr/>
            </p:nvSpPr>
            <p:spPr>
              <a:xfrm>
                <a:off x="5175125" y="1369695"/>
                <a:ext cx="482067" cy="4130040"/>
              </a:xfrm>
              <a:custGeom>
                <a:avLst/>
                <a:gdLst>
                  <a:gd name="connsiteX0" fmla="*/ 0 w 482067"/>
                  <a:gd name="connsiteY0" fmla="*/ 4130040 h 4130040"/>
                  <a:gd name="connsiteX1" fmla="*/ 81813 w 482067"/>
                  <a:gd name="connsiteY1" fmla="*/ 87630 h 4130040"/>
                  <a:gd name="connsiteX2" fmla="*/ 44712 w 482067"/>
                  <a:gd name="connsiteY2" fmla="*/ 0 h 4130040"/>
                  <a:gd name="connsiteX3" fmla="*/ 81813 w 482067"/>
                  <a:gd name="connsiteY3" fmla="*/ 87630 h 4130040"/>
                  <a:gd name="connsiteX4" fmla="*/ 0 w 482067"/>
                  <a:gd name="connsiteY4" fmla="*/ 4130040 h 4130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2067" h="4130040">
                    <a:moveTo>
                      <a:pt x="0" y="4130040"/>
                    </a:moveTo>
                    <a:cubicBezTo>
                      <a:pt x="613599" y="2749868"/>
                      <a:pt x="641187" y="1402080"/>
                      <a:pt x="81813" y="87630"/>
                    </a:cubicBezTo>
                    <a:lnTo>
                      <a:pt x="44712" y="0"/>
                    </a:lnTo>
                    <a:lnTo>
                      <a:pt x="81813" y="87630"/>
                    </a:lnTo>
                    <a:cubicBezTo>
                      <a:pt x="641187" y="1402080"/>
                      <a:pt x="614550" y="2749868"/>
                      <a:pt x="0" y="4130040"/>
                    </a:cubicBezTo>
                    <a:close/>
                  </a:path>
                </a:pathLst>
              </a:custGeom>
              <a:solidFill>
                <a:srgbClr val="2B6765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3" name="Freeform 1462">
                <a:extLst>
                  <a:ext uri="{FF2B5EF4-FFF2-40B4-BE49-F238E27FC236}">
                    <a16:creationId xmlns:a16="http://schemas.microsoft.com/office/drawing/2014/main" id="{CC26585D-8A69-F5CE-21CC-3C8D7C13B33E}"/>
                  </a:ext>
                </a:extLst>
              </p:cNvPr>
              <p:cNvSpPr/>
              <p:nvPr/>
            </p:nvSpPr>
            <p:spPr>
              <a:xfrm>
                <a:off x="3949829" y="1907857"/>
                <a:ext cx="1239570" cy="1038866"/>
              </a:xfrm>
              <a:custGeom>
                <a:avLst/>
                <a:gdLst>
                  <a:gd name="connsiteX0" fmla="*/ 0 w 1239570"/>
                  <a:gd name="connsiteY0" fmla="*/ 799147 h 1038866"/>
                  <a:gd name="connsiteX1" fmla="*/ 576498 w 1239570"/>
                  <a:gd name="connsiteY1" fmla="*/ 64770 h 1038866"/>
                  <a:gd name="connsiteX2" fmla="*/ 507052 w 1239570"/>
                  <a:gd name="connsiteY2" fmla="*/ 0 h 1038866"/>
                  <a:gd name="connsiteX3" fmla="*/ 576498 w 1239570"/>
                  <a:gd name="connsiteY3" fmla="*/ 64770 h 1038866"/>
                  <a:gd name="connsiteX4" fmla="*/ 0 w 1239570"/>
                  <a:gd name="connsiteY4" fmla="*/ 799147 h 1038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9570" h="1038866">
                    <a:moveTo>
                      <a:pt x="0" y="799147"/>
                    </a:moveTo>
                    <a:cubicBezTo>
                      <a:pt x="1430780" y="1280160"/>
                      <a:pt x="1622947" y="1035368"/>
                      <a:pt x="576498" y="64770"/>
                    </a:cubicBezTo>
                    <a:lnTo>
                      <a:pt x="507052" y="0"/>
                    </a:lnTo>
                    <a:lnTo>
                      <a:pt x="576498" y="64770"/>
                    </a:lnTo>
                    <a:cubicBezTo>
                      <a:pt x="1622947" y="1036320"/>
                      <a:pt x="1430780" y="1281112"/>
                      <a:pt x="0" y="799147"/>
                    </a:cubicBezTo>
                    <a:close/>
                  </a:path>
                </a:pathLst>
              </a:custGeom>
              <a:solidFill>
                <a:srgbClr val="ABA97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4" name="Freeform 1463">
                <a:extLst>
                  <a:ext uri="{FF2B5EF4-FFF2-40B4-BE49-F238E27FC236}">
                    <a16:creationId xmlns:a16="http://schemas.microsoft.com/office/drawing/2014/main" id="{80B3BC07-D11A-6221-55FC-5D34C81AF2F6}"/>
                  </a:ext>
                </a:extLst>
              </p:cNvPr>
              <p:cNvSpPr/>
              <p:nvPr/>
            </p:nvSpPr>
            <p:spPr>
              <a:xfrm>
                <a:off x="3833768" y="3019425"/>
                <a:ext cx="1172031" cy="501015"/>
              </a:xfrm>
              <a:custGeom>
                <a:avLst/>
                <a:gdLst>
                  <a:gd name="connsiteX0" fmla="*/ 0 w 1172031"/>
                  <a:gd name="connsiteY0" fmla="*/ 501015 h 501015"/>
                  <a:gd name="connsiteX1" fmla="*/ 157919 w 1172031"/>
                  <a:gd name="connsiteY1" fmla="*/ 17145 h 501015"/>
                  <a:gd name="connsiteX2" fmla="*/ 64690 w 1172031"/>
                  <a:gd name="connsiteY2" fmla="*/ 0 h 501015"/>
                  <a:gd name="connsiteX3" fmla="*/ 157919 w 1172031"/>
                  <a:gd name="connsiteY3" fmla="*/ 17145 h 501015"/>
                  <a:gd name="connsiteX4" fmla="*/ 0 w 1172031"/>
                  <a:gd name="connsiteY4" fmla="*/ 501015 h 501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72031" h="501015">
                    <a:moveTo>
                      <a:pt x="0" y="501015"/>
                    </a:moveTo>
                    <a:cubicBezTo>
                      <a:pt x="1507837" y="440055"/>
                      <a:pt x="1561111" y="279082"/>
                      <a:pt x="157919" y="17145"/>
                    </a:cubicBezTo>
                    <a:lnTo>
                      <a:pt x="64690" y="0"/>
                    </a:lnTo>
                    <a:lnTo>
                      <a:pt x="157919" y="17145"/>
                    </a:lnTo>
                    <a:cubicBezTo>
                      <a:pt x="1561111" y="279082"/>
                      <a:pt x="1507837" y="440055"/>
                      <a:pt x="0" y="501015"/>
                    </a:cubicBezTo>
                    <a:close/>
                  </a:path>
                </a:pathLst>
              </a:custGeom>
              <a:solidFill>
                <a:srgbClr val="8FA38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5" name="Freeform 1464">
                <a:extLst>
                  <a:ext uri="{FF2B5EF4-FFF2-40B4-BE49-F238E27FC236}">
                    <a16:creationId xmlns:a16="http://schemas.microsoft.com/office/drawing/2014/main" id="{0051F4CF-0957-3BC1-2E79-41EE332BDB39}"/>
                  </a:ext>
                </a:extLst>
              </p:cNvPr>
              <p:cNvSpPr/>
              <p:nvPr/>
            </p:nvSpPr>
            <p:spPr>
              <a:xfrm>
                <a:off x="3917484" y="2098357"/>
                <a:ext cx="1202869" cy="1831657"/>
              </a:xfrm>
              <a:custGeom>
                <a:avLst/>
                <a:gdLst>
                  <a:gd name="connsiteX0" fmla="*/ 345328 w 1202869"/>
                  <a:gd name="connsiteY0" fmla="*/ 0 h 1831657"/>
                  <a:gd name="connsiteX1" fmla="*/ 92278 w 1202869"/>
                  <a:gd name="connsiteY1" fmla="*/ 1810702 h 1831657"/>
                  <a:gd name="connsiteX2" fmla="*/ 0 w 1202869"/>
                  <a:gd name="connsiteY2" fmla="*/ 1831658 h 1831657"/>
                  <a:gd name="connsiteX3" fmla="*/ 92278 w 1202869"/>
                  <a:gd name="connsiteY3" fmla="*/ 1810702 h 1831657"/>
                  <a:gd name="connsiteX4" fmla="*/ 345328 w 1202869"/>
                  <a:gd name="connsiteY4" fmla="*/ 0 h 1831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2869" h="1831657">
                    <a:moveTo>
                      <a:pt x="345328" y="0"/>
                    </a:moveTo>
                    <a:cubicBezTo>
                      <a:pt x="1567770" y="886777"/>
                      <a:pt x="1483103" y="1490662"/>
                      <a:pt x="92278" y="1810702"/>
                    </a:cubicBezTo>
                    <a:lnTo>
                      <a:pt x="0" y="1831658"/>
                    </a:lnTo>
                    <a:lnTo>
                      <a:pt x="92278" y="1810702"/>
                    </a:lnTo>
                    <a:cubicBezTo>
                      <a:pt x="1483103" y="1490662"/>
                      <a:pt x="1567770" y="886777"/>
                      <a:pt x="345328" y="0"/>
                    </a:cubicBezTo>
                    <a:close/>
                  </a:path>
                </a:pathLst>
              </a:custGeom>
              <a:solidFill>
                <a:srgbClr val="EFE09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6" name="Freeform 1465">
                <a:extLst>
                  <a:ext uri="{FF2B5EF4-FFF2-40B4-BE49-F238E27FC236}">
                    <a16:creationId xmlns:a16="http://schemas.microsoft.com/office/drawing/2014/main" id="{9FF01DD4-96A8-286A-878C-68E624ABFBB3}"/>
                  </a:ext>
                </a:extLst>
              </p:cNvPr>
              <p:cNvSpPr/>
              <p:nvPr/>
            </p:nvSpPr>
            <p:spPr>
              <a:xfrm>
                <a:off x="4452124" y="1911667"/>
                <a:ext cx="2355460" cy="3669030"/>
              </a:xfrm>
              <a:custGeom>
                <a:avLst/>
                <a:gdLst>
                  <a:gd name="connsiteX0" fmla="*/ 2355460 w 2355460"/>
                  <a:gd name="connsiteY0" fmla="*/ 3669030 h 3669030"/>
                  <a:gd name="connsiteX1" fmla="*/ 70398 w 2355460"/>
                  <a:gd name="connsiteY1" fmla="*/ 64770 h 3669030"/>
                  <a:gd name="connsiteX2" fmla="*/ 0 w 2355460"/>
                  <a:gd name="connsiteY2" fmla="*/ 0 h 3669030"/>
                  <a:gd name="connsiteX3" fmla="*/ 70398 w 2355460"/>
                  <a:gd name="connsiteY3" fmla="*/ 64770 h 3669030"/>
                  <a:gd name="connsiteX4" fmla="*/ 2355460 w 2355460"/>
                  <a:gd name="connsiteY4" fmla="*/ 3669030 h 3669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55460" h="3669030">
                    <a:moveTo>
                      <a:pt x="2355460" y="3669030"/>
                    </a:moveTo>
                    <a:cubicBezTo>
                      <a:pt x="1880753" y="2234565"/>
                      <a:pt x="1119700" y="1032510"/>
                      <a:pt x="70398" y="64770"/>
                    </a:cubicBezTo>
                    <a:lnTo>
                      <a:pt x="0" y="0"/>
                    </a:lnTo>
                    <a:lnTo>
                      <a:pt x="70398" y="64770"/>
                    </a:lnTo>
                    <a:cubicBezTo>
                      <a:pt x="1119700" y="1033463"/>
                      <a:pt x="1881705" y="2234565"/>
                      <a:pt x="2355460" y="3669030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7" name="Freeform 1466">
                <a:extLst>
                  <a:ext uri="{FF2B5EF4-FFF2-40B4-BE49-F238E27FC236}">
                    <a16:creationId xmlns:a16="http://schemas.microsoft.com/office/drawing/2014/main" id="{895F3EED-6E31-7C95-D911-F95ECF2F058F}"/>
                  </a:ext>
                </a:extLst>
              </p:cNvPr>
              <p:cNvSpPr/>
              <p:nvPr/>
            </p:nvSpPr>
            <p:spPr>
              <a:xfrm>
                <a:off x="3897506" y="3025140"/>
                <a:ext cx="4314221" cy="1210627"/>
              </a:xfrm>
              <a:custGeom>
                <a:avLst/>
                <a:gdLst>
                  <a:gd name="connsiteX0" fmla="*/ 4314222 w 4314221"/>
                  <a:gd name="connsiteY0" fmla="*/ 1210628 h 1210627"/>
                  <a:gd name="connsiteX1" fmla="*/ 93229 w 4314221"/>
                  <a:gd name="connsiteY1" fmla="*/ 17145 h 1210627"/>
                  <a:gd name="connsiteX2" fmla="*/ 0 w 4314221"/>
                  <a:gd name="connsiteY2" fmla="*/ 0 h 1210627"/>
                  <a:gd name="connsiteX3" fmla="*/ 93229 w 4314221"/>
                  <a:gd name="connsiteY3" fmla="*/ 17145 h 1210627"/>
                  <a:gd name="connsiteX4" fmla="*/ 4314222 w 4314221"/>
                  <a:gd name="connsiteY4" fmla="*/ 1210628 h 1210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14221" h="1210627">
                    <a:moveTo>
                      <a:pt x="4314222" y="1210628"/>
                    </a:moveTo>
                    <a:cubicBezTo>
                      <a:pt x="2903419" y="672465"/>
                      <a:pt x="1496422" y="274320"/>
                      <a:pt x="93229" y="17145"/>
                    </a:cubicBezTo>
                    <a:lnTo>
                      <a:pt x="0" y="0"/>
                    </a:lnTo>
                    <a:lnTo>
                      <a:pt x="93229" y="17145"/>
                    </a:lnTo>
                    <a:cubicBezTo>
                      <a:pt x="1496422" y="274320"/>
                      <a:pt x="2903419" y="672465"/>
                      <a:pt x="4314222" y="1210628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8" name="Freeform 1467">
                <a:extLst>
                  <a:ext uri="{FF2B5EF4-FFF2-40B4-BE49-F238E27FC236}">
                    <a16:creationId xmlns:a16="http://schemas.microsoft.com/office/drawing/2014/main" id="{77604EF3-AAED-C665-3BC4-F48135177BF1}"/>
                  </a:ext>
                </a:extLst>
              </p:cNvPr>
              <p:cNvSpPr/>
              <p:nvPr/>
            </p:nvSpPr>
            <p:spPr>
              <a:xfrm>
                <a:off x="4674732" y="1701164"/>
                <a:ext cx="3535093" cy="2541269"/>
              </a:xfrm>
              <a:custGeom>
                <a:avLst/>
                <a:gdLst>
                  <a:gd name="connsiteX0" fmla="*/ 3535093 w 3535093"/>
                  <a:gd name="connsiteY0" fmla="*/ 2541270 h 2541269"/>
                  <a:gd name="connsiteX1" fmla="*/ 60884 w 3535093"/>
                  <a:gd name="connsiteY1" fmla="*/ 73343 h 2541269"/>
                  <a:gd name="connsiteX2" fmla="*/ 0 w 3535093"/>
                  <a:gd name="connsiteY2" fmla="*/ 0 h 2541269"/>
                  <a:gd name="connsiteX3" fmla="*/ 60884 w 3535093"/>
                  <a:gd name="connsiteY3" fmla="*/ 73343 h 2541269"/>
                  <a:gd name="connsiteX4" fmla="*/ 3535093 w 3535093"/>
                  <a:gd name="connsiteY4" fmla="*/ 2541270 h 2541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35093" h="2541269">
                    <a:moveTo>
                      <a:pt x="3535093" y="2541270"/>
                    </a:moveTo>
                    <a:cubicBezTo>
                      <a:pt x="2126193" y="1999298"/>
                      <a:pt x="968440" y="1176338"/>
                      <a:pt x="60884" y="73343"/>
                    </a:cubicBezTo>
                    <a:lnTo>
                      <a:pt x="0" y="0"/>
                    </a:lnTo>
                    <a:lnTo>
                      <a:pt x="60884" y="73343"/>
                    </a:lnTo>
                    <a:cubicBezTo>
                      <a:pt x="968440" y="1176338"/>
                      <a:pt x="2126193" y="1998345"/>
                      <a:pt x="3535093" y="2541270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69" name="Freeform 1468">
                <a:extLst>
                  <a:ext uri="{FF2B5EF4-FFF2-40B4-BE49-F238E27FC236}">
                    <a16:creationId xmlns:a16="http://schemas.microsoft.com/office/drawing/2014/main" id="{C50A95C6-0156-F373-4F0B-6800BA92407A}"/>
                  </a:ext>
                </a:extLst>
              </p:cNvPr>
              <p:cNvSpPr/>
              <p:nvPr/>
            </p:nvSpPr>
            <p:spPr>
              <a:xfrm>
                <a:off x="4145800" y="2334577"/>
                <a:ext cx="4061171" cy="1913572"/>
              </a:xfrm>
              <a:custGeom>
                <a:avLst/>
                <a:gdLst>
                  <a:gd name="connsiteX0" fmla="*/ 4061172 w 4061171"/>
                  <a:gd name="connsiteY0" fmla="*/ 1913573 h 1913572"/>
                  <a:gd name="connsiteX1" fmla="*/ 82765 w 4061171"/>
                  <a:gd name="connsiteY1" fmla="*/ 46672 h 1913572"/>
                  <a:gd name="connsiteX2" fmla="*/ 0 w 4061171"/>
                  <a:gd name="connsiteY2" fmla="*/ 0 h 1913572"/>
                  <a:gd name="connsiteX3" fmla="*/ 82765 w 4061171"/>
                  <a:gd name="connsiteY3" fmla="*/ 46672 h 1913572"/>
                  <a:gd name="connsiteX4" fmla="*/ 4061172 w 4061171"/>
                  <a:gd name="connsiteY4" fmla="*/ 1913573 h 191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61171" h="1913572">
                    <a:moveTo>
                      <a:pt x="4061172" y="1913573"/>
                    </a:moveTo>
                    <a:cubicBezTo>
                      <a:pt x="2654174" y="1367790"/>
                      <a:pt x="1328038" y="744855"/>
                      <a:pt x="82765" y="46672"/>
                    </a:cubicBezTo>
                    <a:lnTo>
                      <a:pt x="0" y="0"/>
                    </a:lnTo>
                    <a:lnTo>
                      <a:pt x="82765" y="46672"/>
                    </a:lnTo>
                    <a:cubicBezTo>
                      <a:pt x="1328038" y="744855"/>
                      <a:pt x="2654174" y="1367790"/>
                      <a:pt x="4061172" y="1913573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0" name="Freeform 1469">
                <a:extLst>
                  <a:ext uri="{FF2B5EF4-FFF2-40B4-BE49-F238E27FC236}">
                    <a16:creationId xmlns:a16="http://schemas.microsoft.com/office/drawing/2014/main" id="{3E5EBF8D-62D9-923E-844A-14BB0B438C0B}"/>
                  </a:ext>
                </a:extLst>
              </p:cNvPr>
              <p:cNvSpPr/>
              <p:nvPr/>
            </p:nvSpPr>
            <p:spPr>
              <a:xfrm>
                <a:off x="5348264" y="1174432"/>
                <a:ext cx="984612" cy="1189213"/>
              </a:xfrm>
              <a:custGeom>
                <a:avLst/>
                <a:gdLst>
                  <a:gd name="connsiteX0" fmla="*/ 984613 w 984612"/>
                  <a:gd name="connsiteY0" fmla="*/ 0 h 1189213"/>
                  <a:gd name="connsiteX1" fmla="*/ 31394 w 984612"/>
                  <a:gd name="connsiteY1" fmla="*/ 235268 h 1189213"/>
                  <a:gd name="connsiteX2" fmla="*/ 0 w 984612"/>
                  <a:gd name="connsiteY2" fmla="*/ 145733 h 1189213"/>
                  <a:gd name="connsiteX3" fmla="*/ 31394 w 984612"/>
                  <a:gd name="connsiteY3" fmla="*/ 235268 h 1189213"/>
                  <a:gd name="connsiteX4" fmla="*/ 984613 w 984612"/>
                  <a:gd name="connsiteY4" fmla="*/ 0 h 1189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4612" h="1189213">
                    <a:moveTo>
                      <a:pt x="984613" y="0"/>
                    </a:moveTo>
                    <a:cubicBezTo>
                      <a:pt x="826694" y="1503045"/>
                      <a:pt x="508954" y="1581150"/>
                      <a:pt x="31394" y="235268"/>
                    </a:cubicBezTo>
                    <a:lnTo>
                      <a:pt x="0" y="145733"/>
                    </a:lnTo>
                    <a:lnTo>
                      <a:pt x="31394" y="235268"/>
                    </a:lnTo>
                    <a:cubicBezTo>
                      <a:pt x="508954" y="1581150"/>
                      <a:pt x="826694" y="1503045"/>
                      <a:pt x="984613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1" name="Freeform 1470">
                <a:extLst>
                  <a:ext uri="{FF2B5EF4-FFF2-40B4-BE49-F238E27FC236}">
                    <a16:creationId xmlns:a16="http://schemas.microsoft.com/office/drawing/2014/main" id="{47A93022-12FE-CC44-2CDC-520F221A642B}"/>
                  </a:ext>
                </a:extLst>
              </p:cNvPr>
              <p:cNvSpPr/>
              <p:nvPr/>
            </p:nvSpPr>
            <p:spPr>
              <a:xfrm>
                <a:off x="3965050" y="1599247"/>
                <a:ext cx="1350084" cy="2594609"/>
              </a:xfrm>
              <a:custGeom>
                <a:avLst/>
                <a:gdLst>
                  <a:gd name="connsiteX0" fmla="*/ 0 w 1350084"/>
                  <a:gd name="connsiteY0" fmla="*/ 2594610 h 2594609"/>
                  <a:gd name="connsiteX1" fmla="*/ 898043 w 1350084"/>
                  <a:gd name="connsiteY1" fmla="*/ 78105 h 2594609"/>
                  <a:gd name="connsiteX2" fmla="*/ 842867 w 1350084"/>
                  <a:gd name="connsiteY2" fmla="*/ 0 h 2594609"/>
                  <a:gd name="connsiteX3" fmla="*/ 898043 w 1350084"/>
                  <a:gd name="connsiteY3" fmla="*/ 78105 h 2594609"/>
                  <a:gd name="connsiteX4" fmla="*/ 0 w 1350084"/>
                  <a:gd name="connsiteY4" fmla="*/ 2594610 h 2594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50084" h="2594609">
                    <a:moveTo>
                      <a:pt x="0" y="2594610"/>
                    </a:moveTo>
                    <a:cubicBezTo>
                      <a:pt x="1421267" y="2085022"/>
                      <a:pt x="1719981" y="1245870"/>
                      <a:pt x="898043" y="78105"/>
                    </a:cubicBezTo>
                    <a:lnTo>
                      <a:pt x="842867" y="0"/>
                    </a:lnTo>
                    <a:lnTo>
                      <a:pt x="898043" y="78105"/>
                    </a:lnTo>
                    <a:cubicBezTo>
                      <a:pt x="1719981" y="1245870"/>
                      <a:pt x="1421267" y="2085022"/>
                      <a:pt x="0" y="2594610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2" name="Freeform 1471">
                <a:extLst>
                  <a:ext uri="{FF2B5EF4-FFF2-40B4-BE49-F238E27FC236}">
                    <a16:creationId xmlns:a16="http://schemas.microsoft.com/office/drawing/2014/main" id="{2B8A511A-8CA7-C601-2CF2-B083458A12AA}"/>
                  </a:ext>
                </a:extLst>
              </p:cNvPr>
              <p:cNvSpPr/>
              <p:nvPr/>
            </p:nvSpPr>
            <p:spPr>
              <a:xfrm>
                <a:off x="3962196" y="1704975"/>
                <a:ext cx="1300703" cy="2483167"/>
              </a:xfrm>
              <a:custGeom>
                <a:avLst/>
                <a:gdLst>
                  <a:gd name="connsiteX0" fmla="*/ 0 w 1300703"/>
                  <a:gd name="connsiteY0" fmla="*/ 2483168 h 2483167"/>
                  <a:gd name="connsiteX1" fmla="*/ 767713 w 1300703"/>
                  <a:gd name="connsiteY1" fmla="*/ 73342 h 2483167"/>
                  <a:gd name="connsiteX2" fmla="*/ 706828 w 1300703"/>
                  <a:gd name="connsiteY2" fmla="*/ 0 h 2483167"/>
                  <a:gd name="connsiteX3" fmla="*/ 767713 w 1300703"/>
                  <a:gd name="connsiteY3" fmla="*/ 73342 h 2483167"/>
                  <a:gd name="connsiteX4" fmla="*/ 0 w 1300703"/>
                  <a:gd name="connsiteY4" fmla="*/ 2483168 h 2483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00703" h="2483167">
                    <a:moveTo>
                      <a:pt x="0" y="2483168"/>
                    </a:moveTo>
                    <a:cubicBezTo>
                      <a:pt x="1422219" y="1977390"/>
                      <a:pt x="1678123" y="1174433"/>
                      <a:pt x="767713" y="73342"/>
                    </a:cubicBezTo>
                    <a:lnTo>
                      <a:pt x="706828" y="0"/>
                    </a:lnTo>
                    <a:lnTo>
                      <a:pt x="767713" y="73342"/>
                    </a:lnTo>
                    <a:cubicBezTo>
                      <a:pt x="1678123" y="1173480"/>
                      <a:pt x="1422219" y="1976438"/>
                      <a:pt x="0" y="2483168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3" name="Freeform 1472">
                <a:extLst>
                  <a:ext uri="{FF2B5EF4-FFF2-40B4-BE49-F238E27FC236}">
                    <a16:creationId xmlns:a16="http://schemas.microsoft.com/office/drawing/2014/main" id="{94F4E3B2-E28B-D1F0-3CC0-FD881414CB36}"/>
                  </a:ext>
                </a:extLst>
              </p:cNvPr>
              <p:cNvSpPr/>
              <p:nvPr/>
            </p:nvSpPr>
            <p:spPr>
              <a:xfrm>
                <a:off x="4949663" y="1506854"/>
                <a:ext cx="2374486" cy="3826192"/>
              </a:xfrm>
              <a:custGeom>
                <a:avLst/>
                <a:gdLst>
                  <a:gd name="connsiteX0" fmla="*/ 2374487 w 2374486"/>
                  <a:gd name="connsiteY0" fmla="*/ 3826193 h 3826192"/>
                  <a:gd name="connsiteX1" fmla="*/ 48517 w 2374486"/>
                  <a:gd name="connsiteY1" fmla="*/ 81915 h 3826192"/>
                  <a:gd name="connsiteX2" fmla="*/ 0 w 2374486"/>
                  <a:gd name="connsiteY2" fmla="*/ 0 h 3826192"/>
                  <a:gd name="connsiteX3" fmla="*/ 48517 w 2374486"/>
                  <a:gd name="connsiteY3" fmla="*/ 81915 h 3826192"/>
                  <a:gd name="connsiteX4" fmla="*/ 2374487 w 2374486"/>
                  <a:gd name="connsiteY4" fmla="*/ 3826193 h 3826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4486" h="3826192">
                    <a:moveTo>
                      <a:pt x="2374487" y="3826193"/>
                    </a:moveTo>
                    <a:cubicBezTo>
                      <a:pt x="1555403" y="2556510"/>
                      <a:pt x="780080" y="1308735"/>
                      <a:pt x="48517" y="81915"/>
                    </a:cubicBezTo>
                    <a:lnTo>
                      <a:pt x="0" y="0"/>
                    </a:lnTo>
                    <a:lnTo>
                      <a:pt x="48517" y="81915"/>
                    </a:lnTo>
                    <a:cubicBezTo>
                      <a:pt x="780080" y="1308735"/>
                      <a:pt x="1555403" y="2556510"/>
                      <a:pt x="2374487" y="3826193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4" name="Freeform 1473">
                <a:extLst>
                  <a:ext uri="{FF2B5EF4-FFF2-40B4-BE49-F238E27FC236}">
                    <a16:creationId xmlns:a16="http://schemas.microsoft.com/office/drawing/2014/main" id="{088E335F-6441-4AF0-444B-9277008AEE22}"/>
                  </a:ext>
                </a:extLst>
              </p:cNvPr>
              <p:cNvSpPr/>
              <p:nvPr/>
            </p:nvSpPr>
            <p:spPr>
              <a:xfrm>
                <a:off x="4447368" y="1916429"/>
                <a:ext cx="2871074" cy="3420427"/>
              </a:xfrm>
              <a:custGeom>
                <a:avLst/>
                <a:gdLst>
                  <a:gd name="connsiteX0" fmla="*/ 2871074 w 2871074"/>
                  <a:gd name="connsiteY0" fmla="*/ 3420428 h 3420427"/>
                  <a:gd name="connsiteX1" fmla="*/ 70398 w 2871074"/>
                  <a:gd name="connsiteY1" fmla="*/ 64770 h 3420427"/>
                  <a:gd name="connsiteX2" fmla="*/ 0 w 2871074"/>
                  <a:gd name="connsiteY2" fmla="*/ 0 h 3420427"/>
                  <a:gd name="connsiteX3" fmla="*/ 70398 w 2871074"/>
                  <a:gd name="connsiteY3" fmla="*/ 64770 h 3420427"/>
                  <a:gd name="connsiteX4" fmla="*/ 2871074 w 2871074"/>
                  <a:gd name="connsiteY4" fmla="*/ 3420428 h 3420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71074" h="3420427">
                    <a:moveTo>
                      <a:pt x="2871074" y="3420428"/>
                    </a:moveTo>
                    <a:cubicBezTo>
                      <a:pt x="2055796" y="2148840"/>
                      <a:pt x="1122554" y="1029653"/>
                      <a:pt x="70398" y="64770"/>
                    </a:cubicBezTo>
                    <a:lnTo>
                      <a:pt x="0" y="0"/>
                    </a:lnTo>
                    <a:lnTo>
                      <a:pt x="70398" y="64770"/>
                    </a:lnTo>
                    <a:cubicBezTo>
                      <a:pt x="1122554" y="1029653"/>
                      <a:pt x="2055796" y="2148840"/>
                      <a:pt x="2871074" y="3420428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5" name="Freeform 1474">
                <a:extLst>
                  <a:ext uri="{FF2B5EF4-FFF2-40B4-BE49-F238E27FC236}">
                    <a16:creationId xmlns:a16="http://schemas.microsoft.com/office/drawing/2014/main" id="{F77CC816-F284-FE7E-8453-EC9457604126}"/>
                  </a:ext>
                </a:extLst>
              </p:cNvPr>
              <p:cNvSpPr/>
              <p:nvPr/>
            </p:nvSpPr>
            <p:spPr>
              <a:xfrm>
                <a:off x="6685448" y="4359287"/>
                <a:ext cx="628237" cy="981379"/>
              </a:xfrm>
              <a:custGeom>
                <a:avLst/>
                <a:gdLst>
                  <a:gd name="connsiteX0" fmla="*/ 628237 w 628237"/>
                  <a:gd name="connsiteY0" fmla="*/ 981380 h 981379"/>
                  <a:gd name="connsiteX1" fmla="*/ 553083 w 628237"/>
                  <a:gd name="connsiteY1" fmla="*/ 882320 h 981379"/>
                  <a:gd name="connsiteX2" fmla="*/ 603503 w 628237"/>
                  <a:gd name="connsiteY2" fmla="*/ 963282 h 981379"/>
                  <a:gd name="connsiteX3" fmla="*/ 553083 w 628237"/>
                  <a:gd name="connsiteY3" fmla="*/ 882320 h 981379"/>
                  <a:gd name="connsiteX4" fmla="*/ 628237 w 628237"/>
                  <a:gd name="connsiteY4" fmla="*/ 981380 h 981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8237" h="981379">
                    <a:moveTo>
                      <a:pt x="628237" y="981380"/>
                    </a:moveTo>
                    <a:cubicBezTo>
                      <a:pt x="-183236" y="-293065"/>
                      <a:pt x="-207970" y="-325450"/>
                      <a:pt x="553083" y="882320"/>
                    </a:cubicBezTo>
                    <a:lnTo>
                      <a:pt x="603503" y="963282"/>
                    </a:lnTo>
                    <a:lnTo>
                      <a:pt x="553083" y="882320"/>
                    </a:lnTo>
                    <a:cubicBezTo>
                      <a:pt x="-208922" y="-326403"/>
                      <a:pt x="-183236" y="-293065"/>
                      <a:pt x="628237" y="981380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6" name="Freeform 1475">
                <a:extLst>
                  <a:ext uri="{FF2B5EF4-FFF2-40B4-BE49-F238E27FC236}">
                    <a16:creationId xmlns:a16="http://schemas.microsoft.com/office/drawing/2014/main" id="{7E73647D-792D-A585-55E1-A0201F330FBF}"/>
                  </a:ext>
                </a:extLst>
              </p:cNvPr>
              <p:cNvSpPr/>
              <p:nvPr/>
            </p:nvSpPr>
            <p:spPr>
              <a:xfrm>
                <a:off x="3919387" y="3805115"/>
                <a:ext cx="1293163" cy="1290759"/>
              </a:xfrm>
              <a:custGeom>
                <a:avLst/>
                <a:gdLst>
                  <a:gd name="connsiteX0" fmla="*/ 642139 w 1293163"/>
                  <a:gd name="connsiteY0" fmla="*/ 1290759 h 1290759"/>
                  <a:gd name="connsiteX1" fmla="*/ 92278 w 1293163"/>
                  <a:gd name="connsiteY1" fmla="*/ 109659 h 1290759"/>
                  <a:gd name="connsiteX2" fmla="*/ 0 w 1293163"/>
                  <a:gd name="connsiteY2" fmla="*/ 131567 h 1290759"/>
                  <a:gd name="connsiteX3" fmla="*/ 92278 w 1293163"/>
                  <a:gd name="connsiteY3" fmla="*/ 109659 h 1290759"/>
                  <a:gd name="connsiteX4" fmla="*/ 642139 w 1293163"/>
                  <a:gd name="connsiteY4" fmla="*/ 1290759 h 1290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3163" h="1290759">
                    <a:moveTo>
                      <a:pt x="642139" y="1290759"/>
                    </a:moveTo>
                    <a:cubicBezTo>
                      <a:pt x="1664805" y="179192"/>
                      <a:pt x="1481200" y="-214191"/>
                      <a:pt x="92278" y="109659"/>
                    </a:cubicBezTo>
                    <a:lnTo>
                      <a:pt x="0" y="131567"/>
                    </a:lnTo>
                    <a:lnTo>
                      <a:pt x="92278" y="109659"/>
                    </a:lnTo>
                    <a:cubicBezTo>
                      <a:pt x="1482152" y="-214191"/>
                      <a:pt x="1665756" y="179192"/>
                      <a:pt x="642139" y="1290759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7" name="Freeform 1476">
                <a:extLst>
                  <a:ext uri="{FF2B5EF4-FFF2-40B4-BE49-F238E27FC236}">
                    <a16:creationId xmlns:a16="http://schemas.microsoft.com/office/drawing/2014/main" id="{69AEE946-62CA-37EB-1E09-A61FC0A98CC9}"/>
                  </a:ext>
                </a:extLst>
              </p:cNvPr>
              <p:cNvSpPr/>
              <p:nvPr/>
            </p:nvSpPr>
            <p:spPr>
              <a:xfrm>
                <a:off x="4142946" y="2340292"/>
                <a:ext cx="1504556" cy="3277552"/>
              </a:xfrm>
              <a:custGeom>
                <a:avLst/>
                <a:gdLst>
                  <a:gd name="connsiteX0" fmla="*/ 1363237 w 1504556"/>
                  <a:gd name="connsiteY0" fmla="*/ 3277553 h 3277552"/>
                  <a:gd name="connsiteX1" fmla="*/ 82765 w 1504556"/>
                  <a:gd name="connsiteY1" fmla="*/ 46673 h 3277552"/>
                  <a:gd name="connsiteX2" fmla="*/ 0 w 1504556"/>
                  <a:gd name="connsiteY2" fmla="*/ 0 h 3277552"/>
                  <a:gd name="connsiteX3" fmla="*/ 82765 w 1504556"/>
                  <a:gd name="connsiteY3" fmla="*/ 46673 h 3277552"/>
                  <a:gd name="connsiteX4" fmla="*/ 1363237 w 1504556"/>
                  <a:gd name="connsiteY4" fmla="*/ 3277553 h 3277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04556" h="3277552">
                    <a:moveTo>
                      <a:pt x="1363237" y="3277553"/>
                    </a:moveTo>
                    <a:cubicBezTo>
                      <a:pt x="1756131" y="1818323"/>
                      <a:pt x="1329941" y="741045"/>
                      <a:pt x="82765" y="46673"/>
                    </a:cubicBezTo>
                    <a:lnTo>
                      <a:pt x="0" y="0"/>
                    </a:lnTo>
                    <a:lnTo>
                      <a:pt x="82765" y="46673"/>
                    </a:lnTo>
                    <a:cubicBezTo>
                      <a:pt x="1329941" y="741998"/>
                      <a:pt x="1756131" y="1818323"/>
                      <a:pt x="1363237" y="3277553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8" name="Freeform 1477">
                <a:extLst>
                  <a:ext uri="{FF2B5EF4-FFF2-40B4-BE49-F238E27FC236}">
                    <a16:creationId xmlns:a16="http://schemas.microsoft.com/office/drawing/2014/main" id="{C8724F2A-C35C-EC01-4C0C-9F46EF6F0D45}"/>
                  </a:ext>
                </a:extLst>
              </p:cNvPr>
              <p:cNvSpPr/>
              <p:nvPr/>
            </p:nvSpPr>
            <p:spPr>
              <a:xfrm>
                <a:off x="5475741" y="4489609"/>
                <a:ext cx="322736" cy="1126330"/>
              </a:xfrm>
              <a:custGeom>
                <a:avLst/>
                <a:gdLst>
                  <a:gd name="connsiteX0" fmla="*/ 23783 w 322736"/>
                  <a:gd name="connsiteY0" fmla="*/ 1126331 h 1126330"/>
                  <a:gd name="connsiteX1" fmla="*/ 26637 w 322736"/>
                  <a:gd name="connsiteY1" fmla="*/ 998696 h 1126330"/>
                  <a:gd name="connsiteX2" fmla="*/ 0 w 322736"/>
                  <a:gd name="connsiteY2" fmla="*/ 1090136 h 1126330"/>
                  <a:gd name="connsiteX3" fmla="*/ 26637 w 322736"/>
                  <a:gd name="connsiteY3" fmla="*/ 998696 h 1126330"/>
                  <a:gd name="connsiteX4" fmla="*/ 23783 w 322736"/>
                  <a:gd name="connsiteY4" fmla="*/ 1126331 h 1126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2736" h="1126330">
                    <a:moveTo>
                      <a:pt x="23783" y="1126331"/>
                    </a:moveTo>
                    <a:cubicBezTo>
                      <a:pt x="421434" y="-331947"/>
                      <a:pt x="422385" y="-373857"/>
                      <a:pt x="26637" y="998696"/>
                    </a:cubicBezTo>
                    <a:lnTo>
                      <a:pt x="0" y="1090136"/>
                    </a:lnTo>
                    <a:lnTo>
                      <a:pt x="26637" y="998696"/>
                    </a:lnTo>
                    <a:cubicBezTo>
                      <a:pt x="421434" y="-373857"/>
                      <a:pt x="420482" y="-331947"/>
                      <a:pt x="23783" y="1126331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79" name="Freeform 1478">
                <a:extLst>
                  <a:ext uri="{FF2B5EF4-FFF2-40B4-BE49-F238E27FC236}">
                    <a16:creationId xmlns:a16="http://schemas.microsoft.com/office/drawing/2014/main" id="{98B7F312-8762-22CE-2FBD-806AEC1BD137}"/>
                  </a:ext>
                </a:extLst>
              </p:cNvPr>
              <p:cNvSpPr/>
              <p:nvPr/>
            </p:nvSpPr>
            <p:spPr>
              <a:xfrm>
                <a:off x="5088555" y="1430654"/>
                <a:ext cx="2485790" cy="1093151"/>
              </a:xfrm>
              <a:custGeom>
                <a:avLst/>
                <a:gdLst>
                  <a:gd name="connsiteX0" fmla="*/ 2485791 w 2485790"/>
                  <a:gd name="connsiteY0" fmla="*/ 280988 h 1093151"/>
                  <a:gd name="connsiteX1" fmla="*/ 42809 w 2485790"/>
                  <a:gd name="connsiteY1" fmla="*/ 84773 h 1093151"/>
                  <a:gd name="connsiteX2" fmla="*/ 0 w 2485790"/>
                  <a:gd name="connsiteY2" fmla="*/ 0 h 1093151"/>
                  <a:gd name="connsiteX3" fmla="*/ 42809 w 2485790"/>
                  <a:gd name="connsiteY3" fmla="*/ 84773 h 1093151"/>
                  <a:gd name="connsiteX4" fmla="*/ 2485791 w 2485790"/>
                  <a:gd name="connsiteY4" fmla="*/ 280988 h 1093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85790" h="1093151">
                    <a:moveTo>
                      <a:pt x="2485791" y="280988"/>
                    </a:moveTo>
                    <a:cubicBezTo>
                      <a:pt x="1500226" y="1425893"/>
                      <a:pt x="685899" y="1360170"/>
                      <a:pt x="42809" y="84773"/>
                    </a:cubicBezTo>
                    <a:lnTo>
                      <a:pt x="0" y="0"/>
                    </a:lnTo>
                    <a:lnTo>
                      <a:pt x="42809" y="84773"/>
                    </a:lnTo>
                    <a:cubicBezTo>
                      <a:pt x="685899" y="1360170"/>
                      <a:pt x="1500226" y="1425893"/>
                      <a:pt x="2485791" y="280988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0" name="Freeform 1479">
                <a:extLst>
                  <a:ext uri="{FF2B5EF4-FFF2-40B4-BE49-F238E27FC236}">
                    <a16:creationId xmlns:a16="http://schemas.microsoft.com/office/drawing/2014/main" id="{D45689EC-9553-C427-EAA2-6169726E586E}"/>
                  </a:ext>
                </a:extLst>
              </p:cNvPr>
              <p:cNvSpPr/>
              <p:nvPr/>
            </p:nvSpPr>
            <p:spPr>
              <a:xfrm>
                <a:off x="3895604" y="3030855"/>
                <a:ext cx="4422671" cy="829627"/>
              </a:xfrm>
              <a:custGeom>
                <a:avLst/>
                <a:gdLst>
                  <a:gd name="connsiteX0" fmla="*/ 4422672 w 4422671"/>
                  <a:gd name="connsiteY0" fmla="*/ 829627 h 829627"/>
                  <a:gd name="connsiteX1" fmla="*/ 93229 w 4422671"/>
                  <a:gd name="connsiteY1" fmla="*/ 17145 h 829627"/>
                  <a:gd name="connsiteX2" fmla="*/ 0 w 4422671"/>
                  <a:gd name="connsiteY2" fmla="*/ 0 h 829627"/>
                  <a:gd name="connsiteX3" fmla="*/ 93229 w 4422671"/>
                  <a:gd name="connsiteY3" fmla="*/ 17145 h 829627"/>
                  <a:gd name="connsiteX4" fmla="*/ 4422672 w 4422671"/>
                  <a:gd name="connsiteY4" fmla="*/ 829627 h 82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22671" h="829627">
                    <a:moveTo>
                      <a:pt x="4422672" y="829627"/>
                    </a:moveTo>
                    <a:cubicBezTo>
                      <a:pt x="2940520" y="541972"/>
                      <a:pt x="1497373" y="270510"/>
                      <a:pt x="93229" y="17145"/>
                    </a:cubicBezTo>
                    <a:lnTo>
                      <a:pt x="0" y="0"/>
                    </a:lnTo>
                    <a:lnTo>
                      <a:pt x="93229" y="17145"/>
                    </a:lnTo>
                    <a:cubicBezTo>
                      <a:pt x="1497373" y="270510"/>
                      <a:pt x="2940520" y="541020"/>
                      <a:pt x="4422672" y="829627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1" name="Freeform 1480">
                <a:extLst>
                  <a:ext uri="{FF2B5EF4-FFF2-40B4-BE49-F238E27FC236}">
                    <a16:creationId xmlns:a16="http://schemas.microsoft.com/office/drawing/2014/main" id="{86E0CB54-C42F-EFC5-9C9B-65BD47E8D466}"/>
                  </a:ext>
                </a:extLst>
              </p:cNvPr>
              <p:cNvSpPr/>
              <p:nvPr/>
            </p:nvSpPr>
            <p:spPr>
              <a:xfrm>
                <a:off x="4302767" y="2092642"/>
                <a:ext cx="4014556" cy="1774507"/>
              </a:xfrm>
              <a:custGeom>
                <a:avLst/>
                <a:gdLst>
                  <a:gd name="connsiteX0" fmla="*/ 4014557 w 4014556"/>
                  <a:gd name="connsiteY0" fmla="*/ 1774508 h 1774507"/>
                  <a:gd name="connsiteX1" fmla="*/ 76105 w 4014556"/>
                  <a:gd name="connsiteY1" fmla="*/ 57150 h 1774507"/>
                  <a:gd name="connsiteX2" fmla="*/ 0 w 4014556"/>
                  <a:gd name="connsiteY2" fmla="*/ 0 h 1774507"/>
                  <a:gd name="connsiteX3" fmla="*/ 76105 w 4014556"/>
                  <a:gd name="connsiteY3" fmla="*/ 57150 h 1774507"/>
                  <a:gd name="connsiteX4" fmla="*/ 4014557 w 4014556"/>
                  <a:gd name="connsiteY4" fmla="*/ 1774508 h 1774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14556" h="1774507">
                    <a:moveTo>
                      <a:pt x="4014557" y="1774508"/>
                    </a:moveTo>
                    <a:cubicBezTo>
                      <a:pt x="2533357" y="1482090"/>
                      <a:pt x="1220539" y="909638"/>
                      <a:pt x="76105" y="57150"/>
                    </a:cubicBezTo>
                    <a:lnTo>
                      <a:pt x="0" y="0"/>
                    </a:lnTo>
                    <a:lnTo>
                      <a:pt x="76105" y="57150"/>
                    </a:lnTo>
                    <a:cubicBezTo>
                      <a:pt x="1221491" y="909638"/>
                      <a:pt x="2534308" y="1482090"/>
                      <a:pt x="4014557" y="1774508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2" name="Freeform 1481">
                <a:extLst>
                  <a:ext uri="{FF2B5EF4-FFF2-40B4-BE49-F238E27FC236}">
                    <a16:creationId xmlns:a16="http://schemas.microsoft.com/office/drawing/2014/main" id="{A0E5B19C-A578-2F28-2166-C819A497A51D}"/>
                  </a:ext>
                </a:extLst>
              </p:cNvPr>
              <p:cNvSpPr/>
              <p:nvPr/>
            </p:nvSpPr>
            <p:spPr>
              <a:xfrm>
                <a:off x="3895604" y="3038475"/>
                <a:ext cx="2069258" cy="2652712"/>
              </a:xfrm>
              <a:custGeom>
                <a:avLst/>
                <a:gdLst>
                  <a:gd name="connsiteX0" fmla="*/ 2060552 w 2069258"/>
                  <a:gd name="connsiteY0" fmla="*/ 2652713 h 2652712"/>
                  <a:gd name="connsiteX1" fmla="*/ 93229 w 2069258"/>
                  <a:gd name="connsiteY1" fmla="*/ 16193 h 2652712"/>
                  <a:gd name="connsiteX2" fmla="*/ 0 w 2069258"/>
                  <a:gd name="connsiteY2" fmla="*/ 0 h 2652712"/>
                  <a:gd name="connsiteX3" fmla="*/ 93229 w 2069258"/>
                  <a:gd name="connsiteY3" fmla="*/ 16193 h 2652712"/>
                  <a:gd name="connsiteX4" fmla="*/ 2060552 w 2069258"/>
                  <a:gd name="connsiteY4" fmla="*/ 2652713 h 265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69258" h="2652712">
                    <a:moveTo>
                      <a:pt x="2060552" y="2652713"/>
                    </a:moveTo>
                    <a:cubicBezTo>
                      <a:pt x="2153781" y="1143953"/>
                      <a:pt x="1498324" y="265747"/>
                      <a:pt x="93229" y="16193"/>
                    </a:cubicBezTo>
                    <a:lnTo>
                      <a:pt x="0" y="0"/>
                    </a:lnTo>
                    <a:lnTo>
                      <a:pt x="93229" y="16193"/>
                    </a:lnTo>
                    <a:cubicBezTo>
                      <a:pt x="1498324" y="265747"/>
                      <a:pt x="2153781" y="1144905"/>
                      <a:pt x="2060552" y="2652713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3" name="Freeform 1482">
                <a:extLst>
                  <a:ext uri="{FF2B5EF4-FFF2-40B4-BE49-F238E27FC236}">
                    <a16:creationId xmlns:a16="http://schemas.microsoft.com/office/drawing/2014/main" id="{08D87E59-4226-F62F-9DE1-54F019926A67}"/>
                  </a:ext>
                </a:extLst>
              </p:cNvPr>
              <p:cNvSpPr/>
              <p:nvPr/>
            </p:nvSpPr>
            <p:spPr>
              <a:xfrm>
                <a:off x="4665219" y="1708785"/>
                <a:ext cx="1298506" cy="3982402"/>
              </a:xfrm>
              <a:custGeom>
                <a:avLst/>
                <a:gdLst>
                  <a:gd name="connsiteX0" fmla="*/ 1284278 w 1298506"/>
                  <a:gd name="connsiteY0" fmla="*/ 3982403 h 3982402"/>
                  <a:gd name="connsiteX1" fmla="*/ 60884 w 1298506"/>
                  <a:gd name="connsiteY1" fmla="*/ 73342 h 3982402"/>
                  <a:gd name="connsiteX2" fmla="*/ 0 w 1298506"/>
                  <a:gd name="connsiteY2" fmla="*/ 0 h 3982402"/>
                  <a:gd name="connsiteX3" fmla="*/ 60884 w 1298506"/>
                  <a:gd name="connsiteY3" fmla="*/ 73342 h 3982402"/>
                  <a:gd name="connsiteX4" fmla="*/ 1284278 w 1298506"/>
                  <a:gd name="connsiteY4" fmla="*/ 3982403 h 3982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8506" h="3982402">
                    <a:moveTo>
                      <a:pt x="1284278" y="3982403"/>
                    </a:moveTo>
                    <a:cubicBezTo>
                      <a:pt x="1382263" y="2474595"/>
                      <a:pt x="974148" y="1171575"/>
                      <a:pt x="60884" y="73342"/>
                    </a:cubicBezTo>
                    <a:lnTo>
                      <a:pt x="0" y="0"/>
                    </a:lnTo>
                    <a:lnTo>
                      <a:pt x="60884" y="73342"/>
                    </a:lnTo>
                    <a:cubicBezTo>
                      <a:pt x="974148" y="1170623"/>
                      <a:pt x="1382263" y="2473643"/>
                      <a:pt x="1284278" y="3982403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4" name="Freeform 1483">
                <a:extLst>
                  <a:ext uri="{FF2B5EF4-FFF2-40B4-BE49-F238E27FC236}">
                    <a16:creationId xmlns:a16="http://schemas.microsoft.com/office/drawing/2014/main" id="{4EA290D4-8536-D2FC-798A-7172CA32C8DA}"/>
                  </a:ext>
                </a:extLst>
              </p:cNvPr>
              <p:cNvSpPr/>
              <p:nvPr/>
            </p:nvSpPr>
            <p:spPr>
              <a:xfrm>
                <a:off x="4802209" y="1603057"/>
                <a:ext cx="3345781" cy="1207352"/>
              </a:xfrm>
              <a:custGeom>
                <a:avLst/>
                <a:gdLst>
                  <a:gd name="connsiteX0" fmla="*/ 3345781 w 3345781"/>
                  <a:gd name="connsiteY0" fmla="*/ 868680 h 1207352"/>
                  <a:gd name="connsiteX1" fmla="*/ 55176 w 3345781"/>
                  <a:gd name="connsiteY1" fmla="*/ 78105 h 1207352"/>
                  <a:gd name="connsiteX2" fmla="*/ 0 w 3345781"/>
                  <a:gd name="connsiteY2" fmla="*/ 0 h 1207352"/>
                  <a:gd name="connsiteX3" fmla="*/ 55176 w 3345781"/>
                  <a:gd name="connsiteY3" fmla="*/ 78105 h 1207352"/>
                  <a:gd name="connsiteX4" fmla="*/ 3345781 w 3345781"/>
                  <a:gd name="connsiteY4" fmla="*/ 868680 h 1207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45781" h="1207352">
                    <a:moveTo>
                      <a:pt x="3345781" y="868680"/>
                    </a:moveTo>
                    <a:cubicBezTo>
                      <a:pt x="1977788" y="1506855"/>
                      <a:pt x="880919" y="1243013"/>
                      <a:pt x="55176" y="78105"/>
                    </a:cubicBezTo>
                    <a:lnTo>
                      <a:pt x="0" y="0"/>
                    </a:lnTo>
                    <a:lnTo>
                      <a:pt x="55176" y="78105"/>
                    </a:lnTo>
                    <a:cubicBezTo>
                      <a:pt x="880919" y="1243013"/>
                      <a:pt x="1977788" y="1506855"/>
                      <a:pt x="3345781" y="86868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5" name="Freeform 1484">
                <a:extLst>
                  <a:ext uri="{FF2B5EF4-FFF2-40B4-BE49-F238E27FC236}">
                    <a16:creationId xmlns:a16="http://schemas.microsoft.com/office/drawing/2014/main" id="{DBCF62DC-C162-9F56-3E9B-AB13E251F85D}"/>
                  </a:ext>
                </a:extLst>
              </p:cNvPr>
              <p:cNvSpPr/>
              <p:nvPr/>
            </p:nvSpPr>
            <p:spPr>
              <a:xfrm>
                <a:off x="4797452" y="1606867"/>
                <a:ext cx="2852047" cy="3470910"/>
              </a:xfrm>
              <a:custGeom>
                <a:avLst/>
                <a:gdLst>
                  <a:gd name="connsiteX0" fmla="*/ 2852048 w 2852047"/>
                  <a:gd name="connsiteY0" fmla="*/ 3470910 h 3470910"/>
                  <a:gd name="connsiteX1" fmla="*/ 55176 w 2852047"/>
                  <a:gd name="connsiteY1" fmla="*/ 77153 h 3470910"/>
                  <a:gd name="connsiteX2" fmla="*/ 0 w 2852047"/>
                  <a:gd name="connsiteY2" fmla="*/ 0 h 3470910"/>
                  <a:gd name="connsiteX3" fmla="*/ 55176 w 2852047"/>
                  <a:gd name="connsiteY3" fmla="*/ 77153 h 3470910"/>
                  <a:gd name="connsiteX4" fmla="*/ 2852048 w 2852047"/>
                  <a:gd name="connsiteY4" fmla="*/ 3470910 h 3470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2047" h="3470910">
                    <a:moveTo>
                      <a:pt x="2852048" y="3470910"/>
                    </a:moveTo>
                    <a:cubicBezTo>
                      <a:pt x="1816064" y="2371725"/>
                      <a:pt x="883773" y="1240155"/>
                      <a:pt x="55176" y="77153"/>
                    </a:cubicBezTo>
                    <a:lnTo>
                      <a:pt x="0" y="0"/>
                    </a:lnTo>
                    <a:lnTo>
                      <a:pt x="55176" y="77153"/>
                    </a:lnTo>
                    <a:cubicBezTo>
                      <a:pt x="883773" y="1240155"/>
                      <a:pt x="1816064" y="2371725"/>
                      <a:pt x="2852048" y="3470910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6" name="Freeform 1485">
                <a:extLst>
                  <a:ext uri="{FF2B5EF4-FFF2-40B4-BE49-F238E27FC236}">
                    <a16:creationId xmlns:a16="http://schemas.microsoft.com/office/drawing/2014/main" id="{DD50781A-2741-2C7B-DB00-2E3D7E37009E}"/>
                  </a:ext>
                </a:extLst>
              </p:cNvPr>
              <p:cNvSpPr/>
              <p:nvPr/>
            </p:nvSpPr>
            <p:spPr>
              <a:xfrm>
                <a:off x="6844092" y="4236386"/>
                <a:ext cx="800651" cy="846153"/>
              </a:xfrm>
              <a:custGeom>
                <a:avLst/>
                <a:gdLst>
                  <a:gd name="connsiteX0" fmla="*/ 800651 w 800651"/>
                  <a:gd name="connsiteY0" fmla="*/ 846153 h 846153"/>
                  <a:gd name="connsiteX1" fmla="*/ 700763 w 800651"/>
                  <a:gd name="connsiteY1" fmla="*/ 769953 h 846153"/>
                  <a:gd name="connsiteX2" fmla="*/ 765452 w 800651"/>
                  <a:gd name="connsiteY2" fmla="*/ 840438 h 846153"/>
                  <a:gd name="connsiteX3" fmla="*/ 700763 w 800651"/>
                  <a:gd name="connsiteY3" fmla="*/ 769953 h 846153"/>
                  <a:gd name="connsiteX4" fmla="*/ 800651 w 800651"/>
                  <a:gd name="connsiteY4" fmla="*/ 846153 h 8461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0651" h="846153">
                    <a:moveTo>
                      <a:pt x="800651" y="846153"/>
                    </a:moveTo>
                    <a:cubicBezTo>
                      <a:pt x="-231528" y="-255889"/>
                      <a:pt x="-264824" y="-281607"/>
                      <a:pt x="700763" y="769953"/>
                    </a:cubicBezTo>
                    <a:lnTo>
                      <a:pt x="765452" y="840438"/>
                    </a:lnTo>
                    <a:lnTo>
                      <a:pt x="700763" y="769953"/>
                    </a:lnTo>
                    <a:cubicBezTo>
                      <a:pt x="-265775" y="-281607"/>
                      <a:pt x="-232479" y="-255889"/>
                      <a:pt x="800651" y="846153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7" name="Freeform 1486">
                <a:extLst>
                  <a:ext uri="{FF2B5EF4-FFF2-40B4-BE49-F238E27FC236}">
                    <a16:creationId xmlns:a16="http://schemas.microsoft.com/office/drawing/2014/main" id="{B55A4854-0D21-FB78-29B7-FAA9F19F4D28}"/>
                  </a:ext>
                </a:extLst>
              </p:cNvPr>
              <p:cNvSpPr/>
              <p:nvPr/>
            </p:nvSpPr>
            <p:spPr>
              <a:xfrm>
                <a:off x="3892750" y="3044190"/>
                <a:ext cx="4461675" cy="274298"/>
              </a:xfrm>
              <a:custGeom>
                <a:avLst/>
                <a:gdLst>
                  <a:gd name="connsiteX0" fmla="*/ 4461676 w 4461675"/>
                  <a:gd name="connsiteY0" fmla="*/ 226695 h 274298"/>
                  <a:gd name="connsiteX1" fmla="*/ 94180 w 4461675"/>
                  <a:gd name="connsiteY1" fmla="*/ 16192 h 274298"/>
                  <a:gd name="connsiteX2" fmla="*/ 0 w 4461675"/>
                  <a:gd name="connsiteY2" fmla="*/ 0 h 274298"/>
                  <a:gd name="connsiteX3" fmla="*/ 94180 w 4461675"/>
                  <a:gd name="connsiteY3" fmla="*/ 16192 h 274298"/>
                  <a:gd name="connsiteX4" fmla="*/ 4461676 w 4461675"/>
                  <a:gd name="connsiteY4" fmla="*/ 226695 h 274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61675" h="274298">
                    <a:moveTo>
                      <a:pt x="4461676" y="226695"/>
                    </a:moveTo>
                    <a:cubicBezTo>
                      <a:pt x="2955741" y="331470"/>
                      <a:pt x="1500227" y="261938"/>
                      <a:pt x="94180" y="16192"/>
                    </a:cubicBezTo>
                    <a:lnTo>
                      <a:pt x="0" y="0"/>
                    </a:lnTo>
                    <a:lnTo>
                      <a:pt x="94180" y="16192"/>
                    </a:lnTo>
                    <a:cubicBezTo>
                      <a:pt x="1500227" y="261938"/>
                      <a:pt x="2955741" y="332422"/>
                      <a:pt x="4461676" y="226695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8" name="Freeform 1487">
                <a:extLst>
                  <a:ext uri="{FF2B5EF4-FFF2-40B4-BE49-F238E27FC236}">
                    <a16:creationId xmlns:a16="http://schemas.microsoft.com/office/drawing/2014/main" id="{BB16D3DF-E306-A730-1202-61F2CED4467F}"/>
                  </a:ext>
                </a:extLst>
              </p:cNvPr>
              <p:cNvSpPr/>
              <p:nvPr/>
            </p:nvSpPr>
            <p:spPr>
              <a:xfrm>
                <a:off x="5453861" y="1255395"/>
                <a:ext cx="335358" cy="4326254"/>
              </a:xfrm>
              <a:custGeom>
                <a:avLst/>
                <a:gdLst>
                  <a:gd name="connsiteX0" fmla="*/ 0 w 335358"/>
                  <a:gd name="connsiteY0" fmla="*/ 0 h 4326254"/>
                  <a:gd name="connsiteX1" fmla="*/ 55176 w 335358"/>
                  <a:gd name="connsiteY1" fmla="*/ 4234815 h 4326254"/>
                  <a:gd name="connsiteX2" fmla="*/ 29491 w 335358"/>
                  <a:gd name="connsiteY2" fmla="*/ 4326255 h 4326254"/>
                  <a:gd name="connsiteX3" fmla="*/ 55176 w 335358"/>
                  <a:gd name="connsiteY3" fmla="*/ 4234815 h 4326254"/>
                  <a:gd name="connsiteX4" fmla="*/ 0 w 335358"/>
                  <a:gd name="connsiteY4" fmla="*/ 0 h 4326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358" h="4326254">
                    <a:moveTo>
                      <a:pt x="0" y="0"/>
                    </a:moveTo>
                    <a:cubicBezTo>
                      <a:pt x="428093" y="1449705"/>
                      <a:pt x="446168" y="2861310"/>
                      <a:pt x="55176" y="4234815"/>
                    </a:cubicBezTo>
                    <a:lnTo>
                      <a:pt x="29491" y="4326255"/>
                    </a:lnTo>
                    <a:lnTo>
                      <a:pt x="55176" y="4234815"/>
                    </a:lnTo>
                    <a:cubicBezTo>
                      <a:pt x="446168" y="2861310"/>
                      <a:pt x="428093" y="1448752"/>
                      <a:pt x="0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89" name="Freeform 1488">
                <a:extLst>
                  <a:ext uri="{FF2B5EF4-FFF2-40B4-BE49-F238E27FC236}">
                    <a16:creationId xmlns:a16="http://schemas.microsoft.com/office/drawing/2014/main" id="{0A418FF6-E343-E001-F86C-9B2FF96C88AB}"/>
                  </a:ext>
                </a:extLst>
              </p:cNvPr>
              <p:cNvSpPr/>
              <p:nvPr/>
            </p:nvSpPr>
            <p:spPr>
              <a:xfrm>
                <a:off x="5460520" y="1253489"/>
                <a:ext cx="2668443" cy="1543600"/>
              </a:xfrm>
              <a:custGeom>
                <a:avLst/>
                <a:gdLst>
                  <a:gd name="connsiteX0" fmla="*/ 0 w 2668443"/>
                  <a:gd name="connsiteY0" fmla="*/ 0 h 1543600"/>
                  <a:gd name="connsiteX1" fmla="*/ 2581873 w 2668443"/>
                  <a:gd name="connsiteY1" fmla="*/ 1283970 h 1543600"/>
                  <a:gd name="connsiteX2" fmla="*/ 2668444 w 2668443"/>
                  <a:gd name="connsiteY2" fmla="*/ 1243965 h 1543600"/>
                  <a:gd name="connsiteX3" fmla="*/ 2581873 w 2668443"/>
                  <a:gd name="connsiteY3" fmla="*/ 1283970 h 1543600"/>
                  <a:gd name="connsiteX4" fmla="*/ 0 w 2668443"/>
                  <a:gd name="connsiteY4" fmla="*/ 0 h 1543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68443" h="1543600">
                    <a:moveTo>
                      <a:pt x="0" y="0"/>
                    </a:moveTo>
                    <a:cubicBezTo>
                      <a:pt x="423336" y="1450658"/>
                      <a:pt x="1284278" y="1878330"/>
                      <a:pt x="2581873" y="1283970"/>
                    </a:cubicBezTo>
                    <a:lnTo>
                      <a:pt x="2668444" y="1243965"/>
                    </a:lnTo>
                    <a:lnTo>
                      <a:pt x="2581873" y="1283970"/>
                    </a:lnTo>
                    <a:cubicBezTo>
                      <a:pt x="1284278" y="1879283"/>
                      <a:pt x="424287" y="1450658"/>
                      <a:pt x="0" y="0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0" name="Freeform 1489">
                <a:extLst>
                  <a:ext uri="{FF2B5EF4-FFF2-40B4-BE49-F238E27FC236}">
                    <a16:creationId xmlns:a16="http://schemas.microsoft.com/office/drawing/2014/main" id="{9683A1F8-2009-2D29-612B-C38783CD7FCD}"/>
                  </a:ext>
                </a:extLst>
              </p:cNvPr>
              <p:cNvSpPr/>
              <p:nvPr/>
            </p:nvSpPr>
            <p:spPr>
              <a:xfrm>
                <a:off x="3857551" y="3088957"/>
                <a:ext cx="1157203" cy="815340"/>
              </a:xfrm>
              <a:custGeom>
                <a:avLst/>
                <a:gdLst>
                  <a:gd name="connsiteX0" fmla="*/ 0 w 1157203"/>
                  <a:gd name="connsiteY0" fmla="*/ 0 h 815340"/>
                  <a:gd name="connsiteX1" fmla="*/ 146503 w 1157203"/>
                  <a:gd name="connsiteY1" fmla="*/ 795338 h 815340"/>
                  <a:gd name="connsiteX2" fmla="*/ 53274 w 1157203"/>
                  <a:gd name="connsiteY2" fmla="*/ 815340 h 815340"/>
                  <a:gd name="connsiteX3" fmla="*/ 146503 w 1157203"/>
                  <a:gd name="connsiteY3" fmla="*/ 795338 h 815340"/>
                  <a:gd name="connsiteX4" fmla="*/ 0 w 1157203"/>
                  <a:gd name="connsiteY4" fmla="*/ 0 h 815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7203" h="815340">
                    <a:moveTo>
                      <a:pt x="0" y="0"/>
                    </a:moveTo>
                    <a:cubicBezTo>
                      <a:pt x="1492616" y="226695"/>
                      <a:pt x="1541133" y="491490"/>
                      <a:pt x="146503" y="795338"/>
                    </a:cubicBezTo>
                    <a:lnTo>
                      <a:pt x="53274" y="815340"/>
                    </a:lnTo>
                    <a:lnTo>
                      <a:pt x="146503" y="795338"/>
                    </a:lnTo>
                    <a:cubicBezTo>
                      <a:pt x="1541133" y="491490"/>
                      <a:pt x="1491665" y="226695"/>
                      <a:pt x="0" y="0"/>
                    </a:cubicBezTo>
                    <a:close/>
                  </a:path>
                </a:pathLst>
              </a:custGeom>
              <a:solidFill>
                <a:srgbClr val="9FBE9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1" name="Freeform 1490">
                <a:extLst>
                  <a:ext uri="{FF2B5EF4-FFF2-40B4-BE49-F238E27FC236}">
                    <a16:creationId xmlns:a16="http://schemas.microsoft.com/office/drawing/2014/main" id="{C5A88CEA-2BC1-2261-E88C-11AF744052E7}"/>
                  </a:ext>
                </a:extLst>
              </p:cNvPr>
              <p:cNvSpPr/>
              <p:nvPr/>
            </p:nvSpPr>
            <p:spPr>
              <a:xfrm>
                <a:off x="3858502" y="3003232"/>
                <a:ext cx="1153946" cy="237739"/>
              </a:xfrm>
              <a:custGeom>
                <a:avLst/>
                <a:gdLst>
                  <a:gd name="connsiteX0" fmla="*/ 0 w 1153946"/>
                  <a:gd name="connsiteY0" fmla="*/ 77152 h 237739"/>
                  <a:gd name="connsiteX1" fmla="*/ 136038 w 1153946"/>
                  <a:gd name="connsiteY1" fmla="*/ 18098 h 237739"/>
                  <a:gd name="connsiteX2" fmla="*/ 42809 w 1153946"/>
                  <a:gd name="connsiteY2" fmla="*/ 0 h 237739"/>
                  <a:gd name="connsiteX3" fmla="*/ 136038 w 1153946"/>
                  <a:gd name="connsiteY3" fmla="*/ 18098 h 237739"/>
                  <a:gd name="connsiteX4" fmla="*/ 0 w 1153946"/>
                  <a:gd name="connsiteY4" fmla="*/ 77152 h 237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53946" h="237739">
                    <a:moveTo>
                      <a:pt x="0" y="77152"/>
                    </a:moveTo>
                    <a:cubicBezTo>
                      <a:pt x="1491665" y="309562"/>
                      <a:pt x="1536377" y="289560"/>
                      <a:pt x="136038" y="18098"/>
                    </a:cubicBezTo>
                    <a:lnTo>
                      <a:pt x="42809" y="0"/>
                    </a:lnTo>
                    <a:lnTo>
                      <a:pt x="136038" y="18098"/>
                    </a:lnTo>
                    <a:cubicBezTo>
                      <a:pt x="1537328" y="289560"/>
                      <a:pt x="1491665" y="309562"/>
                      <a:pt x="0" y="77152"/>
                    </a:cubicBezTo>
                    <a:close/>
                  </a:path>
                </a:pathLst>
              </a:custGeom>
              <a:solidFill>
                <a:srgbClr val="9FBE9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2" name="Freeform 1491">
                <a:extLst>
                  <a:ext uri="{FF2B5EF4-FFF2-40B4-BE49-F238E27FC236}">
                    <a16:creationId xmlns:a16="http://schemas.microsoft.com/office/drawing/2014/main" id="{83C2BFD6-1778-CEDD-465B-FB15EC5F6B86}"/>
                  </a:ext>
                </a:extLst>
              </p:cNvPr>
              <p:cNvSpPr/>
              <p:nvPr/>
            </p:nvSpPr>
            <p:spPr>
              <a:xfrm>
                <a:off x="4484469" y="1726882"/>
                <a:ext cx="852324" cy="908668"/>
              </a:xfrm>
              <a:custGeom>
                <a:avLst/>
                <a:gdLst>
                  <a:gd name="connsiteX0" fmla="*/ 116061 w 852324"/>
                  <a:gd name="connsiteY0" fmla="*/ 0 h 908668"/>
                  <a:gd name="connsiteX1" fmla="*/ 68495 w 852324"/>
                  <a:gd name="connsiteY1" fmla="*/ 216217 h 908668"/>
                  <a:gd name="connsiteX2" fmla="*/ 0 w 852324"/>
                  <a:gd name="connsiteY2" fmla="*/ 150495 h 908668"/>
                  <a:gd name="connsiteX3" fmla="*/ 68495 w 852324"/>
                  <a:gd name="connsiteY3" fmla="*/ 216217 h 908668"/>
                  <a:gd name="connsiteX4" fmla="*/ 116061 w 852324"/>
                  <a:gd name="connsiteY4" fmla="*/ 0 h 908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2324" h="908668">
                    <a:moveTo>
                      <a:pt x="116061" y="0"/>
                    </a:moveTo>
                    <a:cubicBezTo>
                      <a:pt x="1113041" y="1134427"/>
                      <a:pt x="1097820" y="1206818"/>
                      <a:pt x="68495" y="216217"/>
                    </a:cubicBezTo>
                    <a:lnTo>
                      <a:pt x="0" y="150495"/>
                    </a:lnTo>
                    <a:lnTo>
                      <a:pt x="68495" y="216217"/>
                    </a:lnTo>
                    <a:cubicBezTo>
                      <a:pt x="1096868" y="1206818"/>
                      <a:pt x="1113041" y="1134427"/>
                      <a:pt x="116061" y="0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3" name="Freeform 1492">
                <a:extLst>
                  <a:ext uri="{FF2B5EF4-FFF2-40B4-BE49-F238E27FC236}">
                    <a16:creationId xmlns:a16="http://schemas.microsoft.com/office/drawing/2014/main" id="{F63C0032-1343-35FC-2B53-455F3DDACAFC}"/>
                  </a:ext>
                </a:extLst>
              </p:cNvPr>
              <p:cNvSpPr/>
              <p:nvPr/>
            </p:nvSpPr>
            <p:spPr>
              <a:xfrm>
                <a:off x="3833768" y="3521002"/>
                <a:ext cx="1295236" cy="1281502"/>
              </a:xfrm>
              <a:custGeom>
                <a:avLst/>
                <a:gdLst>
                  <a:gd name="connsiteX0" fmla="*/ 0 w 1295236"/>
                  <a:gd name="connsiteY0" fmla="*/ 7058 h 1281502"/>
                  <a:gd name="connsiteX1" fmla="*/ 572693 w 1295236"/>
                  <a:gd name="connsiteY1" fmla="*/ 1223400 h 1281502"/>
                  <a:gd name="connsiteX2" fmla="*/ 497539 w 1295236"/>
                  <a:gd name="connsiteY2" fmla="*/ 1281503 h 1281502"/>
                  <a:gd name="connsiteX3" fmla="*/ 572693 w 1295236"/>
                  <a:gd name="connsiteY3" fmla="*/ 1223400 h 1281502"/>
                  <a:gd name="connsiteX4" fmla="*/ 0 w 1295236"/>
                  <a:gd name="connsiteY4" fmla="*/ 7058 h 1281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95236" h="1281502">
                    <a:moveTo>
                      <a:pt x="0" y="7058"/>
                    </a:moveTo>
                    <a:cubicBezTo>
                      <a:pt x="1507837" y="-58665"/>
                      <a:pt x="1699052" y="347100"/>
                      <a:pt x="572693" y="1223400"/>
                    </a:cubicBezTo>
                    <a:lnTo>
                      <a:pt x="497539" y="1281503"/>
                    </a:lnTo>
                    <a:lnTo>
                      <a:pt x="572693" y="1223400"/>
                    </a:lnTo>
                    <a:cubicBezTo>
                      <a:pt x="1699052" y="346148"/>
                      <a:pt x="1508788" y="-59617"/>
                      <a:pt x="0" y="7058"/>
                    </a:cubicBezTo>
                    <a:close/>
                  </a:path>
                </a:pathLst>
              </a:custGeom>
              <a:solidFill>
                <a:srgbClr val="8FA38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4" name="Freeform 1493">
                <a:extLst>
                  <a:ext uri="{FF2B5EF4-FFF2-40B4-BE49-F238E27FC236}">
                    <a16:creationId xmlns:a16="http://schemas.microsoft.com/office/drawing/2014/main" id="{CCD124BA-AA59-3419-761E-3F530CC637E5}"/>
                  </a:ext>
                </a:extLst>
              </p:cNvPr>
              <p:cNvSpPr/>
              <p:nvPr/>
            </p:nvSpPr>
            <p:spPr>
              <a:xfrm>
                <a:off x="4253299" y="2111692"/>
                <a:ext cx="962607" cy="2698432"/>
              </a:xfrm>
              <a:custGeom>
                <a:avLst/>
                <a:gdLst>
                  <a:gd name="connsiteX0" fmla="*/ 0 w 962607"/>
                  <a:gd name="connsiteY0" fmla="*/ 0 h 2698432"/>
                  <a:gd name="connsiteX1" fmla="*/ 157919 w 962607"/>
                  <a:gd name="connsiteY1" fmla="*/ 2639378 h 2698432"/>
                  <a:gd name="connsiteX2" fmla="*/ 82765 w 962607"/>
                  <a:gd name="connsiteY2" fmla="*/ 2698433 h 2698432"/>
                  <a:gd name="connsiteX3" fmla="*/ 157919 w 962607"/>
                  <a:gd name="connsiteY3" fmla="*/ 2639378 h 2698432"/>
                  <a:gd name="connsiteX4" fmla="*/ 0 w 962607"/>
                  <a:gd name="connsiteY4" fmla="*/ 0 h 2698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2607" h="2698432">
                    <a:moveTo>
                      <a:pt x="0" y="0"/>
                    </a:moveTo>
                    <a:cubicBezTo>
                      <a:pt x="1228150" y="878205"/>
                      <a:pt x="1281424" y="1758315"/>
                      <a:pt x="157919" y="2639378"/>
                    </a:cubicBezTo>
                    <a:lnTo>
                      <a:pt x="82765" y="2698433"/>
                    </a:lnTo>
                    <a:lnTo>
                      <a:pt x="157919" y="2639378"/>
                    </a:lnTo>
                    <a:cubicBezTo>
                      <a:pt x="1281424" y="1758315"/>
                      <a:pt x="1228150" y="878205"/>
                      <a:pt x="0" y="0"/>
                    </a:cubicBezTo>
                    <a:close/>
                  </a:path>
                </a:pathLst>
              </a:custGeom>
              <a:solidFill>
                <a:srgbClr val="EFE09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5" name="Freeform 1494">
                <a:extLst>
                  <a:ext uri="{FF2B5EF4-FFF2-40B4-BE49-F238E27FC236}">
                    <a16:creationId xmlns:a16="http://schemas.microsoft.com/office/drawing/2014/main" id="{645EE585-7FE9-0B2B-4A88-75A67BA93637}"/>
                  </a:ext>
                </a:extLst>
              </p:cNvPr>
              <p:cNvSpPr/>
              <p:nvPr/>
            </p:nvSpPr>
            <p:spPr>
              <a:xfrm>
                <a:off x="3860405" y="2105025"/>
                <a:ext cx="1246743" cy="1382077"/>
              </a:xfrm>
              <a:custGeom>
                <a:avLst/>
                <a:gdLst>
                  <a:gd name="connsiteX0" fmla="*/ 397650 w 1246743"/>
                  <a:gd name="connsiteY0" fmla="*/ 0 h 1382077"/>
                  <a:gd name="connsiteX1" fmla="*/ 95132 w 1246743"/>
                  <a:gd name="connsiteY1" fmla="*/ 1379220 h 1382077"/>
                  <a:gd name="connsiteX2" fmla="*/ 0 w 1246743"/>
                  <a:gd name="connsiteY2" fmla="*/ 1382078 h 1382077"/>
                  <a:gd name="connsiteX3" fmla="*/ 95132 w 1246743"/>
                  <a:gd name="connsiteY3" fmla="*/ 1379220 h 1382077"/>
                  <a:gd name="connsiteX4" fmla="*/ 397650 w 1246743"/>
                  <a:gd name="connsiteY4" fmla="*/ 0 h 1382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6743" h="1382077">
                    <a:moveTo>
                      <a:pt x="397650" y="0"/>
                    </a:moveTo>
                    <a:cubicBezTo>
                      <a:pt x="1622947" y="882968"/>
                      <a:pt x="1522107" y="1343025"/>
                      <a:pt x="95132" y="1379220"/>
                    </a:cubicBezTo>
                    <a:lnTo>
                      <a:pt x="0" y="1382078"/>
                    </a:lnTo>
                    <a:lnTo>
                      <a:pt x="95132" y="1379220"/>
                    </a:lnTo>
                    <a:cubicBezTo>
                      <a:pt x="1522107" y="1343025"/>
                      <a:pt x="1621995" y="882968"/>
                      <a:pt x="397650" y="0"/>
                    </a:cubicBezTo>
                    <a:close/>
                  </a:path>
                </a:pathLst>
              </a:custGeom>
              <a:solidFill>
                <a:srgbClr val="EFE09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6" name="Freeform 1495">
                <a:extLst>
                  <a:ext uri="{FF2B5EF4-FFF2-40B4-BE49-F238E27FC236}">
                    <a16:creationId xmlns:a16="http://schemas.microsoft.com/office/drawing/2014/main" id="{A7C8A6ED-2194-2026-DEB2-27F0AF6BA18E}"/>
                  </a:ext>
                </a:extLst>
              </p:cNvPr>
              <p:cNvSpPr/>
              <p:nvPr/>
            </p:nvSpPr>
            <p:spPr>
              <a:xfrm>
                <a:off x="4956322" y="1503045"/>
                <a:ext cx="1866483" cy="4072890"/>
              </a:xfrm>
              <a:custGeom>
                <a:avLst/>
                <a:gdLst>
                  <a:gd name="connsiteX0" fmla="*/ 1866483 w 1866483"/>
                  <a:gd name="connsiteY0" fmla="*/ 4072890 h 4072890"/>
                  <a:gd name="connsiteX1" fmla="*/ 48517 w 1866483"/>
                  <a:gd name="connsiteY1" fmla="*/ 81915 h 4072890"/>
                  <a:gd name="connsiteX2" fmla="*/ 0 w 1866483"/>
                  <a:gd name="connsiteY2" fmla="*/ 0 h 4072890"/>
                  <a:gd name="connsiteX3" fmla="*/ 48517 w 1866483"/>
                  <a:gd name="connsiteY3" fmla="*/ 81915 h 4072890"/>
                  <a:gd name="connsiteX4" fmla="*/ 1866483 w 1866483"/>
                  <a:gd name="connsiteY4" fmla="*/ 4072890 h 4072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66483" h="4072890">
                    <a:moveTo>
                      <a:pt x="1866483" y="4072890"/>
                    </a:moveTo>
                    <a:cubicBezTo>
                      <a:pt x="1382263" y="2641283"/>
                      <a:pt x="776274" y="1311593"/>
                      <a:pt x="48517" y="81915"/>
                    </a:cubicBezTo>
                    <a:lnTo>
                      <a:pt x="0" y="0"/>
                    </a:lnTo>
                    <a:lnTo>
                      <a:pt x="48517" y="81915"/>
                    </a:lnTo>
                    <a:cubicBezTo>
                      <a:pt x="776274" y="1310640"/>
                      <a:pt x="1382263" y="2641283"/>
                      <a:pt x="1866483" y="4072890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7" name="Freeform 1496">
                <a:extLst>
                  <a:ext uri="{FF2B5EF4-FFF2-40B4-BE49-F238E27FC236}">
                    <a16:creationId xmlns:a16="http://schemas.microsoft.com/office/drawing/2014/main" id="{6396BE89-0ED6-1D51-BF8F-0393A84AAC03}"/>
                  </a:ext>
                </a:extLst>
              </p:cNvPr>
              <p:cNvSpPr/>
              <p:nvPr/>
            </p:nvSpPr>
            <p:spPr>
              <a:xfrm>
                <a:off x="4680440" y="1696402"/>
                <a:ext cx="2133803" cy="3882390"/>
              </a:xfrm>
              <a:custGeom>
                <a:avLst/>
                <a:gdLst>
                  <a:gd name="connsiteX0" fmla="*/ 2133804 w 2133803"/>
                  <a:gd name="connsiteY0" fmla="*/ 3882390 h 3882390"/>
                  <a:gd name="connsiteX1" fmla="*/ 59933 w 2133803"/>
                  <a:gd name="connsiteY1" fmla="*/ 73343 h 3882390"/>
                  <a:gd name="connsiteX2" fmla="*/ 0 w 2133803"/>
                  <a:gd name="connsiteY2" fmla="*/ 0 h 3882390"/>
                  <a:gd name="connsiteX3" fmla="*/ 59933 w 2133803"/>
                  <a:gd name="connsiteY3" fmla="*/ 73343 h 3882390"/>
                  <a:gd name="connsiteX4" fmla="*/ 2133804 w 2133803"/>
                  <a:gd name="connsiteY4" fmla="*/ 3882390 h 3882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33803" h="3882390">
                    <a:moveTo>
                      <a:pt x="2133804" y="3882390"/>
                    </a:moveTo>
                    <a:cubicBezTo>
                      <a:pt x="1654340" y="2448878"/>
                      <a:pt x="963684" y="1179195"/>
                      <a:pt x="59933" y="73343"/>
                    </a:cubicBezTo>
                    <a:lnTo>
                      <a:pt x="0" y="0"/>
                    </a:lnTo>
                    <a:lnTo>
                      <a:pt x="59933" y="73343"/>
                    </a:lnTo>
                    <a:cubicBezTo>
                      <a:pt x="963684" y="1179195"/>
                      <a:pt x="1654340" y="2448878"/>
                      <a:pt x="2133804" y="3882390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8" name="Freeform 1497">
                <a:extLst>
                  <a:ext uri="{FF2B5EF4-FFF2-40B4-BE49-F238E27FC236}">
                    <a16:creationId xmlns:a16="http://schemas.microsoft.com/office/drawing/2014/main" id="{CA138DEA-0F56-F1CD-8F55-D6B5E05740DE}"/>
                  </a:ext>
                </a:extLst>
              </p:cNvPr>
              <p:cNvSpPr/>
              <p:nvPr/>
            </p:nvSpPr>
            <p:spPr>
              <a:xfrm>
                <a:off x="3997395" y="2349817"/>
                <a:ext cx="1098434" cy="640269"/>
              </a:xfrm>
              <a:custGeom>
                <a:avLst/>
                <a:gdLst>
                  <a:gd name="connsiteX0" fmla="*/ 107499 w 1098434"/>
                  <a:gd name="connsiteY0" fmla="*/ 0 h 640269"/>
                  <a:gd name="connsiteX1" fmla="*/ 89424 w 1098434"/>
                  <a:gd name="connsiteY1" fmla="*/ 340042 h 640269"/>
                  <a:gd name="connsiteX2" fmla="*/ 0 w 1098434"/>
                  <a:gd name="connsiteY2" fmla="*/ 307658 h 640269"/>
                  <a:gd name="connsiteX3" fmla="*/ 89424 w 1098434"/>
                  <a:gd name="connsiteY3" fmla="*/ 340042 h 640269"/>
                  <a:gd name="connsiteX4" fmla="*/ 107499 w 1098434"/>
                  <a:gd name="connsiteY4" fmla="*/ 0 h 640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8434" h="640269">
                    <a:moveTo>
                      <a:pt x="107499" y="0"/>
                    </a:moveTo>
                    <a:cubicBezTo>
                      <a:pt x="1434586" y="719138"/>
                      <a:pt x="1428878" y="832485"/>
                      <a:pt x="89424" y="340042"/>
                    </a:cubicBezTo>
                    <a:lnTo>
                      <a:pt x="0" y="307658"/>
                    </a:lnTo>
                    <a:lnTo>
                      <a:pt x="89424" y="340042"/>
                    </a:lnTo>
                    <a:cubicBezTo>
                      <a:pt x="1428878" y="832485"/>
                      <a:pt x="1434586" y="719138"/>
                      <a:pt x="107499" y="0"/>
                    </a:cubicBezTo>
                    <a:close/>
                  </a:path>
                </a:pathLst>
              </a:custGeom>
              <a:solidFill>
                <a:srgbClr val="DACA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9" name="Freeform 1498">
                <a:extLst>
                  <a:ext uri="{FF2B5EF4-FFF2-40B4-BE49-F238E27FC236}">
                    <a16:creationId xmlns:a16="http://schemas.microsoft.com/office/drawing/2014/main" id="{5A2421C5-9ADD-565F-736D-834667E5FFAF}"/>
                  </a:ext>
                </a:extLst>
              </p:cNvPr>
              <p:cNvSpPr/>
              <p:nvPr/>
            </p:nvSpPr>
            <p:spPr>
              <a:xfrm>
                <a:off x="3861356" y="2342197"/>
                <a:ext cx="1204352" cy="1152525"/>
              </a:xfrm>
              <a:custGeom>
                <a:avLst/>
                <a:gdLst>
                  <a:gd name="connsiteX0" fmla="*/ 247342 w 1204352"/>
                  <a:gd name="connsiteY0" fmla="*/ 0 h 1152525"/>
                  <a:gd name="connsiteX1" fmla="*/ 95132 w 1204352"/>
                  <a:gd name="connsiteY1" fmla="*/ 1149668 h 1152525"/>
                  <a:gd name="connsiteX2" fmla="*/ 0 w 1204352"/>
                  <a:gd name="connsiteY2" fmla="*/ 1152525 h 1152525"/>
                  <a:gd name="connsiteX3" fmla="*/ 95132 w 1204352"/>
                  <a:gd name="connsiteY3" fmla="*/ 1149668 h 1152525"/>
                  <a:gd name="connsiteX4" fmla="*/ 247342 w 1204352"/>
                  <a:gd name="connsiteY4" fmla="*/ 0 h 1152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04352" h="1152525">
                    <a:moveTo>
                      <a:pt x="247342" y="0"/>
                    </a:moveTo>
                    <a:cubicBezTo>
                      <a:pt x="1572527" y="723900"/>
                      <a:pt x="1521156" y="1107758"/>
                      <a:pt x="95132" y="1149668"/>
                    </a:cubicBezTo>
                    <a:lnTo>
                      <a:pt x="0" y="1152525"/>
                    </a:lnTo>
                    <a:lnTo>
                      <a:pt x="95132" y="1149668"/>
                    </a:lnTo>
                    <a:cubicBezTo>
                      <a:pt x="1521156" y="1107758"/>
                      <a:pt x="1572527" y="724853"/>
                      <a:pt x="247342" y="0"/>
                    </a:cubicBezTo>
                    <a:close/>
                  </a:path>
                </a:pathLst>
              </a:custGeom>
              <a:solidFill>
                <a:srgbClr val="DACA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0" name="Freeform 1499">
                <a:extLst>
                  <a:ext uri="{FF2B5EF4-FFF2-40B4-BE49-F238E27FC236}">
                    <a16:creationId xmlns:a16="http://schemas.microsoft.com/office/drawing/2014/main" id="{394FA619-9C44-2CDD-EDCE-73BDAD43DA67}"/>
                  </a:ext>
                </a:extLst>
              </p:cNvPr>
              <p:cNvSpPr/>
              <p:nvPr/>
            </p:nvSpPr>
            <p:spPr>
              <a:xfrm>
                <a:off x="4322745" y="2066925"/>
                <a:ext cx="3891836" cy="2162175"/>
              </a:xfrm>
              <a:custGeom>
                <a:avLst/>
                <a:gdLst>
                  <a:gd name="connsiteX0" fmla="*/ 3891837 w 3891836"/>
                  <a:gd name="connsiteY0" fmla="*/ 2162175 h 2162175"/>
                  <a:gd name="connsiteX1" fmla="*/ 75154 w 3891836"/>
                  <a:gd name="connsiteY1" fmla="*/ 58103 h 2162175"/>
                  <a:gd name="connsiteX2" fmla="*/ 0 w 3891836"/>
                  <a:gd name="connsiteY2" fmla="*/ 0 h 2162175"/>
                  <a:gd name="connsiteX3" fmla="*/ 75154 w 3891836"/>
                  <a:gd name="connsiteY3" fmla="*/ 58103 h 2162175"/>
                  <a:gd name="connsiteX4" fmla="*/ 3891837 w 3891836"/>
                  <a:gd name="connsiteY4" fmla="*/ 2162175 h 2162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91836" h="2162175">
                    <a:moveTo>
                      <a:pt x="3891837" y="2162175"/>
                    </a:moveTo>
                    <a:cubicBezTo>
                      <a:pt x="2479132" y="1628775"/>
                      <a:pt x="1207221" y="927735"/>
                      <a:pt x="75154" y="58103"/>
                    </a:cubicBezTo>
                    <a:lnTo>
                      <a:pt x="0" y="0"/>
                    </a:lnTo>
                    <a:lnTo>
                      <a:pt x="75154" y="58103"/>
                    </a:lnTo>
                    <a:cubicBezTo>
                      <a:pt x="1207221" y="927735"/>
                      <a:pt x="2480083" y="1628775"/>
                      <a:pt x="3891837" y="2162175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1" name="Freeform 1500">
                <a:extLst>
                  <a:ext uri="{FF2B5EF4-FFF2-40B4-BE49-F238E27FC236}">
                    <a16:creationId xmlns:a16="http://schemas.microsoft.com/office/drawing/2014/main" id="{64E5F0AA-D621-8D41-266D-0D3FECDF49E3}"/>
                  </a:ext>
                </a:extLst>
              </p:cNvPr>
              <p:cNvSpPr/>
              <p:nvPr/>
            </p:nvSpPr>
            <p:spPr>
              <a:xfrm>
                <a:off x="4317037" y="1173480"/>
                <a:ext cx="2008229" cy="1431759"/>
              </a:xfrm>
              <a:custGeom>
                <a:avLst/>
                <a:gdLst>
                  <a:gd name="connsiteX0" fmla="*/ 2008230 w 2008229"/>
                  <a:gd name="connsiteY0" fmla="*/ 0 h 1431759"/>
                  <a:gd name="connsiteX1" fmla="*/ 76105 w 2008229"/>
                  <a:gd name="connsiteY1" fmla="*/ 957262 h 1431759"/>
                  <a:gd name="connsiteX2" fmla="*/ 0 w 2008229"/>
                  <a:gd name="connsiteY2" fmla="*/ 899160 h 1431759"/>
                  <a:gd name="connsiteX3" fmla="*/ 76105 w 2008229"/>
                  <a:gd name="connsiteY3" fmla="*/ 957262 h 1431759"/>
                  <a:gd name="connsiteX4" fmla="*/ 2008230 w 2008229"/>
                  <a:gd name="connsiteY4" fmla="*/ 0 h 1431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08229" h="1431759">
                    <a:moveTo>
                      <a:pt x="2008230" y="0"/>
                    </a:moveTo>
                    <a:cubicBezTo>
                      <a:pt x="1856019" y="1503998"/>
                      <a:pt x="1211026" y="1823085"/>
                      <a:pt x="76105" y="957262"/>
                    </a:cubicBezTo>
                    <a:lnTo>
                      <a:pt x="0" y="899160"/>
                    </a:lnTo>
                    <a:lnTo>
                      <a:pt x="76105" y="957262"/>
                    </a:lnTo>
                    <a:cubicBezTo>
                      <a:pt x="1211978" y="1822133"/>
                      <a:pt x="1856019" y="1503045"/>
                      <a:pt x="2008230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2" name="Freeform 1501">
                <a:extLst>
                  <a:ext uri="{FF2B5EF4-FFF2-40B4-BE49-F238E27FC236}">
                    <a16:creationId xmlns:a16="http://schemas.microsoft.com/office/drawing/2014/main" id="{DFC861BB-2391-6699-4E77-C1032DA5D35A}"/>
                  </a:ext>
                </a:extLst>
              </p:cNvPr>
              <p:cNvSpPr/>
              <p:nvPr/>
            </p:nvSpPr>
            <p:spPr>
              <a:xfrm>
                <a:off x="3969807" y="1883092"/>
                <a:ext cx="1230008" cy="2326004"/>
              </a:xfrm>
              <a:custGeom>
                <a:avLst/>
                <a:gdLst>
                  <a:gd name="connsiteX0" fmla="*/ 0 w 1230008"/>
                  <a:gd name="connsiteY0" fmla="*/ 2326005 h 2326004"/>
                  <a:gd name="connsiteX1" fmla="*/ 577449 w 1230008"/>
                  <a:gd name="connsiteY1" fmla="*/ 65723 h 2326004"/>
                  <a:gd name="connsiteX2" fmla="*/ 508954 w 1230008"/>
                  <a:gd name="connsiteY2" fmla="*/ 0 h 2326004"/>
                  <a:gd name="connsiteX3" fmla="*/ 577449 w 1230008"/>
                  <a:gd name="connsiteY3" fmla="*/ 65723 h 2326004"/>
                  <a:gd name="connsiteX4" fmla="*/ 0 w 1230008"/>
                  <a:gd name="connsiteY4" fmla="*/ 2326005 h 232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0008" h="2326004">
                    <a:moveTo>
                      <a:pt x="0" y="2326005"/>
                    </a:moveTo>
                    <a:cubicBezTo>
                      <a:pt x="1417462" y="1805940"/>
                      <a:pt x="1609628" y="1052513"/>
                      <a:pt x="577449" y="65723"/>
                    </a:cubicBezTo>
                    <a:lnTo>
                      <a:pt x="508954" y="0"/>
                    </a:lnTo>
                    <a:lnTo>
                      <a:pt x="577449" y="65723"/>
                    </a:lnTo>
                    <a:cubicBezTo>
                      <a:pt x="1609628" y="1052513"/>
                      <a:pt x="1417462" y="1805940"/>
                      <a:pt x="0" y="2326005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3" name="Freeform 1502">
                <a:extLst>
                  <a:ext uri="{FF2B5EF4-FFF2-40B4-BE49-F238E27FC236}">
                    <a16:creationId xmlns:a16="http://schemas.microsoft.com/office/drawing/2014/main" id="{9D966AA5-0543-D2B3-CF66-5C33ABDB93BF}"/>
                  </a:ext>
                </a:extLst>
              </p:cNvPr>
              <p:cNvSpPr/>
              <p:nvPr/>
            </p:nvSpPr>
            <p:spPr>
              <a:xfrm>
                <a:off x="3966953" y="2081212"/>
                <a:ext cx="1181031" cy="2120265"/>
              </a:xfrm>
              <a:custGeom>
                <a:avLst/>
                <a:gdLst>
                  <a:gd name="connsiteX0" fmla="*/ 0 w 1181031"/>
                  <a:gd name="connsiteY0" fmla="*/ 2120265 h 2120265"/>
                  <a:gd name="connsiteX1" fmla="*/ 420482 w 1181031"/>
                  <a:gd name="connsiteY1" fmla="*/ 57150 h 2120265"/>
                  <a:gd name="connsiteX2" fmla="*/ 344377 w 1181031"/>
                  <a:gd name="connsiteY2" fmla="*/ 0 h 2120265"/>
                  <a:gd name="connsiteX3" fmla="*/ 420482 w 1181031"/>
                  <a:gd name="connsiteY3" fmla="*/ 57150 h 2120265"/>
                  <a:gd name="connsiteX4" fmla="*/ 0 w 1181031"/>
                  <a:gd name="connsiteY4" fmla="*/ 2120265 h 2120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1031" h="2120265">
                    <a:moveTo>
                      <a:pt x="0" y="2120265"/>
                    </a:moveTo>
                    <a:cubicBezTo>
                      <a:pt x="1419365" y="1605915"/>
                      <a:pt x="1559208" y="917258"/>
                      <a:pt x="420482" y="57150"/>
                    </a:cubicBezTo>
                    <a:lnTo>
                      <a:pt x="344377" y="0"/>
                    </a:lnTo>
                    <a:lnTo>
                      <a:pt x="420482" y="57150"/>
                    </a:lnTo>
                    <a:cubicBezTo>
                      <a:pt x="1559208" y="918210"/>
                      <a:pt x="1419365" y="1605915"/>
                      <a:pt x="0" y="2120265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4" name="Freeform 1503">
                <a:extLst>
                  <a:ext uri="{FF2B5EF4-FFF2-40B4-BE49-F238E27FC236}">
                    <a16:creationId xmlns:a16="http://schemas.microsoft.com/office/drawing/2014/main" id="{360BC42F-FFD2-3E8F-7F60-91AA43000C65}"/>
                  </a:ext>
                </a:extLst>
              </p:cNvPr>
              <p:cNvSpPr/>
              <p:nvPr/>
            </p:nvSpPr>
            <p:spPr>
              <a:xfrm>
                <a:off x="3976466" y="3929837"/>
                <a:ext cx="3354342" cy="1399399"/>
              </a:xfrm>
              <a:custGeom>
                <a:avLst/>
                <a:gdLst>
                  <a:gd name="connsiteX0" fmla="*/ 3354343 w 3354342"/>
                  <a:gd name="connsiteY0" fmla="*/ 1399400 h 1399399"/>
                  <a:gd name="connsiteX1" fmla="*/ 90375 w 3354342"/>
                  <a:gd name="connsiteY1" fmla="*/ 179247 h 1399399"/>
                  <a:gd name="connsiteX2" fmla="*/ 0 w 3354342"/>
                  <a:gd name="connsiteY2" fmla="*/ 209727 h 1399399"/>
                  <a:gd name="connsiteX3" fmla="*/ 90375 w 3354342"/>
                  <a:gd name="connsiteY3" fmla="*/ 179247 h 1399399"/>
                  <a:gd name="connsiteX4" fmla="*/ 3354343 w 3354342"/>
                  <a:gd name="connsiteY4" fmla="*/ 1399400 h 1399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54342" h="1399399">
                    <a:moveTo>
                      <a:pt x="3354343" y="1399400"/>
                    </a:moveTo>
                    <a:cubicBezTo>
                      <a:pt x="2531454" y="132575"/>
                      <a:pt x="1443148" y="-274143"/>
                      <a:pt x="90375" y="179247"/>
                    </a:cubicBezTo>
                    <a:lnTo>
                      <a:pt x="0" y="209727"/>
                    </a:lnTo>
                    <a:lnTo>
                      <a:pt x="90375" y="179247"/>
                    </a:lnTo>
                    <a:cubicBezTo>
                      <a:pt x="1443148" y="-274143"/>
                      <a:pt x="2531454" y="132575"/>
                      <a:pt x="3354343" y="1399400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5" name="Freeform 1504">
                <a:extLst>
                  <a:ext uri="{FF2B5EF4-FFF2-40B4-BE49-F238E27FC236}">
                    <a16:creationId xmlns:a16="http://schemas.microsoft.com/office/drawing/2014/main" id="{F61F98E6-7DCF-4F4A-A2BB-0DF7B626D801}"/>
                  </a:ext>
                </a:extLst>
              </p:cNvPr>
              <p:cNvSpPr/>
              <p:nvPr/>
            </p:nvSpPr>
            <p:spPr>
              <a:xfrm>
                <a:off x="3900360" y="3011805"/>
                <a:ext cx="1313066" cy="2095500"/>
              </a:xfrm>
              <a:custGeom>
                <a:avLst/>
                <a:gdLst>
                  <a:gd name="connsiteX0" fmla="*/ 673532 w 1313066"/>
                  <a:gd name="connsiteY0" fmla="*/ 2095500 h 2095500"/>
                  <a:gd name="connsiteX1" fmla="*/ 93229 w 1313066"/>
                  <a:gd name="connsiteY1" fmla="*/ 18097 h 2095500"/>
                  <a:gd name="connsiteX2" fmla="*/ 0 w 1313066"/>
                  <a:gd name="connsiteY2" fmla="*/ 0 h 2095500"/>
                  <a:gd name="connsiteX3" fmla="*/ 93229 w 1313066"/>
                  <a:gd name="connsiteY3" fmla="*/ 18097 h 2095500"/>
                  <a:gd name="connsiteX4" fmla="*/ 673532 w 1313066"/>
                  <a:gd name="connsiteY4" fmla="*/ 2095500 h 2095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3066" h="2095500">
                    <a:moveTo>
                      <a:pt x="673532" y="2095500"/>
                    </a:moveTo>
                    <a:cubicBezTo>
                      <a:pt x="1688587" y="977265"/>
                      <a:pt x="1495470" y="284797"/>
                      <a:pt x="93229" y="18097"/>
                    </a:cubicBezTo>
                    <a:lnTo>
                      <a:pt x="0" y="0"/>
                    </a:lnTo>
                    <a:lnTo>
                      <a:pt x="93229" y="18097"/>
                    </a:lnTo>
                    <a:cubicBezTo>
                      <a:pt x="1495470" y="283845"/>
                      <a:pt x="1688587" y="976313"/>
                      <a:pt x="673532" y="2095500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6" name="Freeform 1505">
                <a:extLst>
                  <a:ext uri="{FF2B5EF4-FFF2-40B4-BE49-F238E27FC236}">
                    <a16:creationId xmlns:a16="http://schemas.microsoft.com/office/drawing/2014/main" id="{D95AA47D-35B8-2C59-3461-3AD6F7B78A4A}"/>
                  </a:ext>
                </a:extLst>
              </p:cNvPr>
              <p:cNvSpPr/>
              <p:nvPr/>
            </p:nvSpPr>
            <p:spPr>
              <a:xfrm>
                <a:off x="4161972" y="2306002"/>
                <a:ext cx="1097183" cy="2794634"/>
              </a:xfrm>
              <a:custGeom>
                <a:avLst/>
                <a:gdLst>
                  <a:gd name="connsiteX0" fmla="*/ 405261 w 1097183"/>
                  <a:gd name="connsiteY0" fmla="*/ 2794635 h 2794634"/>
                  <a:gd name="connsiteX1" fmla="*/ 82765 w 1097183"/>
                  <a:gd name="connsiteY1" fmla="*/ 47625 h 2794634"/>
                  <a:gd name="connsiteX2" fmla="*/ 0 w 1097183"/>
                  <a:gd name="connsiteY2" fmla="*/ 0 h 2794634"/>
                  <a:gd name="connsiteX3" fmla="*/ 82765 w 1097183"/>
                  <a:gd name="connsiteY3" fmla="*/ 47625 h 2794634"/>
                  <a:gd name="connsiteX4" fmla="*/ 405261 w 1097183"/>
                  <a:gd name="connsiteY4" fmla="*/ 2794635 h 2794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97183" h="2794634">
                    <a:moveTo>
                      <a:pt x="405261" y="2794635"/>
                    </a:moveTo>
                    <a:cubicBezTo>
                      <a:pt x="1424121" y="1680210"/>
                      <a:pt x="1316623" y="763905"/>
                      <a:pt x="82765" y="47625"/>
                    </a:cubicBezTo>
                    <a:lnTo>
                      <a:pt x="0" y="0"/>
                    </a:lnTo>
                    <a:lnTo>
                      <a:pt x="82765" y="47625"/>
                    </a:lnTo>
                    <a:cubicBezTo>
                      <a:pt x="1317574" y="763905"/>
                      <a:pt x="1425073" y="1680210"/>
                      <a:pt x="405261" y="2794635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7" name="Freeform 1506">
                <a:extLst>
                  <a:ext uri="{FF2B5EF4-FFF2-40B4-BE49-F238E27FC236}">
                    <a16:creationId xmlns:a16="http://schemas.microsoft.com/office/drawing/2014/main" id="{E5A6D6FF-91B7-DE65-A236-AD51575D29D7}"/>
                  </a:ext>
                </a:extLst>
              </p:cNvPr>
              <p:cNvSpPr/>
              <p:nvPr/>
            </p:nvSpPr>
            <p:spPr>
              <a:xfrm>
                <a:off x="4472102" y="1889759"/>
                <a:ext cx="1199504" cy="3729990"/>
              </a:xfrm>
              <a:custGeom>
                <a:avLst/>
                <a:gdLst>
                  <a:gd name="connsiteX0" fmla="*/ 1040741 w 1199504"/>
                  <a:gd name="connsiteY0" fmla="*/ 3729990 h 3729990"/>
                  <a:gd name="connsiteX1" fmla="*/ 69446 w 1199504"/>
                  <a:gd name="connsiteY1" fmla="*/ 65723 h 3729990"/>
                  <a:gd name="connsiteX2" fmla="*/ 0 w 1199504"/>
                  <a:gd name="connsiteY2" fmla="*/ 0 h 3729990"/>
                  <a:gd name="connsiteX3" fmla="*/ 69446 w 1199504"/>
                  <a:gd name="connsiteY3" fmla="*/ 65723 h 3729990"/>
                  <a:gd name="connsiteX4" fmla="*/ 1040741 w 1199504"/>
                  <a:gd name="connsiteY4" fmla="*/ 3729990 h 3729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99504" h="3729990">
                    <a:moveTo>
                      <a:pt x="1040741" y="3729990"/>
                    </a:moveTo>
                    <a:cubicBezTo>
                      <a:pt x="1428878" y="2269808"/>
                      <a:pt x="1105430" y="1047750"/>
                      <a:pt x="69446" y="65723"/>
                    </a:cubicBezTo>
                    <a:lnTo>
                      <a:pt x="0" y="0"/>
                    </a:lnTo>
                    <a:lnTo>
                      <a:pt x="69446" y="65723"/>
                    </a:lnTo>
                    <a:cubicBezTo>
                      <a:pt x="1105430" y="1048703"/>
                      <a:pt x="1428878" y="2269808"/>
                      <a:pt x="1040741" y="3729990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8" name="Freeform 1507">
                <a:extLst>
                  <a:ext uri="{FF2B5EF4-FFF2-40B4-BE49-F238E27FC236}">
                    <a16:creationId xmlns:a16="http://schemas.microsoft.com/office/drawing/2014/main" id="{270B1C06-E684-159B-464A-FF9377022003}"/>
                  </a:ext>
                </a:extLst>
              </p:cNvPr>
              <p:cNvSpPr/>
              <p:nvPr/>
            </p:nvSpPr>
            <p:spPr>
              <a:xfrm>
                <a:off x="4157216" y="2313622"/>
                <a:ext cx="4162962" cy="1540192"/>
              </a:xfrm>
              <a:custGeom>
                <a:avLst/>
                <a:gdLst>
                  <a:gd name="connsiteX0" fmla="*/ 4162962 w 4162962"/>
                  <a:gd name="connsiteY0" fmla="*/ 1540193 h 1540192"/>
                  <a:gd name="connsiteX1" fmla="*/ 82765 w 4162962"/>
                  <a:gd name="connsiteY1" fmla="*/ 47625 h 1540192"/>
                  <a:gd name="connsiteX2" fmla="*/ 0 w 4162962"/>
                  <a:gd name="connsiteY2" fmla="*/ 0 h 1540192"/>
                  <a:gd name="connsiteX3" fmla="*/ 82765 w 4162962"/>
                  <a:gd name="connsiteY3" fmla="*/ 47625 h 1540192"/>
                  <a:gd name="connsiteX4" fmla="*/ 4162962 w 4162962"/>
                  <a:gd name="connsiteY4" fmla="*/ 1540193 h 1540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62962" h="1540192">
                    <a:moveTo>
                      <a:pt x="4162962" y="1540193"/>
                    </a:moveTo>
                    <a:cubicBezTo>
                      <a:pt x="2679859" y="1257300"/>
                      <a:pt x="1320428" y="760095"/>
                      <a:pt x="82765" y="47625"/>
                    </a:cubicBezTo>
                    <a:lnTo>
                      <a:pt x="0" y="0"/>
                    </a:lnTo>
                    <a:lnTo>
                      <a:pt x="82765" y="47625"/>
                    </a:lnTo>
                    <a:cubicBezTo>
                      <a:pt x="1320428" y="759143"/>
                      <a:pt x="2679859" y="1257300"/>
                      <a:pt x="4162962" y="1540193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9" name="Freeform 1508">
                <a:extLst>
                  <a:ext uri="{FF2B5EF4-FFF2-40B4-BE49-F238E27FC236}">
                    <a16:creationId xmlns:a16="http://schemas.microsoft.com/office/drawing/2014/main" id="{05590072-D03B-B390-63F8-FFE1644912FB}"/>
                  </a:ext>
                </a:extLst>
              </p:cNvPr>
              <p:cNvSpPr/>
              <p:nvPr/>
            </p:nvSpPr>
            <p:spPr>
              <a:xfrm>
                <a:off x="5963767" y="3793966"/>
                <a:ext cx="2322164" cy="1898173"/>
              </a:xfrm>
              <a:custGeom>
                <a:avLst/>
                <a:gdLst>
                  <a:gd name="connsiteX0" fmla="*/ 0 w 2322164"/>
                  <a:gd name="connsiteY0" fmla="*/ 1898174 h 1898173"/>
                  <a:gd name="connsiteX1" fmla="*/ 2228935 w 2322164"/>
                  <a:gd name="connsiteY1" fmla="*/ 70326 h 1898173"/>
                  <a:gd name="connsiteX2" fmla="*/ 2322164 w 2322164"/>
                  <a:gd name="connsiteY2" fmla="*/ 89376 h 1898173"/>
                  <a:gd name="connsiteX3" fmla="*/ 2228935 w 2322164"/>
                  <a:gd name="connsiteY3" fmla="*/ 70326 h 1898173"/>
                  <a:gd name="connsiteX4" fmla="*/ 0 w 2322164"/>
                  <a:gd name="connsiteY4" fmla="*/ 1898174 h 1898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64" h="1898173">
                    <a:moveTo>
                      <a:pt x="0" y="1898174"/>
                    </a:moveTo>
                    <a:cubicBezTo>
                      <a:pt x="88472" y="389414"/>
                      <a:pt x="831451" y="-220186"/>
                      <a:pt x="2228935" y="70326"/>
                    </a:cubicBezTo>
                    <a:lnTo>
                      <a:pt x="2322164" y="89376"/>
                    </a:lnTo>
                    <a:lnTo>
                      <a:pt x="2228935" y="70326"/>
                    </a:lnTo>
                    <a:cubicBezTo>
                      <a:pt x="831451" y="-220186"/>
                      <a:pt x="88472" y="389414"/>
                      <a:pt x="0" y="1898174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0" name="Freeform 1509">
                <a:extLst>
                  <a:ext uri="{FF2B5EF4-FFF2-40B4-BE49-F238E27FC236}">
                    <a16:creationId xmlns:a16="http://schemas.microsoft.com/office/drawing/2014/main" id="{55299C05-9A50-CA51-103E-0DCCCF46B860}"/>
                  </a:ext>
                </a:extLst>
              </p:cNvPr>
              <p:cNvSpPr/>
              <p:nvPr/>
            </p:nvSpPr>
            <p:spPr>
              <a:xfrm>
                <a:off x="4467345" y="1895475"/>
                <a:ext cx="3673985" cy="948155"/>
              </a:xfrm>
              <a:custGeom>
                <a:avLst/>
                <a:gdLst>
                  <a:gd name="connsiteX0" fmla="*/ 3673985 w 3673985"/>
                  <a:gd name="connsiteY0" fmla="*/ 561022 h 948155"/>
                  <a:gd name="connsiteX1" fmla="*/ 69446 w 3673985"/>
                  <a:gd name="connsiteY1" fmla="*/ 64770 h 948155"/>
                  <a:gd name="connsiteX2" fmla="*/ 0 w 3673985"/>
                  <a:gd name="connsiteY2" fmla="*/ 0 h 948155"/>
                  <a:gd name="connsiteX3" fmla="*/ 69446 w 3673985"/>
                  <a:gd name="connsiteY3" fmla="*/ 64770 h 948155"/>
                  <a:gd name="connsiteX4" fmla="*/ 3673985 w 3673985"/>
                  <a:gd name="connsiteY4" fmla="*/ 561022 h 948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3985" h="948155">
                    <a:moveTo>
                      <a:pt x="3673985" y="561022"/>
                    </a:moveTo>
                    <a:cubicBezTo>
                      <a:pt x="2310749" y="1208723"/>
                      <a:pt x="1108284" y="1043940"/>
                      <a:pt x="69446" y="64770"/>
                    </a:cubicBezTo>
                    <a:lnTo>
                      <a:pt x="0" y="0"/>
                    </a:lnTo>
                    <a:lnTo>
                      <a:pt x="69446" y="64770"/>
                    </a:lnTo>
                    <a:cubicBezTo>
                      <a:pt x="1109235" y="1042988"/>
                      <a:pt x="2310749" y="1208723"/>
                      <a:pt x="3673985" y="561022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1" name="Freeform 1510">
                <a:extLst>
                  <a:ext uri="{FF2B5EF4-FFF2-40B4-BE49-F238E27FC236}">
                    <a16:creationId xmlns:a16="http://schemas.microsoft.com/office/drawing/2014/main" id="{A6F243DA-585C-F806-8BDA-082DBDCD2FF3}"/>
                  </a:ext>
                </a:extLst>
              </p:cNvPr>
              <p:cNvSpPr/>
              <p:nvPr/>
            </p:nvSpPr>
            <p:spPr>
              <a:xfrm>
                <a:off x="3994541" y="2465070"/>
                <a:ext cx="4150595" cy="548132"/>
              </a:xfrm>
              <a:custGeom>
                <a:avLst/>
                <a:gdLst>
                  <a:gd name="connsiteX0" fmla="*/ 4150595 w 4150595"/>
                  <a:gd name="connsiteY0" fmla="*/ 0 h 548132"/>
                  <a:gd name="connsiteX1" fmla="*/ 89424 w 4150595"/>
                  <a:gd name="connsiteY1" fmla="*/ 232410 h 548132"/>
                  <a:gd name="connsiteX2" fmla="*/ 0 w 4150595"/>
                  <a:gd name="connsiteY2" fmla="*/ 200025 h 548132"/>
                  <a:gd name="connsiteX3" fmla="*/ 89424 w 4150595"/>
                  <a:gd name="connsiteY3" fmla="*/ 232410 h 548132"/>
                  <a:gd name="connsiteX4" fmla="*/ 4150595 w 4150595"/>
                  <a:gd name="connsiteY4" fmla="*/ 0 h 548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50595" h="548132">
                    <a:moveTo>
                      <a:pt x="4150595" y="0"/>
                    </a:moveTo>
                    <a:cubicBezTo>
                      <a:pt x="2784504" y="642937"/>
                      <a:pt x="1430780" y="720090"/>
                      <a:pt x="89424" y="232410"/>
                    </a:cubicBezTo>
                    <a:lnTo>
                      <a:pt x="0" y="200025"/>
                    </a:lnTo>
                    <a:lnTo>
                      <a:pt x="89424" y="232410"/>
                    </a:lnTo>
                    <a:cubicBezTo>
                      <a:pt x="1430780" y="720090"/>
                      <a:pt x="2784504" y="642937"/>
                      <a:pt x="4150595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2" name="Freeform 1511">
                <a:extLst>
                  <a:ext uri="{FF2B5EF4-FFF2-40B4-BE49-F238E27FC236}">
                    <a16:creationId xmlns:a16="http://schemas.microsoft.com/office/drawing/2014/main" id="{B747B406-DFCA-13AC-067B-2F136CB6429B}"/>
                  </a:ext>
                </a:extLst>
              </p:cNvPr>
              <p:cNvSpPr/>
              <p:nvPr/>
            </p:nvSpPr>
            <p:spPr>
              <a:xfrm>
                <a:off x="4461637" y="1902142"/>
                <a:ext cx="3205937" cy="3159442"/>
              </a:xfrm>
              <a:custGeom>
                <a:avLst/>
                <a:gdLst>
                  <a:gd name="connsiteX0" fmla="*/ 3205938 w 3205937"/>
                  <a:gd name="connsiteY0" fmla="*/ 3159443 h 3159442"/>
                  <a:gd name="connsiteX1" fmla="*/ 69446 w 3205937"/>
                  <a:gd name="connsiteY1" fmla="*/ 64770 h 3159442"/>
                  <a:gd name="connsiteX2" fmla="*/ 0 w 3205937"/>
                  <a:gd name="connsiteY2" fmla="*/ 0 h 3159442"/>
                  <a:gd name="connsiteX3" fmla="*/ 69446 w 3205937"/>
                  <a:gd name="connsiteY3" fmla="*/ 64770 h 3159442"/>
                  <a:gd name="connsiteX4" fmla="*/ 3205938 w 3205937"/>
                  <a:gd name="connsiteY4" fmla="*/ 3159443 h 3159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05937" h="3159442">
                    <a:moveTo>
                      <a:pt x="3205938" y="3159443"/>
                    </a:moveTo>
                    <a:cubicBezTo>
                      <a:pt x="2158538" y="2071688"/>
                      <a:pt x="1113041" y="1040130"/>
                      <a:pt x="69446" y="64770"/>
                    </a:cubicBezTo>
                    <a:lnTo>
                      <a:pt x="0" y="0"/>
                    </a:lnTo>
                    <a:lnTo>
                      <a:pt x="69446" y="64770"/>
                    </a:lnTo>
                    <a:cubicBezTo>
                      <a:pt x="1113041" y="1039178"/>
                      <a:pt x="2158538" y="2070735"/>
                      <a:pt x="3205938" y="3159443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3" name="Freeform 1512">
                <a:extLst>
                  <a:ext uri="{FF2B5EF4-FFF2-40B4-BE49-F238E27FC236}">
                    <a16:creationId xmlns:a16="http://schemas.microsoft.com/office/drawing/2014/main" id="{E66C4051-C48B-61F8-EC4B-CEECB3882A54}"/>
                  </a:ext>
                </a:extLst>
              </p:cNvPr>
              <p:cNvSpPr/>
              <p:nvPr/>
            </p:nvSpPr>
            <p:spPr>
              <a:xfrm>
                <a:off x="4153411" y="2320290"/>
                <a:ext cx="3507504" cy="2747009"/>
              </a:xfrm>
              <a:custGeom>
                <a:avLst/>
                <a:gdLst>
                  <a:gd name="connsiteX0" fmla="*/ 3507505 w 3507504"/>
                  <a:gd name="connsiteY0" fmla="*/ 2747010 h 2747009"/>
                  <a:gd name="connsiteX1" fmla="*/ 82765 w 3507504"/>
                  <a:gd name="connsiteY1" fmla="*/ 47625 h 2747009"/>
                  <a:gd name="connsiteX2" fmla="*/ 0 w 3507504"/>
                  <a:gd name="connsiteY2" fmla="*/ 0 h 2747009"/>
                  <a:gd name="connsiteX3" fmla="*/ 82765 w 3507504"/>
                  <a:gd name="connsiteY3" fmla="*/ 47625 h 2747009"/>
                  <a:gd name="connsiteX4" fmla="*/ 3507505 w 3507504"/>
                  <a:gd name="connsiteY4" fmla="*/ 2747010 h 2747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07504" h="2747009">
                    <a:moveTo>
                      <a:pt x="3507505" y="2747010"/>
                    </a:moveTo>
                    <a:cubicBezTo>
                      <a:pt x="2463910" y="1654492"/>
                      <a:pt x="1322330" y="755332"/>
                      <a:pt x="82765" y="47625"/>
                    </a:cubicBezTo>
                    <a:lnTo>
                      <a:pt x="0" y="0"/>
                    </a:lnTo>
                    <a:lnTo>
                      <a:pt x="82765" y="47625"/>
                    </a:lnTo>
                    <a:cubicBezTo>
                      <a:pt x="1322330" y="755332"/>
                      <a:pt x="2463910" y="1654492"/>
                      <a:pt x="3507505" y="2747010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4" name="Freeform 1513">
                <a:extLst>
                  <a:ext uri="{FF2B5EF4-FFF2-40B4-BE49-F238E27FC236}">
                    <a16:creationId xmlns:a16="http://schemas.microsoft.com/office/drawing/2014/main" id="{14309CEF-CEA2-3864-EC6F-ACD1950D463C}"/>
                  </a:ext>
                </a:extLst>
              </p:cNvPr>
              <p:cNvSpPr/>
              <p:nvPr/>
            </p:nvSpPr>
            <p:spPr>
              <a:xfrm>
                <a:off x="3978368" y="3913958"/>
                <a:ext cx="3676839" cy="1159056"/>
              </a:xfrm>
              <a:custGeom>
                <a:avLst/>
                <a:gdLst>
                  <a:gd name="connsiteX0" fmla="*/ 3676840 w 3676839"/>
                  <a:gd name="connsiteY0" fmla="*/ 1159057 h 1159056"/>
                  <a:gd name="connsiteX1" fmla="*/ 90375 w 3676839"/>
                  <a:gd name="connsiteY1" fmla="*/ 202747 h 1159056"/>
                  <a:gd name="connsiteX2" fmla="*/ 0 w 3676839"/>
                  <a:gd name="connsiteY2" fmla="*/ 233227 h 1159056"/>
                  <a:gd name="connsiteX3" fmla="*/ 90375 w 3676839"/>
                  <a:gd name="connsiteY3" fmla="*/ 202747 h 1159056"/>
                  <a:gd name="connsiteX4" fmla="*/ 3676840 w 3676839"/>
                  <a:gd name="connsiteY4" fmla="*/ 1159057 h 1159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76839" h="1159056">
                    <a:moveTo>
                      <a:pt x="3676840" y="1159057"/>
                    </a:moveTo>
                    <a:cubicBezTo>
                      <a:pt x="2638002" y="62729"/>
                      <a:pt x="1442196" y="-255406"/>
                      <a:pt x="90375" y="202747"/>
                    </a:cubicBezTo>
                    <a:lnTo>
                      <a:pt x="0" y="233227"/>
                    </a:lnTo>
                    <a:lnTo>
                      <a:pt x="90375" y="202747"/>
                    </a:lnTo>
                    <a:cubicBezTo>
                      <a:pt x="1442196" y="-255406"/>
                      <a:pt x="2637050" y="62729"/>
                      <a:pt x="3676840" y="1159057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5" name="Freeform 1514">
                <a:extLst>
                  <a:ext uri="{FF2B5EF4-FFF2-40B4-BE49-F238E27FC236}">
                    <a16:creationId xmlns:a16="http://schemas.microsoft.com/office/drawing/2014/main" id="{8F85EE69-EEDB-4C51-DED5-175A06A8103A}"/>
                  </a:ext>
                </a:extLst>
              </p:cNvPr>
              <p:cNvSpPr/>
              <p:nvPr/>
            </p:nvSpPr>
            <p:spPr>
              <a:xfrm>
                <a:off x="3992638" y="2672715"/>
                <a:ext cx="4359884" cy="605754"/>
              </a:xfrm>
              <a:custGeom>
                <a:avLst/>
                <a:gdLst>
                  <a:gd name="connsiteX0" fmla="*/ 4359885 w 4359884"/>
                  <a:gd name="connsiteY0" fmla="*/ 565785 h 605754"/>
                  <a:gd name="connsiteX1" fmla="*/ 89424 w 4359884"/>
                  <a:gd name="connsiteY1" fmla="*/ 32385 h 605754"/>
                  <a:gd name="connsiteX2" fmla="*/ 0 w 4359884"/>
                  <a:gd name="connsiteY2" fmla="*/ 0 h 605754"/>
                  <a:gd name="connsiteX3" fmla="*/ 89424 w 4359884"/>
                  <a:gd name="connsiteY3" fmla="*/ 32385 h 605754"/>
                  <a:gd name="connsiteX4" fmla="*/ 4359885 w 4359884"/>
                  <a:gd name="connsiteY4" fmla="*/ 565785 h 605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59884" h="605754">
                    <a:moveTo>
                      <a:pt x="4359885" y="565785"/>
                    </a:moveTo>
                    <a:cubicBezTo>
                      <a:pt x="2855853" y="693420"/>
                      <a:pt x="1432683" y="515303"/>
                      <a:pt x="89424" y="32385"/>
                    </a:cubicBezTo>
                    <a:lnTo>
                      <a:pt x="0" y="0"/>
                    </a:lnTo>
                    <a:lnTo>
                      <a:pt x="89424" y="32385"/>
                    </a:lnTo>
                    <a:cubicBezTo>
                      <a:pt x="1432683" y="515303"/>
                      <a:pt x="2855853" y="692467"/>
                      <a:pt x="4359885" y="565785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6" name="Freeform 1515">
                <a:extLst>
                  <a:ext uri="{FF2B5EF4-FFF2-40B4-BE49-F238E27FC236}">
                    <a16:creationId xmlns:a16="http://schemas.microsoft.com/office/drawing/2014/main" id="{CB62FCBA-F4F3-2761-21B3-CCC1D8B429D6}"/>
                  </a:ext>
                </a:extLst>
              </p:cNvPr>
              <p:cNvSpPr/>
              <p:nvPr/>
            </p:nvSpPr>
            <p:spPr>
              <a:xfrm>
                <a:off x="4306573" y="2087879"/>
                <a:ext cx="4045950" cy="1181965"/>
              </a:xfrm>
              <a:custGeom>
                <a:avLst/>
                <a:gdLst>
                  <a:gd name="connsiteX0" fmla="*/ 4045951 w 4045950"/>
                  <a:gd name="connsiteY0" fmla="*/ 1159193 h 1181965"/>
                  <a:gd name="connsiteX1" fmla="*/ 76105 w 4045950"/>
                  <a:gd name="connsiteY1" fmla="*/ 57150 h 1181965"/>
                  <a:gd name="connsiteX2" fmla="*/ 0 w 4045950"/>
                  <a:gd name="connsiteY2" fmla="*/ 0 h 1181965"/>
                  <a:gd name="connsiteX3" fmla="*/ 76105 w 4045950"/>
                  <a:gd name="connsiteY3" fmla="*/ 57150 h 1181965"/>
                  <a:gd name="connsiteX4" fmla="*/ 4045951 w 4045950"/>
                  <a:gd name="connsiteY4" fmla="*/ 1159193 h 1181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5950" h="1181965">
                    <a:moveTo>
                      <a:pt x="4045951" y="1159193"/>
                    </a:moveTo>
                    <a:cubicBezTo>
                      <a:pt x="2540967" y="1281113"/>
                      <a:pt x="1217686" y="913448"/>
                      <a:pt x="76105" y="57150"/>
                    </a:cubicBezTo>
                    <a:lnTo>
                      <a:pt x="0" y="0"/>
                    </a:lnTo>
                    <a:lnTo>
                      <a:pt x="76105" y="57150"/>
                    </a:lnTo>
                    <a:cubicBezTo>
                      <a:pt x="1218637" y="913448"/>
                      <a:pt x="2541919" y="1281113"/>
                      <a:pt x="4045951" y="1159193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7" name="Freeform 1516">
                <a:extLst>
                  <a:ext uri="{FF2B5EF4-FFF2-40B4-BE49-F238E27FC236}">
                    <a16:creationId xmlns:a16="http://schemas.microsoft.com/office/drawing/2014/main" id="{2B13A8A7-1607-075A-635B-70E6CEFD83EB}"/>
                  </a:ext>
                </a:extLst>
              </p:cNvPr>
              <p:cNvSpPr/>
              <p:nvPr/>
            </p:nvSpPr>
            <p:spPr>
              <a:xfrm>
                <a:off x="4149605" y="2328862"/>
                <a:ext cx="4203868" cy="951509"/>
              </a:xfrm>
              <a:custGeom>
                <a:avLst/>
                <a:gdLst>
                  <a:gd name="connsiteX0" fmla="*/ 4203869 w 4203868"/>
                  <a:gd name="connsiteY0" fmla="*/ 926782 h 951509"/>
                  <a:gd name="connsiteX1" fmla="*/ 82765 w 4203868"/>
                  <a:gd name="connsiteY1" fmla="*/ 46672 h 951509"/>
                  <a:gd name="connsiteX2" fmla="*/ 0 w 4203868"/>
                  <a:gd name="connsiteY2" fmla="*/ 0 h 951509"/>
                  <a:gd name="connsiteX3" fmla="*/ 82765 w 4203868"/>
                  <a:gd name="connsiteY3" fmla="*/ 46672 h 951509"/>
                  <a:gd name="connsiteX4" fmla="*/ 4203869 w 4203868"/>
                  <a:gd name="connsiteY4" fmla="*/ 926782 h 951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03868" h="951509">
                    <a:moveTo>
                      <a:pt x="4203869" y="926782"/>
                    </a:moveTo>
                    <a:cubicBezTo>
                      <a:pt x="2698886" y="1042988"/>
                      <a:pt x="1325184" y="749618"/>
                      <a:pt x="82765" y="46672"/>
                    </a:cubicBezTo>
                    <a:lnTo>
                      <a:pt x="0" y="0"/>
                    </a:lnTo>
                    <a:lnTo>
                      <a:pt x="82765" y="46672"/>
                    </a:lnTo>
                    <a:cubicBezTo>
                      <a:pt x="1325184" y="749618"/>
                      <a:pt x="2698886" y="1042988"/>
                      <a:pt x="4203869" y="926782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8" name="Freeform 1517">
                <a:extLst>
                  <a:ext uri="{FF2B5EF4-FFF2-40B4-BE49-F238E27FC236}">
                    <a16:creationId xmlns:a16="http://schemas.microsoft.com/office/drawing/2014/main" id="{383BA184-F64C-9490-601A-D96241C48DD1}"/>
                  </a:ext>
                </a:extLst>
              </p:cNvPr>
              <p:cNvSpPr/>
              <p:nvPr/>
            </p:nvSpPr>
            <p:spPr>
              <a:xfrm>
                <a:off x="3981222" y="3264217"/>
                <a:ext cx="4373203" cy="891539"/>
              </a:xfrm>
              <a:custGeom>
                <a:avLst/>
                <a:gdLst>
                  <a:gd name="connsiteX0" fmla="*/ 4373204 w 4373203"/>
                  <a:gd name="connsiteY0" fmla="*/ 0 h 891539"/>
                  <a:gd name="connsiteX1" fmla="*/ 90375 w 4373203"/>
                  <a:gd name="connsiteY1" fmla="*/ 861060 h 891539"/>
                  <a:gd name="connsiteX2" fmla="*/ 0 w 4373203"/>
                  <a:gd name="connsiteY2" fmla="*/ 891540 h 891539"/>
                  <a:gd name="connsiteX3" fmla="*/ 90375 w 4373203"/>
                  <a:gd name="connsiteY3" fmla="*/ 861060 h 891539"/>
                  <a:gd name="connsiteX4" fmla="*/ 4373204 w 4373203"/>
                  <a:gd name="connsiteY4" fmla="*/ 0 h 891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73203" h="891539">
                    <a:moveTo>
                      <a:pt x="4373204" y="0"/>
                    </a:moveTo>
                    <a:cubicBezTo>
                      <a:pt x="2868220" y="110490"/>
                      <a:pt x="1440294" y="397192"/>
                      <a:pt x="90375" y="861060"/>
                    </a:cubicBezTo>
                    <a:lnTo>
                      <a:pt x="0" y="891540"/>
                    </a:lnTo>
                    <a:lnTo>
                      <a:pt x="90375" y="861060"/>
                    </a:lnTo>
                    <a:cubicBezTo>
                      <a:pt x="1440294" y="397192"/>
                      <a:pt x="2867269" y="110490"/>
                      <a:pt x="4373204" y="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9" name="Freeform 1518">
                <a:extLst>
                  <a:ext uri="{FF2B5EF4-FFF2-40B4-BE49-F238E27FC236}">
                    <a16:creationId xmlns:a16="http://schemas.microsoft.com/office/drawing/2014/main" id="{D38C5012-5C71-DB36-8B20-1585961F5EFD}"/>
                  </a:ext>
                </a:extLst>
              </p:cNvPr>
              <p:cNvSpPr/>
              <p:nvPr/>
            </p:nvSpPr>
            <p:spPr>
              <a:xfrm>
                <a:off x="3946975" y="2714625"/>
                <a:ext cx="1506718" cy="2737485"/>
              </a:xfrm>
              <a:custGeom>
                <a:avLst/>
                <a:gdLst>
                  <a:gd name="connsiteX0" fmla="*/ 0 w 1506718"/>
                  <a:gd name="connsiteY0" fmla="*/ 953 h 2737485"/>
                  <a:gd name="connsiteX1" fmla="*/ 0 w 1506718"/>
                  <a:gd name="connsiteY1" fmla="*/ 0 h 2737485"/>
                  <a:gd name="connsiteX2" fmla="*/ 1232907 w 1506718"/>
                  <a:gd name="connsiteY2" fmla="*/ 2651760 h 2737485"/>
                  <a:gd name="connsiteX3" fmla="*/ 1192000 w 1506718"/>
                  <a:gd name="connsiteY3" fmla="*/ 2737485 h 2737485"/>
                  <a:gd name="connsiteX4" fmla="*/ 1231955 w 1506718"/>
                  <a:gd name="connsiteY4" fmla="*/ 2650808 h 2737485"/>
                  <a:gd name="connsiteX5" fmla="*/ 0 w 1506718"/>
                  <a:gd name="connsiteY5" fmla="*/ 953 h 2737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06718" h="2737485">
                    <a:moveTo>
                      <a:pt x="0" y="953"/>
                    </a:moveTo>
                    <a:cubicBezTo>
                      <a:pt x="0" y="953"/>
                      <a:pt x="0" y="953"/>
                      <a:pt x="0" y="0"/>
                    </a:cubicBezTo>
                    <a:cubicBezTo>
                      <a:pt x="1432683" y="476250"/>
                      <a:pt x="1843652" y="1360170"/>
                      <a:pt x="1232907" y="2651760"/>
                    </a:cubicBezTo>
                    <a:lnTo>
                      <a:pt x="1192000" y="2737485"/>
                    </a:lnTo>
                    <a:lnTo>
                      <a:pt x="1231955" y="2650808"/>
                    </a:lnTo>
                    <a:cubicBezTo>
                      <a:pt x="1843652" y="1360170"/>
                      <a:pt x="1432683" y="476250"/>
                      <a:pt x="0" y="953"/>
                    </a:cubicBezTo>
                    <a:close/>
                  </a:path>
                </a:pathLst>
              </a:custGeom>
              <a:solidFill>
                <a:srgbClr val="ABA97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0" name="Freeform 1519">
                <a:extLst>
                  <a:ext uri="{FF2B5EF4-FFF2-40B4-BE49-F238E27FC236}">
                    <a16:creationId xmlns:a16="http://schemas.microsoft.com/office/drawing/2014/main" id="{5C32BF3A-426A-DFAD-BE9B-0218D6C5DC17}"/>
                  </a:ext>
                </a:extLst>
              </p:cNvPr>
              <p:cNvSpPr/>
              <p:nvPr/>
            </p:nvSpPr>
            <p:spPr>
              <a:xfrm>
                <a:off x="4584357" y="1741170"/>
                <a:ext cx="944520" cy="3715702"/>
              </a:xfrm>
              <a:custGeom>
                <a:avLst/>
                <a:gdLst>
                  <a:gd name="connsiteX0" fmla="*/ 0 w 944520"/>
                  <a:gd name="connsiteY0" fmla="*/ 0 h 3715702"/>
                  <a:gd name="connsiteX1" fmla="*/ 951 w 944520"/>
                  <a:gd name="connsiteY1" fmla="*/ 0 h 3715702"/>
                  <a:gd name="connsiteX2" fmla="*/ 604086 w 944520"/>
                  <a:gd name="connsiteY2" fmla="*/ 3629978 h 3715702"/>
                  <a:gd name="connsiteX3" fmla="*/ 563179 w 944520"/>
                  <a:gd name="connsiteY3" fmla="*/ 3715703 h 3715702"/>
                  <a:gd name="connsiteX4" fmla="*/ 603135 w 944520"/>
                  <a:gd name="connsiteY4" fmla="*/ 3629025 h 3715702"/>
                  <a:gd name="connsiteX5" fmla="*/ 0 w 944520"/>
                  <a:gd name="connsiteY5" fmla="*/ 0 h 3715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44520" h="3715702">
                    <a:moveTo>
                      <a:pt x="0" y="0"/>
                    </a:moveTo>
                    <a:cubicBezTo>
                      <a:pt x="0" y="0"/>
                      <a:pt x="0" y="0"/>
                      <a:pt x="951" y="0"/>
                    </a:cubicBezTo>
                    <a:cubicBezTo>
                      <a:pt x="1007444" y="1125855"/>
                      <a:pt x="1209124" y="2335530"/>
                      <a:pt x="604086" y="3629978"/>
                    </a:cubicBezTo>
                    <a:lnTo>
                      <a:pt x="563179" y="3715703"/>
                    </a:lnTo>
                    <a:lnTo>
                      <a:pt x="603135" y="3629025"/>
                    </a:lnTo>
                    <a:cubicBezTo>
                      <a:pt x="1208172" y="2335530"/>
                      <a:pt x="1007444" y="1125855"/>
                      <a:pt x="0" y="0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1" name="Freeform 1520">
                <a:extLst>
                  <a:ext uri="{FF2B5EF4-FFF2-40B4-BE49-F238E27FC236}">
                    <a16:creationId xmlns:a16="http://schemas.microsoft.com/office/drawing/2014/main" id="{0694C338-6645-B51E-FD42-D7E55C4E5A3E}"/>
                  </a:ext>
                </a:extLst>
              </p:cNvPr>
              <p:cNvSpPr/>
              <p:nvPr/>
            </p:nvSpPr>
            <p:spPr>
              <a:xfrm>
                <a:off x="4012616" y="1733550"/>
                <a:ext cx="1226616" cy="1163621"/>
              </a:xfrm>
              <a:custGeom>
                <a:avLst/>
                <a:gdLst>
                  <a:gd name="connsiteX0" fmla="*/ 580303 w 1226616"/>
                  <a:gd name="connsiteY0" fmla="*/ 0 h 1163621"/>
                  <a:gd name="connsiteX1" fmla="*/ 581255 w 1226616"/>
                  <a:gd name="connsiteY1" fmla="*/ 0 h 1163621"/>
                  <a:gd name="connsiteX2" fmla="*/ 88472 w 1226616"/>
                  <a:gd name="connsiteY2" fmla="*/ 920115 h 1163621"/>
                  <a:gd name="connsiteX3" fmla="*/ 0 w 1226616"/>
                  <a:gd name="connsiteY3" fmla="*/ 884872 h 1163621"/>
                  <a:gd name="connsiteX4" fmla="*/ 88472 w 1226616"/>
                  <a:gd name="connsiteY4" fmla="*/ 919163 h 1163621"/>
                  <a:gd name="connsiteX5" fmla="*/ 580303 w 1226616"/>
                  <a:gd name="connsiteY5" fmla="*/ 952 h 1163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26616" h="1163621">
                    <a:moveTo>
                      <a:pt x="580303" y="0"/>
                    </a:moveTo>
                    <a:cubicBezTo>
                      <a:pt x="580303" y="0"/>
                      <a:pt x="580303" y="0"/>
                      <a:pt x="581255" y="0"/>
                    </a:cubicBezTo>
                    <a:cubicBezTo>
                      <a:pt x="1582991" y="1130618"/>
                      <a:pt x="1418413" y="1437323"/>
                      <a:pt x="88472" y="920115"/>
                    </a:cubicBezTo>
                    <a:lnTo>
                      <a:pt x="0" y="884872"/>
                    </a:lnTo>
                    <a:lnTo>
                      <a:pt x="88472" y="919163"/>
                    </a:lnTo>
                    <a:cubicBezTo>
                      <a:pt x="1418413" y="1437323"/>
                      <a:pt x="1582040" y="1130618"/>
                      <a:pt x="580303" y="952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2" name="Freeform 1521">
                <a:extLst>
                  <a:ext uri="{FF2B5EF4-FFF2-40B4-BE49-F238E27FC236}">
                    <a16:creationId xmlns:a16="http://schemas.microsoft.com/office/drawing/2014/main" id="{AC1E50CF-7036-D88A-E5A8-BCF87998A760}"/>
                  </a:ext>
                </a:extLst>
              </p:cNvPr>
              <p:cNvSpPr/>
              <p:nvPr/>
            </p:nvSpPr>
            <p:spPr>
              <a:xfrm>
                <a:off x="3834720" y="3531853"/>
                <a:ext cx="1619188" cy="1928828"/>
              </a:xfrm>
              <a:custGeom>
                <a:avLst/>
                <a:gdLst>
                  <a:gd name="connsiteX0" fmla="*/ 0 w 1619188"/>
                  <a:gd name="connsiteY0" fmla="*/ 6684 h 1928828"/>
                  <a:gd name="connsiteX1" fmla="*/ 0 w 1619188"/>
                  <a:gd name="connsiteY1" fmla="*/ 5731 h 1928828"/>
                  <a:gd name="connsiteX2" fmla="*/ 1364188 w 1619188"/>
                  <a:gd name="connsiteY2" fmla="*/ 1843104 h 1928828"/>
                  <a:gd name="connsiteX3" fmla="*/ 1323282 w 1619188"/>
                  <a:gd name="connsiteY3" fmla="*/ 1928829 h 1928828"/>
                  <a:gd name="connsiteX4" fmla="*/ 1362286 w 1619188"/>
                  <a:gd name="connsiteY4" fmla="*/ 1842152 h 1928828"/>
                  <a:gd name="connsiteX5" fmla="*/ 0 w 1619188"/>
                  <a:gd name="connsiteY5" fmla="*/ 6684 h 1928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19188" h="1928828">
                    <a:moveTo>
                      <a:pt x="0" y="6684"/>
                    </a:moveTo>
                    <a:cubicBezTo>
                      <a:pt x="0" y="6684"/>
                      <a:pt x="0" y="6684"/>
                      <a:pt x="0" y="5731"/>
                    </a:cubicBezTo>
                    <a:cubicBezTo>
                      <a:pt x="1507837" y="-66659"/>
                      <a:pt x="1962567" y="546752"/>
                      <a:pt x="1364188" y="1843104"/>
                    </a:cubicBezTo>
                    <a:lnTo>
                      <a:pt x="1323282" y="1928829"/>
                    </a:lnTo>
                    <a:lnTo>
                      <a:pt x="1362286" y="1842152"/>
                    </a:lnTo>
                    <a:cubicBezTo>
                      <a:pt x="1961615" y="545799"/>
                      <a:pt x="1506886" y="-66659"/>
                      <a:pt x="0" y="6684"/>
                    </a:cubicBezTo>
                    <a:close/>
                  </a:path>
                </a:pathLst>
              </a:custGeom>
              <a:solidFill>
                <a:srgbClr val="8FA38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3" name="Freeform 1522">
                <a:extLst>
                  <a:ext uri="{FF2B5EF4-FFF2-40B4-BE49-F238E27FC236}">
                    <a16:creationId xmlns:a16="http://schemas.microsoft.com/office/drawing/2014/main" id="{C1C3CF2C-2598-B297-8703-14DC76A21E28}"/>
                  </a:ext>
                </a:extLst>
              </p:cNvPr>
              <p:cNvSpPr/>
              <p:nvPr/>
            </p:nvSpPr>
            <p:spPr>
              <a:xfrm>
                <a:off x="4824089" y="1587817"/>
                <a:ext cx="2018694" cy="3981450"/>
              </a:xfrm>
              <a:custGeom>
                <a:avLst/>
                <a:gdLst>
                  <a:gd name="connsiteX0" fmla="*/ 2018694 w 2018694"/>
                  <a:gd name="connsiteY0" fmla="*/ 3981450 h 3981450"/>
                  <a:gd name="connsiteX1" fmla="*/ 2017743 w 2018694"/>
                  <a:gd name="connsiteY1" fmla="*/ 3981450 h 3981450"/>
                  <a:gd name="connsiteX2" fmla="*/ 53274 w 2018694"/>
                  <a:gd name="connsiteY2" fmla="*/ 79058 h 3981450"/>
                  <a:gd name="connsiteX3" fmla="*/ 0 w 2018694"/>
                  <a:gd name="connsiteY3" fmla="*/ 0 h 3981450"/>
                  <a:gd name="connsiteX4" fmla="*/ 54225 w 2018694"/>
                  <a:gd name="connsiteY4" fmla="*/ 78105 h 3981450"/>
                  <a:gd name="connsiteX5" fmla="*/ 2018694 w 2018694"/>
                  <a:gd name="connsiteY5" fmla="*/ 3980497 h 398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18694" h="3981450">
                    <a:moveTo>
                      <a:pt x="2018694" y="3981450"/>
                    </a:moveTo>
                    <a:cubicBezTo>
                      <a:pt x="2018694" y="3981450"/>
                      <a:pt x="2018694" y="3981450"/>
                      <a:pt x="2017743" y="3981450"/>
                    </a:cubicBezTo>
                    <a:cubicBezTo>
                      <a:pt x="1521156" y="2554605"/>
                      <a:pt x="865698" y="1253490"/>
                      <a:pt x="53274" y="79058"/>
                    </a:cubicBezTo>
                    <a:lnTo>
                      <a:pt x="0" y="0"/>
                    </a:lnTo>
                    <a:lnTo>
                      <a:pt x="54225" y="78105"/>
                    </a:lnTo>
                    <a:cubicBezTo>
                      <a:pt x="865698" y="1253490"/>
                      <a:pt x="1521156" y="2553653"/>
                      <a:pt x="2018694" y="3980497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4" name="Freeform 1523">
                <a:extLst>
                  <a:ext uri="{FF2B5EF4-FFF2-40B4-BE49-F238E27FC236}">
                    <a16:creationId xmlns:a16="http://schemas.microsoft.com/office/drawing/2014/main" id="{EE47893D-6FC9-79BC-A1DC-E255E6835660}"/>
                  </a:ext>
                </a:extLst>
              </p:cNvPr>
              <p:cNvSpPr/>
              <p:nvPr/>
            </p:nvSpPr>
            <p:spPr>
              <a:xfrm>
                <a:off x="6434591" y="4476568"/>
                <a:ext cx="397727" cy="1096508"/>
              </a:xfrm>
              <a:custGeom>
                <a:avLst/>
                <a:gdLst>
                  <a:gd name="connsiteX0" fmla="*/ 397727 w 397727"/>
                  <a:gd name="connsiteY0" fmla="*/ 1096508 h 1096508"/>
                  <a:gd name="connsiteX1" fmla="*/ 396776 w 397727"/>
                  <a:gd name="connsiteY1" fmla="*/ 1096508 h 1096508"/>
                  <a:gd name="connsiteX2" fmla="*/ 288326 w 397727"/>
                  <a:gd name="connsiteY2" fmla="*/ 1001258 h 1096508"/>
                  <a:gd name="connsiteX3" fmla="*/ 315914 w 397727"/>
                  <a:gd name="connsiteY3" fmla="*/ 1092699 h 1096508"/>
                  <a:gd name="connsiteX4" fmla="*/ 287374 w 397727"/>
                  <a:gd name="connsiteY4" fmla="*/ 1002211 h 1096508"/>
                  <a:gd name="connsiteX5" fmla="*/ 397727 w 397727"/>
                  <a:gd name="connsiteY5" fmla="*/ 1096508 h 1096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7727" h="1096508">
                    <a:moveTo>
                      <a:pt x="397727" y="1096508"/>
                    </a:moveTo>
                    <a:cubicBezTo>
                      <a:pt x="397727" y="1096508"/>
                      <a:pt x="397727" y="1096508"/>
                      <a:pt x="396776" y="1096508"/>
                    </a:cubicBezTo>
                    <a:cubicBezTo>
                      <a:pt x="-93152" y="-333194"/>
                      <a:pt x="-129302" y="-364626"/>
                      <a:pt x="288326" y="1001258"/>
                    </a:cubicBezTo>
                    <a:lnTo>
                      <a:pt x="315914" y="1092699"/>
                    </a:lnTo>
                    <a:lnTo>
                      <a:pt x="287374" y="1002211"/>
                    </a:lnTo>
                    <a:cubicBezTo>
                      <a:pt x="-129302" y="-364626"/>
                      <a:pt x="-93152" y="-333194"/>
                      <a:pt x="397727" y="1096508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5" name="Freeform 1524">
                <a:extLst>
                  <a:ext uri="{FF2B5EF4-FFF2-40B4-BE49-F238E27FC236}">
                    <a16:creationId xmlns:a16="http://schemas.microsoft.com/office/drawing/2014/main" id="{A3388A14-EF22-B3F0-51BA-1DBAD1C60B6F}"/>
                  </a:ext>
                </a:extLst>
              </p:cNvPr>
              <p:cNvSpPr/>
              <p:nvPr/>
            </p:nvSpPr>
            <p:spPr>
              <a:xfrm>
                <a:off x="4100137" y="2358390"/>
                <a:ext cx="2659881" cy="3208972"/>
              </a:xfrm>
              <a:custGeom>
                <a:avLst/>
                <a:gdLst>
                  <a:gd name="connsiteX0" fmla="*/ 0 w 2659881"/>
                  <a:gd name="connsiteY0" fmla="*/ 952 h 3208972"/>
                  <a:gd name="connsiteX1" fmla="*/ 0 w 2659881"/>
                  <a:gd name="connsiteY1" fmla="*/ 0 h 3208972"/>
                  <a:gd name="connsiteX2" fmla="*/ 2632294 w 2659881"/>
                  <a:gd name="connsiteY2" fmla="*/ 3117533 h 3208972"/>
                  <a:gd name="connsiteX3" fmla="*/ 2659882 w 2659881"/>
                  <a:gd name="connsiteY3" fmla="*/ 3208973 h 3208972"/>
                  <a:gd name="connsiteX4" fmla="*/ 2631342 w 2659881"/>
                  <a:gd name="connsiteY4" fmla="*/ 3118485 h 3208972"/>
                  <a:gd name="connsiteX5" fmla="*/ 0 w 2659881"/>
                  <a:gd name="connsiteY5" fmla="*/ 1905 h 3208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59881" h="3208972">
                    <a:moveTo>
                      <a:pt x="0" y="952"/>
                    </a:moveTo>
                    <a:cubicBezTo>
                      <a:pt x="0" y="952"/>
                      <a:pt x="0" y="952"/>
                      <a:pt x="0" y="0"/>
                    </a:cubicBezTo>
                    <a:cubicBezTo>
                      <a:pt x="1329941" y="714375"/>
                      <a:pt x="2208006" y="1753553"/>
                      <a:pt x="2632294" y="3117533"/>
                    </a:cubicBezTo>
                    <a:lnTo>
                      <a:pt x="2659882" y="3208973"/>
                    </a:lnTo>
                    <a:lnTo>
                      <a:pt x="2631342" y="3118485"/>
                    </a:lnTo>
                    <a:cubicBezTo>
                      <a:pt x="2208006" y="1754505"/>
                      <a:pt x="1330892" y="715328"/>
                      <a:pt x="0" y="1905"/>
                    </a:cubicBezTo>
                    <a:close/>
                  </a:path>
                </a:pathLst>
              </a:custGeom>
              <a:solidFill>
                <a:srgbClr val="DACA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6" name="Freeform 1525">
                <a:extLst>
                  <a:ext uri="{FF2B5EF4-FFF2-40B4-BE49-F238E27FC236}">
                    <a16:creationId xmlns:a16="http://schemas.microsoft.com/office/drawing/2014/main" id="{050BE00A-42AA-CBD5-DDAE-918D8868755E}"/>
                  </a:ext>
                </a:extLst>
              </p:cNvPr>
              <p:cNvSpPr/>
              <p:nvPr/>
            </p:nvSpPr>
            <p:spPr>
              <a:xfrm>
                <a:off x="4498739" y="1863090"/>
                <a:ext cx="3727259" cy="2337434"/>
              </a:xfrm>
              <a:custGeom>
                <a:avLst/>
                <a:gdLst>
                  <a:gd name="connsiteX0" fmla="*/ 3726308 w 3727259"/>
                  <a:gd name="connsiteY0" fmla="*/ 2336483 h 2337434"/>
                  <a:gd name="connsiteX1" fmla="*/ 3726308 w 3727259"/>
                  <a:gd name="connsiteY1" fmla="*/ 2337435 h 2337434"/>
                  <a:gd name="connsiteX2" fmla="*/ 67543 w 3727259"/>
                  <a:gd name="connsiteY2" fmla="*/ 66675 h 2337434"/>
                  <a:gd name="connsiteX3" fmla="*/ 0 w 3727259"/>
                  <a:gd name="connsiteY3" fmla="*/ 0 h 2337434"/>
                  <a:gd name="connsiteX4" fmla="*/ 68495 w 3727259"/>
                  <a:gd name="connsiteY4" fmla="*/ 66675 h 2337434"/>
                  <a:gd name="connsiteX5" fmla="*/ 3727259 w 3727259"/>
                  <a:gd name="connsiteY5" fmla="*/ 2336483 h 2337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27259" h="2337434">
                    <a:moveTo>
                      <a:pt x="3726308" y="2336483"/>
                    </a:moveTo>
                    <a:cubicBezTo>
                      <a:pt x="3726308" y="2336483"/>
                      <a:pt x="3726308" y="2336483"/>
                      <a:pt x="3726308" y="2337435"/>
                    </a:cubicBezTo>
                    <a:cubicBezTo>
                      <a:pt x="2306943" y="1823085"/>
                      <a:pt x="1087355" y="1065848"/>
                      <a:pt x="67543" y="66675"/>
                    </a:cubicBezTo>
                    <a:lnTo>
                      <a:pt x="0" y="0"/>
                    </a:lnTo>
                    <a:lnTo>
                      <a:pt x="68495" y="66675"/>
                    </a:lnTo>
                    <a:cubicBezTo>
                      <a:pt x="1087355" y="1066800"/>
                      <a:pt x="2306943" y="1823085"/>
                      <a:pt x="3727259" y="2336483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7" name="Freeform 1526">
                <a:extLst>
                  <a:ext uri="{FF2B5EF4-FFF2-40B4-BE49-F238E27FC236}">
                    <a16:creationId xmlns:a16="http://schemas.microsoft.com/office/drawing/2014/main" id="{766FCF61-05A1-DAD8-68D6-F8D6FFF69012}"/>
                  </a:ext>
                </a:extLst>
              </p:cNvPr>
              <p:cNvSpPr/>
              <p:nvPr/>
            </p:nvSpPr>
            <p:spPr>
              <a:xfrm>
                <a:off x="4009762" y="2627947"/>
                <a:ext cx="4213381" cy="1582102"/>
              </a:xfrm>
              <a:custGeom>
                <a:avLst/>
                <a:gdLst>
                  <a:gd name="connsiteX0" fmla="*/ 4212431 w 4213381"/>
                  <a:gd name="connsiteY0" fmla="*/ 1581150 h 1582102"/>
                  <a:gd name="connsiteX1" fmla="*/ 4212431 w 4213381"/>
                  <a:gd name="connsiteY1" fmla="*/ 1582103 h 1582102"/>
                  <a:gd name="connsiteX2" fmla="*/ 88472 w 4213381"/>
                  <a:gd name="connsiteY2" fmla="*/ 34290 h 1582102"/>
                  <a:gd name="connsiteX3" fmla="*/ 0 w 4213381"/>
                  <a:gd name="connsiteY3" fmla="*/ 0 h 1582102"/>
                  <a:gd name="connsiteX4" fmla="*/ 89424 w 4213381"/>
                  <a:gd name="connsiteY4" fmla="*/ 33338 h 1582102"/>
                  <a:gd name="connsiteX5" fmla="*/ 4213382 w 4213381"/>
                  <a:gd name="connsiteY5" fmla="*/ 1581150 h 1582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13381" h="1582102">
                    <a:moveTo>
                      <a:pt x="4212431" y="1581150"/>
                    </a:moveTo>
                    <a:cubicBezTo>
                      <a:pt x="4212431" y="1581150"/>
                      <a:pt x="4212431" y="1581150"/>
                      <a:pt x="4212431" y="1582103"/>
                    </a:cubicBezTo>
                    <a:cubicBezTo>
                      <a:pt x="2795920" y="1061085"/>
                      <a:pt x="1420316" y="544830"/>
                      <a:pt x="88472" y="34290"/>
                    </a:cubicBezTo>
                    <a:lnTo>
                      <a:pt x="0" y="0"/>
                    </a:lnTo>
                    <a:lnTo>
                      <a:pt x="89424" y="33338"/>
                    </a:lnTo>
                    <a:cubicBezTo>
                      <a:pt x="1422219" y="544830"/>
                      <a:pt x="2796872" y="1061085"/>
                      <a:pt x="4213382" y="1581150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8" name="Freeform 1527">
                <a:extLst>
                  <a:ext uri="{FF2B5EF4-FFF2-40B4-BE49-F238E27FC236}">
                    <a16:creationId xmlns:a16="http://schemas.microsoft.com/office/drawing/2014/main" id="{F564A387-AFD6-634D-F9C1-987CB53FFC98}"/>
                  </a:ext>
                </a:extLst>
              </p:cNvPr>
              <p:cNvSpPr/>
              <p:nvPr/>
            </p:nvSpPr>
            <p:spPr>
              <a:xfrm>
                <a:off x="7122803" y="3824996"/>
                <a:ext cx="1095584" cy="434583"/>
              </a:xfrm>
              <a:custGeom>
                <a:avLst/>
                <a:gdLst>
                  <a:gd name="connsiteX0" fmla="*/ 1095584 w 1095584"/>
                  <a:gd name="connsiteY0" fmla="*/ 394578 h 434583"/>
                  <a:gd name="connsiteX1" fmla="*/ 1095584 w 1095584"/>
                  <a:gd name="connsiteY1" fmla="*/ 395531 h 434583"/>
                  <a:gd name="connsiteX2" fmla="*/ 961449 w 1095584"/>
                  <a:gd name="connsiteY2" fmla="*/ 398388 h 434583"/>
                  <a:gd name="connsiteX3" fmla="*/ 1049921 w 1095584"/>
                  <a:gd name="connsiteY3" fmla="*/ 434583 h 434583"/>
                  <a:gd name="connsiteX4" fmla="*/ 961449 w 1095584"/>
                  <a:gd name="connsiteY4" fmla="*/ 399341 h 434583"/>
                  <a:gd name="connsiteX5" fmla="*/ 1095584 w 1095584"/>
                  <a:gd name="connsiteY5" fmla="*/ 393626 h 434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95584" h="434583">
                    <a:moveTo>
                      <a:pt x="1095584" y="394578"/>
                    </a:moveTo>
                    <a:cubicBezTo>
                      <a:pt x="1095584" y="394578"/>
                      <a:pt x="1095584" y="394578"/>
                      <a:pt x="1095584" y="395531"/>
                    </a:cubicBezTo>
                    <a:cubicBezTo>
                      <a:pt x="-319024" y="-132154"/>
                      <a:pt x="-363735" y="-131202"/>
                      <a:pt x="961449" y="398388"/>
                    </a:cubicBezTo>
                    <a:lnTo>
                      <a:pt x="1049921" y="434583"/>
                    </a:lnTo>
                    <a:lnTo>
                      <a:pt x="961449" y="399341"/>
                    </a:lnTo>
                    <a:cubicBezTo>
                      <a:pt x="-363735" y="-131202"/>
                      <a:pt x="-319024" y="-133107"/>
                      <a:pt x="1095584" y="393626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9" name="Freeform 1528">
                <a:extLst>
                  <a:ext uri="{FF2B5EF4-FFF2-40B4-BE49-F238E27FC236}">
                    <a16:creationId xmlns:a16="http://schemas.microsoft.com/office/drawing/2014/main" id="{B40DB583-D159-1D81-E593-9047F2F2F115}"/>
                  </a:ext>
                </a:extLst>
              </p:cNvPr>
              <p:cNvSpPr/>
              <p:nvPr/>
            </p:nvSpPr>
            <p:spPr>
              <a:xfrm>
                <a:off x="4491128" y="1170622"/>
                <a:ext cx="1802745" cy="1360165"/>
              </a:xfrm>
              <a:custGeom>
                <a:avLst/>
                <a:gdLst>
                  <a:gd name="connsiteX0" fmla="*/ 1801794 w 1802745"/>
                  <a:gd name="connsiteY0" fmla="*/ 0 h 1360165"/>
                  <a:gd name="connsiteX1" fmla="*/ 1802745 w 1802745"/>
                  <a:gd name="connsiteY1" fmla="*/ 0 h 1360165"/>
                  <a:gd name="connsiteX2" fmla="*/ 67543 w 1802745"/>
                  <a:gd name="connsiteY2" fmla="*/ 766762 h 1360165"/>
                  <a:gd name="connsiteX3" fmla="*/ 0 w 1802745"/>
                  <a:gd name="connsiteY3" fmla="*/ 700087 h 1360165"/>
                  <a:gd name="connsiteX4" fmla="*/ 68495 w 1802745"/>
                  <a:gd name="connsiteY4" fmla="*/ 765810 h 1360165"/>
                  <a:gd name="connsiteX5" fmla="*/ 1801794 w 1802745"/>
                  <a:gd name="connsiteY5" fmla="*/ 0 h 1360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2745" h="1360165">
                    <a:moveTo>
                      <a:pt x="1801794" y="0"/>
                    </a:moveTo>
                    <a:cubicBezTo>
                      <a:pt x="1801794" y="0"/>
                      <a:pt x="1801794" y="0"/>
                      <a:pt x="1802745" y="0"/>
                    </a:cubicBezTo>
                    <a:cubicBezTo>
                      <a:pt x="1670512" y="1505903"/>
                      <a:pt x="1092112" y="1761173"/>
                      <a:pt x="67543" y="766762"/>
                    </a:cubicBezTo>
                    <a:lnTo>
                      <a:pt x="0" y="700087"/>
                    </a:lnTo>
                    <a:lnTo>
                      <a:pt x="68495" y="765810"/>
                    </a:lnTo>
                    <a:cubicBezTo>
                      <a:pt x="1092112" y="1761173"/>
                      <a:pt x="1670512" y="1505903"/>
                      <a:pt x="1801794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0" name="Freeform 1529">
                <a:extLst>
                  <a:ext uri="{FF2B5EF4-FFF2-40B4-BE49-F238E27FC236}">
                    <a16:creationId xmlns:a16="http://schemas.microsoft.com/office/drawing/2014/main" id="{8E6AE161-D2A3-FFF4-5E8D-B3A9A49F7CC3}"/>
                  </a:ext>
                </a:extLst>
              </p:cNvPr>
              <p:cNvSpPr/>
              <p:nvPr/>
            </p:nvSpPr>
            <p:spPr>
              <a:xfrm>
                <a:off x="4171486" y="1171575"/>
                <a:ext cx="2133803" cy="1521643"/>
              </a:xfrm>
              <a:custGeom>
                <a:avLst/>
                <a:gdLst>
                  <a:gd name="connsiteX0" fmla="*/ 2132852 w 2133803"/>
                  <a:gd name="connsiteY0" fmla="*/ 0 h 1521643"/>
                  <a:gd name="connsiteX1" fmla="*/ 2133804 w 2133803"/>
                  <a:gd name="connsiteY1" fmla="*/ 0 h 1521643"/>
                  <a:gd name="connsiteX2" fmla="*/ 81813 w 2133803"/>
                  <a:gd name="connsiteY2" fmla="*/ 1165860 h 1521643"/>
                  <a:gd name="connsiteX3" fmla="*/ 0 w 2133803"/>
                  <a:gd name="connsiteY3" fmla="*/ 1117283 h 1521643"/>
                  <a:gd name="connsiteX4" fmla="*/ 81813 w 2133803"/>
                  <a:gd name="connsiteY4" fmla="*/ 1164908 h 1521643"/>
                  <a:gd name="connsiteX5" fmla="*/ 2131901 w 2133803"/>
                  <a:gd name="connsiteY5" fmla="*/ 0 h 152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33803" h="1521643">
                    <a:moveTo>
                      <a:pt x="2132852" y="0"/>
                    </a:moveTo>
                    <a:cubicBezTo>
                      <a:pt x="2132852" y="0"/>
                      <a:pt x="2132852" y="0"/>
                      <a:pt x="2133804" y="0"/>
                    </a:cubicBezTo>
                    <a:cubicBezTo>
                      <a:pt x="1993960" y="1504950"/>
                      <a:pt x="1309963" y="1893570"/>
                      <a:pt x="81813" y="1165860"/>
                    </a:cubicBezTo>
                    <a:lnTo>
                      <a:pt x="0" y="1117283"/>
                    </a:lnTo>
                    <a:lnTo>
                      <a:pt x="81813" y="1164908"/>
                    </a:lnTo>
                    <a:cubicBezTo>
                      <a:pt x="1309963" y="1892618"/>
                      <a:pt x="1993009" y="1504950"/>
                      <a:pt x="2131901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1" name="Freeform 1530">
                <a:extLst>
                  <a:ext uri="{FF2B5EF4-FFF2-40B4-BE49-F238E27FC236}">
                    <a16:creationId xmlns:a16="http://schemas.microsoft.com/office/drawing/2014/main" id="{5484A11B-C99D-3FB0-31A6-70497CD4FC13}"/>
                  </a:ext>
                </a:extLst>
              </p:cNvPr>
              <p:cNvSpPr/>
              <p:nvPr/>
            </p:nvSpPr>
            <p:spPr>
              <a:xfrm>
                <a:off x="6212773" y="1171575"/>
                <a:ext cx="145789" cy="1161910"/>
              </a:xfrm>
              <a:custGeom>
                <a:avLst/>
                <a:gdLst>
                  <a:gd name="connsiteX0" fmla="*/ 102029 w 145789"/>
                  <a:gd name="connsiteY0" fmla="*/ 952 h 1161910"/>
                  <a:gd name="connsiteX1" fmla="*/ 102981 w 145789"/>
                  <a:gd name="connsiteY1" fmla="*/ 952 h 1161910"/>
                  <a:gd name="connsiteX2" fmla="*/ 134374 w 145789"/>
                  <a:gd name="connsiteY2" fmla="*/ 128588 h 1161910"/>
                  <a:gd name="connsiteX3" fmla="*/ 145790 w 145789"/>
                  <a:gd name="connsiteY3" fmla="*/ 34290 h 1161910"/>
                  <a:gd name="connsiteX4" fmla="*/ 135325 w 145789"/>
                  <a:gd name="connsiteY4" fmla="*/ 128588 h 1161910"/>
                  <a:gd name="connsiteX5" fmla="*/ 102029 w 145789"/>
                  <a:gd name="connsiteY5" fmla="*/ 0 h 11619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5789" h="1161910">
                    <a:moveTo>
                      <a:pt x="102029" y="952"/>
                    </a:moveTo>
                    <a:cubicBezTo>
                      <a:pt x="102029" y="952"/>
                      <a:pt x="102029" y="952"/>
                      <a:pt x="102981" y="952"/>
                    </a:cubicBezTo>
                    <a:cubicBezTo>
                      <a:pt x="-43522" y="1504950"/>
                      <a:pt x="-33058" y="1547813"/>
                      <a:pt x="134374" y="128588"/>
                    </a:cubicBezTo>
                    <a:lnTo>
                      <a:pt x="145790" y="34290"/>
                    </a:lnTo>
                    <a:lnTo>
                      <a:pt x="135325" y="128588"/>
                    </a:lnTo>
                    <a:cubicBezTo>
                      <a:pt x="-33058" y="1547813"/>
                      <a:pt x="-44473" y="1504950"/>
                      <a:pt x="102029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2" name="Freeform 1531">
                <a:extLst>
                  <a:ext uri="{FF2B5EF4-FFF2-40B4-BE49-F238E27FC236}">
                    <a16:creationId xmlns:a16="http://schemas.microsoft.com/office/drawing/2014/main" id="{07E01C3F-2190-8B05-2956-A47EC9CCC3AD}"/>
                  </a:ext>
                </a:extLst>
              </p:cNvPr>
              <p:cNvSpPr/>
              <p:nvPr/>
            </p:nvSpPr>
            <p:spPr>
              <a:xfrm>
                <a:off x="3909874" y="3713842"/>
                <a:ext cx="1132828" cy="504780"/>
              </a:xfrm>
              <a:custGeom>
                <a:avLst/>
                <a:gdLst>
                  <a:gd name="connsiteX0" fmla="*/ 63738 w 1132828"/>
                  <a:gd name="connsiteY0" fmla="*/ 504780 h 504780"/>
                  <a:gd name="connsiteX1" fmla="*/ 63738 w 1132828"/>
                  <a:gd name="connsiteY1" fmla="*/ 503828 h 504780"/>
                  <a:gd name="connsiteX2" fmla="*/ 93229 w 1132828"/>
                  <a:gd name="connsiteY2" fmla="*/ 161880 h 504780"/>
                  <a:gd name="connsiteX3" fmla="*/ 0 w 1132828"/>
                  <a:gd name="connsiteY3" fmla="*/ 180930 h 504780"/>
                  <a:gd name="connsiteX4" fmla="*/ 93229 w 1132828"/>
                  <a:gd name="connsiteY4" fmla="*/ 160928 h 504780"/>
                  <a:gd name="connsiteX5" fmla="*/ 64690 w 1132828"/>
                  <a:gd name="connsiteY5" fmla="*/ 504780 h 504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2828" h="504780">
                    <a:moveTo>
                      <a:pt x="63738" y="504780"/>
                    </a:moveTo>
                    <a:cubicBezTo>
                      <a:pt x="63738" y="504780"/>
                      <a:pt x="63738" y="504780"/>
                      <a:pt x="63738" y="503828"/>
                    </a:cubicBezTo>
                    <a:cubicBezTo>
                      <a:pt x="1479298" y="-21952"/>
                      <a:pt x="1488811" y="-136252"/>
                      <a:pt x="93229" y="161880"/>
                    </a:cubicBezTo>
                    <a:lnTo>
                      <a:pt x="0" y="180930"/>
                    </a:lnTo>
                    <a:lnTo>
                      <a:pt x="93229" y="160928"/>
                    </a:lnTo>
                    <a:cubicBezTo>
                      <a:pt x="1488811" y="-136252"/>
                      <a:pt x="1479298" y="-21952"/>
                      <a:pt x="64690" y="504780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3" name="Freeform 1532">
                <a:extLst>
                  <a:ext uri="{FF2B5EF4-FFF2-40B4-BE49-F238E27FC236}">
                    <a16:creationId xmlns:a16="http://schemas.microsoft.com/office/drawing/2014/main" id="{6F1CD8A0-570E-4B5E-F6E2-ED75E5BA944A}"/>
                  </a:ext>
                </a:extLst>
              </p:cNvPr>
              <p:cNvSpPr/>
              <p:nvPr/>
            </p:nvSpPr>
            <p:spPr>
              <a:xfrm>
                <a:off x="4166729" y="2297429"/>
                <a:ext cx="3172641" cy="3026092"/>
              </a:xfrm>
              <a:custGeom>
                <a:avLst/>
                <a:gdLst>
                  <a:gd name="connsiteX0" fmla="*/ 3172642 w 3172641"/>
                  <a:gd name="connsiteY0" fmla="*/ 3026093 h 3026092"/>
                  <a:gd name="connsiteX1" fmla="*/ 3171690 w 3172641"/>
                  <a:gd name="connsiteY1" fmla="*/ 3026093 h 3026092"/>
                  <a:gd name="connsiteX2" fmla="*/ 81813 w 3172641"/>
                  <a:gd name="connsiteY2" fmla="*/ 48578 h 3026092"/>
                  <a:gd name="connsiteX3" fmla="*/ 0 w 3172641"/>
                  <a:gd name="connsiteY3" fmla="*/ 0 h 3026092"/>
                  <a:gd name="connsiteX4" fmla="*/ 82765 w 3172641"/>
                  <a:gd name="connsiteY4" fmla="*/ 47625 h 3026092"/>
                  <a:gd name="connsiteX5" fmla="*/ 3172642 w 3172641"/>
                  <a:gd name="connsiteY5" fmla="*/ 3026093 h 3026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72641" h="3026092">
                    <a:moveTo>
                      <a:pt x="3172642" y="3026093"/>
                    </a:moveTo>
                    <a:cubicBezTo>
                      <a:pt x="3172642" y="3026093"/>
                      <a:pt x="3172642" y="3026093"/>
                      <a:pt x="3171690" y="3026093"/>
                    </a:cubicBezTo>
                    <a:cubicBezTo>
                      <a:pt x="2344045" y="1762125"/>
                      <a:pt x="1313768" y="769620"/>
                      <a:pt x="81813" y="48578"/>
                    </a:cubicBezTo>
                    <a:lnTo>
                      <a:pt x="0" y="0"/>
                    </a:lnTo>
                    <a:lnTo>
                      <a:pt x="82765" y="47625"/>
                    </a:lnTo>
                    <a:cubicBezTo>
                      <a:pt x="1313768" y="769620"/>
                      <a:pt x="2344045" y="1762125"/>
                      <a:pt x="3172642" y="3026093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4" name="Freeform 1533">
                <a:extLst>
                  <a:ext uri="{FF2B5EF4-FFF2-40B4-BE49-F238E27FC236}">
                    <a16:creationId xmlns:a16="http://schemas.microsoft.com/office/drawing/2014/main" id="{B23947E1-FC57-931D-7E25-0F164004B269}"/>
                  </a:ext>
                </a:extLst>
              </p:cNvPr>
              <p:cNvSpPr/>
              <p:nvPr/>
            </p:nvSpPr>
            <p:spPr>
              <a:xfrm>
                <a:off x="4005005" y="2638425"/>
                <a:ext cx="1231993" cy="2483167"/>
              </a:xfrm>
              <a:custGeom>
                <a:avLst/>
                <a:gdLst>
                  <a:gd name="connsiteX0" fmla="*/ 584109 w 1231993"/>
                  <a:gd name="connsiteY0" fmla="*/ 2482215 h 2483167"/>
                  <a:gd name="connsiteX1" fmla="*/ 583157 w 1231993"/>
                  <a:gd name="connsiteY1" fmla="*/ 2482215 h 2483167"/>
                  <a:gd name="connsiteX2" fmla="*/ 88472 w 1231993"/>
                  <a:gd name="connsiteY2" fmla="*/ 34290 h 2483167"/>
                  <a:gd name="connsiteX3" fmla="*/ 0 w 1231993"/>
                  <a:gd name="connsiteY3" fmla="*/ 0 h 2483167"/>
                  <a:gd name="connsiteX4" fmla="*/ 89424 w 1231993"/>
                  <a:gd name="connsiteY4" fmla="*/ 33338 h 2483167"/>
                  <a:gd name="connsiteX5" fmla="*/ 585060 w 1231993"/>
                  <a:gd name="connsiteY5" fmla="*/ 2483168 h 2483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31993" h="2483167">
                    <a:moveTo>
                      <a:pt x="584109" y="2482215"/>
                    </a:moveTo>
                    <a:cubicBezTo>
                      <a:pt x="584109" y="2482215"/>
                      <a:pt x="584109" y="2482215"/>
                      <a:pt x="583157" y="2482215"/>
                    </a:cubicBezTo>
                    <a:cubicBezTo>
                      <a:pt x="1588699" y="1354455"/>
                      <a:pt x="1423170" y="539115"/>
                      <a:pt x="88472" y="34290"/>
                    </a:cubicBezTo>
                    <a:lnTo>
                      <a:pt x="0" y="0"/>
                    </a:lnTo>
                    <a:lnTo>
                      <a:pt x="89424" y="33338"/>
                    </a:lnTo>
                    <a:cubicBezTo>
                      <a:pt x="1424121" y="538163"/>
                      <a:pt x="1589650" y="1355407"/>
                      <a:pt x="585060" y="2483168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5" name="Freeform 1534">
                <a:extLst>
                  <a:ext uri="{FF2B5EF4-FFF2-40B4-BE49-F238E27FC236}">
                    <a16:creationId xmlns:a16="http://schemas.microsoft.com/office/drawing/2014/main" id="{019EE83A-4E6D-A569-FDA9-DCA05A6B57EF}"/>
                  </a:ext>
                </a:extLst>
              </p:cNvPr>
              <p:cNvSpPr/>
              <p:nvPr/>
            </p:nvSpPr>
            <p:spPr>
              <a:xfrm>
                <a:off x="3861356" y="3474465"/>
                <a:ext cx="1348329" cy="1640459"/>
              </a:xfrm>
              <a:custGeom>
                <a:avLst/>
                <a:gdLst>
                  <a:gd name="connsiteX0" fmla="*/ 720147 w 1348329"/>
                  <a:gd name="connsiteY0" fmla="*/ 1639507 h 1640459"/>
                  <a:gd name="connsiteX1" fmla="*/ 719195 w 1348329"/>
                  <a:gd name="connsiteY1" fmla="*/ 1639507 h 1640459"/>
                  <a:gd name="connsiteX2" fmla="*/ 95132 w 1348329"/>
                  <a:gd name="connsiteY2" fmla="*/ 2160 h 1640459"/>
                  <a:gd name="connsiteX3" fmla="*/ 0 w 1348329"/>
                  <a:gd name="connsiteY3" fmla="*/ 2160 h 1640459"/>
                  <a:gd name="connsiteX4" fmla="*/ 95132 w 1348329"/>
                  <a:gd name="connsiteY4" fmla="*/ 1207 h 1640459"/>
                  <a:gd name="connsiteX5" fmla="*/ 720147 w 1348329"/>
                  <a:gd name="connsiteY5" fmla="*/ 1640460 h 1640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48329" h="1640459">
                    <a:moveTo>
                      <a:pt x="720147" y="1639507"/>
                    </a:moveTo>
                    <a:cubicBezTo>
                      <a:pt x="720147" y="1639507"/>
                      <a:pt x="720147" y="1639507"/>
                      <a:pt x="719195" y="1639507"/>
                    </a:cubicBezTo>
                    <a:cubicBezTo>
                      <a:pt x="1729494" y="516510"/>
                      <a:pt x="1522107" y="-29273"/>
                      <a:pt x="95132" y="2160"/>
                    </a:cubicBezTo>
                    <a:lnTo>
                      <a:pt x="0" y="2160"/>
                    </a:lnTo>
                    <a:cubicBezTo>
                      <a:pt x="0" y="3112"/>
                      <a:pt x="95132" y="1207"/>
                      <a:pt x="95132" y="1207"/>
                    </a:cubicBezTo>
                    <a:cubicBezTo>
                      <a:pt x="1522107" y="-29273"/>
                      <a:pt x="1730445" y="517462"/>
                      <a:pt x="720147" y="1640460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6" name="Freeform 1535">
                <a:extLst>
                  <a:ext uri="{FF2B5EF4-FFF2-40B4-BE49-F238E27FC236}">
                    <a16:creationId xmlns:a16="http://schemas.microsoft.com/office/drawing/2014/main" id="{35A50CC5-8B85-DF2E-1012-D15D9DF1F915}"/>
                  </a:ext>
                </a:extLst>
              </p:cNvPr>
              <p:cNvSpPr/>
              <p:nvPr/>
            </p:nvSpPr>
            <p:spPr>
              <a:xfrm>
                <a:off x="4814576" y="1594485"/>
                <a:ext cx="2737889" cy="961101"/>
              </a:xfrm>
              <a:custGeom>
                <a:avLst/>
                <a:gdLst>
                  <a:gd name="connsiteX0" fmla="*/ 2736939 w 2737889"/>
                  <a:gd name="connsiteY0" fmla="*/ 98107 h 961101"/>
                  <a:gd name="connsiteX1" fmla="*/ 2737890 w 2737889"/>
                  <a:gd name="connsiteY1" fmla="*/ 98107 h 961101"/>
                  <a:gd name="connsiteX2" fmla="*/ 54225 w 2737889"/>
                  <a:gd name="connsiteY2" fmla="*/ 78105 h 961101"/>
                  <a:gd name="connsiteX3" fmla="*/ 0 w 2737889"/>
                  <a:gd name="connsiteY3" fmla="*/ 0 h 961101"/>
                  <a:gd name="connsiteX4" fmla="*/ 55177 w 2737889"/>
                  <a:gd name="connsiteY4" fmla="*/ 78105 h 961101"/>
                  <a:gd name="connsiteX5" fmla="*/ 2736939 w 2737889"/>
                  <a:gd name="connsiteY5" fmla="*/ 98107 h 961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737889" h="961101">
                    <a:moveTo>
                      <a:pt x="2736939" y="98107"/>
                    </a:moveTo>
                    <a:cubicBezTo>
                      <a:pt x="2736939" y="98107"/>
                      <a:pt x="2736939" y="98107"/>
                      <a:pt x="2737890" y="98107"/>
                    </a:cubicBezTo>
                    <a:cubicBezTo>
                      <a:pt x="1767547" y="1255395"/>
                      <a:pt x="872358" y="1248728"/>
                      <a:pt x="54225" y="78105"/>
                    </a:cubicBezTo>
                    <a:lnTo>
                      <a:pt x="0" y="0"/>
                    </a:lnTo>
                    <a:lnTo>
                      <a:pt x="55177" y="78105"/>
                    </a:lnTo>
                    <a:cubicBezTo>
                      <a:pt x="872358" y="1248728"/>
                      <a:pt x="1766595" y="1255395"/>
                      <a:pt x="2736939" y="98107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7" name="Freeform 1536">
                <a:extLst>
                  <a:ext uri="{FF2B5EF4-FFF2-40B4-BE49-F238E27FC236}">
                    <a16:creationId xmlns:a16="http://schemas.microsoft.com/office/drawing/2014/main" id="{D6B0EB9E-CEB5-B6DA-1CC5-F6ACF9ECDB6C}"/>
                  </a:ext>
                </a:extLst>
              </p:cNvPr>
              <p:cNvSpPr/>
              <p:nvPr/>
            </p:nvSpPr>
            <p:spPr>
              <a:xfrm>
                <a:off x="5354924" y="1315402"/>
                <a:ext cx="2205152" cy="1180863"/>
              </a:xfrm>
              <a:custGeom>
                <a:avLst/>
                <a:gdLst>
                  <a:gd name="connsiteX0" fmla="*/ 2204201 w 2205152"/>
                  <a:gd name="connsiteY0" fmla="*/ 383858 h 1180863"/>
                  <a:gd name="connsiteX1" fmla="*/ 2205153 w 2205152"/>
                  <a:gd name="connsiteY1" fmla="*/ 383858 h 1180863"/>
                  <a:gd name="connsiteX2" fmla="*/ 31393 w 2205152"/>
                  <a:gd name="connsiteY2" fmla="*/ 90488 h 1180863"/>
                  <a:gd name="connsiteX3" fmla="*/ 0 w 2205152"/>
                  <a:gd name="connsiteY3" fmla="*/ 0 h 1180863"/>
                  <a:gd name="connsiteX4" fmla="*/ 32345 w 2205152"/>
                  <a:gd name="connsiteY4" fmla="*/ 89535 h 1180863"/>
                  <a:gd name="connsiteX5" fmla="*/ 2204201 w 2205152"/>
                  <a:gd name="connsiteY5" fmla="*/ 381953 h 1180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5152" h="1180863">
                    <a:moveTo>
                      <a:pt x="2204201" y="383858"/>
                    </a:moveTo>
                    <a:cubicBezTo>
                      <a:pt x="2204201" y="383858"/>
                      <a:pt x="2204201" y="383858"/>
                      <a:pt x="2205153" y="383858"/>
                    </a:cubicBezTo>
                    <a:cubicBezTo>
                      <a:pt x="1229101" y="1536383"/>
                      <a:pt x="504198" y="1439228"/>
                      <a:pt x="31393" y="90488"/>
                    </a:cubicBezTo>
                    <a:lnTo>
                      <a:pt x="0" y="0"/>
                    </a:lnTo>
                    <a:lnTo>
                      <a:pt x="32345" y="89535"/>
                    </a:lnTo>
                    <a:cubicBezTo>
                      <a:pt x="504198" y="1437323"/>
                      <a:pt x="1228150" y="1535430"/>
                      <a:pt x="2204201" y="381953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8" name="Freeform 1537">
                <a:extLst>
                  <a:ext uri="{FF2B5EF4-FFF2-40B4-BE49-F238E27FC236}">
                    <a16:creationId xmlns:a16="http://schemas.microsoft.com/office/drawing/2014/main" id="{01CCB6BE-4658-6C48-AD60-4A6CBD415B20}"/>
                  </a:ext>
                </a:extLst>
              </p:cNvPr>
              <p:cNvSpPr/>
              <p:nvPr/>
            </p:nvSpPr>
            <p:spPr>
              <a:xfrm>
                <a:off x="4335112" y="1704975"/>
                <a:ext cx="3233525" cy="975849"/>
              </a:xfrm>
              <a:custGeom>
                <a:avLst/>
                <a:gdLst>
                  <a:gd name="connsiteX0" fmla="*/ 3232575 w 3233525"/>
                  <a:gd name="connsiteY0" fmla="*/ 952 h 975849"/>
                  <a:gd name="connsiteX1" fmla="*/ 3233526 w 3233525"/>
                  <a:gd name="connsiteY1" fmla="*/ 952 h 975849"/>
                  <a:gd name="connsiteX2" fmla="*/ 74203 w 3233525"/>
                  <a:gd name="connsiteY2" fmla="*/ 403860 h 975849"/>
                  <a:gd name="connsiteX3" fmla="*/ 0 w 3233525"/>
                  <a:gd name="connsiteY3" fmla="*/ 344805 h 975849"/>
                  <a:gd name="connsiteX4" fmla="*/ 75154 w 3233525"/>
                  <a:gd name="connsiteY4" fmla="*/ 402908 h 975849"/>
                  <a:gd name="connsiteX5" fmla="*/ 3232575 w 3233525"/>
                  <a:gd name="connsiteY5" fmla="*/ 0 h 975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33525" h="975849">
                    <a:moveTo>
                      <a:pt x="3232575" y="952"/>
                    </a:moveTo>
                    <a:cubicBezTo>
                      <a:pt x="3232575" y="952"/>
                      <a:pt x="3232575" y="952"/>
                      <a:pt x="3233526" y="952"/>
                    </a:cubicBezTo>
                    <a:cubicBezTo>
                      <a:pt x="2251767" y="1148715"/>
                      <a:pt x="1198659" y="1283018"/>
                      <a:pt x="74203" y="403860"/>
                    </a:cubicBezTo>
                    <a:lnTo>
                      <a:pt x="0" y="344805"/>
                    </a:lnTo>
                    <a:lnTo>
                      <a:pt x="75154" y="402908"/>
                    </a:lnTo>
                    <a:cubicBezTo>
                      <a:pt x="1199611" y="1283018"/>
                      <a:pt x="2251767" y="1148715"/>
                      <a:pt x="3232575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9" name="Freeform 1538">
                <a:extLst>
                  <a:ext uri="{FF2B5EF4-FFF2-40B4-BE49-F238E27FC236}">
                    <a16:creationId xmlns:a16="http://schemas.microsoft.com/office/drawing/2014/main" id="{AA3C4098-6AF4-0120-2AE9-622775BE8395}"/>
                  </a:ext>
                </a:extLst>
              </p:cNvPr>
              <p:cNvSpPr/>
              <p:nvPr/>
            </p:nvSpPr>
            <p:spPr>
              <a:xfrm>
                <a:off x="4001200" y="2648902"/>
                <a:ext cx="1979959" cy="3044190"/>
              </a:xfrm>
              <a:custGeom>
                <a:avLst/>
                <a:gdLst>
                  <a:gd name="connsiteX0" fmla="*/ 1972080 w 1979959"/>
                  <a:gd name="connsiteY0" fmla="*/ 3044190 h 3044190"/>
                  <a:gd name="connsiteX1" fmla="*/ 1971128 w 1979959"/>
                  <a:gd name="connsiteY1" fmla="*/ 3044190 h 3044190"/>
                  <a:gd name="connsiteX2" fmla="*/ 88472 w 1979959"/>
                  <a:gd name="connsiteY2" fmla="*/ 33338 h 3044190"/>
                  <a:gd name="connsiteX3" fmla="*/ 0 w 1979959"/>
                  <a:gd name="connsiteY3" fmla="*/ 0 h 3044190"/>
                  <a:gd name="connsiteX4" fmla="*/ 89424 w 1979959"/>
                  <a:gd name="connsiteY4" fmla="*/ 32385 h 3044190"/>
                  <a:gd name="connsiteX5" fmla="*/ 1973031 w 1979959"/>
                  <a:gd name="connsiteY5" fmla="*/ 3044190 h 3044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9959" h="3044190">
                    <a:moveTo>
                      <a:pt x="1972080" y="3044190"/>
                    </a:moveTo>
                    <a:cubicBezTo>
                      <a:pt x="1972080" y="3044190"/>
                      <a:pt x="1972080" y="3044190"/>
                      <a:pt x="1971128" y="3044190"/>
                    </a:cubicBezTo>
                    <a:cubicBezTo>
                      <a:pt x="2053893" y="1535430"/>
                      <a:pt x="1426024" y="531495"/>
                      <a:pt x="88472" y="33338"/>
                    </a:cubicBezTo>
                    <a:lnTo>
                      <a:pt x="0" y="0"/>
                    </a:lnTo>
                    <a:lnTo>
                      <a:pt x="89424" y="32385"/>
                    </a:lnTo>
                    <a:cubicBezTo>
                      <a:pt x="1426975" y="531495"/>
                      <a:pt x="2053893" y="1535430"/>
                      <a:pt x="1973031" y="3044190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0" name="Freeform 1539">
                <a:extLst>
                  <a:ext uri="{FF2B5EF4-FFF2-40B4-BE49-F238E27FC236}">
                    <a16:creationId xmlns:a16="http://schemas.microsoft.com/office/drawing/2014/main" id="{A940B6EE-4FB5-DEC1-8D83-F250ED9FFBE9}"/>
                  </a:ext>
                </a:extLst>
              </p:cNvPr>
              <p:cNvSpPr/>
              <p:nvPr/>
            </p:nvSpPr>
            <p:spPr>
              <a:xfrm>
                <a:off x="3902263" y="2447925"/>
                <a:ext cx="4234311" cy="689519"/>
              </a:xfrm>
              <a:custGeom>
                <a:avLst/>
                <a:gdLst>
                  <a:gd name="connsiteX0" fmla="*/ 4234311 w 4234311"/>
                  <a:gd name="connsiteY0" fmla="*/ 0 h 689519"/>
                  <a:gd name="connsiteX1" fmla="*/ 4234311 w 4234311"/>
                  <a:gd name="connsiteY1" fmla="*/ 953 h 689519"/>
                  <a:gd name="connsiteX2" fmla="*/ 93229 w 4234311"/>
                  <a:gd name="connsiteY2" fmla="*/ 565785 h 689519"/>
                  <a:gd name="connsiteX3" fmla="*/ 0 w 4234311"/>
                  <a:gd name="connsiteY3" fmla="*/ 546735 h 689519"/>
                  <a:gd name="connsiteX4" fmla="*/ 93229 w 4234311"/>
                  <a:gd name="connsiteY4" fmla="*/ 564832 h 689519"/>
                  <a:gd name="connsiteX5" fmla="*/ 4233360 w 4234311"/>
                  <a:gd name="connsiteY5" fmla="*/ 0 h 689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34311" h="689519">
                    <a:moveTo>
                      <a:pt x="4234311" y="0"/>
                    </a:moveTo>
                    <a:cubicBezTo>
                      <a:pt x="4234311" y="0"/>
                      <a:pt x="4234311" y="0"/>
                      <a:pt x="4234311" y="953"/>
                    </a:cubicBezTo>
                    <a:cubicBezTo>
                      <a:pt x="2872977" y="654368"/>
                      <a:pt x="1492616" y="842963"/>
                      <a:pt x="93229" y="565785"/>
                    </a:cubicBezTo>
                    <a:lnTo>
                      <a:pt x="0" y="546735"/>
                    </a:lnTo>
                    <a:lnTo>
                      <a:pt x="93229" y="564832"/>
                    </a:lnTo>
                    <a:cubicBezTo>
                      <a:pt x="1492616" y="842963"/>
                      <a:pt x="2872977" y="654368"/>
                      <a:pt x="4233360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1" name="Freeform 1540">
                <a:extLst>
                  <a:ext uri="{FF2B5EF4-FFF2-40B4-BE49-F238E27FC236}">
                    <a16:creationId xmlns:a16="http://schemas.microsoft.com/office/drawing/2014/main" id="{B42B900F-3072-5D1A-F26C-D6C32D51AE8A}"/>
                  </a:ext>
                </a:extLst>
              </p:cNvPr>
              <p:cNvSpPr/>
              <p:nvPr/>
            </p:nvSpPr>
            <p:spPr>
              <a:xfrm>
                <a:off x="4327502" y="2057400"/>
                <a:ext cx="3361953" cy="2981325"/>
              </a:xfrm>
              <a:custGeom>
                <a:avLst/>
                <a:gdLst>
                  <a:gd name="connsiteX0" fmla="*/ 3361954 w 3361953"/>
                  <a:gd name="connsiteY0" fmla="*/ 2981325 h 2981325"/>
                  <a:gd name="connsiteX1" fmla="*/ 3361954 w 3361953"/>
                  <a:gd name="connsiteY1" fmla="*/ 2981325 h 2981325"/>
                  <a:gd name="connsiteX2" fmla="*/ 75154 w 3361953"/>
                  <a:gd name="connsiteY2" fmla="*/ 59055 h 2981325"/>
                  <a:gd name="connsiteX3" fmla="*/ 0 w 3361953"/>
                  <a:gd name="connsiteY3" fmla="*/ 0 h 2981325"/>
                  <a:gd name="connsiteX4" fmla="*/ 75154 w 3361953"/>
                  <a:gd name="connsiteY4" fmla="*/ 58103 h 2981325"/>
                  <a:gd name="connsiteX5" fmla="*/ 3361954 w 3361953"/>
                  <a:gd name="connsiteY5" fmla="*/ 2980373 h 2981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61953" h="2981325">
                    <a:moveTo>
                      <a:pt x="3361954" y="2981325"/>
                    </a:moveTo>
                    <a:cubicBezTo>
                      <a:pt x="3361954" y="2981325"/>
                      <a:pt x="3361954" y="2981325"/>
                      <a:pt x="3361954" y="2981325"/>
                    </a:cubicBezTo>
                    <a:cubicBezTo>
                      <a:pt x="2300284" y="1907857"/>
                      <a:pt x="1204367" y="933450"/>
                      <a:pt x="75154" y="59055"/>
                    </a:cubicBezTo>
                    <a:lnTo>
                      <a:pt x="0" y="0"/>
                    </a:lnTo>
                    <a:lnTo>
                      <a:pt x="75154" y="58103"/>
                    </a:lnTo>
                    <a:cubicBezTo>
                      <a:pt x="1203416" y="932497"/>
                      <a:pt x="2299333" y="1906905"/>
                      <a:pt x="3361954" y="2980373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2" name="Freeform 1541">
                <a:extLst>
                  <a:ext uri="{FF2B5EF4-FFF2-40B4-BE49-F238E27FC236}">
                    <a16:creationId xmlns:a16="http://schemas.microsoft.com/office/drawing/2014/main" id="{5FB0305D-9659-2C8A-0868-1A0D1BCE31C3}"/>
                  </a:ext>
                </a:extLst>
              </p:cNvPr>
              <p:cNvSpPr/>
              <p:nvPr/>
            </p:nvSpPr>
            <p:spPr>
              <a:xfrm>
                <a:off x="6555539" y="4330946"/>
                <a:ext cx="1128208" cy="1231653"/>
              </a:xfrm>
              <a:custGeom>
                <a:avLst/>
                <a:gdLst>
                  <a:gd name="connsiteX0" fmla="*/ 1126306 w 1128208"/>
                  <a:gd name="connsiteY0" fmla="*/ 715398 h 1231653"/>
                  <a:gd name="connsiteX1" fmla="*/ 1126306 w 1128208"/>
                  <a:gd name="connsiteY1" fmla="*/ 715398 h 1231653"/>
                  <a:gd name="connsiteX2" fmla="*/ 187356 w 1128208"/>
                  <a:gd name="connsiteY2" fmla="*/ 1140214 h 1231653"/>
                  <a:gd name="connsiteX3" fmla="*/ 215895 w 1128208"/>
                  <a:gd name="connsiteY3" fmla="*/ 1231653 h 1231653"/>
                  <a:gd name="connsiteX4" fmla="*/ 186404 w 1128208"/>
                  <a:gd name="connsiteY4" fmla="*/ 1141166 h 1231653"/>
                  <a:gd name="connsiteX5" fmla="*/ 1128208 w 1128208"/>
                  <a:gd name="connsiteY5" fmla="*/ 715398 h 1231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28208" h="1231653">
                    <a:moveTo>
                      <a:pt x="1126306" y="715398"/>
                    </a:moveTo>
                    <a:cubicBezTo>
                      <a:pt x="1126306" y="715398"/>
                      <a:pt x="1126306" y="715398"/>
                      <a:pt x="1126306" y="715398"/>
                    </a:cubicBezTo>
                    <a:cubicBezTo>
                      <a:pt x="69393" y="-363784"/>
                      <a:pt x="-243591" y="-221862"/>
                      <a:pt x="187356" y="1140214"/>
                    </a:cubicBezTo>
                    <a:lnTo>
                      <a:pt x="215895" y="1231653"/>
                    </a:lnTo>
                    <a:lnTo>
                      <a:pt x="186404" y="1141166"/>
                    </a:lnTo>
                    <a:cubicBezTo>
                      <a:pt x="-243591" y="-220909"/>
                      <a:pt x="70344" y="-362832"/>
                      <a:pt x="1128208" y="715398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3" name="Freeform 1542">
                <a:extLst>
                  <a:ext uri="{FF2B5EF4-FFF2-40B4-BE49-F238E27FC236}">
                    <a16:creationId xmlns:a16="http://schemas.microsoft.com/office/drawing/2014/main" id="{BC10E3E3-E044-8291-E5FF-23E8494D983C}"/>
                  </a:ext>
                </a:extLst>
              </p:cNvPr>
              <p:cNvSpPr/>
              <p:nvPr/>
            </p:nvSpPr>
            <p:spPr>
              <a:xfrm>
                <a:off x="5930470" y="4351324"/>
                <a:ext cx="1744714" cy="1309382"/>
              </a:xfrm>
              <a:custGeom>
                <a:avLst/>
                <a:gdLst>
                  <a:gd name="connsiteX0" fmla="*/ 1743764 w 1744714"/>
                  <a:gd name="connsiteY0" fmla="*/ 702640 h 1309382"/>
                  <a:gd name="connsiteX1" fmla="*/ 1743764 w 1744714"/>
                  <a:gd name="connsiteY1" fmla="*/ 702640 h 1309382"/>
                  <a:gd name="connsiteX2" fmla="*/ 7610 w 1744714"/>
                  <a:gd name="connsiteY2" fmla="*/ 1214133 h 1309382"/>
                  <a:gd name="connsiteX3" fmla="*/ 0 w 1744714"/>
                  <a:gd name="connsiteY3" fmla="*/ 1309383 h 1309382"/>
                  <a:gd name="connsiteX4" fmla="*/ 6659 w 1744714"/>
                  <a:gd name="connsiteY4" fmla="*/ 1214133 h 1309382"/>
                  <a:gd name="connsiteX5" fmla="*/ 1744715 w 1744714"/>
                  <a:gd name="connsiteY5" fmla="*/ 701688 h 1309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44714" h="1309382">
                    <a:moveTo>
                      <a:pt x="1743764" y="702640"/>
                    </a:moveTo>
                    <a:cubicBezTo>
                      <a:pt x="1743764" y="702640"/>
                      <a:pt x="1743764" y="702640"/>
                      <a:pt x="1743764" y="702640"/>
                    </a:cubicBezTo>
                    <a:cubicBezTo>
                      <a:pt x="691607" y="-381305"/>
                      <a:pt x="113207" y="-210807"/>
                      <a:pt x="7610" y="1214133"/>
                    </a:cubicBezTo>
                    <a:lnTo>
                      <a:pt x="0" y="1309383"/>
                    </a:lnTo>
                    <a:lnTo>
                      <a:pt x="6659" y="1214133"/>
                    </a:lnTo>
                    <a:cubicBezTo>
                      <a:pt x="113207" y="-210807"/>
                      <a:pt x="692559" y="-381305"/>
                      <a:pt x="1744715" y="701688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4" name="Freeform 1543">
                <a:extLst>
                  <a:ext uri="{FF2B5EF4-FFF2-40B4-BE49-F238E27FC236}">
                    <a16:creationId xmlns:a16="http://schemas.microsoft.com/office/drawing/2014/main" id="{F5C0598B-2DFB-5FD0-3178-351925B0ADEF}"/>
                  </a:ext>
                </a:extLst>
              </p:cNvPr>
              <p:cNvSpPr/>
              <p:nvPr/>
            </p:nvSpPr>
            <p:spPr>
              <a:xfrm>
                <a:off x="6604075" y="3228022"/>
                <a:ext cx="1747496" cy="2331720"/>
              </a:xfrm>
              <a:custGeom>
                <a:avLst/>
                <a:gdLst>
                  <a:gd name="connsiteX0" fmla="*/ 1747496 w 1747496"/>
                  <a:gd name="connsiteY0" fmla="*/ 0 h 2331720"/>
                  <a:gd name="connsiteX1" fmla="*/ 1747496 w 1747496"/>
                  <a:gd name="connsiteY1" fmla="*/ 953 h 2331720"/>
                  <a:gd name="connsiteX2" fmla="*/ 148333 w 1747496"/>
                  <a:gd name="connsiteY2" fmla="*/ 2241233 h 2331720"/>
                  <a:gd name="connsiteX3" fmla="*/ 176873 w 1747496"/>
                  <a:gd name="connsiteY3" fmla="*/ 2331720 h 2331720"/>
                  <a:gd name="connsiteX4" fmla="*/ 147382 w 1747496"/>
                  <a:gd name="connsiteY4" fmla="*/ 2241233 h 2331720"/>
                  <a:gd name="connsiteX5" fmla="*/ 1747496 w 1747496"/>
                  <a:gd name="connsiteY5" fmla="*/ 0 h 2331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47496" h="2331720">
                    <a:moveTo>
                      <a:pt x="1747496" y="0"/>
                    </a:moveTo>
                    <a:cubicBezTo>
                      <a:pt x="1747496" y="0"/>
                      <a:pt x="1747496" y="0"/>
                      <a:pt x="1747496" y="953"/>
                    </a:cubicBezTo>
                    <a:cubicBezTo>
                      <a:pt x="244416" y="134303"/>
                      <a:pt x="-289273" y="881063"/>
                      <a:pt x="148333" y="2241233"/>
                    </a:cubicBezTo>
                    <a:lnTo>
                      <a:pt x="176873" y="2331720"/>
                    </a:lnTo>
                    <a:lnTo>
                      <a:pt x="147382" y="2241233"/>
                    </a:lnTo>
                    <a:cubicBezTo>
                      <a:pt x="-289273" y="881063"/>
                      <a:pt x="244416" y="133350"/>
                      <a:pt x="1747496" y="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5" name="Freeform 1544">
                <a:extLst>
                  <a:ext uri="{FF2B5EF4-FFF2-40B4-BE49-F238E27FC236}">
                    <a16:creationId xmlns:a16="http://schemas.microsoft.com/office/drawing/2014/main" id="{04CAFDCE-6DEC-FB87-6EEF-2173F66BB7F9}"/>
                  </a:ext>
                </a:extLst>
              </p:cNvPr>
              <p:cNvSpPr/>
              <p:nvPr/>
            </p:nvSpPr>
            <p:spPr>
              <a:xfrm>
                <a:off x="5444348" y="1204912"/>
                <a:ext cx="903750" cy="1148937"/>
              </a:xfrm>
              <a:custGeom>
                <a:avLst/>
                <a:gdLst>
                  <a:gd name="connsiteX0" fmla="*/ 951 w 903750"/>
                  <a:gd name="connsiteY0" fmla="*/ 52388 h 1148937"/>
                  <a:gd name="connsiteX1" fmla="*/ 1903 w 903750"/>
                  <a:gd name="connsiteY1" fmla="*/ 52388 h 1148937"/>
                  <a:gd name="connsiteX2" fmla="*/ 892335 w 903750"/>
                  <a:gd name="connsiteY2" fmla="*/ 94298 h 1148937"/>
                  <a:gd name="connsiteX3" fmla="*/ 903751 w 903750"/>
                  <a:gd name="connsiteY3" fmla="*/ 0 h 1148937"/>
                  <a:gd name="connsiteX4" fmla="*/ 893286 w 903750"/>
                  <a:gd name="connsiteY4" fmla="*/ 94298 h 1148937"/>
                  <a:gd name="connsiteX5" fmla="*/ 0 w 903750"/>
                  <a:gd name="connsiteY5" fmla="*/ 52388 h 1148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3750" h="1148937">
                    <a:moveTo>
                      <a:pt x="951" y="52388"/>
                    </a:moveTo>
                    <a:cubicBezTo>
                      <a:pt x="951" y="52388"/>
                      <a:pt x="951" y="52388"/>
                      <a:pt x="1903" y="52388"/>
                    </a:cubicBezTo>
                    <a:cubicBezTo>
                      <a:pt x="434752" y="1500188"/>
                      <a:pt x="731563" y="1514475"/>
                      <a:pt x="892335" y="94298"/>
                    </a:cubicBezTo>
                    <a:lnTo>
                      <a:pt x="903751" y="0"/>
                    </a:lnTo>
                    <a:lnTo>
                      <a:pt x="893286" y="94298"/>
                    </a:lnTo>
                    <a:cubicBezTo>
                      <a:pt x="731563" y="1513523"/>
                      <a:pt x="433801" y="1500188"/>
                      <a:pt x="0" y="52388"/>
                    </a:cubicBezTo>
                    <a:close/>
                  </a:path>
                </a:pathLst>
              </a:custGeom>
              <a:solidFill>
                <a:srgbClr val="CCCCCC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6" name="Freeform 1545">
                <a:extLst>
                  <a:ext uri="{FF2B5EF4-FFF2-40B4-BE49-F238E27FC236}">
                    <a16:creationId xmlns:a16="http://schemas.microsoft.com/office/drawing/2014/main" id="{17D60B1C-799E-B709-0300-11D3BAED4714}"/>
                  </a:ext>
                </a:extLst>
              </p:cNvPr>
              <p:cNvSpPr/>
              <p:nvPr/>
            </p:nvSpPr>
            <p:spPr>
              <a:xfrm>
                <a:off x="3902263" y="2725102"/>
                <a:ext cx="1130795" cy="1134427"/>
              </a:xfrm>
              <a:custGeom>
                <a:avLst/>
                <a:gdLst>
                  <a:gd name="connsiteX0" fmla="*/ 40907 w 1130795"/>
                  <a:gd name="connsiteY0" fmla="*/ 2857 h 1134427"/>
                  <a:gd name="connsiteX1" fmla="*/ 41858 w 1130795"/>
                  <a:gd name="connsiteY1" fmla="*/ 0 h 1134427"/>
                  <a:gd name="connsiteX2" fmla="*/ 93229 w 1130795"/>
                  <a:gd name="connsiteY2" fmla="*/ 1117282 h 1134427"/>
                  <a:gd name="connsiteX3" fmla="*/ 0 w 1130795"/>
                  <a:gd name="connsiteY3" fmla="*/ 1134428 h 1134427"/>
                  <a:gd name="connsiteX4" fmla="*/ 93229 w 1130795"/>
                  <a:gd name="connsiteY4" fmla="*/ 1114425 h 1134427"/>
                  <a:gd name="connsiteX5" fmla="*/ 40907 w 1130795"/>
                  <a:gd name="connsiteY5" fmla="*/ 2857 h 1134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0795" h="1134427">
                    <a:moveTo>
                      <a:pt x="40907" y="2857"/>
                    </a:moveTo>
                    <a:cubicBezTo>
                      <a:pt x="40907" y="1905"/>
                      <a:pt x="40907" y="952"/>
                      <a:pt x="41858" y="0"/>
                    </a:cubicBezTo>
                    <a:cubicBezTo>
                      <a:pt x="1476444" y="469582"/>
                      <a:pt x="1493567" y="842010"/>
                      <a:pt x="93229" y="1117282"/>
                    </a:cubicBezTo>
                    <a:lnTo>
                      <a:pt x="0" y="1134428"/>
                    </a:lnTo>
                    <a:lnTo>
                      <a:pt x="93229" y="1114425"/>
                    </a:lnTo>
                    <a:cubicBezTo>
                      <a:pt x="1493567" y="841057"/>
                      <a:pt x="1476444" y="470535"/>
                      <a:pt x="40907" y="2857"/>
                    </a:cubicBezTo>
                    <a:close/>
                  </a:path>
                </a:pathLst>
              </a:custGeom>
              <a:solidFill>
                <a:srgbClr val="ABA97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7" name="Freeform 1546">
                <a:extLst>
                  <a:ext uri="{FF2B5EF4-FFF2-40B4-BE49-F238E27FC236}">
                    <a16:creationId xmlns:a16="http://schemas.microsoft.com/office/drawing/2014/main" id="{5DF16B82-6057-8BF6-BF49-F31D65A9A51F}"/>
                  </a:ext>
                </a:extLst>
              </p:cNvPr>
              <p:cNvSpPr/>
              <p:nvPr/>
            </p:nvSpPr>
            <p:spPr>
              <a:xfrm>
                <a:off x="4324648" y="1747837"/>
                <a:ext cx="970400" cy="3048000"/>
              </a:xfrm>
              <a:custGeom>
                <a:avLst/>
                <a:gdLst>
                  <a:gd name="connsiteX0" fmla="*/ 250196 w 970400"/>
                  <a:gd name="connsiteY0" fmla="*/ 1905 h 3048000"/>
                  <a:gd name="connsiteX1" fmla="*/ 253050 w 970400"/>
                  <a:gd name="connsiteY1" fmla="*/ 0 h 3048000"/>
                  <a:gd name="connsiteX2" fmla="*/ 76105 w 970400"/>
                  <a:gd name="connsiteY2" fmla="*/ 2990850 h 3048000"/>
                  <a:gd name="connsiteX3" fmla="*/ 0 w 970400"/>
                  <a:gd name="connsiteY3" fmla="*/ 3048000 h 3048000"/>
                  <a:gd name="connsiteX4" fmla="*/ 74203 w 970400"/>
                  <a:gd name="connsiteY4" fmla="*/ 2988945 h 3048000"/>
                  <a:gd name="connsiteX5" fmla="*/ 250196 w 970400"/>
                  <a:gd name="connsiteY5" fmla="*/ 2858 h 304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0400" h="3048000">
                    <a:moveTo>
                      <a:pt x="250196" y="1905"/>
                    </a:moveTo>
                    <a:cubicBezTo>
                      <a:pt x="250196" y="1905"/>
                      <a:pt x="252099" y="0"/>
                      <a:pt x="253050" y="0"/>
                    </a:cubicBezTo>
                    <a:cubicBezTo>
                      <a:pt x="1265251" y="1121093"/>
                      <a:pt x="1206270" y="2118360"/>
                      <a:pt x="76105" y="2990850"/>
                    </a:cubicBezTo>
                    <a:lnTo>
                      <a:pt x="0" y="3048000"/>
                    </a:lnTo>
                    <a:lnTo>
                      <a:pt x="74203" y="2988945"/>
                    </a:lnTo>
                    <a:cubicBezTo>
                      <a:pt x="1205318" y="2118360"/>
                      <a:pt x="1264300" y="1122998"/>
                      <a:pt x="250196" y="2858"/>
                    </a:cubicBezTo>
                    <a:close/>
                  </a:path>
                </a:pathLst>
              </a:custGeom>
              <a:solidFill>
                <a:srgbClr val="A186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8" name="Freeform 1547">
                <a:extLst>
                  <a:ext uri="{FF2B5EF4-FFF2-40B4-BE49-F238E27FC236}">
                    <a16:creationId xmlns:a16="http://schemas.microsoft.com/office/drawing/2014/main" id="{05410440-84BF-D2C7-C11F-4EECB3705FAA}"/>
                  </a:ext>
                </a:extLst>
              </p:cNvPr>
              <p:cNvSpPr/>
              <p:nvPr/>
            </p:nvSpPr>
            <p:spPr>
              <a:xfrm>
                <a:off x="3905117" y="3781344"/>
                <a:ext cx="2962400" cy="1780303"/>
              </a:xfrm>
              <a:custGeom>
                <a:avLst/>
                <a:gdLst>
                  <a:gd name="connsiteX0" fmla="*/ 2961449 w 2962400"/>
                  <a:gd name="connsiteY0" fmla="*/ 1779351 h 1780303"/>
                  <a:gd name="connsiteX1" fmla="*/ 2958595 w 2962400"/>
                  <a:gd name="connsiteY1" fmla="*/ 1780304 h 1780303"/>
                  <a:gd name="connsiteX2" fmla="*/ 93229 w 2962400"/>
                  <a:gd name="connsiteY2" fmla="*/ 72471 h 1780303"/>
                  <a:gd name="connsiteX3" fmla="*/ 0 w 2962400"/>
                  <a:gd name="connsiteY3" fmla="*/ 89616 h 1780303"/>
                  <a:gd name="connsiteX4" fmla="*/ 93229 w 2962400"/>
                  <a:gd name="connsiteY4" fmla="*/ 69613 h 1780303"/>
                  <a:gd name="connsiteX5" fmla="*/ 2962401 w 2962400"/>
                  <a:gd name="connsiteY5" fmla="*/ 1779351 h 1780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62400" h="1780303">
                    <a:moveTo>
                      <a:pt x="2961449" y="1779351"/>
                    </a:moveTo>
                    <a:cubicBezTo>
                      <a:pt x="2960498" y="1779351"/>
                      <a:pt x="2959547" y="1779351"/>
                      <a:pt x="2958595" y="1780304"/>
                    </a:cubicBezTo>
                    <a:cubicBezTo>
                      <a:pt x="2446787" y="358221"/>
                      <a:pt x="1491665" y="-210422"/>
                      <a:pt x="93229" y="72471"/>
                    </a:cubicBezTo>
                    <a:lnTo>
                      <a:pt x="0" y="89616"/>
                    </a:lnTo>
                    <a:lnTo>
                      <a:pt x="93229" y="69613"/>
                    </a:lnTo>
                    <a:cubicBezTo>
                      <a:pt x="1492616" y="-211374"/>
                      <a:pt x="2448690" y="358221"/>
                      <a:pt x="2962401" y="1779351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9" name="Freeform 1548">
                <a:extLst>
                  <a:ext uri="{FF2B5EF4-FFF2-40B4-BE49-F238E27FC236}">
                    <a16:creationId xmlns:a16="http://schemas.microsoft.com/office/drawing/2014/main" id="{9D70EC3D-4CAC-DBFA-D05D-8442F67EE3A9}"/>
                  </a:ext>
                </a:extLst>
              </p:cNvPr>
              <p:cNvSpPr/>
              <p:nvPr/>
            </p:nvSpPr>
            <p:spPr>
              <a:xfrm>
                <a:off x="4356992" y="2021204"/>
                <a:ext cx="2497206" cy="3544252"/>
              </a:xfrm>
              <a:custGeom>
                <a:avLst/>
                <a:gdLst>
                  <a:gd name="connsiteX0" fmla="*/ 2497207 w 2497206"/>
                  <a:gd name="connsiteY0" fmla="*/ 3543300 h 3544252"/>
                  <a:gd name="connsiteX1" fmla="*/ 2494353 w 2497206"/>
                  <a:gd name="connsiteY1" fmla="*/ 3544253 h 3544252"/>
                  <a:gd name="connsiteX2" fmla="*/ 73251 w 2497206"/>
                  <a:gd name="connsiteY2" fmla="*/ 60960 h 3544252"/>
                  <a:gd name="connsiteX3" fmla="*/ 0 w 2497206"/>
                  <a:gd name="connsiteY3" fmla="*/ 0 h 3544252"/>
                  <a:gd name="connsiteX4" fmla="*/ 75154 w 2497206"/>
                  <a:gd name="connsiteY4" fmla="*/ 59055 h 3544252"/>
                  <a:gd name="connsiteX5" fmla="*/ 2497207 w 2497206"/>
                  <a:gd name="connsiteY5" fmla="*/ 3543300 h 354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97206" h="3544252">
                    <a:moveTo>
                      <a:pt x="2497207" y="3543300"/>
                    </a:moveTo>
                    <a:cubicBezTo>
                      <a:pt x="2496255" y="3543300"/>
                      <a:pt x="2495304" y="3543300"/>
                      <a:pt x="2494353" y="3544253"/>
                    </a:cubicBezTo>
                    <a:cubicBezTo>
                      <a:pt x="1991106" y="2119313"/>
                      <a:pt x="1183438" y="958215"/>
                      <a:pt x="73251" y="60960"/>
                    </a:cubicBezTo>
                    <a:lnTo>
                      <a:pt x="0" y="0"/>
                    </a:lnTo>
                    <a:lnTo>
                      <a:pt x="75154" y="59055"/>
                    </a:lnTo>
                    <a:cubicBezTo>
                      <a:pt x="1184390" y="958215"/>
                      <a:pt x="1992057" y="2119313"/>
                      <a:pt x="2497207" y="3543300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0" name="Freeform 1549">
                <a:extLst>
                  <a:ext uri="{FF2B5EF4-FFF2-40B4-BE49-F238E27FC236}">
                    <a16:creationId xmlns:a16="http://schemas.microsoft.com/office/drawing/2014/main" id="{5A3C348A-AD93-990B-60EB-B16F3E100339}"/>
                  </a:ext>
                </a:extLst>
              </p:cNvPr>
              <p:cNvSpPr/>
              <p:nvPr/>
            </p:nvSpPr>
            <p:spPr>
              <a:xfrm>
                <a:off x="3907020" y="2379345"/>
                <a:ext cx="1164064" cy="1504949"/>
              </a:xfrm>
              <a:custGeom>
                <a:avLst/>
                <a:gdLst>
                  <a:gd name="connsiteX0" fmla="*/ 180750 w 1164064"/>
                  <a:gd name="connsiteY0" fmla="*/ 2858 h 1504949"/>
                  <a:gd name="connsiteX1" fmla="*/ 182653 w 1164064"/>
                  <a:gd name="connsiteY1" fmla="*/ 0 h 1504949"/>
                  <a:gd name="connsiteX2" fmla="*/ 93229 w 1164064"/>
                  <a:gd name="connsiteY2" fmla="*/ 1486852 h 1504949"/>
                  <a:gd name="connsiteX3" fmla="*/ 0 w 1164064"/>
                  <a:gd name="connsiteY3" fmla="*/ 1504950 h 1504949"/>
                  <a:gd name="connsiteX4" fmla="*/ 93229 w 1164064"/>
                  <a:gd name="connsiteY4" fmla="*/ 1483995 h 1504949"/>
                  <a:gd name="connsiteX5" fmla="*/ 181702 w 1164064"/>
                  <a:gd name="connsiteY5" fmla="*/ 2858 h 150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4064" h="1504949">
                    <a:moveTo>
                      <a:pt x="180750" y="2858"/>
                    </a:moveTo>
                    <a:cubicBezTo>
                      <a:pt x="180750" y="1905"/>
                      <a:pt x="181702" y="952"/>
                      <a:pt x="182653" y="0"/>
                    </a:cubicBezTo>
                    <a:cubicBezTo>
                      <a:pt x="1520204" y="700087"/>
                      <a:pt x="1490714" y="1196340"/>
                      <a:pt x="93229" y="1486852"/>
                    </a:cubicBezTo>
                    <a:lnTo>
                      <a:pt x="0" y="1504950"/>
                    </a:lnTo>
                    <a:lnTo>
                      <a:pt x="93229" y="1483995"/>
                    </a:lnTo>
                    <a:cubicBezTo>
                      <a:pt x="1490714" y="1194435"/>
                      <a:pt x="1520204" y="701040"/>
                      <a:pt x="181702" y="2858"/>
                    </a:cubicBezTo>
                    <a:close/>
                  </a:path>
                </a:pathLst>
              </a:custGeom>
              <a:solidFill>
                <a:srgbClr val="DACA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1" name="Freeform 1550">
                <a:extLst>
                  <a:ext uri="{FF2B5EF4-FFF2-40B4-BE49-F238E27FC236}">
                    <a16:creationId xmlns:a16="http://schemas.microsoft.com/office/drawing/2014/main" id="{096E5432-5D39-B92C-8E1B-2157D979C69C}"/>
                  </a:ext>
                </a:extLst>
              </p:cNvPr>
              <p:cNvSpPr/>
              <p:nvPr/>
            </p:nvSpPr>
            <p:spPr>
              <a:xfrm>
                <a:off x="3907020" y="2367915"/>
                <a:ext cx="1165555" cy="751518"/>
              </a:xfrm>
              <a:custGeom>
                <a:avLst/>
                <a:gdLst>
                  <a:gd name="connsiteX0" fmla="*/ 186458 w 1165555"/>
                  <a:gd name="connsiteY0" fmla="*/ 2857 h 751518"/>
                  <a:gd name="connsiteX1" fmla="*/ 188361 w 1165555"/>
                  <a:gd name="connsiteY1" fmla="*/ 0 h 751518"/>
                  <a:gd name="connsiteX2" fmla="*/ 93229 w 1165555"/>
                  <a:gd name="connsiteY2" fmla="*/ 623888 h 751518"/>
                  <a:gd name="connsiteX3" fmla="*/ 0 w 1165555"/>
                  <a:gd name="connsiteY3" fmla="*/ 602932 h 751518"/>
                  <a:gd name="connsiteX4" fmla="*/ 93229 w 1165555"/>
                  <a:gd name="connsiteY4" fmla="*/ 621030 h 751518"/>
                  <a:gd name="connsiteX5" fmla="*/ 185507 w 1165555"/>
                  <a:gd name="connsiteY5" fmla="*/ 2857 h 751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5555" h="751518">
                    <a:moveTo>
                      <a:pt x="186458" y="2857"/>
                    </a:moveTo>
                    <a:cubicBezTo>
                      <a:pt x="186458" y="1905"/>
                      <a:pt x="187410" y="952"/>
                      <a:pt x="188361" y="0"/>
                    </a:cubicBezTo>
                    <a:cubicBezTo>
                      <a:pt x="1522107" y="707707"/>
                      <a:pt x="1490714" y="915353"/>
                      <a:pt x="93229" y="623888"/>
                    </a:cubicBezTo>
                    <a:lnTo>
                      <a:pt x="0" y="602932"/>
                    </a:lnTo>
                    <a:lnTo>
                      <a:pt x="93229" y="621030"/>
                    </a:lnTo>
                    <a:cubicBezTo>
                      <a:pt x="1489762" y="914400"/>
                      <a:pt x="1520204" y="708660"/>
                      <a:pt x="185507" y="2857"/>
                    </a:cubicBezTo>
                    <a:close/>
                  </a:path>
                </a:pathLst>
              </a:custGeom>
              <a:solidFill>
                <a:srgbClr val="DACA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2" name="Freeform 1551">
                <a:extLst>
                  <a:ext uri="{FF2B5EF4-FFF2-40B4-BE49-F238E27FC236}">
                    <a16:creationId xmlns:a16="http://schemas.microsoft.com/office/drawing/2014/main" id="{0BA1BBD9-98EC-02B9-478E-43D0C928C821}"/>
                  </a:ext>
                </a:extLst>
              </p:cNvPr>
              <p:cNvSpPr/>
              <p:nvPr/>
            </p:nvSpPr>
            <p:spPr>
              <a:xfrm>
                <a:off x="3977417" y="2595562"/>
                <a:ext cx="1094480" cy="1635442"/>
              </a:xfrm>
              <a:custGeom>
                <a:avLst/>
                <a:gdLst>
                  <a:gd name="connsiteX0" fmla="*/ 951 w 1094480"/>
                  <a:gd name="connsiteY0" fmla="*/ 1635443 h 1635442"/>
                  <a:gd name="connsiteX1" fmla="*/ 0 w 1094480"/>
                  <a:gd name="connsiteY1" fmla="*/ 1632585 h 1635442"/>
                  <a:gd name="connsiteX2" fmla="*/ 132233 w 1094480"/>
                  <a:gd name="connsiteY2" fmla="*/ 37147 h 1635442"/>
                  <a:gd name="connsiteX3" fmla="*/ 44712 w 1094480"/>
                  <a:gd name="connsiteY3" fmla="*/ 0 h 1635442"/>
                  <a:gd name="connsiteX4" fmla="*/ 133184 w 1094480"/>
                  <a:gd name="connsiteY4" fmla="*/ 34290 h 1635442"/>
                  <a:gd name="connsiteX5" fmla="*/ 951 w 1094480"/>
                  <a:gd name="connsiteY5" fmla="*/ 1635443 h 163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94480" h="1635442">
                    <a:moveTo>
                      <a:pt x="951" y="1635443"/>
                    </a:moveTo>
                    <a:cubicBezTo>
                      <a:pt x="951" y="1634490"/>
                      <a:pt x="951" y="1633538"/>
                      <a:pt x="0" y="1632585"/>
                    </a:cubicBezTo>
                    <a:cubicBezTo>
                      <a:pt x="1412705" y="1100138"/>
                      <a:pt x="1456466" y="568643"/>
                      <a:pt x="132233" y="37147"/>
                    </a:cubicBezTo>
                    <a:lnTo>
                      <a:pt x="44712" y="0"/>
                    </a:lnTo>
                    <a:lnTo>
                      <a:pt x="133184" y="34290"/>
                    </a:lnTo>
                    <a:cubicBezTo>
                      <a:pt x="1457417" y="567690"/>
                      <a:pt x="1413657" y="1101090"/>
                      <a:pt x="951" y="1635443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3" name="Freeform 1552">
                <a:extLst>
                  <a:ext uri="{FF2B5EF4-FFF2-40B4-BE49-F238E27FC236}">
                    <a16:creationId xmlns:a16="http://schemas.microsoft.com/office/drawing/2014/main" id="{E9ECB150-D8D3-5359-2286-5A289CFDF09E}"/>
                  </a:ext>
                </a:extLst>
              </p:cNvPr>
              <p:cNvSpPr/>
              <p:nvPr/>
            </p:nvSpPr>
            <p:spPr>
              <a:xfrm>
                <a:off x="4016421" y="2607945"/>
                <a:ext cx="3344829" cy="2703195"/>
              </a:xfrm>
              <a:custGeom>
                <a:avLst/>
                <a:gdLst>
                  <a:gd name="connsiteX0" fmla="*/ 3343879 w 3344829"/>
                  <a:gd name="connsiteY0" fmla="*/ 2701290 h 2703195"/>
                  <a:gd name="connsiteX1" fmla="*/ 3341024 w 3344829"/>
                  <a:gd name="connsiteY1" fmla="*/ 2703195 h 2703195"/>
                  <a:gd name="connsiteX2" fmla="*/ 87521 w 3344829"/>
                  <a:gd name="connsiteY2" fmla="*/ 36195 h 2703195"/>
                  <a:gd name="connsiteX3" fmla="*/ 0 w 3344829"/>
                  <a:gd name="connsiteY3" fmla="*/ 0 h 2703195"/>
                  <a:gd name="connsiteX4" fmla="*/ 89424 w 3344829"/>
                  <a:gd name="connsiteY4" fmla="*/ 33338 h 2703195"/>
                  <a:gd name="connsiteX5" fmla="*/ 3344830 w 3344829"/>
                  <a:gd name="connsiteY5" fmla="*/ 2702243 h 2703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44829" h="2703195">
                    <a:moveTo>
                      <a:pt x="3343879" y="2701290"/>
                    </a:moveTo>
                    <a:cubicBezTo>
                      <a:pt x="3343879" y="2701290"/>
                      <a:pt x="3341976" y="2702243"/>
                      <a:pt x="3341024" y="2703195"/>
                    </a:cubicBezTo>
                    <a:cubicBezTo>
                      <a:pt x="2500061" y="1448752"/>
                      <a:pt x="1415560" y="559118"/>
                      <a:pt x="87521" y="36195"/>
                    </a:cubicBezTo>
                    <a:lnTo>
                      <a:pt x="0" y="0"/>
                    </a:lnTo>
                    <a:lnTo>
                      <a:pt x="89424" y="33338"/>
                    </a:lnTo>
                    <a:cubicBezTo>
                      <a:pt x="1416511" y="559118"/>
                      <a:pt x="2501012" y="1447800"/>
                      <a:pt x="3344830" y="2702243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4" name="Freeform 1553">
                <a:extLst>
                  <a:ext uri="{FF2B5EF4-FFF2-40B4-BE49-F238E27FC236}">
                    <a16:creationId xmlns:a16="http://schemas.microsoft.com/office/drawing/2014/main" id="{77CA73C9-F095-7DDB-B58D-65CEE163E891}"/>
                  </a:ext>
                </a:extLst>
              </p:cNvPr>
              <p:cNvSpPr/>
              <p:nvPr/>
            </p:nvSpPr>
            <p:spPr>
              <a:xfrm>
                <a:off x="4349382" y="2031682"/>
                <a:ext cx="3000453" cy="3287077"/>
              </a:xfrm>
              <a:custGeom>
                <a:avLst/>
                <a:gdLst>
                  <a:gd name="connsiteX0" fmla="*/ 3000453 w 3000453"/>
                  <a:gd name="connsiteY0" fmla="*/ 3285173 h 3287077"/>
                  <a:gd name="connsiteX1" fmla="*/ 2997599 w 3000453"/>
                  <a:gd name="connsiteY1" fmla="*/ 3287078 h 3287077"/>
                  <a:gd name="connsiteX2" fmla="*/ 73252 w 3000453"/>
                  <a:gd name="connsiteY2" fmla="*/ 60960 h 3287077"/>
                  <a:gd name="connsiteX3" fmla="*/ 0 w 3000453"/>
                  <a:gd name="connsiteY3" fmla="*/ 0 h 3287077"/>
                  <a:gd name="connsiteX4" fmla="*/ 75154 w 3000453"/>
                  <a:gd name="connsiteY4" fmla="*/ 58102 h 3287077"/>
                  <a:gd name="connsiteX5" fmla="*/ 3000453 w 3000453"/>
                  <a:gd name="connsiteY5" fmla="*/ 3284220 h 3287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0453" h="3287077">
                    <a:moveTo>
                      <a:pt x="3000453" y="3285173"/>
                    </a:moveTo>
                    <a:cubicBezTo>
                      <a:pt x="2999502" y="3285173"/>
                      <a:pt x="2998550" y="3286125"/>
                      <a:pt x="2997599" y="3287078"/>
                    </a:cubicBezTo>
                    <a:cubicBezTo>
                      <a:pt x="2163294" y="2027873"/>
                      <a:pt x="1189146" y="952500"/>
                      <a:pt x="73252" y="60960"/>
                    </a:cubicBezTo>
                    <a:lnTo>
                      <a:pt x="0" y="0"/>
                    </a:lnTo>
                    <a:lnTo>
                      <a:pt x="75154" y="58102"/>
                    </a:lnTo>
                    <a:cubicBezTo>
                      <a:pt x="1189146" y="950595"/>
                      <a:pt x="2164246" y="2025968"/>
                      <a:pt x="3000453" y="3284220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5" name="Freeform 1554">
                <a:extLst>
                  <a:ext uri="{FF2B5EF4-FFF2-40B4-BE49-F238E27FC236}">
                    <a16:creationId xmlns:a16="http://schemas.microsoft.com/office/drawing/2014/main" id="{B7AD88F0-9EE3-C0A3-23D1-241CD1AAE1E8}"/>
                  </a:ext>
                </a:extLst>
              </p:cNvPr>
              <p:cNvSpPr/>
              <p:nvPr/>
            </p:nvSpPr>
            <p:spPr>
              <a:xfrm>
                <a:off x="3964099" y="3897024"/>
                <a:ext cx="1267763" cy="1232188"/>
              </a:xfrm>
              <a:custGeom>
                <a:avLst/>
                <a:gdLst>
                  <a:gd name="connsiteX0" fmla="*/ 634528 w 1267763"/>
                  <a:gd name="connsiteY0" fmla="*/ 1232188 h 1232188"/>
                  <a:gd name="connsiteX1" fmla="*/ 631674 w 1267763"/>
                  <a:gd name="connsiteY1" fmla="*/ 1230283 h 1232188"/>
                  <a:gd name="connsiteX2" fmla="*/ 91326 w 1267763"/>
                  <a:gd name="connsiteY2" fmla="*/ 180628 h 1232188"/>
                  <a:gd name="connsiteX3" fmla="*/ 0 w 1267763"/>
                  <a:gd name="connsiteY3" fmla="*/ 208251 h 1232188"/>
                  <a:gd name="connsiteX4" fmla="*/ 90375 w 1267763"/>
                  <a:gd name="connsiteY4" fmla="*/ 177771 h 1232188"/>
                  <a:gd name="connsiteX5" fmla="*/ 634528 w 1267763"/>
                  <a:gd name="connsiteY5" fmla="*/ 1232188 h 123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67763" h="1232188">
                    <a:moveTo>
                      <a:pt x="634528" y="1232188"/>
                    </a:moveTo>
                    <a:cubicBezTo>
                      <a:pt x="634528" y="1232188"/>
                      <a:pt x="632626" y="1230283"/>
                      <a:pt x="631674" y="1230283"/>
                    </a:cubicBezTo>
                    <a:cubicBezTo>
                      <a:pt x="1631508" y="97761"/>
                      <a:pt x="1451710" y="-251807"/>
                      <a:pt x="91326" y="180628"/>
                    </a:cubicBezTo>
                    <a:lnTo>
                      <a:pt x="0" y="208251"/>
                    </a:lnTo>
                    <a:lnTo>
                      <a:pt x="90375" y="177771"/>
                    </a:lnTo>
                    <a:cubicBezTo>
                      <a:pt x="1450758" y="-252759"/>
                      <a:pt x="1632460" y="98713"/>
                      <a:pt x="634528" y="1232188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6" name="Freeform 1555">
                <a:extLst>
                  <a:ext uri="{FF2B5EF4-FFF2-40B4-BE49-F238E27FC236}">
                    <a16:creationId xmlns:a16="http://schemas.microsoft.com/office/drawing/2014/main" id="{FB7AD76D-3C6B-54E0-34AC-BBF20932FDDD}"/>
                  </a:ext>
                </a:extLst>
              </p:cNvPr>
              <p:cNvSpPr/>
              <p:nvPr/>
            </p:nvSpPr>
            <p:spPr>
              <a:xfrm>
                <a:off x="4689002" y="1675447"/>
                <a:ext cx="2845388" cy="899825"/>
              </a:xfrm>
              <a:custGeom>
                <a:avLst/>
                <a:gdLst>
                  <a:gd name="connsiteX0" fmla="*/ 2842535 w 2845388"/>
                  <a:gd name="connsiteY0" fmla="*/ 0 h 899825"/>
                  <a:gd name="connsiteX1" fmla="*/ 2845389 w 2845388"/>
                  <a:gd name="connsiteY1" fmla="*/ 1905 h 899825"/>
                  <a:gd name="connsiteX2" fmla="*/ 58981 w 2845388"/>
                  <a:gd name="connsiteY2" fmla="*/ 88582 h 899825"/>
                  <a:gd name="connsiteX3" fmla="*/ 0 w 2845388"/>
                  <a:gd name="connsiteY3" fmla="*/ 13335 h 899825"/>
                  <a:gd name="connsiteX4" fmla="*/ 60884 w 2845388"/>
                  <a:gd name="connsiteY4" fmla="*/ 86677 h 899825"/>
                  <a:gd name="connsiteX5" fmla="*/ 2842535 w 2845388"/>
                  <a:gd name="connsiteY5" fmla="*/ 0 h 899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45388" h="899825">
                    <a:moveTo>
                      <a:pt x="2842535" y="0"/>
                    </a:moveTo>
                    <a:cubicBezTo>
                      <a:pt x="2842535" y="0"/>
                      <a:pt x="2844437" y="1905"/>
                      <a:pt x="2845389" y="1905"/>
                    </a:cubicBezTo>
                    <a:cubicBezTo>
                      <a:pt x="1886461" y="1169670"/>
                      <a:pt x="957976" y="1198245"/>
                      <a:pt x="58981" y="88582"/>
                    </a:cubicBezTo>
                    <a:lnTo>
                      <a:pt x="0" y="13335"/>
                    </a:lnTo>
                    <a:lnTo>
                      <a:pt x="60884" y="86677"/>
                    </a:lnTo>
                    <a:cubicBezTo>
                      <a:pt x="957976" y="1197293"/>
                      <a:pt x="1885510" y="1168718"/>
                      <a:pt x="2842535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7" name="Freeform 1556">
                <a:extLst>
                  <a:ext uri="{FF2B5EF4-FFF2-40B4-BE49-F238E27FC236}">
                    <a16:creationId xmlns:a16="http://schemas.microsoft.com/office/drawing/2014/main" id="{4004AB01-4BAD-7B72-AD4C-8D5A4D39C6E6}"/>
                  </a:ext>
                </a:extLst>
              </p:cNvPr>
              <p:cNvSpPr/>
              <p:nvPr/>
            </p:nvSpPr>
            <p:spPr>
              <a:xfrm>
                <a:off x="3968855" y="1684020"/>
                <a:ext cx="3575048" cy="2432685"/>
              </a:xfrm>
              <a:custGeom>
                <a:avLst/>
                <a:gdLst>
                  <a:gd name="connsiteX0" fmla="*/ 3572195 w 3575048"/>
                  <a:gd name="connsiteY0" fmla="*/ 0 h 2432685"/>
                  <a:gd name="connsiteX1" fmla="*/ 3575049 w 3575048"/>
                  <a:gd name="connsiteY1" fmla="*/ 1905 h 2432685"/>
                  <a:gd name="connsiteX2" fmla="*/ 91326 w 3575048"/>
                  <a:gd name="connsiteY2" fmla="*/ 2405062 h 2432685"/>
                  <a:gd name="connsiteX3" fmla="*/ 0 w 3575048"/>
                  <a:gd name="connsiteY3" fmla="*/ 2432685 h 2432685"/>
                  <a:gd name="connsiteX4" fmla="*/ 90375 w 3575048"/>
                  <a:gd name="connsiteY4" fmla="*/ 2402205 h 2432685"/>
                  <a:gd name="connsiteX5" fmla="*/ 3573146 w 3575048"/>
                  <a:gd name="connsiteY5" fmla="*/ 0 h 2432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75048" h="2432685">
                    <a:moveTo>
                      <a:pt x="3572195" y="0"/>
                    </a:moveTo>
                    <a:cubicBezTo>
                      <a:pt x="3572195" y="0"/>
                      <a:pt x="3574097" y="1905"/>
                      <a:pt x="3575049" y="1905"/>
                    </a:cubicBezTo>
                    <a:cubicBezTo>
                      <a:pt x="2609462" y="1163955"/>
                      <a:pt x="1448856" y="1965008"/>
                      <a:pt x="91326" y="2405062"/>
                    </a:cubicBezTo>
                    <a:lnTo>
                      <a:pt x="0" y="2432685"/>
                    </a:lnTo>
                    <a:lnTo>
                      <a:pt x="90375" y="2402205"/>
                    </a:lnTo>
                    <a:cubicBezTo>
                      <a:pt x="1448856" y="1964055"/>
                      <a:pt x="2609462" y="1163002"/>
                      <a:pt x="3573146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8" name="Freeform 1557">
                <a:extLst>
                  <a:ext uri="{FF2B5EF4-FFF2-40B4-BE49-F238E27FC236}">
                    <a16:creationId xmlns:a16="http://schemas.microsoft.com/office/drawing/2014/main" id="{BFD73B0E-94ED-1CC1-E897-5452F32B84D8}"/>
                  </a:ext>
                </a:extLst>
              </p:cNvPr>
              <p:cNvSpPr/>
              <p:nvPr/>
            </p:nvSpPr>
            <p:spPr>
              <a:xfrm>
                <a:off x="3861356" y="3460787"/>
                <a:ext cx="4463578" cy="372072"/>
              </a:xfrm>
              <a:custGeom>
                <a:avLst/>
                <a:gdLst>
                  <a:gd name="connsiteX0" fmla="*/ 4463578 w 4463578"/>
                  <a:gd name="connsiteY0" fmla="*/ 368262 h 372072"/>
                  <a:gd name="connsiteX1" fmla="*/ 4463578 w 4463578"/>
                  <a:gd name="connsiteY1" fmla="*/ 372072 h 372072"/>
                  <a:gd name="connsiteX2" fmla="*/ 95132 w 4463578"/>
                  <a:gd name="connsiteY2" fmla="*/ 5360 h 372072"/>
                  <a:gd name="connsiteX3" fmla="*/ 0 w 4463578"/>
                  <a:gd name="connsiteY3" fmla="*/ 5360 h 372072"/>
                  <a:gd name="connsiteX4" fmla="*/ 95132 w 4463578"/>
                  <a:gd name="connsiteY4" fmla="*/ 2502 h 372072"/>
                  <a:gd name="connsiteX5" fmla="*/ 4463578 w 4463578"/>
                  <a:gd name="connsiteY5" fmla="*/ 369215 h 372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63578" h="372072">
                    <a:moveTo>
                      <a:pt x="4463578" y="368262"/>
                    </a:moveTo>
                    <a:cubicBezTo>
                      <a:pt x="4463578" y="369215"/>
                      <a:pt x="4463578" y="370167"/>
                      <a:pt x="4463578" y="372072"/>
                    </a:cubicBezTo>
                    <a:cubicBezTo>
                      <a:pt x="2978573" y="103467"/>
                      <a:pt x="1522107" y="-18453"/>
                      <a:pt x="95132" y="5360"/>
                    </a:cubicBezTo>
                    <a:lnTo>
                      <a:pt x="0" y="5360"/>
                    </a:lnTo>
                    <a:cubicBezTo>
                      <a:pt x="0" y="5360"/>
                      <a:pt x="95132" y="2502"/>
                      <a:pt x="95132" y="2502"/>
                    </a:cubicBezTo>
                    <a:cubicBezTo>
                      <a:pt x="1522107" y="-19405"/>
                      <a:pt x="2978573" y="102515"/>
                      <a:pt x="4463578" y="369215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9" name="Freeform 1558">
                <a:extLst>
                  <a:ext uri="{FF2B5EF4-FFF2-40B4-BE49-F238E27FC236}">
                    <a16:creationId xmlns:a16="http://schemas.microsoft.com/office/drawing/2014/main" id="{D689CC14-4D8B-21F6-0114-B9E03F22FACD}"/>
                  </a:ext>
                </a:extLst>
              </p:cNvPr>
              <p:cNvSpPr/>
              <p:nvPr/>
            </p:nvSpPr>
            <p:spPr>
              <a:xfrm>
                <a:off x="7175222" y="3643208"/>
                <a:ext cx="1147809" cy="250611"/>
              </a:xfrm>
              <a:custGeom>
                <a:avLst/>
                <a:gdLst>
                  <a:gd name="connsiteX0" fmla="*/ 1146858 w 1147809"/>
                  <a:gd name="connsiteY0" fmla="*/ 198224 h 250611"/>
                  <a:gd name="connsiteX1" fmla="*/ 1146858 w 1147809"/>
                  <a:gd name="connsiteY1" fmla="*/ 202034 h 250611"/>
                  <a:gd name="connsiteX2" fmla="*/ 1015577 w 1147809"/>
                  <a:gd name="connsiteY2" fmla="*/ 229656 h 250611"/>
                  <a:gd name="connsiteX3" fmla="*/ 1107855 w 1147809"/>
                  <a:gd name="connsiteY3" fmla="*/ 250611 h 250611"/>
                  <a:gd name="connsiteX4" fmla="*/ 1014625 w 1147809"/>
                  <a:gd name="connsiteY4" fmla="*/ 232514 h 250611"/>
                  <a:gd name="connsiteX5" fmla="*/ 1147809 w 1147809"/>
                  <a:gd name="connsiteY5" fmla="*/ 198224 h 250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47809" h="250611">
                    <a:moveTo>
                      <a:pt x="1146858" y="198224"/>
                    </a:moveTo>
                    <a:cubicBezTo>
                      <a:pt x="1146858" y="199176"/>
                      <a:pt x="1146858" y="200129"/>
                      <a:pt x="1146858" y="202034"/>
                    </a:cubicBezTo>
                    <a:cubicBezTo>
                      <a:pt x="-337196" y="-75144"/>
                      <a:pt x="-380957" y="-65619"/>
                      <a:pt x="1015577" y="229656"/>
                    </a:cubicBezTo>
                    <a:lnTo>
                      <a:pt x="1107855" y="250611"/>
                    </a:lnTo>
                    <a:lnTo>
                      <a:pt x="1014625" y="232514"/>
                    </a:lnTo>
                    <a:cubicBezTo>
                      <a:pt x="-380957" y="-65619"/>
                      <a:pt x="-336245" y="-77049"/>
                      <a:pt x="1147809" y="198224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0" name="Freeform 1559">
                <a:extLst>
                  <a:ext uri="{FF2B5EF4-FFF2-40B4-BE49-F238E27FC236}">
                    <a16:creationId xmlns:a16="http://schemas.microsoft.com/office/drawing/2014/main" id="{23886F84-1496-4453-DC4E-BD7FDFF7C724}"/>
                  </a:ext>
                </a:extLst>
              </p:cNvPr>
              <p:cNvSpPr/>
              <p:nvPr/>
            </p:nvSpPr>
            <p:spPr>
              <a:xfrm>
                <a:off x="3971709" y="3946118"/>
                <a:ext cx="2018619" cy="1747926"/>
              </a:xfrm>
              <a:custGeom>
                <a:avLst/>
                <a:gdLst>
                  <a:gd name="connsiteX0" fmla="*/ 2014889 w 2018619"/>
                  <a:gd name="connsiteY0" fmla="*/ 1746974 h 1747926"/>
                  <a:gd name="connsiteX1" fmla="*/ 2011084 w 2018619"/>
                  <a:gd name="connsiteY1" fmla="*/ 1746974 h 1747926"/>
                  <a:gd name="connsiteX2" fmla="*/ 91326 w 2018619"/>
                  <a:gd name="connsiteY2" fmla="*/ 155347 h 1747926"/>
                  <a:gd name="connsiteX3" fmla="*/ 0 w 2018619"/>
                  <a:gd name="connsiteY3" fmla="*/ 183922 h 1747926"/>
                  <a:gd name="connsiteX4" fmla="*/ 89424 w 2018619"/>
                  <a:gd name="connsiteY4" fmla="*/ 152489 h 1747926"/>
                  <a:gd name="connsiteX5" fmla="*/ 2012986 w 2018619"/>
                  <a:gd name="connsiteY5" fmla="*/ 1747926 h 1747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18619" h="1747926">
                    <a:moveTo>
                      <a:pt x="2014889" y="1746974"/>
                    </a:moveTo>
                    <a:cubicBezTo>
                      <a:pt x="2013938" y="1746974"/>
                      <a:pt x="2012986" y="1746974"/>
                      <a:pt x="2011084" y="1746974"/>
                    </a:cubicBezTo>
                    <a:cubicBezTo>
                      <a:pt x="2086238" y="237262"/>
                      <a:pt x="1446953" y="-293281"/>
                      <a:pt x="91326" y="155347"/>
                    </a:cubicBezTo>
                    <a:lnTo>
                      <a:pt x="0" y="183922"/>
                    </a:lnTo>
                    <a:lnTo>
                      <a:pt x="89424" y="152489"/>
                    </a:lnTo>
                    <a:cubicBezTo>
                      <a:pt x="1445050" y="-293281"/>
                      <a:pt x="2086238" y="238214"/>
                      <a:pt x="2012986" y="1747926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1" name="Freeform 1560">
                <a:extLst>
                  <a:ext uri="{FF2B5EF4-FFF2-40B4-BE49-F238E27FC236}">
                    <a16:creationId xmlns:a16="http://schemas.microsoft.com/office/drawing/2014/main" id="{F07658C9-D550-83D0-D02B-EF520CB01C9B}"/>
                  </a:ext>
                </a:extLst>
              </p:cNvPr>
              <p:cNvSpPr/>
              <p:nvPr/>
            </p:nvSpPr>
            <p:spPr>
              <a:xfrm>
                <a:off x="4342723" y="2041207"/>
                <a:ext cx="3785289" cy="816492"/>
              </a:xfrm>
              <a:custGeom>
                <a:avLst/>
                <a:gdLst>
                  <a:gd name="connsiteX0" fmla="*/ 3783387 w 3785289"/>
                  <a:gd name="connsiteY0" fmla="*/ 382905 h 816492"/>
                  <a:gd name="connsiteX1" fmla="*/ 3785289 w 3785289"/>
                  <a:gd name="connsiteY1" fmla="*/ 385763 h 816492"/>
                  <a:gd name="connsiteX2" fmla="*/ 73251 w 3785289"/>
                  <a:gd name="connsiteY2" fmla="*/ 60008 h 816492"/>
                  <a:gd name="connsiteX3" fmla="*/ 0 w 3785289"/>
                  <a:gd name="connsiteY3" fmla="*/ 0 h 816492"/>
                  <a:gd name="connsiteX4" fmla="*/ 76105 w 3785289"/>
                  <a:gd name="connsiteY4" fmla="*/ 58102 h 816492"/>
                  <a:gd name="connsiteX5" fmla="*/ 3784338 w 3785289"/>
                  <a:gd name="connsiteY5" fmla="*/ 382905 h 81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5289" h="816492">
                    <a:moveTo>
                      <a:pt x="3783387" y="382905"/>
                    </a:moveTo>
                    <a:cubicBezTo>
                      <a:pt x="3783387" y="383858"/>
                      <a:pt x="3784338" y="384810"/>
                      <a:pt x="3785289" y="385763"/>
                    </a:cubicBezTo>
                    <a:cubicBezTo>
                      <a:pt x="2431566" y="1053465"/>
                      <a:pt x="1193903" y="944880"/>
                      <a:pt x="73251" y="60008"/>
                    </a:cubicBezTo>
                    <a:lnTo>
                      <a:pt x="0" y="0"/>
                    </a:lnTo>
                    <a:lnTo>
                      <a:pt x="76105" y="58102"/>
                    </a:lnTo>
                    <a:cubicBezTo>
                      <a:pt x="1195805" y="943927"/>
                      <a:pt x="2431566" y="1052512"/>
                      <a:pt x="3784338" y="382905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2" name="Freeform 1561">
                <a:extLst>
                  <a:ext uri="{FF2B5EF4-FFF2-40B4-BE49-F238E27FC236}">
                    <a16:creationId xmlns:a16="http://schemas.microsoft.com/office/drawing/2014/main" id="{83CCB910-E0EA-8E0D-5021-BCE0885CA4EB}"/>
                  </a:ext>
                </a:extLst>
              </p:cNvPr>
              <p:cNvSpPr/>
              <p:nvPr/>
            </p:nvSpPr>
            <p:spPr>
              <a:xfrm>
                <a:off x="4179096" y="2279332"/>
                <a:ext cx="3954623" cy="628907"/>
              </a:xfrm>
              <a:custGeom>
                <a:avLst/>
                <a:gdLst>
                  <a:gd name="connsiteX0" fmla="*/ 3952721 w 3954623"/>
                  <a:gd name="connsiteY0" fmla="*/ 157163 h 628907"/>
                  <a:gd name="connsiteX1" fmla="*/ 3954624 w 3954623"/>
                  <a:gd name="connsiteY1" fmla="*/ 160020 h 628907"/>
                  <a:gd name="connsiteX2" fmla="*/ 80862 w 3954623"/>
                  <a:gd name="connsiteY2" fmla="*/ 50483 h 628907"/>
                  <a:gd name="connsiteX3" fmla="*/ 0 w 3954623"/>
                  <a:gd name="connsiteY3" fmla="*/ 0 h 628907"/>
                  <a:gd name="connsiteX4" fmla="*/ 82765 w 3954623"/>
                  <a:gd name="connsiteY4" fmla="*/ 47625 h 628907"/>
                  <a:gd name="connsiteX5" fmla="*/ 3953672 w 3954623"/>
                  <a:gd name="connsiteY5" fmla="*/ 157163 h 628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54623" h="628907">
                    <a:moveTo>
                      <a:pt x="3952721" y="157163"/>
                    </a:moveTo>
                    <a:cubicBezTo>
                      <a:pt x="3952721" y="158115"/>
                      <a:pt x="3953672" y="159067"/>
                      <a:pt x="3954624" y="160020"/>
                    </a:cubicBezTo>
                    <a:cubicBezTo>
                      <a:pt x="2597095" y="820102"/>
                      <a:pt x="1305207" y="782955"/>
                      <a:pt x="80862" y="50483"/>
                    </a:cubicBezTo>
                    <a:lnTo>
                      <a:pt x="0" y="0"/>
                    </a:lnTo>
                    <a:lnTo>
                      <a:pt x="82765" y="47625"/>
                    </a:lnTo>
                    <a:cubicBezTo>
                      <a:pt x="1306158" y="782955"/>
                      <a:pt x="2597095" y="819150"/>
                      <a:pt x="3953672" y="157163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3" name="Freeform 1562">
                <a:extLst>
                  <a:ext uri="{FF2B5EF4-FFF2-40B4-BE49-F238E27FC236}">
                    <a16:creationId xmlns:a16="http://schemas.microsoft.com/office/drawing/2014/main" id="{9386D89A-9BC9-1065-6247-D7737684866E}"/>
                  </a:ext>
                </a:extLst>
              </p:cNvPr>
              <p:cNvSpPr/>
              <p:nvPr/>
            </p:nvSpPr>
            <p:spPr>
              <a:xfrm>
                <a:off x="3904166" y="2983229"/>
                <a:ext cx="3794802" cy="2049779"/>
              </a:xfrm>
              <a:custGeom>
                <a:avLst/>
                <a:gdLst>
                  <a:gd name="connsiteX0" fmla="*/ 3794803 w 3794802"/>
                  <a:gd name="connsiteY0" fmla="*/ 2046923 h 2049779"/>
                  <a:gd name="connsiteX1" fmla="*/ 3791949 w 3794802"/>
                  <a:gd name="connsiteY1" fmla="*/ 2049780 h 2049779"/>
                  <a:gd name="connsiteX2" fmla="*/ 93229 w 3794802"/>
                  <a:gd name="connsiteY2" fmla="*/ 20955 h 2049779"/>
                  <a:gd name="connsiteX3" fmla="*/ 0 w 3794802"/>
                  <a:gd name="connsiteY3" fmla="*/ 0 h 2049779"/>
                  <a:gd name="connsiteX4" fmla="*/ 93229 w 3794802"/>
                  <a:gd name="connsiteY4" fmla="*/ 17145 h 2049779"/>
                  <a:gd name="connsiteX5" fmla="*/ 3793852 w 3794802"/>
                  <a:gd name="connsiteY5" fmla="*/ 2046923 h 2049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94802" h="2049779">
                    <a:moveTo>
                      <a:pt x="3794803" y="2046923"/>
                    </a:moveTo>
                    <a:cubicBezTo>
                      <a:pt x="3794803" y="2046923"/>
                      <a:pt x="3792900" y="2048827"/>
                      <a:pt x="3791949" y="2049780"/>
                    </a:cubicBezTo>
                    <a:cubicBezTo>
                      <a:pt x="2724571" y="981075"/>
                      <a:pt x="1491665" y="304800"/>
                      <a:pt x="93229" y="20955"/>
                    </a:cubicBezTo>
                    <a:lnTo>
                      <a:pt x="0" y="0"/>
                    </a:lnTo>
                    <a:lnTo>
                      <a:pt x="93229" y="17145"/>
                    </a:lnTo>
                    <a:cubicBezTo>
                      <a:pt x="1491665" y="302895"/>
                      <a:pt x="2724571" y="979170"/>
                      <a:pt x="3793852" y="2046923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4" name="Freeform 1563">
                <a:extLst>
                  <a:ext uri="{FF2B5EF4-FFF2-40B4-BE49-F238E27FC236}">
                    <a16:creationId xmlns:a16="http://schemas.microsoft.com/office/drawing/2014/main" id="{638A49F0-5AEA-E479-55A3-ACDE949FE1B7}"/>
                  </a:ext>
                </a:extLst>
              </p:cNvPr>
              <p:cNvSpPr/>
              <p:nvPr/>
            </p:nvSpPr>
            <p:spPr>
              <a:xfrm>
                <a:off x="4290400" y="4215317"/>
                <a:ext cx="1212806" cy="1293942"/>
              </a:xfrm>
              <a:custGeom>
                <a:avLst/>
                <a:gdLst>
                  <a:gd name="connsiteX0" fmla="*/ 902800 w 1212806"/>
                  <a:gd name="connsiteY0" fmla="*/ 1292990 h 1293942"/>
                  <a:gd name="connsiteX1" fmla="*/ 898043 w 1212806"/>
                  <a:gd name="connsiteY1" fmla="*/ 1291084 h 1293942"/>
                  <a:gd name="connsiteX2" fmla="*/ 78008 w 1212806"/>
                  <a:gd name="connsiteY2" fmla="*/ 479555 h 1293942"/>
                  <a:gd name="connsiteX3" fmla="*/ 0 w 1212806"/>
                  <a:gd name="connsiteY3" fmla="*/ 533847 h 1293942"/>
                  <a:gd name="connsiteX4" fmla="*/ 75154 w 1212806"/>
                  <a:gd name="connsiteY4" fmla="*/ 475745 h 1293942"/>
                  <a:gd name="connsiteX5" fmla="*/ 903751 w 1212806"/>
                  <a:gd name="connsiteY5" fmla="*/ 1293942 h 1293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12806" h="1293942">
                    <a:moveTo>
                      <a:pt x="902800" y="1292990"/>
                    </a:moveTo>
                    <a:cubicBezTo>
                      <a:pt x="900897" y="1292990"/>
                      <a:pt x="898995" y="1291084"/>
                      <a:pt x="898043" y="1291084"/>
                    </a:cubicBezTo>
                    <a:cubicBezTo>
                      <a:pt x="1503081" y="-93850"/>
                      <a:pt x="1230053" y="-364361"/>
                      <a:pt x="78008" y="479555"/>
                    </a:cubicBezTo>
                    <a:lnTo>
                      <a:pt x="0" y="533847"/>
                    </a:lnTo>
                    <a:lnTo>
                      <a:pt x="75154" y="475745"/>
                    </a:lnTo>
                    <a:cubicBezTo>
                      <a:pt x="1229101" y="-364361"/>
                      <a:pt x="1504983" y="-91945"/>
                      <a:pt x="903751" y="1293942"/>
                    </a:cubicBezTo>
                    <a:close/>
                  </a:path>
                </a:pathLst>
              </a:custGeom>
              <a:solidFill>
                <a:srgbClr val="2B6765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5" name="Freeform 1564">
                <a:extLst>
                  <a:ext uri="{FF2B5EF4-FFF2-40B4-BE49-F238E27FC236}">
                    <a16:creationId xmlns:a16="http://schemas.microsoft.com/office/drawing/2014/main" id="{7F79ACAC-6FA7-E05D-1F3D-AD8E6555F6A5}"/>
                  </a:ext>
                </a:extLst>
              </p:cNvPr>
              <p:cNvSpPr/>
              <p:nvPr/>
            </p:nvSpPr>
            <p:spPr>
              <a:xfrm>
                <a:off x="4298962" y="4223876"/>
                <a:ext cx="2596143" cy="1328246"/>
              </a:xfrm>
              <a:custGeom>
                <a:avLst/>
                <a:gdLst>
                  <a:gd name="connsiteX0" fmla="*/ 2596144 w 2596143"/>
                  <a:gd name="connsiteY0" fmla="*/ 1326342 h 1328246"/>
                  <a:gd name="connsiteX1" fmla="*/ 2591387 w 2596143"/>
                  <a:gd name="connsiteY1" fmla="*/ 1328247 h 1328246"/>
                  <a:gd name="connsiteX2" fmla="*/ 78008 w 2596143"/>
                  <a:gd name="connsiteY2" fmla="*/ 481474 h 1328246"/>
                  <a:gd name="connsiteX3" fmla="*/ 0 w 2596143"/>
                  <a:gd name="connsiteY3" fmla="*/ 535767 h 1328246"/>
                  <a:gd name="connsiteX4" fmla="*/ 75154 w 2596143"/>
                  <a:gd name="connsiteY4" fmla="*/ 476711 h 1328246"/>
                  <a:gd name="connsiteX5" fmla="*/ 2596144 w 2596143"/>
                  <a:gd name="connsiteY5" fmla="*/ 1325389 h 1328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96143" h="1328246">
                    <a:moveTo>
                      <a:pt x="2596144" y="1326342"/>
                    </a:moveTo>
                    <a:cubicBezTo>
                      <a:pt x="2594241" y="1326342"/>
                      <a:pt x="2592338" y="1327294"/>
                      <a:pt x="2591387" y="1328247"/>
                    </a:cubicBezTo>
                    <a:cubicBezTo>
                      <a:pt x="2062455" y="-87169"/>
                      <a:pt x="1224345" y="-369109"/>
                      <a:pt x="78008" y="481474"/>
                    </a:cubicBezTo>
                    <a:lnTo>
                      <a:pt x="0" y="535767"/>
                    </a:lnTo>
                    <a:lnTo>
                      <a:pt x="75154" y="476711"/>
                    </a:lnTo>
                    <a:cubicBezTo>
                      <a:pt x="1223393" y="-371014"/>
                      <a:pt x="2064357" y="-88121"/>
                      <a:pt x="2596144" y="1325389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6" name="Freeform 1565">
                <a:extLst>
                  <a:ext uri="{FF2B5EF4-FFF2-40B4-BE49-F238E27FC236}">
                    <a16:creationId xmlns:a16="http://schemas.microsoft.com/office/drawing/2014/main" id="{D4B67A03-8FA0-C053-7E76-29D11294701A}"/>
                  </a:ext>
                </a:extLst>
              </p:cNvPr>
              <p:cNvSpPr/>
              <p:nvPr/>
            </p:nvSpPr>
            <p:spPr>
              <a:xfrm>
                <a:off x="4025934" y="2583179"/>
                <a:ext cx="2854901" cy="2973705"/>
              </a:xfrm>
              <a:custGeom>
                <a:avLst/>
                <a:gdLst>
                  <a:gd name="connsiteX0" fmla="*/ 2854902 w 2854901"/>
                  <a:gd name="connsiteY0" fmla="*/ 2971800 h 2973705"/>
                  <a:gd name="connsiteX1" fmla="*/ 2850145 w 2854901"/>
                  <a:gd name="connsiteY1" fmla="*/ 2973705 h 2973705"/>
                  <a:gd name="connsiteX2" fmla="*/ 87521 w 2854901"/>
                  <a:gd name="connsiteY2" fmla="*/ 38100 h 2973705"/>
                  <a:gd name="connsiteX3" fmla="*/ 0 w 2854901"/>
                  <a:gd name="connsiteY3" fmla="*/ 0 h 2973705"/>
                  <a:gd name="connsiteX4" fmla="*/ 89424 w 2854901"/>
                  <a:gd name="connsiteY4" fmla="*/ 33338 h 2973705"/>
                  <a:gd name="connsiteX5" fmla="*/ 2854902 w 2854901"/>
                  <a:gd name="connsiteY5" fmla="*/ 2972753 h 2973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54901" h="2973705">
                    <a:moveTo>
                      <a:pt x="2854902" y="2971800"/>
                    </a:moveTo>
                    <a:cubicBezTo>
                      <a:pt x="2852999" y="2971800"/>
                      <a:pt x="2851097" y="2972753"/>
                      <a:pt x="2850145" y="2973705"/>
                    </a:cubicBezTo>
                    <a:cubicBezTo>
                      <a:pt x="2330726" y="1554480"/>
                      <a:pt x="1409852" y="576263"/>
                      <a:pt x="87521" y="38100"/>
                    </a:cubicBezTo>
                    <a:lnTo>
                      <a:pt x="0" y="0"/>
                    </a:lnTo>
                    <a:lnTo>
                      <a:pt x="89424" y="33338"/>
                    </a:lnTo>
                    <a:cubicBezTo>
                      <a:pt x="1409852" y="575310"/>
                      <a:pt x="2331678" y="1554480"/>
                      <a:pt x="2854902" y="2972753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7" name="Freeform 1566">
                <a:extLst>
                  <a:ext uri="{FF2B5EF4-FFF2-40B4-BE49-F238E27FC236}">
                    <a16:creationId xmlns:a16="http://schemas.microsoft.com/office/drawing/2014/main" id="{88683774-6BF6-7ED7-B473-2ACD76C25434}"/>
                  </a:ext>
                </a:extLst>
              </p:cNvPr>
              <p:cNvSpPr/>
              <p:nvPr/>
            </p:nvSpPr>
            <p:spPr>
              <a:xfrm>
                <a:off x="3982174" y="2255520"/>
                <a:ext cx="1136883" cy="1990724"/>
              </a:xfrm>
              <a:custGeom>
                <a:avLst/>
                <a:gdLst>
                  <a:gd name="connsiteX0" fmla="*/ 1903 w 1136883"/>
                  <a:gd name="connsiteY0" fmla="*/ 1989773 h 1990724"/>
                  <a:gd name="connsiteX1" fmla="*/ 0 w 1136883"/>
                  <a:gd name="connsiteY1" fmla="*/ 1985010 h 1990724"/>
                  <a:gd name="connsiteX2" fmla="*/ 291103 w 1136883"/>
                  <a:gd name="connsiteY2" fmla="*/ 52388 h 1990724"/>
                  <a:gd name="connsiteX3" fmla="*/ 211192 w 1136883"/>
                  <a:gd name="connsiteY3" fmla="*/ 0 h 1990724"/>
                  <a:gd name="connsiteX4" fmla="*/ 293957 w 1136883"/>
                  <a:gd name="connsiteY4" fmla="*/ 47625 h 1990724"/>
                  <a:gd name="connsiteX5" fmla="*/ 1903 w 1136883"/>
                  <a:gd name="connsiteY5" fmla="*/ 1990725 h 1990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6883" h="1990724">
                    <a:moveTo>
                      <a:pt x="1903" y="1989773"/>
                    </a:moveTo>
                    <a:cubicBezTo>
                      <a:pt x="1903" y="1987868"/>
                      <a:pt x="951" y="1985962"/>
                      <a:pt x="0" y="1985010"/>
                    </a:cubicBezTo>
                    <a:cubicBezTo>
                      <a:pt x="1409851" y="1444943"/>
                      <a:pt x="1506886" y="800100"/>
                      <a:pt x="291103" y="52388"/>
                    </a:cubicBezTo>
                    <a:lnTo>
                      <a:pt x="211192" y="0"/>
                    </a:lnTo>
                    <a:lnTo>
                      <a:pt x="293957" y="47625"/>
                    </a:lnTo>
                    <a:cubicBezTo>
                      <a:pt x="1507837" y="799148"/>
                      <a:pt x="1410803" y="1446848"/>
                      <a:pt x="1903" y="1990725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8" name="Freeform 1567">
                <a:extLst>
                  <a:ext uri="{FF2B5EF4-FFF2-40B4-BE49-F238E27FC236}">
                    <a16:creationId xmlns:a16="http://schemas.microsoft.com/office/drawing/2014/main" id="{0D82F67B-EA1B-9DC2-5A50-3838A36FAC68}"/>
                  </a:ext>
                </a:extLst>
              </p:cNvPr>
              <p:cNvSpPr/>
              <p:nvPr/>
            </p:nvSpPr>
            <p:spPr>
              <a:xfrm>
                <a:off x="4606237" y="4308965"/>
                <a:ext cx="2675102" cy="1018366"/>
              </a:xfrm>
              <a:custGeom>
                <a:avLst/>
                <a:gdLst>
                  <a:gd name="connsiteX0" fmla="*/ 3805 w 2675102"/>
                  <a:gd name="connsiteY0" fmla="*/ 830724 h 1018366"/>
                  <a:gd name="connsiteX1" fmla="*/ 0 w 2675102"/>
                  <a:gd name="connsiteY1" fmla="*/ 826914 h 1018366"/>
                  <a:gd name="connsiteX2" fmla="*/ 2626586 w 2675102"/>
                  <a:gd name="connsiteY2" fmla="*/ 936452 h 1018366"/>
                  <a:gd name="connsiteX3" fmla="*/ 2675103 w 2675102"/>
                  <a:gd name="connsiteY3" fmla="*/ 1018367 h 1018366"/>
                  <a:gd name="connsiteX4" fmla="*/ 2622780 w 2675102"/>
                  <a:gd name="connsiteY4" fmla="*/ 939309 h 1018366"/>
                  <a:gd name="connsiteX5" fmla="*/ 5708 w 2675102"/>
                  <a:gd name="connsiteY5" fmla="*/ 830724 h 1018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75102" h="1018366">
                    <a:moveTo>
                      <a:pt x="3805" y="830724"/>
                    </a:moveTo>
                    <a:cubicBezTo>
                      <a:pt x="2854" y="829772"/>
                      <a:pt x="951" y="827867"/>
                      <a:pt x="0" y="826914"/>
                    </a:cubicBezTo>
                    <a:cubicBezTo>
                      <a:pt x="993175" y="-311323"/>
                      <a:pt x="1868386" y="-274176"/>
                      <a:pt x="2626586" y="936452"/>
                    </a:cubicBezTo>
                    <a:lnTo>
                      <a:pt x="2675103" y="1018367"/>
                    </a:lnTo>
                    <a:lnTo>
                      <a:pt x="2622780" y="939309"/>
                    </a:lnTo>
                    <a:cubicBezTo>
                      <a:pt x="1868386" y="-273223"/>
                      <a:pt x="996029" y="-309418"/>
                      <a:pt x="5708" y="830724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69" name="Freeform 1568">
                <a:extLst>
                  <a:ext uri="{FF2B5EF4-FFF2-40B4-BE49-F238E27FC236}">
                    <a16:creationId xmlns:a16="http://schemas.microsoft.com/office/drawing/2014/main" id="{68D38382-DD7E-710D-F63A-EEB2876A9C07}"/>
                  </a:ext>
                </a:extLst>
              </p:cNvPr>
              <p:cNvSpPr/>
              <p:nvPr/>
            </p:nvSpPr>
            <p:spPr>
              <a:xfrm>
                <a:off x="4306573" y="4240824"/>
                <a:ext cx="1386448" cy="1393212"/>
              </a:xfrm>
              <a:custGeom>
                <a:avLst/>
                <a:gdLst>
                  <a:gd name="connsiteX0" fmla="*/ 1264300 w 1386448"/>
                  <a:gd name="connsiteY0" fmla="*/ 1393213 h 1393212"/>
                  <a:gd name="connsiteX1" fmla="*/ 1258592 w 1386448"/>
                  <a:gd name="connsiteY1" fmla="*/ 1392260 h 1393212"/>
                  <a:gd name="connsiteX2" fmla="*/ 78008 w 1386448"/>
                  <a:gd name="connsiteY2" fmla="*/ 475955 h 1393212"/>
                  <a:gd name="connsiteX3" fmla="*/ 0 w 1386448"/>
                  <a:gd name="connsiteY3" fmla="*/ 531200 h 1393212"/>
                  <a:gd name="connsiteX4" fmla="*/ 74203 w 1386448"/>
                  <a:gd name="connsiteY4" fmla="*/ 472145 h 1393212"/>
                  <a:gd name="connsiteX5" fmla="*/ 1263349 w 1386448"/>
                  <a:gd name="connsiteY5" fmla="*/ 1393213 h 1393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86448" h="1393212">
                    <a:moveTo>
                      <a:pt x="1264300" y="1393213"/>
                    </a:moveTo>
                    <a:cubicBezTo>
                      <a:pt x="1262398" y="1393213"/>
                      <a:pt x="1260495" y="1393213"/>
                      <a:pt x="1258592" y="1392260"/>
                    </a:cubicBezTo>
                    <a:cubicBezTo>
                      <a:pt x="1612482" y="-77447"/>
                      <a:pt x="1218637" y="-382247"/>
                      <a:pt x="78008" y="475955"/>
                    </a:cubicBezTo>
                    <a:lnTo>
                      <a:pt x="0" y="531200"/>
                    </a:lnTo>
                    <a:lnTo>
                      <a:pt x="74203" y="472145"/>
                    </a:lnTo>
                    <a:cubicBezTo>
                      <a:pt x="1216734" y="-383200"/>
                      <a:pt x="1613433" y="-76495"/>
                      <a:pt x="1263349" y="1393213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0" name="Freeform 1569">
                <a:extLst>
                  <a:ext uri="{FF2B5EF4-FFF2-40B4-BE49-F238E27FC236}">
                    <a16:creationId xmlns:a16="http://schemas.microsoft.com/office/drawing/2014/main" id="{B63A4C06-6832-5529-6E08-BE7779DEB962}"/>
                  </a:ext>
                </a:extLst>
              </p:cNvPr>
              <p:cNvSpPr/>
              <p:nvPr/>
            </p:nvSpPr>
            <p:spPr>
              <a:xfrm>
                <a:off x="3860405" y="3446942"/>
                <a:ext cx="1804766" cy="2183285"/>
              </a:xfrm>
              <a:custGeom>
                <a:avLst/>
                <a:gdLst>
                  <a:gd name="connsiteX0" fmla="*/ 1696198 w 1804766"/>
                  <a:gd name="connsiteY0" fmla="*/ 2183285 h 2183285"/>
                  <a:gd name="connsiteX1" fmla="*/ 1690490 w 1804766"/>
                  <a:gd name="connsiteY1" fmla="*/ 2182333 h 2183285"/>
                  <a:gd name="connsiteX2" fmla="*/ 95132 w 1804766"/>
                  <a:gd name="connsiteY2" fmla="*/ 5870 h 2183285"/>
                  <a:gd name="connsiteX3" fmla="*/ 0 w 1804766"/>
                  <a:gd name="connsiteY3" fmla="*/ 3965 h 2183285"/>
                  <a:gd name="connsiteX4" fmla="*/ 95132 w 1804766"/>
                  <a:gd name="connsiteY4" fmla="*/ 155 h 2183285"/>
                  <a:gd name="connsiteX5" fmla="*/ 1696198 w 1804766"/>
                  <a:gd name="connsiteY5" fmla="*/ 2183285 h 2183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4766" h="2183285">
                    <a:moveTo>
                      <a:pt x="1696198" y="2183285"/>
                    </a:moveTo>
                    <a:cubicBezTo>
                      <a:pt x="1694295" y="2183285"/>
                      <a:pt x="1692393" y="2183285"/>
                      <a:pt x="1690490" y="2182333"/>
                    </a:cubicBezTo>
                    <a:cubicBezTo>
                      <a:pt x="2053893" y="715483"/>
                      <a:pt x="1522107" y="-10322"/>
                      <a:pt x="95132" y="5870"/>
                    </a:cubicBezTo>
                    <a:lnTo>
                      <a:pt x="0" y="3965"/>
                    </a:lnTo>
                    <a:lnTo>
                      <a:pt x="95132" y="155"/>
                    </a:lnTo>
                    <a:cubicBezTo>
                      <a:pt x="1522107" y="-12227"/>
                      <a:pt x="2055796" y="715483"/>
                      <a:pt x="1696198" y="2183285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1" name="Freeform 1570">
                <a:extLst>
                  <a:ext uri="{FF2B5EF4-FFF2-40B4-BE49-F238E27FC236}">
                    <a16:creationId xmlns:a16="http://schemas.microsoft.com/office/drawing/2014/main" id="{BA2BEBB4-3BF3-B380-4B43-39969A2660F2}"/>
                  </a:ext>
                </a:extLst>
              </p:cNvPr>
              <p:cNvSpPr/>
              <p:nvPr/>
            </p:nvSpPr>
            <p:spPr>
              <a:xfrm>
                <a:off x="3956488" y="3912275"/>
                <a:ext cx="1703620" cy="1715094"/>
              </a:xfrm>
              <a:custGeom>
                <a:avLst/>
                <a:gdLst>
                  <a:gd name="connsiteX0" fmla="*/ 1585845 w 1703620"/>
                  <a:gd name="connsiteY0" fmla="*/ 1715094 h 1715094"/>
                  <a:gd name="connsiteX1" fmla="*/ 1580137 w 1703620"/>
                  <a:gd name="connsiteY1" fmla="*/ 1714142 h 1715094"/>
                  <a:gd name="connsiteX2" fmla="*/ 92278 w 1703620"/>
                  <a:gd name="connsiteY2" fmla="*/ 141564 h 1715094"/>
                  <a:gd name="connsiteX3" fmla="*/ 0 w 1703620"/>
                  <a:gd name="connsiteY3" fmla="*/ 166329 h 1715094"/>
                  <a:gd name="connsiteX4" fmla="*/ 90375 w 1703620"/>
                  <a:gd name="connsiteY4" fmla="*/ 135849 h 1715094"/>
                  <a:gd name="connsiteX5" fmla="*/ 1585845 w 1703620"/>
                  <a:gd name="connsiteY5" fmla="*/ 1715094 h 17150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03620" h="1715094">
                    <a:moveTo>
                      <a:pt x="1585845" y="1715094"/>
                    </a:moveTo>
                    <a:cubicBezTo>
                      <a:pt x="1583942" y="1715094"/>
                      <a:pt x="1582040" y="1715094"/>
                      <a:pt x="1580137" y="1714142"/>
                    </a:cubicBezTo>
                    <a:cubicBezTo>
                      <a:pt x="1953053" y="250149"/>
                      <a:pt x="1457417" y="-274678"/>
                      <a:pt x="92278" y="141564"/>
                    </a:cubicBezTo>
                    <a:lnTo>
                      <a:pt x="0" y="166329"/>
                    </a:lnTo>
                    <a:lnTo>
                      <a:pt x="90375" y="135849"/>
                    </a:lnTo>
                    <a:cubicBezTo>
                      <a:pt x="1456466" y="-276583"/>
                      <a:pt x="1954956" y="250149"/>
                      <a:pt x="1585845" y="1715094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2" name="Freeform 1571">
                <a:extLst>
                  <a:ext uri="{FF2B5EF4-FFF2-40B4-BE49-F238E27FC236}">
                    <a16:creationId xmlns:a16="http://schemas.microsoft.com/office/drawing/2014/main" id="{D32928F3-BB1F-7EA4-8082-CA51501DA820}"/>
                  </a:ext>
                </a:extLst>
              </p:cNvPr>
              <p:cNvSpPr/>
              <p:nvPr/>
            </p:nvSpPr>
            <p:spPr>
              <a:xfrm>
                <a:off x="4559623" y="4339727"/>
                <a:ext cx="1125221" cy="1283833"/>
              </a:xfrm>
              <a:custGeom>
                <a:avLst/>
                <a:gdLst>
                  <a:gd name="connsiteX0" fmla="*/ 967489 w 1125221"/>
                  <a:gd name="connsiteY0" fmla="*/ 1283833 h 1283833"/>
                  <a:gd name="connsiteX1" fmla="*/ 961781 w 1125221"/>
                  <a:gd name="connsiteY1" fmla="*/ 1282880 h 1283833"/>
                  <a:gd name="connsiteX2" fmla="*/ 67544 w 1125221"/>
                  <a:gd name="connsiteY2" fmla="*/ 649468 h 1283833"/>
                  <a:gd name="connsiteX3" fmla="*/ 0 w 1125221"/>
                  <a:gd name="connsiteY3" fmla="*/ 717095 h 1283833"/>
                  <a:gd name="connsiteX4" fmla="*/ 63738 w 1125221"/>
                  <a:gd name="connsiteY4" fmla="*/ 645658 h 1283833"/>
                  <a:gd name="connsiteX5" fmla="*/ 966538 w 1125221"/>
                  <a:gd name="connsiteY5" fmla="*/ 1283833 h 1283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25221" h="1283833">
                    <a:moveTo>
                      <a:pt x="967489" y="1283833"/>
                    </a:moveTo>
                    <a:cubicBezTo>
                      <a:pt x="965587" y="1283833"/>
                      <a:pt x="963684" y="1283833"/>
                      <a:pt x="961781" y="1282880"/>
                    </a:cubicBezTo>
                    <a:cubicBezTo>
                      <a:pt x="1344211" y="-179207"/>
                      <a:pt x="1046448" y="-389710"/>
                      <a:pt x="67544" y="649468"/>
                    </a:cubicBezTo>
                    <a:lnTo>
                      <a:pt x="0" y="717095"/>
                    </a:lnTo>
                    <a:lnTo>
                      <a:pt x="63738" y="645658"/>
                    </a:lnTo>
                    <a:cubicBezTo>
                      <a:pt x="1044546" y="-391615"/>
                      <a:pt x="1346113" y="-179207"/>
                      <a:pt x="966538" y="1283833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3" name="Freeform 1572">
                <a:extLst>
                  <a:ext uri="{FF2B5EF4-FFF2-40B4-BE49-F238E27FC236}">
                    <a16:creationId xmlns:a16="http://schemas.microsoft.com/office/drawing/2014/main" id="{8037ABA0-526A-4AFD-4D88-623EC062D8FE}"/>
                  </a:ext>
                </a:extLst>
              </p:cNvPr>
              <p:cNvSpPr/>
              <p:nvPr/>
            </p:nvSpPr>
            <p:spPr>
              <a:xfrm>
                <a:off x="4518716" y="1665922"/>
                <a:ext cx="3006161" cy="948431"/>
              </a:xfrm>
              <a:custGeom>
                <a:avLst/>
                <a:gdLst>
                  <a:gd name="connsiteX0" fmla="*/ 3001405 w 3006161"/>
                  <a:gd name="connsiteY0" fmla="*/ 0 h 948431"/>
                  <a:gd name="connsiteX1" fmla="*/ 3006161 w 3006161"/>
                  <a:gd name="connsiteY1" fmla="*/ 3810 h 948431"/>
                  <a:gd name="connsiteX2" fmla="*/ 65641 w 3006161"/>
                  <a:gd name="connsiteY2" fmla="*/ 246698 h 948431"/>
                  <a:gd name="connsiteX3" fmla="*/ 0 w 3006161"/>
                  <a:gd name="connsiteY3" fmla="*/ 177165 h 948431"/>
                  <a:gd name="connsiteX4" fmla="*/ 69446 w 3006161"/>
                  <a:gd name="connsiteY4" fmla="*/ 242887 h 948431"/>
                  <a:gd name="connsiteX5" fmla="*/ 3002356 w 3006161"/>
                  <a:gd name="connsiteY5" fmla="*/ 0 h 948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06161" h="948431">
                    <a:moveTo>
                      <a:pt x="3001405" y="0"/>
                    </a:moveTo>
                    <a:cubicBezTo>
                      <a:pt x="3003307" y="952"/>
                      <a:pt x="3004259" y="1905"/>
                      <a:pt x="3006161" y="3810"/>
                    </a:cubicBezTo>
                    <a:cubicBezTo>
                      <a:pt x="2053893" y="1176337"/>
                      <a:pt x="1074037" y="1257300"/>
                      <a:pt x="65641" y="246698"/>
                    </a:cubicBezTo>
                    <a:lnTo>
                      <a:pt x="0" y="177165"/>
                    </a:lnTo>
                    <a:lnTo>
                      <a:pt x="69446" y="242887"/>
                    </a:lnTo>
                    <a:cubicBezTo>
                      <a:pt x="1074988" y="1256348"/>
                      <a:pt x="2052942" y="1175385"/>
                      <a:pt x="3002356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4" name="Freeform 1573">
                <a:extLst>
                  <a:ext uri="{FF2B5EF4-FFF2-40B4-BE49-F238E27FC236}">
                    <a16:creationId xmlns:a16="http://schemas.microsoft.com/office/drawing/2014/main" id="{2E2A5717-A3AC-6687-A253-5F93279E68E7}"/>
                  </a:ext>
                </a:extLst>
              </p:cNvPr>
              <p:cNvSpPr/>
              <p:nvPr/>
            </p:nvSpPr>
            <p:spPr>
              <a:xfrm>
                <a:off x="4508252" y="1853565"/>
                <a:ext cx="3822390" cy="1950719"/>
              </a:xfrm>
              <a:custGeom>
                <a:avLst/>
                <a:gdLst>
                  <a:gd name="connsiteX0" fmla="*/ 3821439 w 3822390"/>
                  <a:gd name="connsiteY0" fmla="*/ 1945005 h 1950719"/>
                  <a:gd name="connsiteX1" fmla="*/ 3821439 w 3822390"/>
                  <a:gd name="connsiteY1" fmla="*/ 1950720 h 1950719"/>
                  <a:gd name="connsiteX2" fmla="*/ 65641 w 3822390"/>
                  <a:gd name="connsiteY2" fmla="*/ 68580 h 1950719"/>
                  <a:gd name="connsiteX3" fmla="*/ 0 w 3822390"/>
                  <a:gd name="connsiteY3" fmla="*/ 0 h 1950719"/>
                  <a:gd name="connsiteX4" fmla="*/ 69446 w 3822390"/>
                  <a:gd name="connsiteY4" fmla="*/ 64770 h 1950719"/>
                  <a:gd name="connsiteX5" fmla="*/ 3822391 w 3822390"/>
                  <a:gd name="connsiteY5" fmla="*/ 1945005 h 1950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22390" h="1950719">
                    <a:moveTo>
                      <a:pt x="3821439" y="1945005"/>
                    </a:moveTo>
                    <a:cubicBezTo>
                      <a:pt x="3821439" y="1946910"/>
                      <a:pt x="3821439" y="1948815"/>
                      <a:pt x="3821439" y="1950720"/>
                    </a:cubicBezTo>
                    <a:cubicBezTo>
                      <a:pt x="2332629" y="1700213"/>
                      <a:pt x="1080696" y="1073468"/>
                      <a:pt x="65641" y="68580"/>
                    </a:cubicBezTo>
                    <a:lnTo>
                      <a:pt x="0" y="0"/>
                    </a:lnTo>
                    <a:lnTo>
                      <a:pt x="69446" y="64770"/>
                    </a:lnTo>
                    <a:cubicBezTo>
                      <a:pt x="1081647" y="1071563"/>
                      <a:pt x="2332629" y="1698307"/>
                      <a:pt x="3822391" y="1945005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5" name="Freeform 1574">
                <a:extLst>
                  <a:ext uri="{FF2B5EF4-FFF2-40B4-BE49-F238E27FC236}">
                    <a16:creationId xmlns:a16="http://schemas.microsoft.com/office/drawing/2014/main" id="{37434B71-8027-8ABE-6D82-76E8ED6D97EE}"/>
                  </a:ext>
                </a:extLst>
              </p:cNvPr>
              <p:cNvSpPr/>
              <p:nvPr/>
            </p:nvSpPr>
            <p:spPr>
              <a:xfrm>
                <a:off x="3960293" y="3668299"/>
                <a:ext cx="4366543" cy="423640"/>
              </a:xfrm>
              <a:custGeom>
                <a:avLst/>
                <a:gdLst>
                  <a:gd name="connsiteX0" fmla="*/ 4366544 w 4366543"/>
                  <a:gd name="connsiteY0" fmla="*/ 145510 h 423640"/>
                  <a:gd name="connsiteX1" fmla="*/ 4365593 w 4366543"/>
                  <a:gd name="connsiteY1" fmla="*/ 151225 h 423640"/>
                  <a:gd name="connsiteX2" fmla="*/ 91326 w 4366543"/>
                  <a:gd name="connsiteY2" fmla="*/ 397923 h 423640"/>
                  <a:gd name="connsiteX3" fmla="*/ 0 w 4366543"/>
                  <a:gd name="connsiteY3" fmla="*/ 423640 h 423640"/>
                  <a:gd name="connsiteX4" fmla="*/ 90375 w 4366543"/>
                  <a:gd name="connsiteY4" fmla="*/ 393160 h 423640"/>
                  <a:gd name="connsiteX5" fmla="*/ 4366544 w 4366543"/>
                  <a:gd name="connsiteY5" fmla="*/ 145510 h 423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66543" h="423640">
                    <a:moveTo>
                      <a:pt x="4366544" y="145510"/>
                    </a:moveTo>
                    <a:cubicBezTo>
                      <a:pt x="4366544" y="147415"/>
                      <a:pt x="4366544" y="149320"/>
                      <a:pt x="4365593" y="151225"/>
                    </a:cubicBezTo>
                    <a:cubicBezTo>
                      <a:pt x="2878685" y="-108807"/>
                      <a:pt x="1453612" y="-26892"/>
                      <a:pt x="91326" y="397923"/>
                    </a:cubicBezTo>
                    <a:lnTo>
                      <a:pt x="0" y="423640"/>
                    </a:lnTo>
                    <a:lnTo>
                      <a:pt x="90375" y="393160"/>
                    </a:lnTo>
                    <a:cubicBezTo>
                      <a:pt x="1453612" y="-28797"/>
                      <a:pt x="2879636" y="-110712"/>
                      <a:pt x="4366544" y="145510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6" name="Freeform 1575">
                <a:extLst>
                  <a:ext uri="{FF2B5EF4-FFF2-40B4-BE49-F238E27FC236}">
                    <a16:creationId xmlns:a16="http://schemas.microsoft.com/office/drawing/2014/main" id="{FEDF3D54-CF32-86EA-ED10-A971E0D8A975}"/>
                  </a:ext>
                </a:extLst>
              </p:cNvPr>
              <p:cNvSpPr/>
              <p:nvPr/>
            </p:nvSpPr>
            <p:spPr>
              <a:xfrm>
                <a:off x="4185755" y="2267902"/>
                <a:ext cx="1820808" cy="3427095"/>
              </a:xfrm>
              <a:custGeom>
                <a:avLst/>
                <a:gdLst>
                  <a:gd name="connsiteX0" fmla="*/ 1816064 w 1820808"/>
                  <a:gd name="connsiteY0" fmla="*/ 3426142 h 3427095"/>
                  <a:gd name="connsiteX1" fmla="*/ 1810356 w 1820808"/>
                  <a:gd name="connsiteY1" fmla="*/ 3426142 h 3427095"/>
                  <a:gd name="connsiteX2" fmla="*/ 79911 w 1820808"/>
                  <a:gd name="connsiteY2" fmla="*/ 51435 h 3427095"/>
                  <a:gd name="connsiteX3" fmla="*/ 0 w 1820808"/>
                  <a:gd name="connsiteY3" fmla="*/ 0 h 3427095"/>
                  <a:gd name="connsiteX4" fmla="*/ 82765 w 1820808"/>
                  <a:gd name="connsiteY4" fmla="*/ 47625 h 3427095"/>
                  <a:gd name="connsiteX5" fmla="*/ 1816064 w 1820808"/>
                  <a:gd name="connsiteY5" fmla="*/ 3427095 h 3427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20808" h="3427095">
                    <a:moveTo>
                      <a:pt x="1816064" y="3426142"/>
                    </a:moveTo>
                    <a:cubicBezTo>
                      <a:pt x="1814161" y="3426142"/>
                      <a:pt x="1812259" y="3426142"/>
                      <a:pt x="1810356" y="3426142"/>
                    </a:cubicBezTo>
                    <a:cubicBezTo>
                      <a:pt x="1876948" y="1916430"/>
                      <a:pt x="1300450" y="791528"/>
                      <a:pt x="79911" y="51435"/>
                    </a:cubicBezTo>
                    <a:lnTo>
                      <a:pt x="0" y="0"/>
                    </a:lnTo>
                    <a:lnTo>
                      <a:pt x="82765" y="47625"/>
                    </a:lnTo>
                    <a:cubicBezTo>
                      <a:pt x="1301401" y="790575"/>
                      <a:pt x="1879802" y="1917382"/>
                      <a:pt x="1816064" y="3427095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7" name="Freeform 1576">
                <a:extLst>
                  <a:ext uri="{FF2B5EF4-FFF2-40B4-BE49-F238E27FC236}">
                    <a16:creationId xmlns:a16="http://schemas.microsoft.com/office/drawing/2014/main" id="{A8D6EAE1-6C5F-BB46-3C52-AD90B91DF213}"/>
                  </a:ext>
                </a:extLst>
              </p:cNvPr>
              <p:cNvSpPr/>
              <p:nvPr/>
            </p:nvSpPr>
            <p:spPr>
              <a:xfrm>
                <a:off x="4316086" y="3212782"/>
                <a:ext cx="4033583" cy="1570672"/>
              </a:xfrm>
              <a:custGeom>
                <a:avLst/>
                <a:gdLst>
                  <a:gd name="connsiteX0" fmla="*/ 4033584 w 4033583"/>
                  <a:gd name="connsiteY0" fmla="*/ 0 h 1570672"/>
                  <a:gd name="connsiteX1" fmla="*/ 4033584 w 4033583"/>
                  <a:gd name="connsiteY1" fmla="*/ 5715 h 1570672"/>
                  <a:gd name="connsiteX2" fmla="*/ 77057 w 4033583"/>
                  <a:gd name="connsiteY2" fmla="*/ 1515428 h 1570672"/>
                  <a:gd name="connsiteX3" fmla="*/ 0 w 4033583"/>
                  <a:gd name="connsiteY3" fmla="*/ 1570673 h 1570672"/>
                  <a:gd name="connsiteX4" fmla="*/ 74203 w 4033583"/>
                  <a:gd name="connsiteY4" fmla="*/ 1510665 h 1570672"/>
                  <a:gd name="connsiteX5" fmla="*/ 4033584 w 4033583"/>
                  <a:gd name="connsiteY5" fmla="*/ 0 h 1570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33583" h="1570672">
                    <a:moveTo>
                      <a:pt x="4033584" y="0"/>
                    </a:moveTo>
                    <a:cubicBezTo>
                      <a:pt x="4033584" y="1905"/>
                      <a:pt x="4033584" y="3810"/>
                      <a:pt x="4033584" y="5715"/>
                    </a:cubicBezTo>
                    <a:cubicBezTo>
                      <a:pt x="2530503" y="145733"/>
                      <a:pt x="1211978" y="649605"/>
                      <a:pt x="77057" y="1515428"/>
                    </a:cubicBezTo>
                    <a:lnTo>
                      <a:pt x="0" y="1570673"/>
                    </a:lnTo>
                    <a:lnTo>
                      <a:pt x="74203" y="1510665"/>
                    </a:lnTo>
                    <a:cubicBezTo>
                      <a:pt x="1211026" y="647700"/>
                      <a:pt x="2530503" y="143828"/>
                      <a:pt x="4033584" y="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8" name="Freeform 1577">
                <a:extLst>
                  <a:ext uri="{FF2B5EF4-FFF2-40B4-BE49-F238E27FC236}">
                    <a16:creationId xmlns:a16="http://schemas.microsoft.com/office/drawing/2014/main" id="{EF9D0BCF-5958-23CE-9B9A-932A8D1228A1}"/>
                  </a:ext>
                </a:extLst>
              </p:cNvPr>
              <p:cNvSpPr/>
              <p:nvPr/>
            </p:nvSpPr>
            <p:spPr>
              <a:xfrm>
                <a:off x="3854697" y="3098482"/>
                <a:ext cx="1586017" cy="2346960"/>
              </a:xfrm>
              <a:custGeom>
                <a:avLst/>
                <a:gdLst>
                  <a:gd name="connsiteX0" fmla="*/ 0 w 1586017"/>
                  <a:gd name="connsiteY0" fmla="*/ 7620 h 2346960"/>
                  <a:gd name="connsiteX1" fmla="*/ 951 w 1586017"/>
                  <a:gd name="connsiteY1" fmla="*/ 0 h 2346960"/>
                  <a:gd name="connsiteX2" fmla="*/ 1315671 w 1586017"/>
                  <a:gd name="connsiteY2" fmla="*/ 2263140 h 2346960"/>
                  <a:gd name="connsiteX3" fmla="*/ 1270959 w 1586017"/>
                  <a:gd name="connsiteY3" fmla="*/ 2346960 h 2346960"/>
                  <a:gd name="connsiteX4" fmla="*/ 1309012 w 1586017"/>
                  <a:gd name="connsiteY4" fmla="*/ 2259330 h 2346960"/>
                  <a:gd name="connsiteX5" fmla="*/ 0 w 1586017"/>
                  <a:gd name="connsiteY5" fmla="*/ 6668 h 2346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86017" h="2346960">
                    <a:moveTo>
                      <a:pt x="0" y="7620"/>
                    </a:moveTo>
                    <a:cubicBezTo>
                      <a:pt x="0" y="4763"/>
                      <a:pt x="0" y="2858"/>
                      <a:pt x="951" y="0"/>
                    </a:cubicBezTo>
                    <a:cubicBezTo>
                      <a:pt x="1494519" y="220980"/>
                      <a:pt x="1932124" y="975360"/>
                      <a:pt x="1315671" y="2263140"/>
                    </a:cubicBezTo>
                    <a:lnTo>
                      <a:pt x="1270959" y="2346960"/>
                    </a:lnTo>
                    <a:lnTo>
                      <a:pt x="1309012" y="2259330"/>
                    </a:lnTo>
                    <a:cubicBezTo>
                      <a:pt x="1930222" y="973455"/>
                      <a:pt x="1493567" y="221933"/>
                      <a:pt x="0" y="6668"/>
                    </a:cubicBezTo>
                    <a:close/>
                  </a:path>
                </a:pathLst>
              </a:custGeom>
              <a:solidFill>
                <a:srgbClr val="9FBE9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79" name="Freeform 1578">
                <a:extLst>
                  <a:ext uri="{FF2B5EF4-FFF2-40B4-BE49-F238E27FC236}">
                    <a16:creationId xmlns:a16="http://schemas.microsoft.com/office/drawing/2014/main" id="{6F7A67F1-EA48-700A-52EE-B6058C36BAA5}"/>
                  </a:ext>
                </a:extLst>
              </p:cNvPr>
              <p:cNvSpPr/>
              <p:nvPr/>
            </p:nvSpPr>
            <p:spPr>
              <a:xfrm>
                <a:off x="4080159" y="2390775"/>
                <a:ext cx="1075978" cy="2303144"/>
              </a:xfrm>
              <a:custGeom>
                <a:avLst/>
                <a:gdLst>
                  <a:gd name="connsiteX0" fmla="*/ 0 w 1075978"/>
                  <a:gd name="connsiteY0" fmla="*/ 6667 h 2303144"/>
                  <a:gd name="connsiteX1" fmla="*/ 3805 w 1075978"/>
                  <a:gd name="connsiteY1" fmla="*/ 0 h 2303144"/>
                  <a:gd name="connsiteX2" fmla="*/ 252099 w 1075978"/>
                  <a:gd name="connsiteY2" fmla="*/ 2252663 h 2303144"/>
                  <a:gd name="connsiteX3" fmla="*/ 171237 w 1075978"/>
                  <a:gd name="connsiteY3" fmla="*/ 2303145 h 2303144"/>
                  <a:gd name="connsiteX4" fmla="*/ 247342 w 1075978"/>
                  <a:gd name="connsiteY4" fmla="*/ 2245995 h 2303144"/>
                  <a:gd name="connsiteX5" fmla="*/ 0 w 1075978"/>
                  <a:gd name="connsiteY5" fmla="*/ 6667 h 23031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75978" h="2303144">
                    <a:moveTo>
                      <a:pt x="0" y="6667"/>
                    </a:moveTo>
                    <a:cubicBezTo>
                      <a:pt x="951" y="4763"/>
                      <a:pt x="1903" y="1905"/>
                      <a:pt x="3805" y="0"/>
                    </a:cubicBezTo>
                    <a:cubicBezTo>
                      <a:pt x="1345162" y="692468"/>
                      <a:pt x="1427927" y="1443038"/>
                      <a:pt x="252099" y="2252663"/>
                    </a:cubicBezTo>
                    <a:lnTo>
                      <a:pt x="171237" y="2303145"/>
                    </a:lnTo>
                    <a:lnTo>
                      <a:pt x="247342" y="2245995"/>
                    </a:lnTo>
                    <a:cubicBezTo>
                      <a:pt x="1426024" y="1441132"/>
                      <a:pt x="1343259" y="694372"/>
                      <a:pt x="0" y="6667"/>
                    </a:cubicBezTo>
                    <a:close/>
                  </a:path>
                </a:pathLst>
              </a:custGeom>
              <a:solidFill>
                <a:srgbClr val="DACA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0" name="Freeform 1579">
                <a:extLst>
                  <a:ext uri="{FF2B5EF4-FFF2-40B4-BE49-F238E27FC236}">
                    <a16:creationId xmlns:a16="http://schemas.microsoft.com/office/drawing/2014/main" id="{6E5BD0E8-403C-C9B8-9E0C-2EA781530E90}"/>
                  </a:ext>
                </a:extLst>
              </p:cNvPr>
              <p:cNvSpPr/>
              <p:nvPr/>
            </p:nvSpPr>
            <p:spPr>
              <a:xfrm>
                <a:off x="3892750" y="3673735"/>
                <a:ext cx="4338004" cy="517264"/>
              </a:xfrm>
              <a:custGeom>
                <a:avLst/>
                <a:gdLst>
                  <a:gd name="connsiteX0" fmla="*/ 4338005 w 4338004"/>
                  <a:gd name="connsiteY0" fmla="*/ 509645 h 517264"/>
                  <a:gd name="connsiteX1" fmla="*/ 4335151 w 4338004"/>
                  <a:gd name="connsiteY1" fmla="*/ 517265 h 517264"/>
                  <a:gd name="connsiteX2" fmla="*/ 94180 w 4338004"/>
                  <a:gd name="connsiteY2" fmla="*/ 124835 h 517264"/>
                  <a:gd name="connsiteX3" fmla="*/ 0 w 4338004"/>
                  <a:gd name="connsiteY3" fmla="*/ 137217 h 517264"/>
                  <a:gd name="connsiteX4" fmla="*/ 93229 w 4338004"/>
                  <a:gd name="connsiteY4" fmla="*/ 117215 h 517264"/>
                  <a:gd name="connsiteX5" fmla="*/ 4338005 w 4338004"/>
                  <a:gd name="connsiteY5" fmla="*/ 509645 h 517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8004" h="517264">
                    <a:moveTo>
                      <a:pt x="4338005" y="509645"/>
                    </a:moveTo>
                    <a:cubicBezTo>
                      <a:pt x="4338005" y="512502"/>
                      <a:pt x="4336102" y="514407"/>
                      <a:pt x="4335151" y="517265"/>
                    </a:cubicBezTo>
                    <a:cubicBezTo>
                      <a:pt x="2913884" y="9582"/>
                      <a:pt x="1499275" y="-120910"/>
                      <a:pt x="94180" y="124835"/>
                    </a:cubicBezTo>
                    <a:lnTo>
                      <a:pt x="0" y="137217"/>
                    </a:lnTo>
                    <a:lnTo>
                      <a:pt x="93229" y="117215"/>
                    </a:lnTo>
                    <a:cubicBezTo>
                      <a:pt x="1499275" y="-123768"/>
                      <a:pt x="2914835" y="6725"/>
                      <a:pt x="4338005" y="509645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1" name="Freeform 1580">
                <a:extLst>
                  <a:ext uri="{FF2B5EF4-FFF2-40B4-BE49-F238E27FC236}">
                    <a16:creationId xmlns:a16="http://schemas.microsoft.com/office/drawing/2014/main" id="{A2614B68-3A76-45F4-7E83-F405914B24A0}"/>
                  </a:ext>
                </a:extLst>
              </p:cNvPr>
              <p:cNvSpPr/>
              <p:nvPr/>
            </p:nvSpPr>
            <p:spPr>
              <a:xfrm>
                <a:off x="3895604" y="3743154"/>
                <a:ext cx="3493235" cy="1551793"/>
              </a:xfrm>
              <a:custGeom>
                <a:avLst/>
                <a:gdLst>
                  <a:gd name="connsiteX0" fmla="*/ 3493236 w 3493235"/>
                  <a:gd name="connsiteY0" fmla="*/ 1547031 h 1551793"/>
                  <a:gd name="connsiteX1" fmla="*/ 3486576 w 3493235"/>
                  <a:gd name="connsiteY1" fmla="*/ 1551793 h 1551793"/>
                  <a:gd name="connsiteX2" fmla="*/ 94180 w 3493235"/>
                  <a:gd name="connsiteY2" fmla="*/ 71608 h 1551793"/>
                  <a:gd name="connsiteX3" fmla="*/ 0 w 3493235"/>
                  <a:gd name="connsiteY3" fmla="*/ 84943 h 1551793"/>
                  <a:gd name="connsiteX4" fmla="*/ 93229 w 3493235"/>
                  <a:gd name="connsiteY4" fmla="*/ 63989 h 1551793"/>
                  <a:gd name="connsiteX5" fmla="*/ 3493236 w 3493235"/>
                  <a:gd name="connsiteY5" fmla="*/ 1547031 h 1551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493235" h="1551793">
                    <a:moveTo>
                      <a:pt x="3493236" y="1547031"/>
                    </a:moveTo>
                    <a:cubicBezTo>
                      <a:pt x="3491333" y="1548936"/>
                      <a:pt x="3489430" y="1549889"/>
                      <a:pt x="3486576" y="1551793"/>
                    </a:cubicBezTo>
                    <a:cubicBezTo>
                      <a:pt x="2628488" y="307828"/>
                      <a:pt x="1498324" y="-185567"/>
                      <a:pt x="94180" y="71608"/>
                    </a:cubicBezTo>
                    <a:lnTo>
                      <a:pt x="0" y="84943"/>
                    </a:lnTo>
                    <a:lnTo>
                      <a:pt x="93229" y="63989"/>
                    </a:lnTo>
                    <a:cubicBezTo>
                      <a:pt x="1497373" y="-188424"/>
                      <a:pt x="2631342" y="305923"/>
                      <a:pt x="3493236" y="1547031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2" name="Freeform 1581">
                <a:extLst>
                  <a:ext uri="{FF2B5EF4-FFF2-40B4-BE49-F238E27FC236}">
                    <a16:creationId xmlns:a16="http://schemas.microsoft.com/office/drawing/2014/main" id="{826D5746-D32C-4C61-C307-A8A84CB188ED}"/>
                  </a:ext>
                </a:extLst>
              </p:cNvPr>
              <p:cNvSpPr/>
              <p:nvPr/>
            </p:nvSpPr>
            <p:spPr>
              <a:xfrm>
                <a:off x="4260910" y="4168737"/>
                <a:ext cx="3113659" cy="1135735"/>
              </a:xfrm>
              <a:custGeom>
                <a:avLst/>
                <a:gdLst>
                  <a:gd name="connsiteX0" fmla="*/ 3113660 w 3113659"/>
                  <a:gd name="connsiteY0" fmla="*/ 1130973 h 1135735"/>
                  <a:gd name="connsiteX1" fmla="*/ 3107001 w 3113659"/>
                  <a:gd name="connsiteY1" fmla="*/ 1135735 h 1135735"/>
                  <a:gd name="connsiteX2" fmla="*/ 79911 w 3113659"/>
                  <a:gd name="connsiteY2" fmla="*/ 488035 h 1135735"/>
                  <a:gd name="connsiteX3" fmla="*/ 0 w 3113659"/>
                  <a:gd name="connsiteY3" fmla="*/ 539470 h 1135735"/>
                  <a:gd name="connsiteX4" fmla="*/ 76105 w 3113659"/>
                  <a:gd name="connsiteY4" fmla="*/ 482320 h 1135735"/>
                  <a:gd name="connsiteX5" fmla="*/ 3113660 w 3113659"/>
                  <a:gd name="connsiteY5" fmla="*/ 1131925 h 1135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13659" h="1135735">
                    <a:moveTo>
                      <a:pt x="3113660" y="1130973"/>
                    </a:moveTo>
                    <a:cubicBezTo>
                      <a:pt x="3111757" y="1132878"/>
                      <a:pt x="3109855" y="1133831"/>
                      <a:pt x="3107001" y="1135735"/>
                    </a:cubicBezTo>
                    <a:cubicBezTo>
                      <a:pt x="2258426" y="-113944"/>
                      <a:pt x="1250030" y="-330162"/>
                      <a:pt x="79911" y="488035"/>
                    </a:cubicBezTo>
                    <a:lnTo>
                      <a:pt x="0" y="539470"/>
                    </a:lnTo>
                    <a:lnTo>
                      <a:pt x="76105" y="482320"/>
                    </a:lnTo>
                    <a:cubicBezTo>
                      <a:pt x="1249079" y="-332067"/>
                      <a:pt x="2261280" y="-114897"/>
                      <a:pt x="3113660" y="1131925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3" name="Freeform 1582">
                <a:extLst>
                  <a:ext uri="{FF2B5EF4-FFF2-40B4-BE49-F238E27FC236}">
                    <a16:creationId xmlns:a16="http://schemas.microsoft.com/office/drawing/2014/main" id="{9B970C85-8721-C14F-17C7-54539D154B25}"/>
                  </a:ext>
                </a:extLst>
              </p:cNvPr>
              <p:cNvSpPr/>
              <p:nvPr/>
            </p:nvSpPr>
            <p:spPr>
              <a:xfrm>
                <a:off x="4271374" y="4148056"/>
                <a:ext cx="1025044" cy="1002110"/>
              </a:xfrm>
              <a:custGeom>
                <a:avLst/>
                <a:gdLst>
                  <a:gd name="connsiteX0" fmla="*/ 351987 w 1025044"/>
                  <a:gd name="connsiteY0" fmla="*/ 1002111 h 1002110"/>
                  <a:gd name="connsiteX1" fmla="*/ 346279 w 1025044"/>
                  <a:gd name="connsiteY1" fmla="*/ 997348 h 1002110"/>
                  <a:gd name="connsiteX2" fmla="*/ 79911 w 1025044"/>
                  <a:gd name="connsiteY2" fmla="*/ 521098 h 1002110"/>
                  <a:gd name="connsiteX3" fmla="*/ 0 w 1025044"/>
                  <a:gd name="connsiteY3" fmla="*/ 573486 h 1002110"/>
                  <a:gd name="connsiteX4" fmla="*/ 75154 w 1025044"/>
                  <a:gd name="connsiteY4" fmla="*/ 515383 h 1002110"/>
                  <a:gd name="connsiteX5" fmla="*/ 351987 w 1025044"/>
                  <a:gd name="connsiteY5" fmla="*/ 1002111 h 1002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25044" h="1002110">
                    <a:moveTo>
                      <a:pt x="351987" y="1002111"/>
                    </a:moveTo>
                    <a:cubicBezTo>
                      <a:pt x="350085" y="1000206"/>
                      <a:pt x="348182" y="998301"/>
                      <a:pt x="346279" y="997348"/>
                    </a:cubicBezTo>
                    <a:cubicBezTo>
                      <a:pt x="1331844" y="-146604"/>
                      <a:pt x="1243371" y="-305672"/>
                      <a:pt x="79911" y="521098"/>
                    </a:cubicBezTo>
                    <a:lnTo>
                      <a:pt x="0" y="573486"/>
                    </a:lnTo>
                    <a:lnTo>
                      <a:pt x="75154" y="515383"/>
                    </a:lnTo>
                    <a:cubicBezTo>
                      <a:pt x="1241469" y="-307577"/>
                      <a:pt x="1333746" y="-144700"/>
                      <a:pt x="351987" y="1002111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4" name="Freeform 1583">
                <a:extLst>
                  <a:ext uri="{FF2B5EF4-FFF2-40B4-BE49-F238E27FC236}">
                    <a16:creationId xmlns:a16="http://schemas.microsoft.com/office/drawing/2014/main" id="{A0FF6836-B1F1-2FB9-4BC4-9C251CC54108}"/>
                  </a:ext>
                </a:extLst>
              </p:cNvPr>
              <p:cNvSpPr/>
              <p:nvPr/>
            </p:nvSpPr>
            <p:spPr>
              <a:xfrm>
                <a:off x="3899409" y="3616444"/>
                <a:ext cx="4434087" cy="228797"/>
              </a:xfrm>
              <a:custGeom>
                <a:avLst/>
                <a:gdLst>
                  <a:gd name="connsiteX0" fmla="*/ 4433136 w 4434087"/>
                  <a:gd name="connsiteY0" fmla="*/ 165933 h 228797"/>
                  <a:gd name="connsiteX1" fmla="*/ 4432185 w 4434087"/>
                  <a:gd name="connsiteY1" fmla="*/ 173553 h 228797"/>
                  <a:gd name="connsiteX2" fmla="*/ 94180 w 4434087"/>
                  <a:gd name="connsiteY2" fmla="*/ 214510 h 228797"/>
                  <a:gd name="connsiteX3" fmla="*/ 0 w 4434087"/>
                  <a:gd name="connsiteY3" fmla="*/ 228798 h 228797"/>
                  <a:gd name="connsiteX4" fmla="*/ 93229 w 4434087"/>
                  <a:gd name="connsiteY4" fmla="*/ 207843 h 228797"/>
                  <a:gd name="connsiteX5" fmla="*/ 4434088 w 4434087"/>
                  <a:gd name="connsiteY5" fmla="*/ 166885 h 22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34087" h="228797">
                    <a:moveTo>
                      <a:pt x="4433136" y="165933"/>
                    </a:moveTo>
                    <a:cubicBezTo>
                      <a:pt x="4433136" y="168790"/>
                      <a:pt x="4433136" y="170695"/>
                      <a:pt x="4432185" y="173553"/>
                    </a:cubicBezTo>
                    <a:cubicBezTo>
                      <a:pt x="2942423" y="-66477"/>
                      <a:pt x="1496421" y="-53142"/>
                      <a:pt x="94180" y="214510"/>
                    </a:cubicBezTo>
                    <a:lnTo>
                      <a:pt x="0" y="228798"/>
                    </a:lnTo>
                    <a:lnTo>
                      <a:pt x="93229" y="207843"/>
                    </a:lnTo>
                    <a:cubicBezTo>
                      <a:pt x="1495470" y="-55047"/>
                      <a:pt x="2942423" y="-68382"/>
                      <a:pt x="4434088" y="166885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5" name="Freeform 1584">
                <a:extLst>
                  <a:ext uri="{FF2B5EF4-FFF2-40B4-BE49-F238E27FC236}">
                    <a16:creationId xmlns:a16="http://schemas.microsoft.com/office/drawing/2014/main" id="{DFF4A9B3-01C0-5809-9D60-290D2B83DE01}"/>
                  </a:ext>
                </a:extLst>
              </p:cNvPr>
              <p:cNvSpPr/>
              <p:nvPr/>
            </p:nvSpPr>
            <p:spPr>
              <a:xfrm>
                <a:off x="4280887" y="2393632"/>
                <a:ext cx="3832855" cy="2341245"/>
              </a:xfrm>
              <a:custGeom>
                <a:avLst/>
                <a:gdLst>
                  <a:gd name="connsiteX0" fmla="*/ 3829050 w 3832855"/>
                  <a:gd name="connsiteY0" fmla="*/ 0 h 2341245"/>
                  <a:gd name="connsiteX1" fmla="*/ 3832855 w 3832855"/>
                  <a:gd name="connsiteY1" fmla="*/ 6667 h 2341245"/>
                  <a:gd name="connsiteX2" fmla="*/ 78959 w 3832855"/>
                  <a:gd name="connsiteY2" fmla="*/ 2288858 h 2341245"/>
                  <a:gd name="connsiteX3" fmla="*/ 0 w 3832855"/>
                  <a:gd name="connsiteY3" fmla="*/ 2341245 h 2341245"/>
                  <a:gd name="connsiteX4" fmla="*/ 75154 w 3832855"/>
                  <a:gd name="connsiteY4" fmla="*/ 2283143 h 2341245"/>
                  <a:gd name="connsiteX5" fmla="*/ 3830001 w 3832855"/>
                  <a:gd name="connsiteY5" fmla="*/ 0 h 234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32855" h="2341245">
                    <a:moveTo>
                      <a:pt x="3829050" y="0"/>
                    </a:moveTo>
                    <a:cubicBezTo>
                      <a:pt x="3830001" y="1905"/>
                      <a:pt x="3830953" y="4763"/>
                      <a:pt x="3832855" y="6667"/>
                    </a:cubicBezTo>
                    <a:cubicBezTo>
                      <a:pt x="2487694" y="692468"/>
                      <a:pt x="1236712" y="1452562"/>
                      <a:pt x="78959" y="2288858"/>
                    </a:cubicBezTo>
                    <a:lnTo>
                      <a:pt x="0" y="2341245"/>
                    </a:lnTo>
                    <a:lnTo>
                      <a:pt x="75154" y="2283143"/>
                    </a:lnTo>
                    <a:cubicBezTo>
                      <a:pt x="1235761" y="1451610"/>
                      <a:pt x="2486742" y="690562"/>
                      <a:pt x="3830001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6" name="Freeform 1585">
                <a:extLst>
                  <a:ext uri="{FF2B5EF4-FFF2-40B4-BE49-F238E27FC236}">
                    <a16:creationId xmlns:a16="http://schemas.microsoft.com/office/drawing/2014/main" id="{5059DB3B-06C4-A7BE-1F46-29779C004683}"/>
                  </a:ext>
                </a:extLst>
              </p:cNvPr>
              <p:cNvSpPr/>
              <p:nvPr/>
            </p:nvSpPr>
            <p:spPr>
              <a:xfrm>
                <a:off x="7089943" y="2408872"/>
                <a:ext cx="1044728" cy="547794"/>
              </a:xfrm>
              <a:custGeom>
                <a:avLst/>
                <a:gdLst>
                  <a:gd name="connsiteX0" fmla="*/ 1028556 w 1044728"/>
                  <a:gd name="connsiteY0" fmla="*/ 0 h 547794"/>
                  <a:gd name="connsiteX1" fmla="*/ 1032361 w 1044728"/>
                  <a:gd name="connsiteY1" fmla="*/ 6668 h 547794"/>
                  <a:gd name="connsiteX2" fmla="*/ 956256 w 1044728"/>
                  <a:gd name="connsiteY2" fmla="*/ 134303 h 547794"/>
                  <a:gd name="connsiteX3" fmla="*/ 1044728 w 1044728"/>
                  <a:gd name="connsiteY3" fmla="*/ 98108 h 547794"/>
                  <a:gd name="connsiteX4" fmla="*/ 959110 w 1044728"/>
                  <a:gd name="connsiteY4" fmla="*/ 140970 h 547794"/>
                  <a:gd name="connsiteX5" fmla="*/ 1028556 w 1044728"/>
                  <a:gd name="connsiteY5" fmla="*/ 0 h 547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4728" h="547794">
                    <a:moveTo>
                      <a:pt x="1028556" y="0"/>
                    </a:moveTo>
                    <a:cubicBezTo>
                      <a:pt x="1029507" y="1905"/>
                      <a:pt x="1030458" y="4763"/>
                      <a:pt x="1032361" y="6668"/>
                    </a:cubicBezTo>
                    <a:cubicBezTo>
                      <a:pt x="-317557" y="681990"/>
                      <a:pt x="-343243" y="724853"/>
                      <a:pt x="956256" y="134303"/>
                    </a:cubicBezTo>
                    <a:lnTo>
                      <a:pt x="1044728" y="98108"/>
                    </a:lnTo>
                    <a:lnTo>
                      <a:pt x="959110" y="140970"/>
                    </a:lnTo>
                    <a:cubicBezTo>
                      <a:pt x="-342292" y="726758"/>
                      <a:pt x="-319460" y="680085"/>
                      <a:pt x="1028556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7" name="Freeform 1586">
                <a:extLst>
                  <a:ext uri="{FF2B5EF4-FFF2-40B4-BE49-F238E27FC236}">
                    <a16:creationId xmlns:a16="http://schemas.microsoft.com/office/drawing/2014/main" id="{411C3567-E86B-B774-463D-4B4CCF628179}"/>
                  </a:ext>
                </a:extLst>
              </p:cNvPr>
              <p:cNvSpPr/>
              <p:nvPr/>
            </p:nvSpPr>
            <p:spPr>
              <a:xfrm>
                <a:off x="4242834" y="2119312"/>
                <a:ext cx="1202502" cy="3284219"/>
              </a:xfrm>
              <a:custGeom>
                <a:avLst/>
                <a:gdLst>
                  <a:gd name="connsiteX0" fmla="*/ 0 w 1202502"/>
                  <a:gd name="connsiteY0" fmla="*/ 7620 h 3284219"/>
                  <a:gd name="connsiteX1" fmla="*/ 5708 w 1202502"/>
                  <a:gd name="connsiteY1" fmla="*/ 0 h 3284219"/>
                  <a:gd name="connsiteX2" fmla="*/ 848575 w 1202502"/>
                  <a:gd name="connsiteY2" fmla="*/ 3202305 h 3284219"/>
                  <a:gd name="connsiteX3" fmla="*/ 800057 w 1202502"/>
                  <a:gd name="connsiteY3" fmla="*/ 3284220 h 3284219"/>
                  <a:gd name="connsiteX4" fmla="*/ 840964 w 1202502"/>
                  <a:gd name="connsiteY4" fmla="*/ 3197543 h 3284219"/>
                  <a:gd name="connsiteX5" fmla="*/ 951 w 1202502"/>
                  <a:gd name="connsiteY5" fmla="*/ 7620 h 3284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2502" h="3284219">
                    <a:moveTo>
                      <a:pt x="0" y="7620"/>
                    </a:moveTo>
                    <a:cubicBezTo>
                      <a:pt x="1903" y="4763"/>
                      <a:pt x="3805" y="1905"/>
                      <a:pt x="5708" y="0"/>
                    </a:cubicBezTo>
                    <a:cubicBezTo>
                      <a:pt x="1237663" y="873443"/>
                      <a:pt x="1518302" y="1941195"/>
                      <a:pt x="848575" y="3202305"/>
                    </a:cubicBezTo>
                    <a:lnTo>
                      <a:pt x="800057" y="3284220"/>
                    </a:lnTo>
                    <a:lnTo>
                      <a:pt x="840964" y="3197543"/>
                    </a:lnTo>
                    <a:cubicBezTo>
                      <a:pt x="1516399" y="1939290"/>
                      <a:pt x="1235761" y="875347"/>
                      <a:pt x="951" y="7620"/>
                    </a:cubicBezTo>
                    <a:close/>
                  </a:path>
                </a:pathLst>
              </a:custGeom>
              <a:solidFill>
                <a:srgbClr val="EFE09B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8" name="Freeform 1587">
                <a:extLst>
                  <a:ext uri="{FF2B5EF4-FFF2-40B4-BE49-F238E27FC236}">
                    <a16:creationId xmlns:a16="http://schemas.microsoft.com/office/drawing/2014/main" id="{78E38B9F-4AA4-B6B8-2465-1039AA30520D}"/>
                  </a:ext>
                </a:extLst>
              </p:cNvPr>
              <p:cNvSpPr/>
              <p:nvPr/>
            </p:nvSpPr>
            <p:spPr>
              <a:xfrm>
                <a:off x="4071597" y="2406015"/>
                <a:ext cx="1361046" cy="3006090"/>
              </a:xfrm>
              <a:custGeom>
                <a:avLst/>
                <a:gdLst>
                  <a:gd name="connsiteX0" fmla="*/ 0 w 1361046"/>
                  <a:gd name="connsiteY0" fmla="*/ 8572 h 3006090"/>
                  <a:gd name="connsiteX1" fmla="*/ 4757 w 1361046"/>
                  <a:gd name="connsiteY1" fmla="*/ 0 h 3006090"/>
                  <a:gd name="connsiteX2" fmla="*/ 1035984 w 1361046"/>
                  <a:gd name="connsiteY2" fmla="*/ 2924175 h 3006090"/>
                  <a:gd name="connsiteX3" fmla="*/ 987467 w 1361046"/>
                  <a:gd name="connsiteY3" fmla="*/ 3006090 h 3006090"/>
                  <a:gd name="connsiteX4" fmla="*/ 1027422 w 1361046"/>
                  <a:gd name="connsiteY4" fmla="*/ 2919413 h 3006090"/>
                  <a:gd name="connsiteX5" fmla="*/ 0 w 1361046"/>
                  <a:gd name="connsiteY5" fmla="*/ 8572 h 3006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61046" h="3006090">
                    <a:moveTo>
                      <a:pt x="0" y="8572"/>
                    </a:moveTo>
                    <a:cubicBezTo>
                      <a:pt x="1903" y="5715"/>
                      <a:pt x="2854" y="2857"/>
                      <a:pt x="4757" y="0"/>
                    </a:cubicBezTo>
                    <a:cubicBezTo>
                      <a:pt x="1351821" y="681990"/>
                      <a:pt x="1695247" y="1657350"/>
                      <a:pt x="1035984" y="2924175"/>
                    </a:cubicBezTo>
                    <a:lnTo>
                      <a:pt x="987467" y="3006090"/>
                    </a:lnTo>
                    <a:lnTo>
                      <a:pt x="1027422" y="2919413"/>
                    </a:lnTo>
                    <a:cubicBezTo>
                      <a:pt x="1692393" y="1655445"/>
                      <a:pt x="1349919" y="684847"/>
                      <a:pt x="0" y="8572"/>
                    </a:cubicBezTo>
                    <a:close/>
                  </a:path>
                </a:pathLst>
              </a:custGeom>
              <a:solidFill>
                <a:srgbClr val="DACA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89" name="Freeform 1588">
                <a:extLst>
                  <a:ext uri="{FF2B5EF4-FFF2-40B4-BE49-F238E27FC236}">
                    <a16:creationId xmlns:a16="http://schemas.microsoft.com/office/drawing/2014/main" id="{68064549-9E60-1699-C09E-7CF4C7982CAA}"/>
                  </a:ext>
                </a:extLst>
              </p:cNvPr>
              <p:cNvSpPr/>
              <p:nvPr/>
            </p:nvSpPr>
            <p:spPr>
              <a:xfrm>
                <a:off x="3862308" y="3356609"/>
                <a:ext cx="4381764" cy="799147"/>
              </a:xfrm>
              <a:custGeom>
                <a:avLst/>
                <a:gdLst>
                  <a:gd name="connsiteX0" fmla="*/ 4381765 w 4381764"/>
                  <a:gd name="connsiteY0" fmla="*/ 789622 h 799147"/>
                  <a:gd name="connsiteX1" fmla="*/ 4378911 w 4381764"/>
                  <a:gd name="connsiteY1" fmla="*/ 799147 h 799147"/>
                  <a:gd name="connsiteX2" fmla="*/ 95132 w 4381764"/>
                  <a:gd name="connsiteY2" fmla="*/ 9525 h 799147"/>
                  <a:gd name="connsiteX3" fmla="*/ 0 w 4381764"/>
                  <a:gd name="connsiteY3" fmla="*/ 1905 h 799147"/>
                  <a:gd name="connsiteX4" fmla="*/ 95132 w 4381764"/>
                  <a:gd name="connsiteY4" fmla="*/ 0 h 799147"/>
                  <a:gd name="connsiteX5" fmla="*/ 4381765 w 4381764"/>
                  <a:gd name="connsiteY5" fmla="*/ 789622 h 799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1764" h="799147">
                    <a:moveTo>
                      <a:pt x="4381765" y="789622"/>
                    </a:moveTo>
                    <a:cubicBezTo>
                      <a:pt x="4380814" y="792480"/>
                      <a:pt x="4379862" y="796290"/>
                      <a:pt x="4378911" y="799147"/>
                    </a:cubicBezTo>
                    <a:cubicBezTo>
                      <a:pt x="2949082" y="314325"/>
                      <a:pt x="1521156" y="51435"/>
                      <a:pt x="95132" y="9525"/>
                    </a:cubicBezTo>
                    <a:lnTo>
                      <a:pt x="0" y="1905"/>
                    </a:lnTo>
                    <a:lnTo>
                      <a:pt x="95132" y="0"/>
                    </a:lnTo>
                    <a:cubicBezTo>
                      <a:pt x="1521156" y="48578"/>
                      <a:pt x="2950033" y="311468"/>
                      <a:pt x="4381765" y="789622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0" name="Freeform 1589">
                <a:extLst>
                  <a:ext uri="{FF2B5EF4-FFF2-40B4-BE49-F238E27FC236}">
                    <a16:creationId xmlns:a16="http://schemas.microsoft.com/office/drawing/2014/main" id="{BA92EC31-EA64-8936-5FBE-D6969C4626E2}"/>
                  </a:ext>
                </a:extLst>
              </p:cNvPr>
              <p:cNvSpPr/>
              <p:nvPr/>
            </p:nvSpPr>
            <p:spPr>
              <a:xfrm>
                <a:off x="6559098" y="3971567"/>
                <a:ext cx="1678315" cy="1608177"/>
              </a:xfrm>
              <a:custGeom>
                <a:avLst/>
                <a:gdLst>
                  <a:gd name="connsiteX0" fmla="*/ 1678316 w 1678315"/>
                  <a:gd name="connsiteY0" fmla="*/ 193715 h 1608177"/>
                  <a:gd name="connsiteX1" fmla="*/ 1675462 w 1678315"/>
                  <a:gd name="connsiteY1" fmla="*/ 203240 h 1608177"/>
                  <a:gd name="connsiteX2" fmla="*/ 137183 w 1678315"/>
                  <a:gd name="connsiteY2" fmla="*/ 1515785 h 1608177"/>
                  <a:gd name="connsiteX3" fmla="*/ 159063 w 1678315"/>
                  <a:gd name="connsiteY3" fmla="*/ 1608177 h 1608177"/>
                  <a:gd name="connsiteX4" fmla="*/ 127669 w 1678315"/>
                  <a:gd name="connsiteY4" fmla="*/ 1517690 h 1608177"/>
                  <a:gd name="connsiteX5" fmla="*/ 1678316 w 1678315"/>
                  <a:gd name="connsiteY5" fmla="*/ 193715 h 1608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8315" h="1608177">
                    <a:moveTo>
                      <a:pt x="1678316" y="193715"/>
                    </a:moveTo>
                    <a:cubicBezTo>
                      <a:pt x="1677364" y="196572"/>
                      <a:pt x="1676413" y="200382"/>
                      <a:pt x="1675462" y="203240"/>
                    </a:cubicBezTo>
                    <a:cubicBezTo>
                      <a:pt x="250389" y="-293965"/>
                      <a:pt x="-263322" y="144185"/>
                      <a:pt x="137183" y="1515785"/>
                    </a:cubicBezTo>
                    <a:lnTo>
                      <a:pt x="159063" y="1608177"/>
                    </a:lnTo>
                    <a:lnTo>
                      <a:pt x="127669" y="1517690"/>
                    </a:lnTo>
                    <a:cubicBezTo>
                      <a:pt x="-266176" y="144185"/>
                      <a:pt x="251341" y="-296823"/>
                      <a:pt x="1678316" y="193715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1" name="Freeform 1590">
                <a:extLst>
                  <a:ext uri="{FF2B5EF4-FFF2-40B4-BE49-F238E27FC236}">
                    <a16:creationId xmlns:a16="http://schemas.microsoft.com/office/drawing/2014/main" id="{D2CB82A2-5768-AB31-AD3E-D48A25B508F6}"/>
                  </a:ext>
                </a:extLst>
              </p:cNvPr>
              <p:cNvSpPr/>
              <p:nvPr/>
            </p:nvSpPr>
            <p:spPr>
              <a:xfrm>
                <a:off x="4032593" y="1167764"/>
                <a:ext cx="2231789" cy="1658519"/>
              </a:xfrm>
              <a:custGeom>
                <a:avLst/>
                <a:gdLst>
                  <a:gd name="connsiteX0" fmla="*/ 2222276 w 2231789"/>
                  <a:gd name="connsiteY0" fmla="*/ 0 h 1658519"/>
                  <a:gd name="connsiteX1" fmla="*/ 2231789 w 2231789"/>
                  <a:gd name="connsiteY1" fmla="*/ 0 h 1658519"/>
                  <a:gd name="connsiteX2" fmla="*/ 85619 w 2231789"/>
                  <a:gd name="connsiteY2" fmla="*/ 1440180 h 1658519"/>
                  <a:gd name="connsiteX3" fmla="*/ 0 w 2231789"/>
                  <a:gd name="connsiteY3" fmla="*/ 1399223 h 1658519"/>
                  <a:gd name="connsiteX4" fmla="*/ 89424 w 2231789"/>
                  <a:gd name="connsiteY4" fmla="*/ 1431608 h 1658519"/>
                  <a:gd name="connsiteX5" fmla="*/ 2222276 w 2231789"/>
                  <a:gd name="connsiteY5" fmla="*/ 0 h 1658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31789" h="1658519">
                    <a:moveTo>
                      <a:pt x="2222276" y="0"/>
                    </a:moveTo>
                    <a:cubicBezTo>
                      <a:pt x="2225130" y="0"/>
                      <a:pt x="2228935" y="0"/>
                      <a:pt x="2231789" y="0"/>
                    </a:cubicBezTo>
                    <a:cubicBezTo>
                      <a:pt x="2119534" y="1506855"/>
                      <a:pt x="1404144" y="1986915"/>
                      <a:pt x="85619" y="1440180"/>
                    </a:cubicBezTo>
                    <a:lnTo>
                      <a:pt x="0" y="1399223"/>
                    </a:lnTo>
                    <a:lnTo>
                      <a:pt x="89424" y="1431608"/>
                    </a:lnTo>
                    <a:cubicBezTo>
                      <a:pt x="1405095" y="1985010"/>
                      <a:pt x="2115729" y="1506855"/>
                      <a:pt x="2222276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2" name="Freeform 1591">
                <a:extLst>
                  <a:ext uri="{FF2B5EF4-FFF2-40B4-BE49-F238E27FC236}">
                    <a16:creationId xmlns:a16="http://schemas.microsoft.com/office/drawing/2014/main" id="{A53A51FD-584B-506E-2B20-FF6851CA6FA1}"/>
                  </a:ext>
                </a:extLst>
              </p:cNvPr>
              <p:cNvSpPr/>
              <p:nvPr/>
            </p:nvSpPr>
            <p:spPr>
              <a:xfrm>
                <a:off x="3909874" y="1167764"/>
                <a:ext cx="2373535" cy="1885404"/>
              </a:xfrm>
              <a:custGeom>
                <a:avLst/>
                <a:gdLst>
                  <a:gd name="connsiteX0" fmla="*/ 2364022 w 2373535"/>
                  <a:gd name="connsiteY0" fmla="*/ 953 h 1885404"/>
                  <a:gd name="connsiteX1" fmla="*/ 2373536 w 2373535"/>
                  <a:gd name="connsiteY1" fmla="*/ 953 h 1885404"/>
                  <a:gd name="connsiteX2" fmla="*/ 92278 w 2373535"/>
                  <a:gd name="connsiteY2" fmla="*/ 1810703 h 1885404"/>
                  <a:gd name="connsiteX3" fmla="*/ 0 w 2373535"/>
                  <a:gd name="connsiteY3" fmla="*/ 1785938 h 1885404"/>
                  <a:gd name="connsiteX4" fmla="*/ 94180 w 2373535"/>
                  <a:gd name="connsiteY4" fmla="*/ 1801178 h 1885404"/>
                  <a:gd name="connsiteX5" fmla="*/ 2363071 w 2373535"/>
                  <a:gd name="connsiteY5" fmla="*/ 0 h 18854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73535" h="1885404">
                    <a:moveTo>
                      <a:pt x="2364022" y="953"/>
                    </a:moveTo>
                    <a:cubicBezTo>
                      <a:pt x="2366876" y="953"/>
                      <a:pt x="2370681" y="953"/>
                      <a:pt x="2373536" y="953"/>
                    </a:cubicBezTo>
                    <a:cubicBezTo>
                      <a:pt x="2247962" y="1506855"/>
                      <a:pt x="1487860" y="2110740"/>
                      <a:pt x="92278" y="1810703"/>
                    </a:cubicBezTo>
                    <a:lnTo>
                      <a:pt x="0" y="1785938"/>
                    </a:lnTo>
                    <a:lnTo>
                      <a:pt x="94180" y="1801178"/>
                    </a:lnTo>
                    <a:cubicBezTo>
                      <a:pt x="1487860" y="2106930"/>
                      <a:pt x="2244156" y="1506855"/>
                      <a:pt x="2363071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3" name="Freeform 1592">
                <a:extLst>
                  <a:ext uri="{FF2B5EF4-FFF2-40B4-BE49-F238E27FC236}">
                    <a16:creationId xmlns:a16="http://schemas.microsoft.com/office/drawing/2014/main" id="{A6AAC54B-DACC-3974-7CF3-10747AF8C10A}"/>
                  </a:ext>
                </a:extLst>
              </p:cNvPr>
              <p:cNvSpPr/>
              <p:nvPr/>
            </p:nvSpPr>
            <p:spPr>
              <a:xfrm>
                <a:off x="5580386" y="4493079"/>
                <a:ext cx="1155849" cy="1145720"/>
              </a:xfrm>
              <a:custGeom>
                <a:avLst/>
                <a:gdLst>
                  <a:gd name="connsiteX0" fmla="*/ 9513 w 1155849"/>
                  <a:gd name="connsiteY0" fmla="*/ 1145720 h 1145720"/>
                  <a:gd name="connsiteX1" fmla="*/ 0 w 1155849"/>
                  <a:gd name="connsiteY1" fmla="*/ 1143815 h 1145720"/>
                  <a:gd name="connsiteX2" fmla="*/ 1133018 w 1155849"/>
                  <a:gd name="connsiteY2" fmla="*/ 988558 h 1145720"/>
                  <a:gd name="connsiteX3" fmla="*/ 1155850 w 1155849"/>
                  <a:gd name="connsiteY3" fmla="*/ 1080951 h 1145720"/>
                  <a:gd name="connsiteX4" fmla="*/ 1124457 w 1155849"/>
                  <a:gd name="connsiteY4" fmla="*/ 991415 h 1145720"/>
                  <a:gd name="connsiteX5" fmla="*/ 10465 w 1155849"/>
                  <a:gd name="connsiteY5" fmla="*/ 1145720 h 1145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5849" h="1145720">
                    <a:moveTo>
                      <a:pt x="9513" y="1145720"/>
                    </a:moveTo>
                    <a:cubicBezTo>
                      <a:pt x="6659" y="1145720"/>
                      <a:pt x="2854" y="1143815"/>
                      <a:pt x="0" y="1143815"/>
                    </a:cubicBezTo>
                    <a:cubicBezTo>
                      <a:pt x="343425" y="-327797"/>
                      <a:pt x="721098" y="-379232"/>
                      <a:pt x="1133018" y="988558"/>
                    </a:cubicBezTo>
                    <a:lnTo>
                      <a:pt x="1155850" y="1080951"/>
                    </a:lnTo>
                    <a:lnTo>
                      <a:pt x="1124457" y="991415"/>
                    </a:lnTo>
                    <a:cubicBezTo>
                      <a:pt x="719196" y="-378280"/>
                      <a:pt x="347231" y="-326845"/>
                      <a:pt x="10465" y="1145720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4" name="Freeform 1593">
                <a:extLst>
                  <a:ext uri="{FF2B5EF4-FFF2-40B4-BE49-F238E27FC236}">
                    <a16:creationId xmlns:a16="http://schemas.microsoft.com/office/drawing/2014/main" id="{19C5F390-967C-3F4C-3F10-15A5721A492F}"/>
                  </a:ext>
                </a:extLst>
              </p:cNvPr>
              <p:cNvSpPr/>
              <p:nvPr/>
            </p:nvSpPr>
            <p:spPr>
              <a:xfrm>
                <a:off x="3861356" y="3375659"/>
                <a:ext cx="2162071" cy="2320290"/>
              </a:xfrm>
              <a:custGeom>
                <a:avLst/>
                <a:gdLst>
                  <a:gd name="connsiteX0" fmla="*/ 2159489 w 2162071"/>
                  <a:gd name="connsiteY0" fmla="*/ 2319338 h 2320290"/>
                  <a:gd name="connsiteX1" fmla="*/ 2149976 w 2162071"/>
                  <a:gd name="connsiteY1" fmla="*/ 2319338 h 2320290"/>
                  <a:gd name="connsiteX2" fmla="*/ 95132 w 2162071"/>
                  <a:gd name="connsiteY2" fmla="*/ 9525 h 2320290"/>
                  <a:gd name="connsiteX3" fmla="*/ 0 w 2162071"/>
                  <a:gd name="connsiteY3" fmla="*/ 2858 h 2320290"/>
                  <a:gd name="connsiteX4" fmla="*/ 95132 w 2162071"/>
                  <a:gd name="connsiteY4" fmla="*/ 0 h 2320290"/>
                  <a:gd name="connsiteX5" fmla="*/ 2159489 w 2162071"/>
                  <a:gd name="connsiteY5" fmla="*/ 2320290 h 2320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62071" h="2320290">
                    <a:moveTo>
                      <a:pt x="2159489" y="2319338"/>
                    </a:moveTo>
                    <a:cubicBezTo>
                      <a:pt x="2156635" y="2319338"/>
                      <a:pt x="2152830" y="2319338"/>
                      <a:pt x="2149976" y="2319338"/>
                    </a:cubicBezTo>
                    <a:cubicBezTo>
                      <a:pt x="2207055" y="808672"/>
                      <a:pt x="1522107" y="39053"/>
                      <a:pt x="95132" y="9525"/>
                    </a:cubicBezTo>
                    <a:lnTo>
                      <a:pt x="0" y="2858"/>
                    </a:lnTo>
                    <a:lnTo>
                      <a:pt x="95132" y="0"/>
                    </a:lnTo>
                    <a:cubicBezTo>
                      <a:pt x="1522107" y="36195"/>
                      <a:pt x="2209909" y="809625"/>
                      <a:pt x="2159489" y="2320290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5" name="Freeform 1594">
                <a:extLst>
                  <a:ext uri="{FF2B5EF4-FFF2-40B4-BE49-F238E27FC236}">
                    <a16:creationId xmlns:a16="http://schemas.microsoft.com/office/drawing/2014/main" id="{9F77FD71-75F8-6ECB-F7E1-2231FDA4CABF}"/>
                  </a:ext>
                </a:extLst>
              </p:cNvPr>
              <p:cNvSpPr/>
              <p:nvPr/>
            </p:nvSpPr>
            <p:spPr>
              <a:xfrm>
                <a:off x="5076188" y="2359342"/>
                <a:ext cx="3021382" cy="3061335"/>
              </a:xfrm>
              <a:custGeom>
                <a:avLst/>
                <a:gdLst>
                  <a:gd name="connsiteX0" fmla="*/ 3016626 w 3021382"/>
                  <a:gd name="connsiteY0" fmla="*/ 0 h 3061335"/>
                  <a:gd name="connsiteX1" fmla="*/ 3021383 w 3021382"/>
                  <a:gd name="connsiteY1" fmla="*/ 8573 h 3061335"/>
                  <a:gd name="connsiteX2" fmla="*/ 47566 w 3021382"/>
                  <a:gd name="connsiteY2" fmla="*/ 2978468 h 3061335"/>
                  <a:gd name="connsiteX3" fmla="*/ 0 w 3021382"/>
                  <a:gd name="connsiteY3" fmla="*/ 3061335 h 3061335"/>
                  <a:gd name="connsiteX4" fmla="*/ 39004 w 3021382"/>
                  <a:gd name="connsiteY4" fmla="*/ 2974658 h 3061335"/>
                  <a:gd name="connsiteX5" fmla="*/ 3016626 w 3021382"/>
                  <a:gd name="connsiteY5" fmla="*/ 0 h 3061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21382" h="3061335">
                    <a:moveTo>
                      <a:pt x="3016626" y="0"/>
                    </a:moveTo>
                    <a:cubicBezTo>
                      <a:pt x="3018528" y="2858"/>
                      <a:pt x="3019480" y="5715"/>
                      <a:pt x="3021383" y="8573"/>
                    </a:cubicBezTo>
                    <a:cubicBezTo>
                      <a:pt x="1687636" y="715327"/>
                      <a:pt x="696364" y="1705927"/>
                      <a:pt x="47566" y="2978468"/>
                    </a:cubicBezTo>
                    <a:lnTo>
                      <a:pt x="0" y="3061335"/>
                    </a:lnTo>
                    <a:lnTo>
                      <a:pt x="39004" y="2974658"/>
                    </a:lnTo>
                    <a:cubicBezTo>
                      <a:pt x="692559" y="1704975"/>
                      <a:pt x="1685733" y="713423"/>
                      <a:pt x="3016626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6" name="Freeform 1595">
                <a:extLst>
                  <a:ext uri="{FF2B5EF4-FFF2-40B4-BE49-F238E27FC236}">
                    <a16:creationId xmlns:a16="http://schemas.microsoft.com/office/drawing/2014/main" id="{EFCFFBCB-89A3-67FA-DC7E-C8858D781658}"/>
                  </a:ext>
                </a:extLst>
              </p:cNvPr>
              <p:cNvSpPr/>
              <p:nvPr/>
            </p:nvSpPr>
            <p:spPr>
              <a:xfrm>
                <a:off x="3860405" y="2376487"/>
                <a:ext cx="4245726" cy="1026461"/>
              </a:xfrm>
              <a:custGeom>
                <a:avLst/>
                <a:gdLst>
                  <a:gd name="connsiteX0" fmla="*/ 4240970 w 4245726"/>
                  <a:gd name="connsiteY0" fmla="*/ 0 h 1026461"/>
                  <a:gd name="connsiteX1" fmla="*/ 4245727 w 4245726"/>
                  <a:gd name="connsiteY1" fmla="*/ 8572 h 1026461"/>
                  <a:gd name="connsiteX2" fmla="*/ 95132 w 4245726"/>
                  <a:gd name="connsiteY2" fmla="*/ 1025843 h 1026461"/>
                  <a:gd name="connsiteX3" fmla="*/ 0 w 4245726"/>
                  <a:gd name="connsiteY3" fmla="*/ 1020128 h 1026461"/>
                  <a:gd name="connsiteX4" fmla="*/ 95132 w 4245726"/>
                  <a:gd name="connsiteY4" fmla="*/ 1017270 h 1026461"/>
                  <a:gd name="connsiteX5" fmla="*/ 4240970 w 4245726"/>
                  <a:gd name="connsiteY5" fmla="*/ 953 h 1026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45726" h="1026461">
                    <a:moveTo>
                      <a:pt x="4240970" y="0"/>
                    </a:moveTo>
                    <a:cubicBezTo>
                      <a:pt x="4242873" y="2858"/>
                      <a:pt x="4243824" y="5715"/>
                      <a:pt x="4245727" y="8572"/>
                    </a:cubicBezTo>
                    <a:cubicBezTo>
                      <a:pt x="2905321" y="703897"/>
                      <a:pt x="1522107" y="1042988"/>
                      <a:pt x="95132" y="1025843"/>
                    </a:cubicBezTo>
                    <a:lnTo>
                      <a:pt x="0" y="1020128"/>
                    </a:lnTo>
                    <a:lnTo>
                      <a:pt x="95132" y="1017270"/>
                    </a:lnTo>
                    <a:cubicBezTo>
                      <a:pt x="1522107" y="1041082"/>
                      <a:pt x="2903419" y="701993"/>
                      <a:pt x="4240970" y="953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7" name="Freeform 1596">
                <a:extLst>
                  <a:ext uri="{FF2B5EF4-FFF2-40B4-BE49-F238E27FC236}">
                    <a16:creationId xmlns:a16="http://schemas.microsoft.com/office/drawing/2014/main" id="{93CE372A-5E74-CCE5-D139-DE375C8EEB48}"/>
                  </a:ext>
                </a:extLst>
              </p:cNvPr>
              <p:cNvSpPr/>
              <p:nvPr/>
            </p:nvSpPr>
            <p:spPr>
              <a:xfrm>
                <a:off x="5093312" y="4291769"/>
                <a:ext cx="2632293" cy="1137480"/>
              </a:xfrm>
              <a:custGeom>
                <a:avLst/>
                <a:gdLst>
                  <a:gd name="connsiteX0" fmla="*/ 2632293 w 2632293"/>
                  <a:gd name="connsiteY0" fmla="*/ 710761 h 1137480"/>
                  <a:gd name="connsiteX1" fmla="*/ 2625634 w 2632293"/>
                  <a:gd name="connsiteY1" fmla="*/ 717428 h 1137480"/>
                  <a:gd name="connsiteX2" fmla="*/ 46614 w 2632293"/>
                  <a:gd name="connsiteY2" fmla="*/ 1054613 h 1137480"/>
                  <a:gd name="connsiteX3" fmla="*/ 0 w 2632293"/>
                  <a:gd name="connsiteY3" fmla="*/ 1137481 h 1137480"/>
                  <a:gd name="connsiteX4" fmla="*/ 38053 w 2632293"/>
                  <a:gd name="connsiteY4" fmla="*/ 1049851 h 1137480"/>
                  <a:gd name="connsiteX5" fmla="*/ 2632293 w 2632293"/>
                  <a:gd name="connsiteY5" fmla="*/ 709808 h 1137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632293" h="1137480">
                    <a:moveTo>
                      <a:pt x="2632293" y="710761"/>
                    </a:moveTo>
                    <a:cubicBezTo>
                      <a:pt x="2630391" y="712666"/>
                      <a:pt x="2627537" y="715523"/>
                      <a:pt x="2625634" y="717428"/>
                    </a:cubicBezTo>
                    <a:cubicBezTo>
                      <a:pt x="1543036" y="-336037"/>
                      <a:pt x="683997" y="-223642"/>
                      <a:pt x="46614" y="1054613"/>
                    </a:cubicBezTo>
                    <a:lnTo>
                      <a:pt x="0" y="1137481"/>
                    </a:lnTo>
                    <a:lnTo>
                      <a:pt x="38053" y="1049851"/>
                    </a:lnTo>
                    <a:cubicBezTo>
                      <a:pt x="681143" y="-225547"/>
                      <a:pt x="1545890" y="-338894"/>
                      <a:pt x="2632293" y="709808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8" name="Freeform 1597">
                <a:extLst>
                  <a:ext uri="{FF2B5EF4-FFF2-40B4-BE49-F238E27FC236}">
                    <a16:creationId xmlns:a16="http://schemas.microsoft.com/office/drawing/2014/main" id="{A781828D-341A-293F-EF7A-978E88AF8287}"/>
                  </a:ext>
                </a:extLst>
              </p:cNvPr>
              <p:cNvSpPr/>
              <p:nvPr/>
            </p:nvSpPr>
            <p:spPr>
              <a:xfrm>
                <a:off x="3860405" y="3409950"/>
                <a:ext cx="3851881" cy="1612582"/>
              </a:xfrm>
              <a:custGeom>
                <a:avLst/>
                <a:gdLst>
                  <a:gd name="connsiteX0" fmla="*/ 3851882 w 3851881"/>
                  <a:gd name="connsiteY0" fmla="*/ 1605915 h 1612582"/>
                  <a:gd name="connsiteX1" fmla="*/ 3845223 w 3851881"/>
                  <a:gd name="connsiteY1" fmla="*/ 1612582 h 1612582"/>
                  <a:gd name="connsiteX2" fmla="*/ 95132 w 3851881"/>
                  <a:gd name="connsiteY2" fmla="*/ 9525 h 1612582"/>
                  <a:gd name="connsiteX3" fmla="*/ 0 w 3851881"/>
                  <a:gd name="connsiteY3" fmla="*/ 3810 h 1612582"/>
                  <a:gd name="connsiteX4" fmla="*/ 95132 w 3851881"/>
                  <a:gd name="connsiteY4" fmla="*/ 0 h 1612582"/>
                  <a:gd name="connsiteX5" fmla="*/ 3851882 w 3851881"/>
                  <a:gd name="connsiteY5" fmla="*/ 1604963 h 1612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51881" h="1612582">
                    <a:moveTo>
                      <a:pt x="3851882" y="1605915"/>
                    </a:moveTo>
                    <a:cubicBezTo>
                      <a:pt x="3849979" y="1607820"/>
                      <a:pt x="3847125" y="1610678"/>
                      <a:pt x="3845223" y="1612582"/>
                    </a:cubicBezTo>
                    <a:cubicBezTo>
                      <a:pt x="2772137" y="549593"/>
                      <a:pt x="1522107" y="15240"/>
                      <a:pt x="95132" y="9525"/>
                    </a:cubicBezTo>
                    <a:lnTo>
                      <a:pt x="0" y="3810"/>
                    </a:lnTo>
                    <a:lnTo>
                      <a:pt x="95132" y="0"/>
                    </a:lnTo>
                    <a:cubicBezTo>
                      <a:pt x="1522107" y="11430"/>
                      <a:pt x="2774040" y="546735"/>
                      <a:pt x="3851882" y="1604963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99" name="Freeform 1598">
                <a:extLst>
                  <a:ext uri="{FF2B5EF4-FFF2-40B4-BE49-F238E27FC236}">
                    <a16:creationId xmlns:a16="http://schemas.microsoft.com/office/drawing/2014/main" id="{FF4D63B5-605E-0328-65E3-6E46628B4E60}"/>
                  </a:ext>
                </a:extLst>
              </p:cNvPr>
              <p:cNvSpPr/>
              <p:nvPr/>
            </p:nvSpPr>
            <p:spPr>
              <a:xfrm>
                <a:off x="5109484" y="3174682"/>
                <a:ext cx="3237330" cy="2263140"/>
              </a:xfrm>
              <a:custGeom>
                <a:avLst/>
                <a:gdLst>
                  <a:gd name="connsiteX0" fmla="*/ 3236380 w 3237330"/>
                  <a:gd name="connsiteY0" fmla="*/ 0 h 2263140"/>
                  <a:gd name="connsiteX1" fmla="*/ 3237331 w 3237330"/>
                  <a:gd name="connsiteY1" fmla="*/ 9525 h 2263140"/>
                  <a:gd name="connsiteX2" fmla="*/ 46615 w 3237330"/>
                  <a:gd name="connsiteY2" fmla="*/ 2179320 h 2263140"/>
                  <a:gd name="connsiteX3" fmla="*/ 0 w 3237330"/>
                  <a:gd name="connsiteY3" fmla="*/ 2263140 h 2263140"/>
                  <a:gd name="connsiteX4" fmla="*/ 38053 w 3237330"/>
                  <a:gd name="connsiteY4" fmla="*/ 2175510 h 2263140"/>
                  <a:gd name="connsiteX5" fmla="*/ 3236380 w 3237330"/>
                  <a:gd name="connsiteY5" fmla="*/ 0 h 2263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37330" h="2263140">
                    <a:moveTo>
                      <a:pt x="3236380" y="0"/>
                    </a:moveTo>
                    <a:cubicBezTo>
                      <a:pt x="3236380" y="2858"/>
                      <a:pt x="3236380" y="6668"/>
                      <a:pt x="3237331" y="9525"/>
                    </a:cubicBezTo>
                    <a:cubicBezTo>
                      <a:pt x="1737105" y="172403"/>
                      <a:pt x="673532" y="896303"/>
                      <a:pt x="46615" y="2179320"/>
                    </a:cubicBezTo>
                    <a:lnTo>
                      <a:pt x="0" y="2263140"/>
                    </a:lnTo>
                    <a:lnTo>
                      <a:pt x="38053" y="2175510"/>
                    </a:lnTo>
                    <a:cubicBezTo>
                      <a:pt x="670678" y="894398"/>
                      <a:pt x="1736153" y="169545"/>
                      <a:pt x="3236380" y="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0" name="Freeform 1599">
                <a:extLst>
                  <a:ext uri="{FF2B5EF4-FFF2-40B4-BE49-F238E27FC236}">
                    <a16:creationId xmlns:a16="http://schemas.microsoft.com/office/drawing/2014/main" id="{C59884D6-1FAD-CFD0-5E4F-B4CF81F6A2BB}"/>
                  </a:ext>
                </a:extLst>
              </p:cNvPr>
              <p:cNvSpPr/>
              <p:nvPr/>
            </p:nvSpPr>
            <p:spPr>
              <a:xfrm>
                <a:off x="3860405" y="3192780"/>
                <a:ext cx="4488312" cy="245744"/>
              </a:xfrm>
              <a:custGeom>
                <a:avLst/>
                <a:gdLst>
                  <a:gd name="connsiteX0" fmla="*/ 4487362 w 4488312"/>
                  <a:gd name="connsiteY0" fmla="*/ 952 h 245744"/>
                  <a:gd name="connsiteX1" fmla="*/ 4488313 w 4488312"/>
                  <a:gd name="connsiteY1" fmla="*/ 10477 h 245744"/>
                  <a:gd name="connsiteX2" fmla="*/ 95132 w 4488312"/>
                  <a:gd name="connsiteY2" fmla="*/ 245745 h 245744"/>
                  <a:gd name="connsiteX3" fmla="*/ 0 w 4488312"/>
                  <a:gd name="connsiteY3" fmla="*/ 240982 h 245744"/>
                  <a:gd name="connsiteX4" fmla="*/ 95132 w 4488312"/>
                  <a:gd name="connsiteY4" fmla="*/ 236220 h 245744"/>
                  <a:gd name="connsiteX5" fmla="*/ 4487362 w 4488312"/>
                  <a:gd name="connsiteY5" fmla="*/ 0 h 245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88312" h="245744">
                    <a:moveTo>
                      <a:pt x="4487362" y="952"/>
                    </a:moveTo>
                    <a:cubicBezTo>
                      <a:pt x="4487362" y="3810"/>
                      <a:pt x="4487362" y="7620"/>
                      <a:pt x="4488313" y="10477"/>
                    </a:cubicBezTo>
                    <a:cubicBezTo>
                      <a:pt x="2986183" y="160972"/>
                      <a:pt x="1522107" y="239077"/>
                      <a:pt x="95132" y="245745"/>
                    </a:cubicBezTo>
                    <a:lnTo>
                      <a:pt x="0" y="240982"/>
                    </a:lnTo>
                    <a:lnTo>
                      <a:pt x="95132" y="236220"/>
                    </a:lnTo>
                    <a:cubicBezTo>
                      <a:pt x="1522107" y="236220"/>
                      <a:pt x="2986183" y="157163"/>
                      <a:pt x="4487362" y="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1" name="Freeform 1600">
                <a:extLst>
                  <a:ext uri="{FF2B5EF4-FFF2-40B4-BE49-F238E27FC236}">
                    <a16:creationId xmlns:a16="http://schemas.microsoft.com/office/drawing/2014/main" id="{35B83D33-811F-86C9-76FA-3F874D82D876}"/>
                  </a:ext>
                </a:extLst>
              </p:cNvPr>
              <p:cNvSpPr/>
              <p:nvPr/>
            </p:nvSpPr>
            <p:spPr>
              <a:xfrm>
                <a:off x="3935559" y="2736532"/>
                <a:ext cx="1177680" cy="1886902"/>
              </a:xfrm>
              <a:custGeom>
                <a:avLst/>
                <a:gdLst>
                  <a:gd name="connsiteX0" fmla="*/ 951 w 1177680"/>
                  <a:gd name="connsiteY0" fmla="*/ 11430 h 1886902"/>
                  <a:gd name="connsiteX1" fmla="*/ 4757 w 1177680"/>
                  <a:gd name="connsiteY1" fmla="*/ 0 h 1886902"/>
                  <a:gd name="connsiteX2" fmla="*/ 353890 w 1177680"/>
                  <a:gd name="connsiteY2" fmla="*/ 1841183 h 1886902"/>
                  <a:gd name="connsiteX3" fmla="*/ 270174 w 1177680"/>
                  <a:gd name="connsiteY3" fmla="*/ 1886902 h 1886902"/>
                  <a:gd name="connsiteX4" fmla="*/ 347231 w 1177680"/>
                  <a:gd name="connsiteY4" fmla="*/ 1831658 h 1886902"/>
                  <a:gd name="connsiteX5" fmla="*/ 0 w 1177680"/>
                  <a:gd name="connsiteY5" fmla="*/ 11430 h 1886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77680" h="1886902">
                    <a:moveTo>
                      <a:pt x="951" y="11430"/>
                    </a:moveTo>
                    <a:cubicBezTo>
                      <a:pt x="1903" y="7620"/>
                      <a:pt x="3805" y="3810"/>
                      <a:pt x="4757" y="0"/>
                    </a:cubicBezTo>
                    <a:cubicBezTo>
                      <a:pt x="1442196" y="461010"/>
                      <a:pt x="1558257" y="1075373"/>
                      <a:pt x="353890" y="1841183"/>
                    </a:cubicBezTo>
                    <a:lnTo>
                      <a:pt x="270174" y="1886902"/>
                    </a:lnTo>
                    <a:lnTo>
                      <a:pt x="347231" y="1831658"/>
                    </a:lnTo>
                    <a:cubicBezTo>
                      <a:pt x="1555403" y="1071562"/>
                      <a:pt x="1440294" y="464820"/>
                      <a:pt x="0" y="11430"/>
                    </a:cubicBezTo>
                    <a:close/>
                  </a:path>
                </a:pathLst>
              </a:custGeom>
              <a:solidFill>
                <a:srgbClr val="ABA97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2" name="Freeform 1601">
                <a:extLst>
                  <a:ext uri="{FF2B5EF4-FFF2-40B4-BE49-F238E27FC236}">
                    <a16:creationId xmlns:a16="http://schemas.microsoft.com/office/drawing/2014/main" id="{58326CFF-DD5E-2285-303A-F40753B6693F}"/>
                  </a:ext>
                </a:extLst>
              </p:cNvPr>
              <p:cNvSpPr/>
              <p:nvPr/>
            </p:nvSpPr>
            <p:spPr>
              <a:xfrm>
                <a:off x="4218100" y="3864097"/>
                <a:ext cx="4033582" cy="778387"/>
              </a:xfrm>
              <a:custGeom>
                <a:avLst/>
                <a:gdLst>
                  <a:gd name="connsiteX0" fmla="*/ 4032632 w 4033582"/>
                  <a:gd name="connsiteY0" fmla="*/ 262133 h 778387"/>
                  <a:gd name="connsiteX1" fmla="*/ 4028826 w 4033582"/>
                  <a:gd name="connsiteY1" fmla="*/ 273563 h 778387"/>
                  <a:gd name="connsiteX2" fmla="*/ 82765 w 4033582"/>
                  <a:gd name="connsiteY2" fmla="*/ 731715 h 778387"/>
                  <a:gd name="connsiteX3" fmla="*/ 0 w 4033582"/>
                  <a:gd name="connsiteY3" fmla="*/ 778388 h 778387"/>
                  <a:gd name="connsiteX4" fmla="*/ 77057 w 4033582"/>
                  <a:gd name="connsiteY4" fmla="*/ 722190 h 778387"/>
                  <a:gd name="connsiteX5" fmla="*/ 4033583 w 4033582"/>
                  <a:gd name="connsiteY5" fmla="*/ 262133 h 778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33582" h="778387">
                    <a:moveTo>
                      <a:pt x="4032632" y="262133"/>
                    </a:moveTo>
                    <a:cubicBezTo>
                      <a:pt x="4031681" y="265943"/>
                      <a:pt x="4029778" y="269753"/>
                      <a:pt x="4028826" y="273563"/>
                    </a:cubicBezTo>
                    <a:cubicBezTo>
                      <a:pt x="2595192" y="-198877"/>
                      <a:pt x="1279521" y="-46477"/>
                      <a:pt x="82765" y="731715"/>
                    </a:cubicBezTo>
                    <a:lnTo>
                      <a:pt x="0" y="778388"/>
                    </a:lnTo>
                    <a:lnTo>
                      <a:pt x="77057" y="722190"/>
                    </a:lnTo>
                    <a:cubicBezTo>
                      <a:pt x="1278570" y="-49335"/>
                      <a:pt x="2597095" y="-202687"/>
                      <a:pt x="4033583" y="262133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3" name="Freeform 1602">
                <a:extLst>
                  <a:ext uri="{FF2B5EF4-FFF2-40B4-BE49-F238E27FC236}">
                    <a16:creationId xmlns:a16="http://schemas.microsoft.com/office/drawing/2014/main" id="{4BC0E946-FB20-D68A-E707-E01F48E34725}"/>
                  </a:ext>
                </a:extLst>
              </p:cNvPr>
              <p:cNvSpPr/>
              <p:nvPr/>
            </p:nvSpPr>
            <p:spPr>
              <a:xfrm>
                <a:off x="3915581" y="2935604"/>
                <a:ext cx="1134926" cy="1349692"/>
              </a:xfrm>
              <a:custGeom>
                <a:avLst/>
                <a:gdLst>
                  <a:gd name="connsiteX0" fmla="*/ 83716 w 1134926"/>
                  <a:gd name="connsiteY0" fmla="*/ 1349693 h 1349692"/>
                  <a:gd name="connsiteX1" fmla="*/ 78959 w 1134926"/>
                  <a:gd name="connsiteY1" fmla="*/ 1338263 h 1349692"/>
                  <a:gd name="connsiteX2" fmla="*/ 91326 w 1134926"/>
                  <a:gd name="connsiteY2" fmla="*/ 26670 h 1349692"/>
                  <a:gd name="connsiteX3" fmla="*/ 0 w 1134926"/>
                  <a:gd name="connsiteY3" fmla="*/ 0 h 1349692"/>
                  <a:gd name="connsiteX4" fmla="*/ 94180 w 1134926"/>
                  <a:gd name="connsiteY4" fmla="*/ 15240 h 1349692"/>
                  <a:gd name="connsiteX5" fmla="*/ 83716 w 1134926"/>
                  <a:gd name="connsiteY5" fmla="*/ 1349693 h 1349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4926" h="1349692">
                    <a:moveTo>
                      <a:pt x="83716" y="1349693"/>
                    </a:moveTo>
                    <a:cubicBezTo>
                      <a:pt x="81813" y="1345883"/>
                      <a:pt x="80862" y="1342073"/>
                      <a:pt x="78959" y="1338263"/>
                    </a:cubicBezTo>
                    <a:cubicBezTo>
                      <a:pt x="1479297" y="775335"/>
                      <a:pt x="1484054" y="338138"/>
                      <a:pt x="91326" y="26670"/>
                    </a:cubicBezTo>
                    <a:lnTo>
                      <a:pt x="0" y="0"/>
                    </a:lnTo>
                    <a:lnTo>
                      <a:pt x="94180" y="15240"/>
                    </a:lnTo>
                    <a:cubicBezTo>
                      <a:pt x="1485005" y="334327"/>
                      <a:pt x="1482152" y="779145"/>
                      <a:pt x="83716" y="1349693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4" name="Freeform 1603">
                <a:extLst>
                  <a:ext uri="{FF2B5EF4-FFF2-40B4-BE49-F238E27FC236}">
                    <a16:creationId xmlns:a16="http://schemas.microsoft.com/office/drawing/2014/main" id="{7FAA7283-88A5-9189-6046-3AA99BF45E9D}"/>
                  </a:ext>
                </a:extLst>
              </p:cNvPr>
              <p:cNvSpPr/>
              <p:nvPr/>
            </p:nvSpPr>
            <p:spPr>
              <a:xfrm>
                <a:off x="3862308" y="3316605"/>
                <a:ext cx="1172085" cy="948689"/>
              </a:xfrm>
              <a:custGeom>
                <a:avLst/>
                <a:gdLst>
                  <a:gd name="connsiteX0" fmla="*/ 129379 w 1172085"/>
                  <a:gd name="connsiteY0" fmla="*/ 948690 h 948689"/>
                  <a:gd name="connsiteX1" fmla="*/ 124623 w 1172085"/>
                  <a:gd name="connsiteY1" fmla="*/ 937260 h 948689"/>
                  <a:gd name="connsiteX2" fmla="*/ 95132 w 1172085"/>
                  <a:gd name="connsiteY2" fmla="*/ 10477 h 948689"/>
                  <a:gd name="connsiteX3" fmla="*/ 0 w 1172085"/>
                  <a:gd name="connsiteY3" fmla="*/ 0 h 948689"/>
                  <a:gd name="connsiteX4" fmla="*/ 95132 w 1172085"/>
                  <a:gd name="connsiteY4" fmla="*/ 0 h 948689"/>
                  <a:gd name="connsiteX5" fmla="*/ 128428 w 1172085"/>
                  <a:gd name="connsiteY5" fmla="*/ 947738 h 94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72085" h="948689">
                    <a:moveTo>
                      <a:pt x="129379" y="948690"/>
                    </a:moveTo>
                    <a:cubicBezTo>
                      <a:pt x="127477" y="944880"/>
                      <a:pt x="126525" y="941070"/>
                      <a:pt x="124623" y="937260"/>
                    </a:cubicBezTo>
                    <a:cubicBezTo>
                      <a:pt x="1530669" y="387667"/>
                      <a:pt x="1521156" y="79057"/>
                      <a:pt x="95132" y="10477"/>
                    </a:cubicBezTo>
                    <a:lnTo>
                      <a:pt x="0" y="0"/>
                    </a:lnTo>
                    <a:lnTo>
                      <a:pt x="95132" y="0"/>
                    </a:lnTo>
                    <a:cubicBezTo>
                      <a:pt x="1520204" y="74295"/>
                      <a:pt x="1530669" y="390525"/>
                      <a:pt x="128428" y="947738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5" name="Freeform 1604">
                <a:extLst>
                  <a:ext uri="{FF2B5EF4-FFF2-40B4-BE49-F238E27FC236}">
                    <a16:creationId xmlns:a16="http://schemas.microsoft.com/office/drawing/2014/main" id="{B797C101-3F90-6980-7C91-AF66B8D30ED3}"/>
                  </a:ext>
                </a:extLst>
              </p:cNvPr>
              <p:cNvSpPr/>
              <p:nvPr/>
            </p:nvSpPr>
            <p:spPr>
              <a:xfrm>
                <a:off x="3862308" y="3335655"/>
                <a:ext cx="3543655" cy="1948814"/>
              </a:xfrm>
              <a:custGeom>
                <a:avLst/>
                <a:gdLst>
                  <a:gd name="connsiteX0" fmla="*/ 3543655 w 3543655"/>
                  <a:gd name="connsiteY0" fmla="*/ 1942148 h 1948814"/>
                  <a:gd name="connsiteX1" fmla="*/ 3534142 w 3543655"/>
                  <a:gd name="connsiteY1" fmla="*/ 1948815 h 1948814"/>
                  <a:gd name="connsiteX2" fmla="*/ 95132 w 3543655"/>
                  <a:gd name="connsiteY2" fmla="*/ 11430 h 1948814"/>
                  <a:gd name="connsiteX3" fmla="*/ 0 w 3543655"/>
                  <a:gd name="connsiteY3" fmla="*/ 1905 h 1948814"/>
                  <a:gd name="connsiteX4" fmla="*/ 95132 w 3543655"/>
                  <a:gd name="connsiteY4" fmla="*/ 0 h 1948814"/>
                  <a:gd name="connsiteX5" fmla="*/ 3543655 w 3543655"/>
                  <a:gd name="connsiteY5" fmla="*/ 1941195 h 1948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43655" h="1948814">
                    <a:moveTo>
                      <a:pt x="3543655" y="1942148"/>
                    </a:moveTo>
                    <a:cubicBezTo>
                      <a:pt x="3540801" y="1944052"/>
                      <a:pt x="3536996" y="1946910"/>
                      <a:pt x="3534142" y="1948815"/>
                    </a:cubicBezTo>
                    <a:cubicBezTo>
                      <a:pt x="2667492" y="711517"/>
                      <a:pt x="1520204" y="65722"/>
                      <a:pt x="95132" y="11430"/>
                    </a:cubicBezTo>
                    <a:lnTo>
                      <a:pt x="0" y="1905"/>
                    </a:lnTo>
                    <a:lnTo>
                      <a:pt x="95132" y="0"/>
                    </a:lnTo>
                    <a:cubicBezTo>
                      <a:pt x="1521156" y="61913"/>
                      <a:pt x="2670346" y="708660"/>
                      <a:pt x="3543655" y="1941195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6" name="Freeform 1605">
                <a:extLst>
                  <a:ext uri="{FF2B5EF4-FFF2-40B4-BE49-F238E27FC236}">
                    <a16:creationId xmlns:a16="http://schemas.microsoft.com/office/drawing/2014/main" id="{797DB0FF-C56F-4A1E-B6AE-94AF3E9C6E15}"/>
                  </a:ext>
                </a:extLst>
              </p:cNvPr>
              <p:cNvSpPr/>
              <p:nvPr/>
            </p:nvSpPr>
            <p:spPr>
              <a:xfrm>
                <a:off x="4646193" y="4331119"/>
                <a:ext cx="844612" cy="1051457"/>
              </a:xfrm>
              <a:custGeom>
                <a:avLst/>
                <a:gdLst>
                  <a:gd name="connsiteX0" fmla="*/ 9513 w 844612"/>
                  <a:gd name="connsiteY0" fmla="*/ 846670 h 1051457"/>
                  <a:gd name="connsiteX1" fmla="*/ 0 w 844612"/>
                  <a:gd name="connsiteY1" fmla="*/ 839050 h 1051457"/>
                  <a:gd name="connsiteX2" fmla="*/ 410969 w 844612"/>
                  <a:gd name="connsiteY2" fmla="*/ 971448 h 1051457"/>
                  <a:gd name="connsiteX3" fmla="*/ 359598 w 844612"/>
                  <a:gd name="connsiteY3" fmla="*/ 1051458 h 1051457"/>
                  <a:gd name="connsiteX4" fmla="*/ 401456 w 844612"/>
                  <a:gd name="connsiteY4" fmla="*/ 965733 h 1051457"/>
                  <a:gd name="connsiteX5" fmla="*/ 9513 w 844612"/>
                  <a:gd name="connsiteY5" fmla="*/ 846670 h 1051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44612" h="1051457">
                    <a:moveTo>
                      <a:pt x="9513" y="846670"/>
                    </a:moveTo>
                    <a:cubicBezTo>
                      <a:pt x="6659" y="843813"/>
                      <a:pt x="3805" y="841908"/>
                      <a:pt x="0" y="839050"/>
                    </a:cubicBezTo>
                    <a:cubicBezTo>
                      <a:pt x="966538" y="-322047"/>
                      <a:pt x="1103528" y="-278232"/>
                      <a:pt x="410969" y="971448"/>
                    </a:cubicBezTo>
                    <a:lnTo>
                      <a:pt x="359598" y="1051458"/>
                    </a:lnTo>
                    <a:lnTo>
                      <a:pt x="401456" y="965733"/>
                    </a:lnTo>
                    <a:cubicBezTo>
                      <a:pt x="1100673" y="-280137"/>
                      <a:pt x="970343" y="-319190"/>
                      <a:pt x="9513" y="846670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7" name="Freeform 1606">
                <a:extLst>
                  <a:ext uri="{FF2B5EF4-FFF2-40B4-BE49-F238E27FC236}">
                    <a16:creationId xmlns:a16="http://schemas.microsoft.com/office/drawing/2014/main" id="{65C432B4-E8B3-1833-6B64-99B8B64BB185}"/>
                  </a:ext>
                </a:extLst>
              </p:cNvPr>
              <p:cNvSpPr/>
              <p:nvPr/>
            </p:nvSpPr>
            <p:spPr>
              <a:xfrm>
                <a:off x="4630020" y="3986516"/>
                <a:ext cx="3527482" cy="1177938"/>
              </a:xfrm>
              <a:custGeom>
                <a:avLst/>
                <a:gdLst>
                  <a:gd name="connsiteX0" fmla="*/ 9513 w 3527482"/>
                  <a:gd name="connsiteY0" fmla="*/ 1177939 h 1177938"/>
                  <a:gd name="connsiteX1" fmla="*/ 0 w 3527482"/>
                  <a:gd name="connsiteY1" fmla="*/ 1170319 h 1177938"/>
                  <a:gd name="connsiteX2" fmla="*/ 3441864 w 3527482"/>
                  <a:gd name="connsiteY2" fmla="*/ 265444 h 1177938"/>
                  <a:gd name="connsiteX3" fmla="*/ 3527483 w 3527482"/>
                  <a:gd name="connsiteY3" fmla="*/ 307353 h 1177938"/>
                  <a:gd name="connsiteX4" fmla="*/ 3437108 w 3527482"/>
                  <a:gd name="connsiteY4" fmla="*/ 275921 h 1177938"/>
                  <a:gd name="connsiteX5" fmla="*/ 8562 w 3527482"/>
                  <a:gd name="connsiteY5" fmla="*/ 1177939 h 117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27482" h="1177938">
                    <a:moveTo>
                      <a:pt x="9513" y="1177939"/>
                    </a:moveTo>
                    <a:cubicBezTo>
                      <a:pt x="6659" y="1175081"/>
                      <a:pt x="3805" y="1173176"/>
                      <a:pt x="0" y="1170319"/>
                    </a:cubicBezTo>
                    <a:cubicBezTo>
                      <a:pt x="977002" y="18746"/>
                      <a:pt x="2124291" y="-283197"/>
                      <a:pt x="3441864" y="265444"/>
                    </a:cubicBezTo>
                    <a:lnTo>
                      <a:pt x="3527483" y="307353"/>
                    </a:lnTo>
                    <a:lnTo>
                      <a:pt x="3437108" y="275921"/>
                    </a:lnTo>
                    <a:cubicBezTo>
                      <a:pt x="2122388" y="-279386"/>
                      <a:pt x="979856" y="21603"/>
                      <a:pt x="8562" y="1177939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8" name="Freeform 1607">
                <a:extLst>
                  <a:ext uri="{FF2B5EF4-FFF2-40B4-BE49-F238E27FC236}">
                    <a16:creationId xmlns:a16="http://schemas.microsoft.com/office/drawing/2014/main" id="{79F5AE34-B580-102A-49A2-ED00E10BC2FF}"/>
                  </a:ext>
                </a:extLst>
              </p:cNvPr>
              <p:cNvSpPr/>
              <p:nvPr/>
            </p:nvSpPr>
            <p:spPr>
              <a:xfrm>
                <a:off x="5024817" y="4445189"/>
                <a:ext cx="742060" cy="1198372"/>
              </a:xfrm>
              <a:custGeom>
                <a:avLst/>
                <a:gdLst>
                  <a:gd name="connsiteX0" fmla="*/ 586011 w 742060"/>
                  <a:gd name="connsiteY0" fmla="*/ 1198373 h 1198372"/>
                  <a:gd name="connsiteX1" fmla="*/ 574595 w 742060"/>
                  <a:gd name="connsiteY1" fmla="*/ 1195515 h 1198372"/>
                  <a:gd name="connsiteX2" fmla="*/ 50420 w 742060"/>
                  <a:gd name="connsiteY2" fmla="*/ 867855 h 1198372"/>
                  <a:gd name="connsiteX3" fmla="*/ 0 w 742060"/>
                  <a:gd name="connsiteY3" fmla="*/ 948818 h 1198372"/>
                  <a:gd name="connsiteX4" fmla="*/ 40907 w 742060"/>
                  <a:gd name="connsiteY4" fmla="*/ 862140 h 1198372"/>
                  <a:gd name="connsiteX5" fmla="*/ 586963 w 742060"/>
                  <a:gd name="connsiteY5" fmla="*/ 1198373 h 1198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2060" h="1198372">
                    <a:moveTo>
                      <a:pt x="586011" y="1198373"/>
                    </a:moveTo>
                    <a:cubicBezTo>
                      <a:pt x="582206" y="1198373"/>
                      <a:pt x="578401" y="1196468"/>
                      <a:pt x="574595" y="1195515"/>
                    </a:cubicBezTo>
                    <a:cubicBezTo>
                      <a:pt x="905654" y="-278955"/>
                      <a:pt x="731563" y="-388492"/>
                      <a:pt x="50420" y="867855"/>
                    </a:cubicBezTo>
                    <a:lnTo>
                      <a:pt x="0" y="948818"/>
                    </a:lnTo>
                    <a:lnTo>
                      <a:pt x="40907" y="862140"/>
                    </a:lnTo>
                    <a:cubicBezTo>
                      <a:pt x="727757" y="-390397"/>
                      <a:pt x="910410" y="-278002"/>
                      <a:pt x="586963" y="1198373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09" name="Freeform 1608">
                <a:extLst>
                  <a:ext uri="{FF2B5EF4-FFF2-40B4-BE49-F238E27FC236}">
                    <a16:creationId xmlns:a16="http://schemas.microsoft.com/office/drawing/2014/main" id="{0FFC935F-4004-AEDD-F71A-D77101F10398}"/>
                  </a:ext>
                </a:extLst>
              </p:cNvPr>
              <p:cNvSpPr/>
              <p:nvPr/>
            </p:nvSpPr>
            <p:spPr>
              <a:xfrm>
                <a:off x="3887042" y="1652587"/>
                <a:ext cx="3625468" cy="2118359"/>
              </a:xfrm>
              <a:custGeom>
                <a:avLst/>
                <a:gdLst>
                  <a:gd name="connsiteX0" fmla="*/ 3615955 w 3625468"/>
                  <a:gd name="connsiteY0" fmla="*/ 0 h 2118359"/>
                  <a:gd name="connsiteX1" fmla="*/ 3625469 w 3625468"/>
                  <a:gd name="connsiteY1" fmla="*/ 7620 h 2118359"/>
                  <a:gd name="connsiteX2" fmla="*/ 95132 w 3625468"/>
                  <a:gd name="connsiteY2" fmla="*/ 2109788 h 2118359"/>
                  <a:gd name="connsiteX3" fmla="*/ 0 w 3625468"/>
                  <a:gd name="connsiteY3" fmla="*/ 2118360 h 2118359"/>
                  <a:gd name="connsiteX4" fmla="*/ 93229 w 3625468"/>
                  <a:gd name="connsiteY4" fmla="*/ 2098358 h 2118359"/>
                  <a:gd name="connsiteX5" fmla="*/ 3615955 w 3625468"/>
                  <a:gd name="connsiteY5" fmla="*/ 0 h 2118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25468" h="2118359">
                    <a:moveTo>
                      <a:pt x="3615955" y="0"/>
                    </a:moveTo>
                    <a:cubicBezTo>
                      <a:pt x="3618809" y="2858"/>
                      <a:pt x="3622614" y="4763"/>
                      <a:pt x="3625469" y="7620"/>
                    </a:cubicBezTo>
                    <a:cubicBezTo>
                      <a:pt x="2680811" y="1186815"/>
                      <a:pt x="1504032" y="1886903"/>
                      <a:pt x="95132" y="2109788"/>
                    </a:cubicBezTo>
                    <a:lnTo>
                      <a:pt x="0" y="2118360"/>
                    </a:lnTo>
                    <a:lnTo>
                      <a:pt x="93229" y="2098358"/>
                    </a:lnTo>
                    <a:cubicBezTo>
                      <a:pt x="1504032" y="1884045"/>
                      <a:pt x="2677957" y="1183958"/>
                      <a:pt x="3615955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0" name="Freeform 1609">
                <a:extLst>
                  <a:ext uri="{FF2B5EF4-FFF2-40B4-BE49-F238E27FC236}">
                    <a16:creationId xmlns:a16="http://schemas.microsoft.com/office/drawing/2014/main" id="{5D9F3E56-6ECF-03CA-9451-C65D14901CCE}"/>
                  </a:ext>
                </a:extLst>
              </p:cNvPr>
              <p:cNvSpPr/>
              <p:nvPr/>
            </p:nvSpPr>
            <p:spPr>
              <a:xfrm>
                <a:off x="4228565" y="3674226"/>
                <a:ext cx="4110639" cy="985403"/>
              </a:xfrm>
              <a:custGeom>
                <a:avLst/>
                <a:gdLst>
                  <a:gd name="connsiteX0" fmla="*/ 4110640 w 4110639"/>
                  <a:gd name="connsiteY0" fmla="*/ 65288 h 985403"/>
                  <a:gd name="connsiteX1" fmla="*/ 4108737 w 4110639"/>
                  <a:gd name="connsiteY1" fmla="*/ 76718 h 985403"/>
                  <a:gd name="connsiteX2" fmla="*/ 82765 w 4110639"/>
                  <a:gd name="connsiteY2" fmla="*/ 937779 h 985403"/>
                  <a:gd name="connsiteX3" fmla="*/ 0 w 4110639"/>
                  <a:gd name="connsiteY3" fmla="*/ 985404 h 985403"/>
                  <a:gd name="connsiteX4" fmla="*/ 76105 w 4110639"/>
                  <a:gd name="connsiteY4" fmla="*/ 928254 h 985403"/>
                  <a:gd name="connsiteX5" fmla="*/ 4109689 w 4110639"/>
                  <a:gd name="connsiteY5" fmla="*/ 65288 h 985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10639" h="985403">
                    <a:moveTo>
                      <a:pt x="4110640" y="65288"/>
                    </a:moveTo>
                    <a:cubicBezTo>
                      <a:pt x="4110640" y="69098"/>
                      <a:pt x="4109689" y="72908"/>
                      <a:pt x="4108737" y="76718"/>
                    </a:cubicBezTo>
                    <a:cubicBezTo>
                      <a:pt x="2614219" y="-138546"/>
                      <a:pt x="1272862" y="149108"/>
                      <a:pt x="82765" y="937779"/>
                    </a:cubicBezTo>
                    <a:lnTo>
                      <a:pt x="0" y="985404"/>
                    </a:lnTo>
                    <a:lnTo>
                      <a:pt x="76105" y="928254"/>
                    </a:lnTo>
                    <a:cubicBezTo>
                      <a:pt x="1270008" y="145298"/>
                      <a:pt x="2614219" y="-142357"/>
                      <a:pt x="4109689" y="65288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1" name="Freeform 1610">
                <a:extLst>
                  <a:ext uri="{FF2B5EF4-FFF2-40B4-BE49-F238E27FC236}">
                    <a16:creationId xmlns:a16="http://schemas.microsoft.com/office/drawing/2014/main" id="{BA005A61-98E5-9F6D-9EC4-F1552F411F41}"/>
                  </a:ext>
                </a:extLst>
              </p:cNvPr>
              <p:cNvSpPr/>
              <p:nvPr/>
            </p:nvSpPr>
            <p:spPr>
              <a:xfrm>
                <a:off x="4040204" y="2547937"/>
                <a:ext cx="4295195" cy="1223962"/>
              </a:xfrm>
              <a:custGeom>
                <a:avLst/>
                <a:gdLst>
                  <a:gd name="connsiteX0" fmla="*/ 4295196 w 4295195"/>
                  <a:gd name="connsiteY0" fmla="*/ 1212532 h 1223962"/>
                  <a:gd name="connsiteX1" fmla="*/ 4293293 w 4295195"/>
                  <a:gd name="connsiteY1" fmla="*/ 1223963 h 1223962"/>
                  <a:gd name="connsiteX2" fmla="*/ 85619 w 4295195"/>
                  <a:gd name="connsiteY2" fmla="*/ 42863 h 1223962"/>
                  <a:gd name="connsiteX3" fmla="*/ 0 w 4295195"/>
                  <a:gd name="connsiteY3" fmla="*/ 0 h 1223962"/>
                  <a:gd name="connsiteX4" fmla="*/ 89424 w 4295195"/>
                  <a:gd name="connsiteY4" fmla="*/ 32385 h 1223962"/>
                  <a:gd name="connsiteX5" fmla="*/ 4295196 w 4295195"/>
                  <a:gd name="connsiteY5" fmla="*/ 1212532 h 1223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95195" h="1223962">
                    <a:moveTo>
                      <a:pt x="4295196" y="1212532"/>
                    </a:moveTo>
                    <a:cubicBezTo>
                      <a:pt x="4295196" y="1216343"/>
                      <a:pt x="4294244" y="1220153"/>
                      <a:pt x="4293293" y="1223963"/>
                    </a:cubicBezTo>
                    <a:cubicBezTo>
                      <a:pt x="2801628" y="994410"/>
                      <a:pt x="1398436" y="601028"/>
                      <a:pt x="85619" y="42863"/>
                    </a:cubicBezTo>
                    <a:lnTo>
                      <a:pt x="0" y="0"/>
                    </a:lnTo>
                    <a:lnTo>
                      <a:pt x="89424" y="32385"/>
                    </a:lnTo>
                    <a:cubicBezTo>
                      <a:pt x="1400338" y="598170"/>
                      <a:pt x="2801628" y="991553"/>
                      <a:pt x="4295196" y="1212532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2" name="Freeform 1611">
                <a:extLst>
                  <a:ext uri="{FF2B5EF4-FFF2-40B4-BE49-F238E27FC236}">
                    <a16:creationId xmlns:a16="http://schemas.microsoft.com/office/drawing/2014/main" id="{178E7DD4-DC05-3278-60AC-EF13BE98B7B5}"/>
                  </a:ext>
                </a:extLst>
              </p:cNvPr>
              <p:cNvSpPr/>
              <p:nvPr/>
            </p:nvSpPr>
            <p:spPr>
              <a:xfrm>
                <a:off x="4240932" y="4210187"/>
                <a:ext cx="1824219" cy="1485762"/>
              </a:xfrm>
              <a:custGeom>
                <a:avLst/>
                <a:gdLst>
                  <a:gd name="connsiteX0" fmla="*/ 1822723 w 1824219"/>
                  <a:gd name="connsiteY0" fmla="*/ 1485762 h 1485762"/>
                  <a:gd name="connsiteX1" fmla="*/ 1810356 w 1824219"/>
                  <a:gd name="connsiteY1" fmla="*/ 1485762 h 1485762"/>
                  <a:gd name="connsiteX2" fmla="*/ 81813 w 1824219"/>
                  <a:gd name="connsiteY2" fmla="*/ 419915 h 1485762"/>
                  <a:gd name="connsiteX3" fmla="*/ 0 w 1824219"/>
                  <a:gd name="connsiteY3" fmla="*/ 468492 h 1485762"/>
                  <a:gd name="connsiteX4" fmla="*/ 76105 w 1824219"/>
                  <a:gd name="connsiteY4" fmla="*/ 410390 h 1485762"/>
                  <a:gd name="connsiteX5" fmla="*/ 1823674 w 1824219"/>
                  <a:gd name="connsiteY5" fmla="*/ 1485762 h 1485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24219" h="1485762">
                    <a:moveTo>
                      <a:pt x="1822723" y="1485762"/>
                    </a:moveTo>
                    <a:cubicBezTo>
                      <a:pt x="1818918" y="1485762"/>
                      <a:pt x="1815112" y="1485762"/>
                      <a:pt x="1810356" y="1485762"/>
                    </a:cubicBezTo>
                    <a:cubicBezTo>
                      <a:pt x="1839847" y="-24903"/>
                      <a:pt x="1263349" y="-380185"/>
                      <a:pt x="81813" y="419915"/>
                    </a:cubicBezTo>
                    <a:lnTo>
                      <a:pt x="0" y="468492"/>
                    </a:lnTo>
                    <a:lnTo>
                      <a:pt x="76105" y="410390"/>
                    </a:lnTo>
                    <a:cubicBezTo>
                      <a:pt x="1262398" y="-383995"/>
                      <a:pt x="1844603" y="-24903"/>
                      <a:pt x="1823674" y="1485762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3" name="Freeform 1612">
                <a:extLst>
                  <a:ext uri="{FF2B5EF4-FFF2-40B4-BE49-F238E27FC236}">
                    <a16:creationId xmlns:a16="http://schemas.microsoft.com/office/drawing/2014/main" id="{C6A954BF-7248-BB72-D58C-75468129E823}"/>
                  </a:ext>
                </a:extLst>
              </p:cNvPr>
              <p:cNvSpPr/>
              <p:nvPr/>
            </p:nvSpPr>
            <p:spPr>
              <a:xfrm>
                <a:off x="5462422" y="4506036"/>
                <a:ext cx="583561" cy="1188961"/>
              </a:xfrm>
              <a:custGeom>
                <a:avLst/>
                <a:gdLst>
                  <a:gd name="connsiteX0" fmla="*/ 579352 w 583561"/>
                  <a:gd name="connsiteY0" fmla="*/ 1188961 h 1188961"/>
                  <a:gd name="connsiteX1" fmla="*/ 566985 w 583561"/>
                  <a:gd name="connsiteY1" fmla="*/ 1188961 h 1188961"/>
                  <a:gd name="connsiteX2" fmla="*/ 32345 w 583561"/>
                  <a:gd name="connsiteY2" fmla="*/ 980364 h 1188961"/>
                  <a:gd name="connsiteX3" fmla="*/ 0 w 583561"/>
                  <a:gd name="connsiteY3" fmla="*/ 1069899 h 1188961"/>
                  <a:gd name="connsiteX4" fmla="*/ 21880 w 583561"/>
                  <a:gd name="connsiteY4" fmla="*/ 976553 h 1188961"/>
                  <a:gd name="connsiteX5" fmla="*/ 579352 w 583561"/>
                  <a:gd name="connsiteY5" fmla="*/ 1188961 h 1188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83561" h="1188961">
                    <a:moveTo>
                      <a:pt x="579352" y="1188961"/>
                    </a:moveTo>
                    <a:cubicBezTo>
                      <a:pt x="575547" y="1188961"/>
                      <a:pt x="571741" y="1188961"/>
                      <a:pt x="566985" y="1188961"/>
                    </a:cubicBezTo>
                    <a:cubicBezTo>
                      <a:pt x="610746" y="-321704"/>
                      <a:pt x="432849" y="-391236"/>
                      <a:pt x="32345" y="980364"/>
                    </a:cubicBezTo>
                    <a:lnTo>
                      <a:pt x="0" y="1069899"/>
                    </a:lnTo>
                    <a:lnTo>
                      <a:pt x="21880" y="976553"/>
                    </a:lnTo>
                    <a:cubicBezTo>
                      <a:pt x="429044" y="-393141"/>
                      <a:pt x="614551" y="-321704"/>
                      <a:pt x="579352" y="1188961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4" name="Freeform 1613">
                <a:extLst>
                  <a:ext uri="{FF2B5EF4-FFF2-40B4-BE49-F238E27FC236}">
                    <a16:creationId xmlns:a16="http://schemas.microsoft.com/office/drawing/2014/main" id="{D2CD38C9-608C-44F8-B805-16FA087C21A3}"/>
                  </a:ext>
                </a:extLst>
              </p:cNvPr>
              <p:cNvSpPr/>
              <p:nvPr/>
            </p:nvSpPr>
            <p:spPr>
              <a:xfrm>
                <a:off x="3950780" y="2322195"/>
                <a:ext cx="4126812" cy="1738312"/>
              </a:xfrm>
              <a:custGeom>
                <a:avLst/>
                <a:gdLst>
                  <a:gd name="connsiteX0" fmla="*/ 4121104 w 4126812"/>
                  <a:gd name="connsiteY0" fmla="*/ 0 h 1738312"/>
                  <a:gd name="connsiteX1" fmla="*/ 4126812 w 4126812"/>
                  <a:gd name="connsiteY1" fmla="*/ 10477 h 1738312"/>
                  <a:gd name="connsiteX2" fmla="*/ 93229 w 4126812"/>
                  <a:gd name="connsiteY2" fmla="*/ 1717358 h 1738312"/>
                  <a:gd name="connsiteX3" fmla="*/ 0 w 4126812"/>
                  <a:gd name="connsiteY3" fmla="*/ 1738312 h 1738312"/>
                  <a:gd name="connsiteX4" fmla="*/ 89424 w 4126812"/>
                  <a:gd name="connsiteY4" fmla="*/ 1705927 h 1738312"/>
                  <a:gd name="connsiteX5" fmla="*/ 4120153 w 4126812"/>
                  <a:gd name="connsiteY5" fmla="*/ 0 h 1738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26812" h="1738312">
                    <a:moveTo>
                      <a:pt x="4121104" y="0"/>
                    </a:moveTo>
                    <a:cubicBezTo>
                      <a:pt x="4123007" y="3810"/>
                      <a:pt x="4124909" y="6667"/>
                      <a:pt x="4126812" y="10477"/>
                    </a:cubicBezTo>
                    <a:cubicBezTo>
                      <a:pt x="2805433" y="741045"/>
                      <a:pt x="1461223" y="1310640"/>
                      <a:pt x="93229" y="1717358"/>
                    </a:cubicBezTo>
                    <a:lnTo>
                      <a:pt x="0" y="1738312"/>
                    </a:lnTo>
                    <a:lnTo>
                      <a:pt x="89424" y="1705927"/>
                    </a:lnTo>
                    <a:cubicBezTo>
                      <a:pt x="1459320" y="1306830"/>
                      <a:pt x="2803531" y="738187"/>
                      <a:pt x="4120153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5" name="Freeform 1614">
                <a:extLst>
                  <a:ext uri="{FF2B5EF4-FFF2-40B4-BE49-F238E27FC236}">
                    <a16:creationId xmlns:a16="http://schemas.microsoft.com/office/drawing/2014/main" id="{D32756CC-E427-610D-5656-DB048DA171E5}"/>
                  </a:ext>
                </a:extLst>
              </p:cNvPr>
              <p:cNvSpPr/>
              <p:nvPr/>
            </p:nvSpPr>
            <p:spPr>
              <a:xfrm>
                <a:off x="5914298" y="2339340"/>
                <a:ext cx="2173759" cy="3319462"/>
              </a:xfrm>
              <a:custGeom>
                <a:avLst/>
                <a:gdLst>
                  <a:gd name="connsiteX0" fmla="*/ 2168051 w 2173759"/>
                  <a:gd name="connsiteY0" fmla="*/ 952 h 3319462"/>
                  <a:gd name="connsiteX1" fmla="*/ 2173759 w 2173759"/>
                  <a:gd name="connsiteY1" fmla="*/ 11430 h 3319462"/>
                  <a:gd name="connsiteX2" fmla="*/ 13318 w 2173759"/>
                  <a:gd name="connsiteY2" fmla="*/ 3225165 h 3319462"/>
                  <a:gd name="connsiteX3" fmla="*/ 0 w 2173759"/>
                  <a:gd name="connsiteY3" fmla="*/ 3319462 h 3319462"/>
                  <a:gd name="connsiteX4" fmla="*/ 1903 w 2173759"/>
                  <a:gd name="connsiteY4" fmla="*/ 3224212 h 3319462"/>
                  <a:gd name="connsiteX5" fmla="*/ 2168051 w 2173759"/>
                  <a:gd name="connsiteY5" fmla="*/ 0 h 3319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73759" h="3319462">
                    <a:moveTo>
                      <a:pt x="2168051" y="952"/>
                    </a:moveTo>
                    <a:cubicBezTo>
                      <a:pt x="2169954" y="4763"/>
                      <a:pt x="2171856" y="7620"/>
                      <a:pt x="2173759" y="11430"/>
                    </a:cubicBezTo>
                    <a:cubicBezTo>
                      <a:pt x="845721" y="729615"/>
                      <a:pt x="125574" y="1801178"/>
                      <a:pt x="13318" y="3225165"/>
                    </a:cubicBezTo>
                    <a:lnTo>
                      <a:pt x="0" y="3319462"/>
                    </a:lnTo>
                    <a:lnTo>
                      <a:pt x="1903" y="3224212"/>
                    </a:lnTo>
                    <a:cubicBezTo>
                      <a:pt x="121769" y="1800225"/>
                      <a:pt x="843818" y="725805"/>
                      <a:pt x="2168051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6" name="Freeform 1615">
                <a:extLst>
                  <a:ext uri="{FF2B5EF4-FFF2-40B4-BE49-F238E27FC236}">
                    <a16:creationId xmlns:a16="http://schemas.microsoft.com/office/drawing/2014/main" id="{6D062551-1F98-6A25-DE84-BC30B0A4A456}"/>
                  </a:ext>
                </a:extLst>
              </p:cNvPr>
              <p:cNvSpPr/>
              <p:nvPr/>
            </p:nvSpPr>
            <p:spPr>
              <a:xfrm>
                <a:off x="3889896" y="3131819"/>
                <a:ext cx="4452162" cy="660082"/>
              </a:xfrm>
              <a:custGeom>
                <a:avLst/>
                <a:gdLst>
                  <a:gd name="connsiteX0" fmla="*/ 4450260 w 4452162"/>
                  <a:gd name="connsiteY0" fmla="*/ 0 h 660082"/>
                  <a:gd name="connsiteX1" fmla="*/ 4452162 w 4452162"/>
                  <a:gd name="connsiteY1" fmla="*/ 12383 h 660082"/>
                  <a:gd name="connsiteX2" fmla="*/ 95132 w 4452162"/>
                  <a:gd name="connsiteY2" fmla="*/ 650558 h 660082"/>
                  <a:gd name="connsiteX3" fmla="*/ 0 w 4452162"/>
                  <a:gd name="connsiteY3" fmla="*/ 660083 h 660082"/>
                  <a:gd name="connsiteX4" fmla="*/ 93229 w 4452162"/>
                  <a:gd name="connsiteY4" fmla="*/ 639128 h 660082"/>
                  <a:gd name="connsiteX5" fmla="*/ 4451211 w 4452162"/>
                  <a:gd name="connsiteY5" fmla="*/ 0 h 660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452162" h="660082">
                    <a:moveTo>
                      <a:pt x="4450260" y="0"/>
                    </a:moveTo>
                    <a:cubicBezTo>
                      <a:pt x="4450260" y="3810"/>
                      <a:pt x="4451211" y="7620"/>
                      <a:pt x="4452162" y="12383"/>
                    </a:cubicBezTo>
                    <a:cubicBezTo>
                      <a:pt x="2954790" y="202883"/>
                      <a:pt x="1502129" y="415290"/>
                      <a:pt x="95132" y="650558"/>
                    </a:cubicBezTo>
                    <a:lnTo>
                      <a:pt x="0" y="660083"/>
                    </a:lnTo>
                    <a:lnTo>
                      <a:pt x="93229" y="639128"/>
                    </a:lnTo>
                    <a:cubicBezTo>
                      <a:pt x="1502129" y="411480"/>
                      <a:pt x="2954790" y="198120"/>
                      <a:pt x="4451211" y="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7" name="Freeform 1616">
                <a:extLst>
                  <a:ext uri="{FF2B5EF4-FFF2-40B4-BE49-F238E27FC236}">
                    <a16:creationId xmlns:a16="http://schemas.microsoft.com/office/drawing/2014/main" id="{3EFA91DA-4031-F286-EA50-F5FB81843C58}"/>
                  </a:ext>
                </a:extLst>
              </p:cNvPr>
              <p:cNvSpPr/>
              <p:nvPr/>
            </p:nvSpPr>
            <p:spPr>
              <a:xfrm>
                <a:off x="7148463" y="3152775"/>
                <a:ext cx="1196449" cy="1121092"/>
              </a:xfrm>
              <a:custGeom>
                <a:avLst/>
                <a:gdLst>
                  <a:gd name="connsiteX0" fmla="*/ 1194547 w 1196449"/>
                  <a:gd name="connsiteY0" fmla="*/ 0 h 1121092"/>
                  <a:gd name="connsiteX1" fmla="*/ 1196450 w 1196449"/>
                  <a:gd name="connsiteY1" fmla="*/ 12382 h 1121092"/>
                  <a:gd name="connsiteX2" fmla="*/ 931983 w 1196449"/>
                  <a:gd name="connsiteY2" fmla="*/ 1080135 h 1121092"/>
                  <a:gd name="connsiteX3" fmla="*/ 1017602 w 1196449"/>
                  <a:gd name="connsiteY3" fmla="*/ 1121093 h 1121092"/>
                  <a:gd name="connsiteX4" fmla="*/ 927227 w 1196449"/>
                  <a:gd name="connsiteY4" fmla="*/ 1090613 h 1121092"/>
                  <a:gd name="connsiteX5" fmla="*/ 1194547 w 1196449"/>
                  <a:gd name="connsiteY5" fmla="*/ 0 h 1121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6449" h="1121092">
                    <a:moveTo>
                      <a:pt x="1194547" y="0"/>
                    </a:moveTo>
                    <a:cubicBezTo>
                      <a:pt x="1194547" y="3810"/>
                      <a:pt x="1195498" y="7620"/>
                      <a:pt x="1196450" y="12382"/>
                    </a:cubicBezTo>
                    <a:cubicBezTo>
                      <a:pt x="-302826" y="188595"/>
                      <a:pt x="-391298" y="543878"/>
                      <a:pt x="931983" y="1080135"/>
                    </a:cubicBezTo>
                    <a:lnTo>
                      <a:pt x="1017602" y="1121093"/>
                    </a:lnTo>
                    <a:lnTo>
                      <a:pt x="927227" y="1090613"/>
                    </a:lnTo>
                    <a:cubicBezTo>
                      <a:pt x="-392250" y="547688"/>
                      <a:pt x="-303777" y="183832"/>
                      <a:pt x="1194547" y="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8" name="Freeform 1617">
                <a:extLst>
                  <a:ext uri="{FF2B5EF4-FFF2-40B4-BE49-F238E27FC236}">
                    <a16:creationId xmlns:a16="http://schemas.microsoft.com/office/drawing/2014/main" id="{4BFFEAA9-892E-06D4-C3B5-4912DA2E80CD}"/>
                  </a:ext>
                </a:extLst>
              </p:cNvPr>
              <p:cNvSpPr/>
              <p:nvPr/>
            </p:nvSpPr>
            <p:spPr>
              <a:xfrm>
                <a:off x="3851843" y="3114675"/>
                <a:ext cx="1236607" cy="1470659"/>
              </a:xfrm>
              <a:custGeom>
                <a:avLst/>
                <a:gdLst>
                  <a:gd name="connsiteX0" fmla="*/ 0 w 1236607"/>
                  <a:gd name="connsiteY0" fmla="*/ 14288 h 1470659"/>
                  <a:gd name="connsiteX1" fmla="*/ 1903 w 1236607"/>
                  <a:gd name="connsiteY1" fmla="*/ 0 h 1470659"/>
                  <a:gd name="connsiteX2" fmla="*/ 414774 w 1236607"/>
                  <a:gd name="connsiteY2" fmla="*/ 1426845 h 1470659"/>
                  <a:gd name="connsiteX3" fmla="*/ 330107 w 1236607"/>
                  <a:gd name="connsiteY3" fmla="*/ 1470660 h 1470659"/>
                  <a:gd name="connsiteX4" fmla="*/ 408115 w 1236607"/>
                  <a:gd name="connsiteY4" fmla="*/ 1415415 h 1470659"/>
                  <a:gd name="connsiteX5" fmla="*/ 0 w 1236607"/>
                  <a:gd name="connsiteY5" fmla="*/ 13335 h 1470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36607" h="1470659">
                    <a:moveTo>
                      <a:pt x="0" y="14288"/>
                    </a:moveTo>
                    <a:cubicBezTo>
                      <a:pt x="0" y="9525"/>
                      <a:pt x="951" y="4763"/>
                      <a:pt x="1903" y="0"/>
                    </a:cubicBezTo>
                    <a:cubicBezTo>
                      <a:pt x="1496421" y="209550"/>
                      <a:pt x="1634362" y="684847"/>
                      <a:pt x="414774" y="1426845"/>
                    </a:cubicBezTo>
                    <a:lnTo>
                      <a:pt x="330107" y="1470660"/>
                    </a:lnTo>
                    <a:lnTo>
                      <a:pt x="408115" y="1415415"/>
                    </a:lnTo>
                    <a:cubicBezTo>
                      <a:pt x="1632460" y="681038"/>
                      <a:pt x="1496421" y="213360"/>
                      <a:pt x="0" y="13335"/>
                    </a:cubicBezTo>
                    <a:close/>
                  </a:path>
                </a:pathLst>
              </a:custGeom>
              <a:solidFill>
                <a:srgbClr val="9FBE9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9" name="Freeform 1618">
                <a:extLst>
                  <a:ext uri="{FF2B5EF4-FFF2-40B4-BE49-F238E27FC236}">
                    <a16:creationId xmlns:a16="http://schemas.microsoft.com/office/drawing/2014/main" id="{16B9E2D4-A447-DCC2-4071-254F0CCB40B7}"/>
                  </a:ext>
                </a:extLst>
              </p:cNvPr>
              <p:cNvSpPr/>
              <p:nvPr/>
            </p:nvSpPr>
            <p:spPr>
              <a:xfrm>
                <a:off x="4986764" y="1163955"/>
                <a:ext cx="1235760" cy="4207192"/>
              </a:xfrm>
              <a:custGeom>
                <a:avLst/>
                <a:gdLst>
                  <a:gd name="connsiteX0" fmla="*/ 1221491 w 1235760"/>
                  <a:gd name="connsiteY0" fmla="*/ 952 h 4207192"/>
                  <a:gd name="connsiteX1" fmla="*/ 1235760 w 1235760"/>
                  <a:gd name="connsiteY1" fmla="*/ 952 h 4207192"/>
                  <a:gd name="connsiteX2" fmla="*/ 53274 w 1235760"/>
                  <a:gd name="connsiteY2" fmla="*/ 4128135 h 4207192"/>
                  <a:gd name="connsiteX3" fmla="*/ 0 w 1235760"/>
                  <a:gd name="connsiteY3" fmla="*/ 4207193 h 4207192"/>
                  <a:gd name="connsiteX4" fmla="*/ 41858 w 1235760"/>
                  <a:gd name="connsiteY4" fmla="*/ 4121468 h 4207192"/>
                  <a:gd name="connsiteX5" fmla="*/ 1221491 w 1235760"/>
                  <a:gd name="connsiteY5" fmla="*/ 0 h 4207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35760" h="4207192">
                    <a:moveTo>
                      <a:pt x="1221491" y="952"/>
                    </a:moveTo>
                    <a:cubicBezTo>
                      <a:pt x="1226247" y="952"/>
                      <a:pt x="1231004" y="952"/>
                      <a:pt x="1235760" y="952"/>
                    </a:cubicBezTo>
                    <a:cubicBezTo>
                      <a:pt x="1152045" y="1509713"/>
                      <a:pt x="757248" y="2886075"/>
                      <a:pt x="53274" y="4128135"/>
                    </a:cubicBezTo>
                    <a:lnTo>
                      <a:pt x="0" y="4207193"/>
                    </a:lnTo>
                    <a:lnTo>
                      <a:pt x="41858" y="4121468"/>
                    </a:lnTo>
                    <a:cubicBezTo>
                      <a:pt x="753443" y="2883218"/>
                      <a:pt x="1147288" y="1509713"/>
                      <a:pt x="1221491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0" name="Freeform 1619">
                <a:extLst>
                  <a:ext uri="{FF2B5EF4-FFF2-40B4-BE49-F238E27FC236}">
                    <a16:creationId xmlns:a16="http://schemas.microsoft.com/office/drawing/2014/main" id="{DE91C38D-50E5-78A2-7D1F-1C97D7D08B56}"/>
                  </a:ext>
                </a:extLst>
              </p:cNvPr>
              <p:cNvSpPr/>
              <p:nvPr/>
            </p:nvSpPr>
            <p:spPr>
              <a:xfrm>
                <a:off x="6204152" y="1163955"/>
                <a:ext cx="470248" cy="4425314"/>
              </a:xfrm>
              <a:custGeom>
                <a:avLst/>
                <a:gdLst>
                  <a:gd name="connsiteX0" fmla="*/ 26935 w 470248"/>
                  <a:gd name="connsiteY0" fmla="*/ 1905 h 4425314"/>
                  <a:gd name="connsiteX1" fmla="*/ 41205 w 470248"/>
                  <a:gd name="connsiteY1" fmla="*/ 1905 h 4425314"/>
                  <a:gd name="connsiteX2" fmla="*/ 452173 w 470248"/>
                  <a:gd name="connsiteY2" fmla="*/ 4331970 h 4425314"/>
                  <a:gd name="connsiteX3" fmla="*/ 470248 w 470248"/>
                  <a:gd name="connsiteY3" fmla="*/ 4425315 h 4425314"/>
                  <a:gd name="connsiteX4" fmla="*/ 438855 w 470248"/>
                  <a:gd name="connsiteY4" fmla="*/ 4334828 h 4425314"/>
                  <a:gd name="connsiteX5" fmla="*/ 26935 w 470248"/>
                  <a:gd name="connsiteY5" fmla="*/ 0 h 4425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0248" h="4425314">
                    <a:moveTo>
                      <a:pt x="26935" y="1905"/>
                    </a:moveTo>
                    <a:cubicBezTo>
                      <a:pt x="31691" y="1905"/>
                      <a:pt x="36448" y="1905"/>
                      <a:pt x="41205" y="1905"/>
                    </a:cubicBezTo>
                    <a:cubicBezTo>
                      <a:pt x="-58684" y="1509713"/>
                      <a:pt x="78306" y="2953703"/>
                      <a:pt x="452173" y="4331970"/>
                    </a:cubicBezTo>
                    <a:lnTo>
                      <a:pt x="470248" y="4425315"/>
                    </a:lnTo>
                    <a:lnTo>
                      <a:pt x="438855" y="4334828"/>
                    </a:lnTo>
                    <a:cubicBezTo>
                      <a:pt x="73549" y="2953703"/>
                      <a:pt x="-63440" y="1508760"/>
                      <a:pt x="26935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1" name="Freeform 1620">
                <a:extLst>
                  <a:ext uri="{FF2B5EF4-FFF2-40B4-BE49-F238E27FC236}">
                    <a16:creationId xmlns:a16="http://schemas.microsoft.com/office/drawing/2014/main" id="{AB3AE561-BD21-67FF-0B6D-DB4D641AEE0B}"/>
                  </a:ext>
                </a:extLst>
              </p:cNvPr>
              <p:cNvSpPr/>
              <p:nvPr/>
            </p:nvSpPr>
            <p:spPr>
              <a:xfrm>
                <a:off x="4662365" y="4377609"/>
                <a:ext cx="2033915" cy="1206898"/>
              </a:xfrm>
              <a:custGeom>
                <a:avLst/>
                <a:gdLst>
                  <a:gd name="connsiteX0" fmla="*/ 11416 w 2033915"/>
                  <a:gd name="connsiteY0" fmla="*/ 815421 h 1206898"/>
                  <a:gd name="connsiteX1" fmla="*/ 0 w 2033915"/>
                  <a:gd name="connsiteY1" fmla="*/ 806848 h 1206898"/>
                  <a:gd name="connsiteX2" fmla="*/ 2014889 w 2033915"/>
                  <a:gd name="connsiteY2" fmla="*/ 1113553 h 1206898"/>
                  <a:gd name="connsiteX3" fmla="*/ 2033915 w 2033915"/>
                  <a:gd name="connsiteY3" fmla="*/ 1206898 h 1206898"/>
                  <a:gd name="connsiteX4" fmla="*/ 2001571 w 2033915"/>
                  <a:gd name="connsiteY4" fmla="*/ 1117364 h 1206898"/>
                  <a:gd name="connsiteX5" fmla="*/ 10464 w 2033915"/>
                  <a:gd name="connsiteY5" fmla="*/ 815421 h 1206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33915" h="1206898">
                    <a:moveTo>
                      <a:pt x="11416" y="815421"/>
                    </a:moveTo>
                    <a:cubicBezTo>
                      <a:pt x="7611" y="812563"/>
                      <a:pt x="3805" y="809706"/>
                      <a:pt x="0" y="806848"/>
                    </a:cubicBezTo>
                    <a:cubicBezTo>
                      <a:pt x="955122" y="-362822"/>
                      <a:pt x="1626752" y="-260904"/>
                      <a:pt x="2014889" y="1113553"/>
                    </a:cubicBezTo>
                    <a:lnTo>
                      <a:pt x="2033915" y="1206898"/>
                    </a:lnTo>
                    <a:lnTo>
                      <a:pt x="2001571" y="1117364"/>
                    </a:lnTo>
                    <a:cubicBezTo>
                      <a:pt x="1621995" y="-259952"/>
                      <a:pt x="957976" y="-360917"/>
                      <a:pt x="10464" y="815421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2" name="Freeform 1621">
                <a:extLst>
                  <a:ext uri="{FF2B5EF4-FFF2-40B4-BE49-F238E27FC236}">
                    <a16:creationId xmlns:a16="http://schemas.microsoft.com/office/drawing/2014/main" id="{1F53544B-51FF-8A75-3DE8-7ADB68653735}"/>
                  </a:ext>
                </a:extLst>
              </p:cNvPr>
              <p:cNvSpPr/>
              <p:nvPr/>
            </p:nvSpPr>
            <p:spPr>
              <a:xfrm>
                <a:off x="3865162" y="1624012"/>
                <a:ext cx="3612149" cy="1690759"/>
              </a:xfrm>
              <a:custGeom>
                <a:avLst/>
                <a:gdLst>
                  <a:gd name="connsiteX0" fmla="*/ 3600734 w 3612149"/>
                  <a:gd name="connsiteY0" fmla="*/ 0 h 1690759"/>
                  <a:gd name="connsiteX1" fmla="*/ 3612150 w 3612149"/>
                  <a:gd name="connsiteY1" fmla="*/ 8573 h 1690759"/>
                  <a:gd name="connsiteX2" fmla="*/ 94180 w 3612149"/>
                  <a:gd name="connsiteY2" fmla="*/ 1683068 h 1690759"/>
                  <a:gd name="connsiteX3" fmla="*/ 0 w 3612149"/>
                  <a:gd name="connsiteY3" fmla="*/ 1670685 h 1690759"/>
                  <a:gd name="connsiteX4" fmla="*/ 95132 w 3612149"/>
                  <a:gd name="connsiteY4" fmla="*/ 1670685 h 1690759"/>
                  <a:gd name="connsiteX5" fmla="*/ 3600734 w 3612149"/>
                  <a:gd name="connsiteY5" fmla="*/ 0 h 1690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12149" h="1690759">
                    <a:moveTo>
                      <a:pt x="3600734" y="0"/>
                    </a:moveTo>
                    <a:cubicBezTo>
                      <a:pt x="3604540" y="2858"/>
                      <a:pt x="3608345" y="5715"/>
                      <a:pt x="3612150" y="8573"/>
                    </a:cubicBezTo>
                    <a:cubicBezTo>
                      <a:pt x="2691275" y="1205865"/>
                      <a:pt x="1519253" y="1764030"/>
                      <a:pt x="94180" y="1683068"/>
                    </a:cubicBezTo>
                    <a:lnTo>
                      <a:pt x="0" y="1670685"/>
                    </a:lnTo>
                    <a:lnTo>
                      <a:pt x="95132" y="1670685"/>
                    </a:lnTo>
                    <a:cubicBezTo>
                      <a:pt x="1519253" y="1760220"/>
                      <a:pt x="2687470" y="1203008"/>
                      <a:pt x="3600734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3" name="Freeform 1622">
                <a:extLst>
                  <a:ext uri="{FF2B5EF4-FFF2-40B4-BE49-F238E27FC236}">
                    <a16:creationId xmlns:a16="http://schemas.microsoft.com/office/drawing/2014/main" id="{9EEB4DEE-63F1-C0E9-068A-28F87DCF5DD4}"/>
                  </a:ext>
                </a:extLst>
              </p:cNvPr>
              <p:cNvSpPr/>
              <p:nvPr/>
            </p:nvSpPr>
            <p:spPr>
              <a:xfrm>
                <a:off x="6713038" y="1638300"/>
                <a:ext cx="782347" cy="3699509"/>
              </a:xfrm>
              <a:custGeom>
                <a:avLst/>
                <a:gdLst>
                  <a:gd name="connsiteX0" fmla="*/ 770933 w 782347"/>
                  <a:gd name="connsiteY0" fmla="*/ 0 h 3699509"/>
                  <a:gd name="connsiteX1" fmla="*/ 782348 w 782347"/>
                  <a:gd name="connsiteY1" fmla="*/ 8573 h 3699509"/>
                  <a:gd name="connsiteX2" fmla="*/ 506466 w 782347"/>
                  <a:gd name="connsiteY2" fmla="*/ 3614738 h 3699509"/>
                  <a:gd name="connsiteX3" fmla="*/ 550227 w 782347"/>
                  <a:gd name="connsiteY3" fmla="*/ 3699510 h 3699509"/>
                  <a:gd name="connsiteX4" fmla="*/ 495051 w 782347"/>
                  <a:gd name="connsiteY4" fmla="*/ 3621405 h 3699509"/>
                  <a:gd name="connsiteX5" fmla="*/ 770933 w 782347"/>
                  <a:gd name="connsiteY5" fmla="*/ 0 h 3699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82347" h="3699509">
                    <a:moveTo>
                      <a:pt x="770933" y="0"/>
                    </a:moveTo>
                    <a:cubicBezTo>
                      <a:pt x="774737" y="2858"/>
                      <a:pt x="778543" y="5715"/>
                      <a:pt x="782348" y="8573"/>
                    </a:cubicBezTo>
                    <a:cubicBezTo>
                      <a:pt x="-150894" y="1196340"/>
                      <a:pt x="-242220" y="2398395"/>
                      <a:pt x="506466" y="3614738"/>
                    </a:cubicBezTo>
                    <a:lnTo>
                      <a:pt x="550227" y="3699510"/>
                    </a:lnTo>
                    <a:lnTo>
                      <a:pt x="495051" y="3621405"/>
                    </a:lnTo>
                    <a:cubicBezTo>
                      <a:pt x="-246977" y="2401253"/>
                      <a:pt x="-154699" y="1193483"/>
                      <a:pt x="770933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4" name="Freeform 1623">
                <a:extLst>
                  <a:ext uri="{FF2B5EF4-FFF2-40B4-BE49-F238E27FC236}">
                    <a16:creationId xmlns:a16="http://schemas.microsoft.com/office/drawing/2014/main" id="{986FDCF7-21B7-762F-2A14-4AE0362579BB}"/>
                  </a:ext>
                </a:extLst>
              </p:cNvPr>
              <p:cNvSpPr/>
              <p:nvPr/>
            </p:nvSpPr>
            <p:spPr>
              <a:xfrm>
                <a:off x="3883237" y="3693956"/>
                <a:ext cx="2204235" cy="2001993"/>
              </a:xfrm>
              <a:custGeom>
                <a:avLst/>
                <a:gdLst>
                  <a:gd name="connsiteX0" fmla="*/ 2204201 w 2204235"/>
                  <a:gd name="connsiteY0" fmla="*/ 2001993 h 2001993"/>
                  <a:gd name="connsiteX1" fmla="*/ 2189931 w 2204235"/>
                  <a:gd name="connsiteY1" fmla="*/ 2001993 h 2001993"/>
                  <a:gd name="connsiteX2" fmla="*/ 95132 w 2204235"/>
                  <a:gd name="connsiteY2" fmla="*/ 48416 h 2001993"/>
                  <a:gd name="connsiteX3" fmla="*/ 0 w 2204235"/>
                  <a:gd name="connsiteY3" fmla="*/ 55083 h 2001993"/>
                  <a:gd name="connsiteX4" fmla="*/ 93229 w 2204235"/>
                  <a:gd name="connsiteY4" fmla="*/ 35081 h 2001993"/>
                  <a:gd name="connsiteX5" fmla="*/ 2204201 w 2204235"/>
                  <a:gd name="connsiteY5" fmla="*/ 2001993 h 2001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4235" h="2001993">
                    <a:moveTo>
                      <a:pt x="2204201" y="2001993"/>
                    </a:moveTo>
                    <a:cubicBezTo>
                      <a:pt x="2199445" y="2001993"/>
                      <a:pt x="2194688" y="2001993"/>
                      <a:pt x="2189931" y="2001993"/>
                    </a:cubicBezTo>
                    <a:cubicBezTo>
                      <a:pt x="2205153" y="490376"/>
                      <a:pt x="1506886" y="-160182"/>
                      <a:pt x="95132" y="48416"/>
                    </a:cubicBezTo>
                    <a:lnTo>
                      <a:pt x="0" y="55083"/>
                    </a:lnTo>
                    <a:lnTo>
                      <a:pt x="93229" y="35081"/>
                    </a:lnTo>
                    <a:cubicBezTo>
                      <a:pt x="1505935" y="-164944"/>
                      <a:pt x="2209909" y="490376"/>
                      <a:pt x="2204201" y="2001993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5" name="Freeform 1624">
                <a:extLst>
                  <a:ext uri="{FF2B5EF4-FFF2-40B4-BE49-F238E27FC236}">
                    <a16:creationId xmlns:a16="http://schemas.microsoft.com/office/drawing/2014/main" id="{DE49834B-2AB8-11BE-60CD-CA3C15B71D49}"/>
                  </a:ext>
                </a:extLst>
              </p:cNvPr>
              <p:cNvSpPr/>
              <p:nvPr/>
            </p:nvSpPr>
            <p:spPr>
              <a:xfrm>
                <a:off x="4194317" y="4077615"/>
                <a:ext cx="3564583" cy="901101"/>
              </a:xfrm>
              <a:custGeom>
                <a:avLst/>
                <a:gdLst>
                  <a:gd name="connsiteX0" fmla="*/ 3564584 w 3564583"/>
                  <a:gd name="connsiteY0" fmla="*/ 890624 h 901101"/>
                  <a:gd name="connsiteX1" fmla="*/ 3555071 w 3564583"/>
                  <a:gd name="connsiteY1" fmla="*/ 901102 h 901101"/>
                  <a:gd name="connsiteX2" fmla="*/ 84667 w 3564583"/>
                  <a:gd name="connsiteY2" fmla="*/ 483907 h 901101"/>
                  <a:gd name="connsiteX3" fmla="*/ 0 w 3564583"/>
                  <a:gd name="connsiteY3" fmla="*/ 528674 h 901101"/>
                  <a:gd name="connsiteX4" fmla="*/ 77057 w 3564583"/>
                  <a:gd name="connsiteY4" fmla="*/ 472477 h 901101"/>
                  <a:gd name="connsiteX5" fmla="*/ 3563633 w 3564583"/>
                  <a:gd name="connsiteY5" fmla="*/ 890624 h 901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64583" h="901101">
                    <a:moveTo>
                      <a:pt x="3564584" y="890624"/>
                    </a:moveTo>
                    <a:cubicBezTo>
                      <a:pt x="3561730" y="894434"/>
                      <a:pt x="3557925" y="897292"/>
                      <a:pt x="3555071" y="901102"/>
                    </a:cubicBezTo>
                    <a:cubicBezTo>
                      <a:pt x="2453446" y="-131408"/>
                      <a:pt x="1296645" y="-270473"/>
                      <a:pt x="84667" y="483907"/>
                    </a:cubicBezTo>
                    <a:lnTo>
                      <a:pt x="0" y="528674"/>
                    </a:lnTo>
                    <a:lnTo>
                      <a:pt x="77057" y="472477"/>
                    </a:lnTo>
                    <a:cubicBezTo>
                      <a:pt x="1292839" y="-275236"/>
                      <a:pt x="2455349" y="-135218"/>
                      <a:pt x="3563633" y="890624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6" name="Freeform 1625">
                <a:extLst>
                  <a:ext uri="{FF2B5EF4-FFF2-40B4-BE49-F238E27FC236}">
                    <a16:creationId xmlns:a16="http://schemas.microsoft.com/office/drawing/2014/main" id="{EEBD6791-4B56-3594-0DD4-F17F8830ED89}"/>
                  </a:ext>
                </a:extLst>
              </p:cNvPr>
              <p:cNvSpPr/>
              <p:nvPr/>
            </p:nvSpPr>
            <p:spPr>
              <a:xfrm>
                <a:off x="6987647" y="2526029"/>
                <a:ext cx="1154634" cy="2469832"/>
              </a:xfrm>
              <a:custGeom>
                <a:avLst/>
                <a:gdLst>
                  <a:gd name="connsiteX0" fmla="*/ 755081 w 1154634"/>
                  <a:gd name="connsiteY0" fmla="*/ 2459355 h 2469832"/>
                  <a:gd name="connsiteX1" fmla="*/ 745568 w 1154634"/>
                  <a:gd name="connsiteY1" fmla="*/ 2469833 h 2469832"/>
                  <a:gd name="connsiteX2" fmla="*/ 1065211 w 1154634"/>
                  <a:gd name="connsiteY2" fmla="*/ 32385 h 2469832"/>
                  <a:gd name="connsiteX3" fmla="*/ 1154635 w 1154634"/>
                  <a:gd name="connsiteY3" fmla="*/ 0 h 2469832"/>
                  <a:gd name="connsiteX4" fmla="*/ 1069968 w 1154634"/>
                  <a:gd name="connsiteY4" fmla="*/ 44767 h 2469832"/>
                  <a:gd name="connsiteX5" fmla="*/ 755081 w 1154634"/>
                  <a:gd name="connsiteY5" fmla="*/ 2459355 h 246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4634" h="2469832">
                    <a:moveTo>
                      <a:pt x="755081" y="2459355"/>
                    </a:moveTo>
                    <a:cubicBezTo>
                      <a:pt x="752228" y="2463165"/>
                      <a:pt x="748423" y="2466023"/>
                      <a:pt x="745568" y="2469833"/>
                    </a:cubicBezTo>
                    <a:cubicBezTo>
                      <a:pt x="-345592" y="1425893"/>
                      <a:pt x="-239044" y="613410"/>
                      <a:pt x="1065211" y="32385"/>
                    </a:cubicBezTo>
                    <a:lnTo>
                      <a:pt x="1154635" y="0"/>
                    </a:lnTo>
                    <a:lnTo>
                      <a:pt x="1069968" y="44767"/>
                    </a:lnTo>
                    <a:cubicBezTo>
                      <a:pt x="-237142" y="617220"/>
                      <a:pt x="-342738" y="1422083"/>
                      <a:pt x="755081" y="2459355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7" name="Freeform 1626">
                <a:extLst>
                  <a:ext uri="{FF2B5EF4-FFF2-40B4-BE49-F238E27FC236}">
                    <a16:creationId xmlns:a16="http://schemas.microsoft.com/office/drawing/2014/main" id="{1FC3DFC8-5FD1-1CBA-ECA0-A68678604CA1}"/>
                  </a:ext>
                </a:extLst>
              </p:cNvPr>
              <p:cNvSpPr/>
              <p:nvPr/>
            </p:nvSpPr>
            <p:spPr>
              <a:xfrm>
                <a:off x="7190074" y="3108007"/>
                <a:ext cx="1149130" cy="235587"/>
              </a:xfrm>
              <a:custGeom>
                <a:avLst/>
                <a:gdLst>
                  <a:gd name="connsiteX0" fmla="*/ 1147228 w 1149130"/>
                  <a:gd name="connsiteY0" fmla="*/ 0 h 235587"/>
                  <a:gd name="connsiteX1" fmla="*/ 1149131 w 1149130"/>
                  <a:gd name="connsiteY1" fmla="*/ 14288 h 235587"/>
                  <a:gd name="connsiteX2" fmla="*/ 1042583 w 1149130"/>
                  <a:gd name="connsiteY2" fmla="*/ 191453 h 235587"/>
                  <a:gd name="connsiteX3" fmla="*/ 1137715 w 1149130"/>
                  <a:gd name="connsiteY3" fmla="*/ 191453 h 235587"/>
                  <a:gd name="connsiteX4" fmla="*/ 1043535 w 1149130"/>
                  <a:gd name="connsiteY4" fmla="*/ 204788 h 235587"/>
                  <a:gd name="connsiteX5" fmla="*/ 1147228 w 1149130"/>
                  <a:gd name="connsiteY5" fmla="*/ 0 h 235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49130" h="235587">
                    <a:moveTo>
                      <a:pt x="1147228" y="0"/>
                    </a:moveTo>
                    <a:cubicBezTo>
                      <a:pt x="1147228" y="4763"/>
                      <a:pt x="1148180" y="9525"/>
                      <a:pt x="1149131" y="14288"/>
                    </a:cubicBezTo>
                    <a:cubicBezTo>
                      <a:pt x="-346339" y="219075"/>
                      <a:pt x="-382489" y="277178"/>
                      <a:pt x="1042583" y="191453"/>
                    </a:cubicBezTo>
                    <a:lnTo>
                      <a:pt x="1137715" y="191453"/>
                    </a:lnTo>
                    <a:cubicBezTo>
                      <a:pt x="1137715" y="192405"/>
                      <a:pt x="1043535" y="204788"/>
                      <a:pt x="1043535" y="204788"/>
                    </a:cubicBezTo>
                    <a:cubicBezTo>
                      <a:pt x="-381538" y="281940"/>
                      <a:pt x="-346339" y="214313"/>
                      <a:pt x="1147228" y="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8" name="Freeform 1627">
                <a:extLst>
                  <a:ext uri="{FF2B5EF4-FFF2-40B4-BE49-F238E27FC236}">
                    <a16:creationId xmlns:a16="http://schemas.microsoft.com/office/drawing/2014/main" id="{B2A09EF7-9B82-84AE-E192-E45F10550018}"/>
                  </a:ext>
                </a:extLst>
              </p:cNvPr>
              <p:cNvSpPr/>
              <p:nvPr/>
            </p:nvSpPr>
            <p:spPr>
              <a:xfrm>
                <a:off x="3932705" y="2863215"/>
                <a:ext cx="2986183" cy="2683192"/>
              </a:xfrm>
              <a:custGeom>
                <a:avLst/>
                <a:gdLst>
                  <a:gd name="connsiteX0" fmla="*/ 2986183 w 2986183"/>
                  <a:gd name="connsiteY0" fmla="*/ 2677478 h 2683192"/>
                  <a:gd name="connsiteX1" fmla="*/ 2970962 w 2986183"/>
                  <a:gd name="connsiteY1" fmla="*/ 2683192 h 2683192"/>
                  <a:gd name="connsiteX2" fmla="*/ 90375 w 2986183"/>
                  <a:gd name="connsiteY2" fmla="*/ 31432 h 2683192"/>
                  <a:gd name="connsiteX3" fmla="*/ 0 w 2986183"/>
                  <a:gd name="connsiteY3" fmla="*/ 0 h 2683192"/>
                  <a:gd name="connsiteX4" fmla="*/ 94180 w 2986183"/>
                  <a:gd name="connsiteY4" fmla="*/ 16192 h 2683192"/>
                  <a:gd name="connsiteX5" fmla="*/ 2986183 w 2986183"/>
                  <a:gd name="connsiteY5" fmla="*/ 2677478 h 2683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86183" h="2683192">
                    <a:moveTo>
                      <a:pt x="2986183" y="2677478"/>
                    </a:moveTo>
                    <a:cubicBezTo>
                      <a:pt x="2981427" y="2679383"/>
                      <a:pt x="2975719" y="2681287"/>
                      <a:pt x="2970962" y="2683192"/>
                    </a:cubicBezTo>
                    <a:cubicBezTo>
                      <a:pt x="2432517" y="1271588"/>
                      <a:pt x="1472638" y="387667"/>
                      <a:pt x="90375" y="31432"/>
                    </a:cubicBezTo>
                    <a:lnTo>
                      <a:pt x="0" y="0"/>
                    </a:lnTo>
                    <a:lnTo>
                      <a:pt x="94180" y="16192"/>
                    </a:lnTo>
                    <a:cubicBezTo>
                      <a:pt x="1473590" y="381953"/>
                      <a:pt x="2437274" y="1269682"/>
                      <a:pt x="2986183" y="2677478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9" name="Freeform 1628">
                <a:extLst>
                  <a:ext uri="{FF2B5EF4-FFF2-40B4-BE49-F238E27FC236}">
                    <a16:creationId xmlns:a16="http://schemas.microsoft.com/office/drawing/2014/main" id="{F017345D-9F4D-1689-AFF9-2753A7AC6A44}"/>
                  </a:ext>
                </a:extLst>
              </p:cNvPr>
              <p:cNvSpPr/>
              <p:nvPr/>
            </p:nvSpPr>
            <p:spPr>
              <a:xfrm>
                <a:off x="3874675" y="1162050"/>
                <a:ext cx="2272695" cy="2511742"/>
              </a:xfrm>
              <a:custGeom>
                <a:avLst/>
                <a:gdLst>
                  <a:gd name="connsiteX0" fmla="*/ 2256524 w 2272695"/>
                  <a:gd name="connsiteY0" fmla="*/ 0 h 2511742"/>
                  <a:gd name="connsiteX1" fmla="*/ 2272696 w 2272695"/>
                  <a:gd name="connsiteY1" fmla="*/ 0 h 2511742"/>
                  <a:gd name="connsiteX2" fmla="*/ 95132 w 2272695"/>
                  <a:gd name="connsiteY2" fmla="*/ 2508885 h 2511742"/>
                  <a:gd name="connsiteX3" fmla="*/ 0 w 2272695"/>
                  <a:gd name="connsiteY3" fmla="*/ 2511743 h 2511742"/>
                  <a:gd name="connsiteX4" fmla="*/ 94180 w 2272695"/>
                  <a:gd name="connsiteY4" fmla="*/ 2493645 h 2511742"/>
                  <a:gd name="connsiteX5" fmla="*/ 2257475 w 2272695"/>
                  <a:gd name="connsiteY5" fmla="*/ 0 h 2511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72695" h="2511742">
                    <a:moveTo>
                      <a:pt x="2256524" y="0"/>
                    </a:moveTo>
                    <a:cubicBezTo>
                      <a:pt x="2262231" y="0"/>
                      <a:pt x="2266988" y="0"/>
                      <a:pt x="2272696" y="0"/>
                    </a:cubicBezTo>
                    <a:cubicBezTo>
                      <a:pt x="2238448" y="1510665"/>
                      <a:pt x="1512594" y="2346960"/>
                      <a:pt x="95132" y="2508885"/>
                    </a:cubicBezTo>
                    <a:lnTo>
                      <a:pt x="0" y="2511743"/>
                    </a:lnTo>
                    <a:lnTo>
                      <a:pt x="94180" y="2493645"/>
                    </a:lnTo>
                    <a:cubicBezTo>
                      <a:pt x="1513545" y="2342198"/>
                      <a:pt x="2233692" y="1510665"/>
                      <a:pt x="2257475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0" name="Freeform 1629">
                <a:extLst>
                  <a:ext uri="{FF2B5EF4-FFF2-40B4-BE49-F238E27FC236}">
                    <a16:creationId xmlns:a16="http://schemas.microsoft.com/office/drawing/2014/main" id="{EE775E33-6F1D-139E-810A-DD644E5005D2}"/>
                  </a:ext>
                </a:extLst>
              </p:cNvPr>
              <p:cNvSpPr/>
              <p:nvPr/>
            </p:nvSpPr>
            <p:spPr>
              <a:xfrm>
                <a:off x="4170534" y="1162050"/>
                <a:ext cx="2002521" cy="3402330"/>
              </a:xfrm>
              <a:custGeom>
                <a:avLst/>
                <a:gdLst>
                  <a:gd name="connsiteX0" fmla="*/ 1986349 w 2002521"/>
                  <a:gd name="connsiteY0" fmla="*/ 952 h 3402330"/>
                  <a:gd name="connsiteX1" fmla="*/ 2002522 w 2002521"/>
                  <a:gd name="connsiteY1" fmla="*/ 952 h 3402330"/>
                  <a:gd name="connsiteX2" fmla="*/ 85619 w 2002521"/>
                  <a:gd name="connsiteY2" fmla="*/ 3360420 h 3402330"/>
                  <a:gd name="connsiteX3" fmla="*/ 0 w 2002521"/>
                  <a:gd name="connsiteY3" fmla="*/ 3402330 h 3402330"/>
                  <a:gd name="connsiteX4" fmla="*/ 78008 w 2002521"/>
                  <a:gd name="connsiteY4" fmla="*/ 3347085 h 3402330"/>
                  <a:gd name="connsiteX5" fmla="*/ 1986349 w 2002521"/>
                  <a:gd name="connsiteY5" fmla="*/ 0 h 3402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02521" h="3402330">
                    <a:moveTo>
                      <a:pt x="1986349" y="952"/>
                    </a:moveTo>
                    <a:cubicBezTo>
                      <a:pt x="1992057" y="952"/>
                      <a:pt x="1996814" y="952"/>
                      <a:pt x="2002522" y="952"/>
                    </a:cubicBezTo>
                    <a:cubicBezTo>
                      <a:pt x="1951151" y="1511618"/>
                      <a:pt x="1311866" y="2631758"/>
                      <a:pt x="85619" y="3360420"/>
                    </a:cubicBezTo>
                    <a:lnTo>
                      <a:pt x="0" y="3402330"/>
                    </a:lnTo>
                    <a:lnTo>
                      <a:pt x="78008" y="3347085"/>
                    </a:lnTo>
                    <a:cubicBezTo>
                      <a:pt x="1309963" y="2626995"/>
                      <a:pt x="1946394" y="1510665"/>
                      <a:pt x="1986349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1" name="Freeform 1630">
                <a:extLst>
                  <a:ext uri="{FF2B5EF4-FFF2-40B4-BE49-F238E27FC236}">
                    <a16:creationId xmlns:a16="http://schemas.microsoft.com/office/drawing/2014/main" id="{BDAA2060-1D6D-F7B6-E950-4C5AF524FA3E}"/>
                  </a:ext>
                </a:extLst>
              </p:cNvPr>
              <p:cNvSpPr/>
              <p:nvPr/>
            </p:nvSpPr>
            <p:spPr>
              <a:xfrm>
                <a:off x="3866113" y="1163002"/>
                <a:ext cx="2332628" cy="2129861"/>
              </a:xfrm>
              <a:custGeom>
                <a:avLst/>
                <a:gdLst>
                  <a:gd name="connsiteX0" fmla="*/ 2316456 w 2332628"/>
                  <a:gd name="connsiteY0" fmla="*/ 953 h 2129861"/>
                  <a:gd name="connsiteX1" fmla="*/ 2332629 w 2332628"/>
                  <a:gd name="connsiteY1" fmla="*/ 953 h 2129861"/>
                  <a:gd name="connsiteX2" fmla="*/ 94180 w 2332628"/>
                  <a:gd name="connsiteY2" fmla="*/ 2121218 h 2129861"/>
                  <a:gd name="connsiteX3" fmla="*/ 0 w 2332628"/>
                  <a:gd name="connsiteY3" fmla="*/ 2106930 h 2129861"/>
                  <a:gd name="connsiteX4" fmla="*/ 95132 w 2332628"/>
                  <a:gd name="connsiteY4" fmla="*/ 2106930 h 2129861"/>
                  <a:gd name="connsiteX5" fmla="*/ 2315505 w 2332628"/>
                  <a:gd name="connsiteY5" fmla="*/ 0 h 2129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32628" h="2129861">
                    <a:moveTo>
                      <a:pt x="2316456" y="953"/>
                    </a:moveTo>
                    <a:cubicBezTo>
                      <a:pt x="2322164" y="953"/>
                      <a:pt x="2326921" y="953"/>
                      <a:pt x="2332629" y="953"/>
                    </a:cubicBezTo>
                    <a:cubicBezTo>
                      <a:pt x="2264134" y="1510665"/>
                      <a:pt x="1518302" y="2217420"/>
                      <a:pt x="94180" y="2121218"/>
                    </a:cubicBezTo>
                    <a:lnTo>
                      <a:pt x="0" y="2106930"/>
                    </a:lnTo>
                    <a:lnTo>
                      <a:pt x="95132" y="2106930"/>
                    </a:lnTo>
                    <a:cubicBezTo>
                      <a:pt x="1518302" y="2212658"/>
                      <a:pt x="2258426" y="1510665"/>
                      <a:pt x="2315505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2" name="Freeform 1631">
                <a:extLst>
                  <a:ext uri="{FF2B5EF4-FFF2-40B4-BE49-F238E27FC236}">
                    <a16:creationId xmlns:a16="http://schemas.microsoft.com/office/drawing/2014/main" id="{FB2E4113-9F12-41CC-2AA5-BDFB08C3B685}"/>
                  </a:ext>
                </a:extLst>
              </p:cNvPr>
              <p:cNvSpPr/>
              <p:nvPr/>
            </p:nvSpPr>
            <p:spPr>
              <a:xfrm>
                <a:off x="4943955" y="4341481"/>
                <a:ext cx="2504817" cy="1005853"/>
              </a:xfrm>
              <a:custGeom>
                <a:avLst/>
                <a:gdLst>
                  <a:gd name="connsiteX0" fmla="*/ 2503866 w 2504817"/>
                  <a:gd name="connsiteY0" fmla="*/ 905841 h 1005853"/>
                  <a:gd name="connsiteX1" fmla="*/ 2490548 w 2504817"/>
                  <a:gd name="connsiteY1" fmla="*/ 915366 h 1005853"/>
                  <a:gd name="connsiteX2" fmla="*/ 55177 w 2504817"/>
                  <a:gd name="connsiteY2" fmla="*/ 927749 h 1005853"/>
                  <a:gd name="connsiteX3" fmla="*/ 0 w 2504817"/>
                  <a:gd name="connsiteY3" fmla="*/ 1005854 h 1005853"/>
                  <a:gd name="connsiteX4" fmla="*/ 42809 w 2504817"/>
                  <a:gd name="connsiteY4" fmla="*/ 920129 h 1005853"/>
                  <a:gd name="connsiteX5" fmla="*/ 2504817 w 2504817"/>
                  <a:gd name="connsiteY5" fmla="*/ 905841 h 1005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04817" h="1005853">
                    <a:moveTo>
                      <a:pt x="2503866" y="905841"/>
                    </a:moveTo>
                    <a:cubicBezTo>
                      <a:pt x="2499109" y="908699"/>
                      <a:pt x="2495304" y="912509"/>
                      <a:pt x="2490548" y="915366"/>
                    </a:cubicBezTo>
                    <a:cubicBezTo>
                      <a:pt x="1598212" y="-303834"/>
                      <a:pt x="785788" y="-299071"/>
                      <a:pt x="55177" y="927749"/>
                    </a:cubicBezTo>
                    <a:lnTo>
                      <a:pt x="0" y="1005854"/>
                    </a:lnTo>
                    <a:lnTo>
                      <a:pt x="42809" y="920129"/>
                    </a:lnTo>
                    <a:cubicBezTo>
                      <a:pt x="782934" y="-301929"/>
                      <a:pt x="1602969" y="-306691"/>
                      <a:pt x="2504817" y="905841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3" name="Freeform 1632">
                <a:extLst>
                  <a:ext uri="{FF2B5EF4-FFF2-40B4-BE49-F238E27FC236}">
                    <a16:creationId xmlns:a16="http://schemas.microsoft.com/office/drawing/2014/main" id="{D1C77C21-B1F4-C45C-A685-2F23EC40B5A9}"/>
                  </a:ext>
                </a:extLst>
              </p:cNvPr>
              <p:cNvSpPr/>
              <p:nvPr/>
            </p:nvSpPr>
            <p:spPr>
              <a:xfrm>
                <a:off x="3926046" y="2887979"/>
                <a:ext cx="3500846" cy="2384107"/>
              </a:xfrm>
              <a:custGeom>
                <a:avLst/>
                <a:gdLst>
                  <a:gd name="connsiteX0" fmla="*/ 3500846 w 3500846"/>
                  <a:gd name="connsiteY0" fmla="*/ 2374583 h 2384107"/>
                  <a:gd name="connsiteX1" fmla="*/ 3487527 w 3500846"/>
                  <a:gd name="connsiteY1" fmla="*/ 2384108 h 2384107"/>
                  <a:gd name="connsiteX2" fmla="*/ 90375 w 3500846"/>
                  <a:gd name="connsiteY2" fmla="*/ 30480 h 2384107"/>
                  <a:gd name="connsiteX3" fmla="*/ 0 w 3500846"/>
                  <a:gd name="connsiteY3" fmla="*/ 0 h 2384107"/>
                  <a:gd name="connsiteX4" fmla="*/ 94180 w 3500846"/>
                  <a:gd name="connsiteY4" fmla="*/ 15240 h 2384107"/>
                  <a:gd name="connsiteX5" fmla="*/ 3500846 w 3500846"/>
                  <a:gd name="connsiteY5" fmla="*/ 2374583 h 2384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00846" h="2384107">
                    <a:moveTo>
                      <a:pt x="3500846" y="2374583"/>
                    </a:moveTo>
                    <a:cubicBezTo>
                      <a:pt x="3496090" y="2377440"/>
                      <a:pt x="3492284" y="2381250"/>
                      <a:pt x="3487527" y="2384108"/>
                    </a:cubicBezTo>
                    <a:cubicBezTo>
                      <a:pt x="2608511" y="1155383"/>
                      <a:pt x="1476444" y="370523"/>
                      <a:pt x="90375" y="30480"/>
                    </a:cubicBezTo>
                    <a:lnTo>
                      <a:pt x="0" y="0"/>
                    </a:lnTo>
                    <a:lnTo>
                      <a:pt x="94180" y="15240"/>
                    </a:lnTo>
                    <a:cubicBezTo>
                      <a:pt x="1477395" y="365760"/>
                      <a:pt x="2613267" y="1152525"/>
                      <a:pt x="3500846" y="2374583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4" name="Freeform 1633">
                <a:extLst>
                  <a:ext uri="{FF2B5EF4-FFF2-40B4-BE49-F238E27FC236}">
                    <a16:creationId xmlns:a16="http://schemas.microsoft.com/office/drawing/2014/main" id="{CDFDEA0C-8091-8D54-EB36-9B60DBD358AB}"/>
                  </a:ext>
                </a:extLst>
              </p:cNvPr>
              <p:cNvSpPr/>
              <p:nvPr/>
            </p:nvSpPr>
            <p:spPr>
              <a:xfrm>
                <a:off x="3876577" y="3653924"/>
                <a:ext cx="1840716" cy="1994400"/>
              </a:xfrm>
              <a:custGeom>
                <a:avLst/>
                <a:gdLst>
                  <a:gd name="connsiteX0" fmla="*/ 1758985 w 1840716"/>
                  <a:gd name="connsiteY0" fmla="*/ 1994401 h 1994400"/>
                  <a:gd name="connsiteX1" fmla="*/ 1742812 w 1840716"/>
                  <a:gd name="connsiteY1" fmla="*/ 1990590 h 1994400"/>
                  <a:gd name="connsiteX2" fmla="*/ 95132 w 1840716"/>
                  <a:gd name="connsiteY2" fmla="*/ 40823 h 1994400"/>
                  <a:gd name="connsiteX3" fmla="*/ 0 w 1840716"/>
                  <a:gd name="connsiteY3" fmla="*/ 44633 h 1994400"/>
                  <a:gd name="connsiteX4" fmla="*/ 93229 w 1840716"/>
                  <a:gd name="connsiteY4" fmla="*/ 25583 h 1994400"/>
                  <a:gd name="connsiteX5" fmla="*/ 1758985 w 1840716"/>
                  <a:gd name="connsiteY5" fmla="*/ 1993448 h 199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0716" h="1994400">
                    <a:moveTo>
                      <a:pt x="1758985" y="1994401"/>
                    </a:moveTo>
                    <a:cubicBezTo>
                      <a:pt x="1753277" y="1993448"/>
                      <a:pt x="1748520" y="1992496"/>
                      <a:pt x="1742812" y="1990590"/>
                    </a:cubicBezTo>
                    <a:cubicBezTo>
                      <a:pt x="2060552" y="513263"/>
                      <a:pt x="1510691" y="-136342"/>
                      <a:pt x="95132" y="40823"/>
                    </a:cubicBezTo>
                    <a:lnTo>
                      <a:pt x="0" y="44633"/>
                    </a:lnTo>
                    <a:lnTo>
                      <a:pt x="93229" y="25583"/>
                    </a:lnTo>
                    <a:cubicBezTo>
                      <a:pt x="1510691" y="-142057"/>
                      <a:pt x="2065309" y="514216"/>
                      <a:pt x="1758985" y="1993448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5" name="Freeform 1634">
                <a:extLst>
                  <a:ext uri="{FF2B5EF4-FFF2-40B4-BE49-F238E27FC236}">
                    <a16:creationId xmlns:a16="http://schemas.microsoft.com/office/drawing/2014/main" id="{BADB1C8E-943A-5710-0744-FE94BEB47382}"/>
                  </a:ext>
                </a:extLst>
              </p:cNvPr>
              <p:cNvSpPr/>
              <p:nvPr/>
            </p:nvSpPr>
            <p:spPr>
              <a:xfrm>
                <a:off x="4049717" y="1592579"/>
                <a:ext cx="3387639" cy="1253774"/>
              </a:xfrm>
              <a:custGeom>
                <a:avLst/>
                <a:gdLst>
                  <a:gd name="connsiteX0" fmla="*/ 3374321 w 3387639"/>
                  <a:gd name="connsiteY0" fmla="*/ 953 h 1253774"/>
                  <a:gd name="connsiteX1" fmla="*/ 3387639 w 3387639"/>
                  <a:gd name="connsiteY1" fmla="*/ 10478 h 1253774"/>
                  <a:gd name="connsiteX2" fmla="*/ 83716 w 3387639"/>
                  <a:gd name="connsiteY2" fmla="*/ 980123 h 1253774"/>
                  <a:gd name="connsiteX3" fmla="*/ 0 w 3387639"/>
                  <a:gd name="connsiteY3" fmla="*/ 934403 h 1253774"/>
                  <a:gd name="connsiteX4" fmla="*/ 90375 w 3387639"/>
                  <a:gd name="connsiteY4" fmla="*/ 965835 h 1253774"/>
                  <a:gd name="connsiteX5" fmla="*/ 3374321 w 3387639"/>
                  <a:gd name="connsiteY5" fmla="*/ 0 h 1253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87639" h="1253774">
                    <a:moveTo>
                      <a:pt x="3374321" y="953"/>
                    </a:moveTo>
                    <a:cubicBezTo>
                      <a:pt x="3379077" y="3810"/>
                      <a:pt x="3382883" y="7620"/>
                      <a:pt x="3387639" y="10478"/>
                    </a:cubicBezTo>
                    <a:cubicBezTo>
                      <a:pt x="2493401" y="1227773"/>
                      <a:pt x="1391777" y="1551623"/>
                      <a:pt x="83716" y="980123"/>
                    </a:cubicBezTo>
                    <a:lnTo>
                      <a:pt x="0" y="934403"/>
                    </a:lnTo>
                    <a:lnTo>
                      <a:pt x="90375" y="965835"/>
                    </a:lnTo>
                    <a:cubicBezTo>
                      <a:pt x="1394631" y="1545908"/>
                      <a:pt x="2489596" y="1223963"/>
                      <a:pt x="3374321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6" name="Freeform 1635">
                <a:extLst>
                  <a:ext uri="{FF2B5EF4-FFF2-40B4-BE49-F238E27FC236}">
                    <a16:creationId xmlns:a16="http://schemas.microsoft.com/office/drawing/2014/main" id="{D5D88561-61C6-BB50-5973-C4123840532D}"/>
                  </a:ext>
                </a:extLst>
              </p:cNvPr>
              <p:cNvSpPr/>
              <p:nvPr/>
            </p:nvSpPr>
            <p:spPr>
              <a:xfrm>
                <a:off x="3921289" y="1608772"/>
                <a:ext cx="3536995" cy="1436708"/>
              </a:xfrm>
              <a:custGeom>
                <a:avLst/>
                <a:gdLst>
                  <a:gd name="connsiteX0" fmla="*/ 3523677 w 3536995"/>
                  <a:gd name="connsiteY0" fmla="*/ 0 h 1436708"/>
                  <a:gd name="connsiteX1" fmla="*/ 3536996 w 3536995"/>
                  <a:gd name="connsiteY1" fmla="*/ 9525 h 1436708"/>
                  <a:gd name="connsiteX2" fmla="*/ 90375 w 3536995"/>
                  <a:gd name="connsiteY2" fmla="*/ 1333500 h 1436708"/>
                  <a:gd name="connsiteX3" fmla="*/ 0 w 3536995"/>
                  <a:gd name="connsiteY3" fmla="*/ 1303973 h 1436708"/>
                  <a:gd name="connsiteX4" fmla="*/ 94180 w 3536995"/>
                  <a:gd name="connsiteY4" fmla="*/ 1318260 h 1436708"/>
                  <a:gd name="connsiteX5" fmla="*/ 3524629 w 3536995"/>
                  <a:gd name="connsiteY5" fmla="*/ 0 h 1436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36995" h="1436708">
                    <a:moveTo>
                      <a:pt x="3523677" y="0"/>
                    </a:moveTo>
                    <a:cubicBezTo>
                      <a:pt x="3528434" y="2857"/>
                      <a:pt x="3532239" y="6667"/>
                      <a:pt x="3536996" y="9525"/>
                    </a:cubicBezTo>
                    <a:cubicBezTo>
                      <a:pt x="2628489" y="1216343"/>
                      <a:pt x="1480249" y="1658303"/>
                      <a:pt x="90375" y="1333500"/>
                    </a:cubicBezTo>
                    <a:lnTo>
                      <a:pt x="0" y="1303973"/>
                    </a:lnTo>
                    <a:lnTo>
                      <a:pt x="94180" y="1318260"/>
                    </a:lnTo>
                    <a:cubicBezTo>
                      <a:pt x="1481200" y="1652587"/>
                      <a:pt x="2624683" y="1213485"/>
                      <a:pt x="3524629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7" name="Freeform 1636">
                <a:extLst>
                  <a:ext uri="{FF2B5EF4-FFF2-40B4-BE49-F238E27FC236}">
                    <a16:creationId xmlns:a16="http://schemas.microsoft.com/office/drawing/2014/main" id="{11BCDA2A-7D66-608F-F477-57B650AC22FA}"/>
                  </a:ext>
                </a:extLst>
              </p:cNvPr>
              <p:cNvSpPr/>
              <p:nvPr/>
            </p:nvSpPr>
            <p:spPr>
              <a:xfrm>
                <a:off x="4964884" y="3675824"/>
                <a:ext cx="3377174" cy="1683893"/>
              </a:xfrm>
              <a:custGeom>
                <a:avLst/>
                <a:gdLst>
                  <a:gd name="connsiteX0" fmla="*/ 3377174 w 3377174"/>
                  <a:gd name="connsiteY0" fmla="*/ 37973 h 1683893"/>
                  <a:gd name="connsiteX1" fmla="*/ 3375272 w 3377174"/>
                  <a:gd name="connsiteY1" fmla="*/ 54166 h 1683893"/>
                  <a:gd name="connsiteX2" fmla="*/ 55176 w 3377174"/>
                  <a:gd name="connsiteY2" fmla="*/ 1605788 h 1683893"/>
                  <a:gd name="connsiteX3" fmla="*/ 0 w 3377174"/>
                  <a:gd name="connsiteY3" fmla="*/ 1683893 h 1683893"/>
                  <a:gd name="connsiteX4" fmla="*/ 41858 w 3377174"/>
                  <a:gd name="connsiteY4" fmla="*/ 1598168 h 1683893"/>
                  <a:gd name="connsiteX5" fmla="*/ 3377174 w 3377174"/>
                  <a:gd name="connsiteY5" fmla="*/ 37973 h 1683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77174" h="1683893">
                    <a:moveTo>
                      <a:pt x="3377174" y="37973"/>
                    </a:moveTo>
                    <a:cubicBezTo>
                      <a:pt x="3377174" y="43688"/>
                      <a:pt x="3376223" y="48451"/>
                      <a:pt x="3375272" y="54166"/>
                    </a:cubicBezTo>
                    <a:cubicBezTo>
                      <a:pt x="1878851" y="-146812"/>
                      <a:pt x="772469" y="370396"/>
                      <a:pt x="55176" y="1605788"/>
                    </a:cubicBezTo>
                    <a:lnTo>
                      <a:pt x="0" y="1683893"/>
                    </a:lnTo>
                    <a:lnTo>
                      <a:pt x="41858" y="1598168"/>
                    </a:lnTo>
                    <a:cubicBezTo>
                      <a:pt x="767712" y="368491"/>
                      <a:pt x="1879802" y="-151574"/>
                      <a:pt x="3377174" y="37973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8" name="Freeform 1637">
                <a:extLst>
                  <a:ext uri="{FF2B5EF4-FFF2-40B4-BE49-F238E27FC236}">
                    <a16:creationId xmlns:a16="http://schemas.microsoft.com/office/drawing/2014/main" id="{5F19FA2D-2FAF-5DA5-8BAE-D51050627938}"/>
                  </a:ext>
                </a:extLst>
              </p:cNvPr>
              <p:cNvSpPr/>
              <p:nvPr/>
            </p:nvSpPr>
            <p:spPr>
              <a:xfrm>
                <a:off x="3880383" y="2299334"/>
                <a:ext cx="4186745" cy="1424940"/>
              </a:xfrm>
              <a:custGeom>
                <a:avLst/>
                <a:gdLst>
                  <a:gd name="connsiteX0" fmla="*/ 4179135 w 4186745"/>
                  <a:gd name="connsiteY0" fmla="*/ 0 h 1424940"/>
                  <a:gd name="connsiteX1" fmla="*/ 4186745 w 4186745"/>
                  <a:gd name="connsiteY1" fmla="*/ 14288 h 1424940"/>
                  <a:gd name="connsiteX2" fmla="*/ 95132 w 4186745"/>
                  <a:gd name="connsiteY2" fmla="*/ 1420178 h 1424940"/>
                  <a:gd name="connsiteX3" fmla="*/ 0 w 4186745"/>
                  <a:gd name="connsiteY3" fmla="*/ 1424940 h 1424940"/>
                  <a:gd name="connsiteX4" fmla="*/ 93229 w 4186745"/>
                  <a:gd name="connsiteY4" fmla="*/ 1404938 h 1424940"/>
                  <a:gd name="connsiteX5" fmla="*/ 4179135 w 4186745"/>
                  <a:gd name="connsiteY5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86745" h="1424940">
                    <a:moveTo>
                      <a:pt x="4179135" y="0"/>
                    </a:moveTo>
                    <a:cubicBezTo>
                      <a:pt x="4181989" y="4763"/>
                      <a:pt x="4184843" y="9525"/>
                      <a:pt x="4186745" y="14288"/>
                    </a:cubicBezTo>
                    <a:cubicBezTo>
                      <a:pt x="2872977" y="758190"/>
                      <a:pt x="1508789" y="1226820"/>
                      <a:pt x="95132" y="1420178"/>
                    </a:cubicBezTo>
                    <a:lnTo>
                      <a:pt x="0" y="1424940"/>
                    </a:lnTo>
                    <a:lnTo>
                      <a:pt x="93229" y="1404938"/>
                    </a:lnTo>
                    <a:cubicBezTo>
                      <a:pt x="1508789" y="1221105"/>
                      <a:pt x="2870123" y="752475"/>
                      <a:pt x="4179135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9" name="Freeform 1638">
                <a:extLst>
                  <a:ext uri="{FF2B5EF4-FFF2-40B4-BE49-F238E27FC236}">
                    <a16:creationId xmlns:a16="http://schemas.microsoft.com/office/drawing/2014/main" id="{15DA15E7-27EC-500F-4010-8C469EC52112}"/>
                  </a:ext>
                </a:extLst>
              </p:cNvPr>
              <p:cNvSpPr/>
              <p:nvPr/>
            </p:nvSpPr>
            <p:spPr>
              <a:xfrm>
                <a:off x="5441494" y="4301234"/>
                <a:ext cx="2334531" cy="1268033"/>
              </a:xfrm>
              <a:custGeom>
                <a:avLst/>
                <a:gdLst>
                  <a:gd name="connsiteX0" fmla="*/ 2334531 w 2334531"/>
                  <a:gd name="connsiteY0" fmla="*/ 647956 h 1268033"/>
                  <a:gd name="connsiteX1" fmla="*/ 2323116 w 2334531"/>
                  <a:gd name="connsiteY1" fmla="*/ 660338 h 1268033"/>
                  <a:gd name="connsiteX2" fmla="*/ 35199 w 2334531"/>
                  <a:gd name="connsiteY2" fmla="*/ 1179451 h 1268033"/>
                  <a:gd name="connsiteX3" fmla="*/ 0 w 2334531"/>
                  <a:gd name="connsiteY3" fmla="*/ 1268034 h 1268033"/>
                  <a:gd name="connsiteX4" fmla="*/ 20929 w 2334531"/>
                  <a:gd name="connsiteY4" fmla="*/ 1174689 h 1268033"/>
                  <a:gd name="connsiteX5" fmla="*/ 2334531 w 2334531"/>
                  <a:gd name="connsiteY5" fmla="*/ 647956 h 1268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34531" h="1268033">
                    <a:moveTo>
                      <a:pt x="2334531" y="647956"/>
                    </a:moveTo>
                    <a:cubicBezTo>
                      <a:pt x="2330726" y="651766"/>
                      <a:pt x="2326921" y="655576"/>
                      <a:pt x="2323116" y="660338"/>
                    </a:cubicBezTo>
                    <a:cubicBezTo>
                      <a:pt x="1211026" y="-360742"/>
                      <a:pt x="448070" y="-188339"/>
                      <a:pt x="35199" y="1179451"/>
                    </a:cubicBezTo>
                    <a:lnTo>
                      <a:pt x="0" y="1268034"/>
                    </a:lnTo>
                    <a:lnTo>
                      <a:pt x="20929" y="1174689"/>
                    </a:lnTo>
                    <a:cubicBezTo>
                      <a:pt x="443313" y="-190244"/>
                      <a:pt x="1214831" y="-365504"/>
                      <a:pt x="2334531" y="647956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0" name="Freeform 1639">
                <a:extLst>
                  <a:ext uri="{FF2B5EF4-FFF2-40B4-BE49-F238E27FC236}">
                    <a16:creationId xmlns:a16="http://schemas.microsoft.com/office/drawing/2014/main" id="{04C72797-F3A5-8B54-C15D-3C2B60DD6761}"/>
                  </a:ext>
                </a:extLst>
              </p:cNvPr>
              <p:cNvSpPr/>
              <p:nvPr/>
            </p:nvSpPr>
            <p:spPr>
              <a:xfrm>
                <a:off x="3868016" y="3243262"/>
                <a:ext cx="3076558" cy="2293619"/>
              </a:xfrm>
              <a:custGeom>
                <a:avLst/>
                <a:gdLst>
                  <a:gd name="connsiteX0" fmla="*/ 3076559 w 3076558"/>
                  <a:gd name="connsiteY0" fmla="*/ 2286952 h 2293619"/>
                  <a:gd name="connsiteX1" fmla="*/ 3059435 w 3076558"/>
                  <a:gd name="connsiteY1" fmla="*/ 2293620 h 2293619"/>
                  <a:gd name="connsiteX2" fmla="*/ 94180 w 3076558"/>
                  <a:gd name="connsiteY2" fmla="*/ 16193 h 2293619"/>
                  <a:gd name="connsiteX3" fmla="*/ 0 w 3076558"/>
                  <a:gd name="connsiteY3" fmla="*/ 0 h 2293619"/>
                  <a:gd name="connsiteX4" fmla="*/ 95132 w 3076558"/>
                  <a:gd name="connsiteY4" fmla="*/ 0 h 2293619"/>
                  <a:gd name="connsiteX5" fmla="*/ 3076559 w 3076558"/>
                  <a:gd name="connsiteY5" fmla="*/ 2286952 h 2293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076558" h="2293619">
                    <a:moveTo>
                      <a:pt x="3076559" y="2286952"/>
                    </a:moveTo>
                    <a:cubicBezTo>
                      <a:pt x="3070851" y="2288858"/>
                      <a:pt x="3065143" y="2291715"/>
                      <a:pt x="3059435" y="2293620"/>
                    </a:cubicBezTo>
                    <a:cubicBezTo>
                      <a:pt x="2504817" y="887730"/>
                      <a:pt x="1516399" y="128588"/>
                      <a:pt x="94180" y="16193"/>
                    </a:cubicBezTo>
                    <a:lnTo>
                      <a:pt x="0" y="0"/>
                    </a:lnTo>
                    <a:lnTo>
                      <a:pt x="95132" y="0"/>
                    </a:lnTo>
                    <a:cubicBezTo>
                      <a:pt x="1516399" y="122872"/>
                      <a:pt x="2510525" y="885825"/>
                      <a:pt x="3076559" y="2286952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1" name="Freeform 1640">
                <a:extLst>
                  <a:ext uri="{FF2B5EF4-FFF2-40B4-BE49-F238E27FC236}">
                    <a16:creationId xmlns:a16="http://schemas.microsoft.com/office/drawing/2014/main" id="{2653CC65-15BD-D163-D4E7-C5A28D377C82}"/>
                  </a:ext>
                </a:extLst>
              </p:cNvPr>
              <p:cNvSpPr/>
              <p:nvPr/>
            </p:nvSpPr>
            <p:spPr>
              <a:xfrm>
                <a:off x="4013567" y="3868132"/>
                <a:ext cx="4123957" cy="473362"/>
              </a:xfrm>
              <a:custGeom>
                <a:avLst/>
                <a:gdLst>
                  <a:gd name="connsiteX0" fmla="*/ 7610 w 4123957"/>
                  <a:gd name="connsiteY0" fmla="*/ 468600 h 473362"/>
                  <a:gd name="connsiteX1" fmla="*/ 0 w 4123957"/>
                  <a:gd name="connsiteY1" fmla="*/ 451455 h 473362"/>
                  <a:gd name="connsiteX2" fmla="*/ 4040242 w 4123957"/>
                  <a:gd name="connsiteY2" fmla="*/ 426690 h 473362"/>
                  <a:gd name="connsiteX3" fmla="*/ 4123958 w 4123957"/>
                  <a:gd name="connsiteY3" fmla="*/ 473362 h 473362"/>
                  <a:gd name="connsiteX4" fmla="*/ 4033583 w 4123957"/>
                  <a:gd name="connsiteY4" fmla="*/ 442883 h 473362"/>
                  <a:gd name="connsiteX5" fmla="*/ 7610 w 4123957"/>
                  <a:gd name="connsiteY5" fmla="*/ 468600 h 473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123957" h="473362">
                    <a:moveTo>
                      <a:pt x="7610" y="468600"/>
                    </a:moveTo>
                    <a:cubicBezTo>
                      <a:pt x="4757" y="462885"/>
                      <a:pt x="2854" y="457170"/>
                      <a:pt x="0" y="451455"/>
                    </a:cubicBezTo>
                    <a:cubicBezTo>
                      <a:pt x="1387971" y="-141952"/>
                      <a:pt x="2735036" y="-150525"/>
                      <a:pt x="4040242" y="426690"/>
                    </a:cubicBezTo>
                    <a:lnTo>
                      <a:pt x="4123958" y="473362"/>
                    </a:lnTo>
                    <a:lnTo>
                      <a:pt x="4033583" y="442883"/>
                    </a:lnTo>
                    <a:cubicBezTo>
                      <a:pt x="2733133" y="-144810"/>
                      <a:pt x="1390825" y="-136238"/>
                      <a:pt x="7610" y="468600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2" name="Freeform 1641">
                <a:extLst>
                  <a:ext uri="{FF2B5EF4-FFF2-40B4-BE49-F238E27FC236}">
                    <a16:creationId xmlns:a16="http://schemas.microsoft.com/office/drawing/2014/main" id="{AA33579F-4675-B43B-9BDC-B8A4C2C56563}"/>
                  </a:ext>
                </a:extLst>
              </p:cNvPr>
              <p:cNvSpPr/>
              <p:nvPr/>
            </p:nvSpPr>
            <p:spPr>
              <a:xfrm>
                <a:off x="4003103" y="1208722"/>
                <a:ext cx="2375438" cy="3102292"/>
              </a:xfrm>
              <a:custGeom>
                <a:avLst/>
                <a:gdLst>
                  <a:gd name="connsiteX0" fmla="*/ 6659 w 2375438"/>
                  <a:gd name="connsiteY0" fmla="*/ 3102293 h 3102292"/>
                  <a:gd name="connsiteX1" fmla="*/ 0 w 2375438"/>
                  <a:gd name="connsiteY1" fmla="*/ 3085147 h 3102292"/>
                  <a:gd name="connsiteX2" fmla="*/ 2354509 w 2375438"/>
                  <a:gd name="connsiteY2" fmla="*/ 93345 h 3102292"/>
                  <a:gd name="connsiteX3" fmla="*/ 2375438 w 2375438"/>
                  <a:gd name="connsiteY3" fmla="*/ 0 h 3102292"/>
                  <a:gd name="connsiteX4" fmla="*/ 2371633 w 2375438"/>
                  <a:gd name="connsiteY4" fmla="*/ 95250 h 3102292"/>
                  <a:gd name="connsiteX5" fmla="*/ 7611 w 2375438"/>
                  <a:gd name="connsiteY5" fmla="*/ 3101340 h 3102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75438" h="3102292">
                    <a:moveTo>
                      <a:pt x="6659" y="3102293"/>
                    </a:moveTo>
                    <a:cubicBezTo>
                      <a:pt x="3805" y="3096578"/>
                      <a:pt x="1903" y="3090863"/>
                      <a:pt x="0" y="3085147"/>
                    </a:cubicBezTo>
                    <a:cubicBezTo>
                      <a:pt x="1395582" y="2508885"/>
                      <a:pt x="2180418" y="1511618"/>
                      <a:pt x="2354509" y="93345"/>
                    </a:cubicBezTo>
                    <a:lnTo>
                      <a:pt x="2375438" y="0"/>
                    </a:lnTo>
                    <a:lnTo>
                      <a:pt x="2371633" y="95250"/>
                    </a:lnTo>
                    <a:cubicBezTo>
                      <a:pt x="2186126" y="1511618"/>
                      <a:pt x="1397484" y="2513647"/>
                      <a:pt x="7611" y="3101340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3" name="Freeform 1642">
                <a:extLst>
                  <a:ext uri="{FF2B5EF4-FFF2-40B4-BE49-F238E27FC236}">
                    <a16:creationId xmlns:a16="http://schemas.microsoft.com/office/drawing/2014/main" id="{5BC4F275-70E4-06DC-422A-CC53E28FBC13}"/>
                  </a:ext>
                </a:extLst>
              </p:cNvPr>
              <p:cNvSpPr/>
              <p:nvPr/>
            </p:nvSpPr>
            <p:spPr>
              <a:xfrm>
                <a:off x="6448111" y="4393089"/>
                <a:ext cx="1044421" cy="1218087"/>
              </a:xfrm>
              <a:custGeom>
                <a:avLst/>
                <a:gdLst>
                  <a:gd name="connsiteX0" fmla="*/ 1044421 w 1044421"/>
                  <a:gd name="connsiteY0" fmla="*/ 820895 h 1218087"/>
                  <a:gd name="connsiteX1" fmla="*/ 1030152 w 1044421"/>
                  <a:gd name="connsiteY1" fmla="*/ 832326 h 1218087"/>
                  <a:gd name="connsiteX2" fmla="*/ 135914 w 1044421"/>
                  <a:gd name="connsiteY2" fmla="*/ 1122838 h 1218087"/>
                  <a:gd name="connsiteX3" fmla="*/ 148281 w 1044421"/>
                  <a:gd name="connsiteY3" fmla="*/ 1218088 h 1218087"/>
                  <a:gd name="connsiteX4" fmla="*/ 118790 w 1044421"/>
                  <a:gd name="connsiteY4" fmla="*/ 1127600 h 1218087"/>
                  <a:gd name="connsiteX5" fmla="*/ 1044421 w 1044421"/>
                  <a:gd name="connsiteY5" fmla="*/ 821848 h 1218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4421" h="1218087">
                    <a:moveTo>
                      <a:pt x="1044421" y="820895"/>
                    </a:moveTo>
                    <a:cubicBezTo>
                      <a:pt x="1039665" y="824705"/>
                      <a:pt x="1034908" y="828516"/>
                      <a:pt x="1030152" y="832326"/>
                    </a:cubicBezTo>
                    <a:cubicBezTo>
                      <a:pt x="109277" y="-364967"/>
                      <a:pt x="-188485" y="-267812"/>
                      <a:pt x="135914" y="1122838"/>
                    </a:cubicBezTo>
                    <a:lnTo>
                      <a:pt x="148281" y="1218088"/>
                    </a:lnTo>
                    <a:lnTo>
                      <a:pt x="118790" y="1127600"/>
                    </a:lnTo>
                    <a:cubicBezTo>
                      <a:pt x="-195144" y="-265907"/>
                      <a:pt x="113082" y="-367825"/>
                      <a:pt x="1044421" y="821848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4" name="Freeform 1643">
                <a:extLst>
                  <a:ext uri="{FF2B5EF4-FFF2-40B4-BE49-F238E27FC236}">
                    <a16:creationId xmlns:a16="http://schemas.microsoft.com/office/drawing/2014/main" id="{51286B04-E473-FB9F-942F-995C698F8189}"/>
                  </a:ext>
                </a:extLst>
              </p:cNvPr>
              <p:cNvSpPr/>
              <p:nvPr/>
            </p:nvSpPr>
            <p:spPr>
              <a:xfrm>
                <a:off x="6900987" y="4003284"/>
                <a:ext cx="1247954" cy="1238322"/>
              </a:xfrm>
              <a:custGeom>
                <a:avLst/>
                <a:gdLst>
                  <a:gd name="connsiteX0" fmla="*/ 569666 w 1247954"/>
                  <a:gd name="connsiteY0" fmla="*/ 1226893 h 1238322"/>
                  <a:gd name="connsiteX1" fmla="*/ 555396 w 1247954"/>
                  <a:gd name="connsiteY1" fmla="*/ 1238323 h 1238322"/>
                  <a:gd name="connsiteX2" fmla="*/ 1164239 w 1247954"/>
                  <a:gd name="connsiteY2" fmla="*/ 266773 h 1238322"/>
                  <a:gd name="connsiteX3" fmla="*/ 1247954 w 1247954"/>
                  <a:gd name="connsiteY3" fmla="*/ 312493 h 1238322"/>
                  <a:gd name="connsiteX4" fmla="*/ 1157579 w 1247954"/>
                  <a:gd name="connsiteY4" fmla="*/ 282965 h 1238322"/>
                  <a:gd name="connsiteX5" fmla="*/ 570617 w 1247954"/>
                  <a:gd name="connsiteY5" fmla="*/ 1226893 h 1238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47954" h="1238322">
                    <a:moveTo>
                      <a:pt x="569666" y="1226893"/>
                    </a:moveTo>
                    <a:cubicBezTo>
                      <a:pt x="564909" y="1230703"/>
                      <a:pt x="560152" y="1234513"/>
                      <a:pt x="555396" y="1238323"/>
                    </a:cubicBezTo>
                    <a:cubicBezTo>
                      <a:pt x="-351209" y="29600"/>
                      <a:pt x="-147627" y="-294250"/>
                      <a:pt x="1164239" y="266773"/>
                    </a:cubicBezTo>
                    <a:lnTo>
                      <a:pt x="1247954" y="312493"/>
                    </a:lnTo>
                    <a:lnTo>
                      <a:pt x="1157579" y="282965"/>
                    </a:lnTo>
                    <a:cubicBezTo>
                      <a:pt x="-150481" y="-288535"/>
                      <a:pt x="-346452" y="25790"/>
                      <a:pt x="570617" y="1226893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5" name="Freeform 1644">
                <a:extLst>
                  <a:ext uri="{FF2B5EF4-FFF2-40B4-BE49-F238E27FC236}">
                    <a16:creationId xmlns:a16="http://schemas.microsoft.com/office/drawing/2014/main" id="{AC7F2B88-3618-5A01-9357-3FE30FE6CA73}"/>
                  </a:ext>
                </a:extLst>
              </p:cNvPr>
              <p:cNvSpPr/>
              <p:nvPr/>
            </p:nvSpPr>
            <p:spPr>
              <a:xfrm>
                <a:off x="4203831" y="1561147"/>
                <a:ext cx="3189765" cy="1163575"/>
              </a:xfrm>
              <a:custGeom>
                <a:avLst/>
                <a:gdLst>
                  <a:gd name="connsiteX0" fmla="*/ 3174544 w 3189765"/>
                  <a:gd name="connsiteY0" fmla="*/ 0 h 1163575"/>
                  <a:gd name="connsiteX1" fmla="*/ 3189765 w 3189765"/>
                  <a:gd name="connsiteY1" fmla="*/ 10477 h 1163575"/>
                  <a:gd name="connsiteX2" fmla="*/ 76105 w 3189765"/>
                  <a:gd name="connsiteY2" fmla="*/ 733425 h 1163575"/>
                  <a:gd name="connsiteX3" fmla="*/ 0 w 3189765"/>
                  <a:gd name="connsiteY3" fmla="*/ 675323 h 1163575"/>
                  <a:gd name="connsiteX4" fmla="*/ 85619 w 3189765"/>
                  <a:gd name="connsiteY4" fmla="*/ 719137 h 1163575"/>
                  <a:gd name="connsiteX5" fmla="*/ 3175496 w 3189765"/>
                  <a:gd name="connsiteY5" fmla="*/ 0 h 1163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89765" h="1163575">
                    <a:moveTo>
                      <a:pt x="3174544" y="0"/>
                    </a:moveTo>
                    <a:cubicBezTo>
                      <a:pt x="3179301" y="3810"/>
                      <a:pt x="3185009" y="6667"/>
                      <a:pt x="3189765" y="10477"/>
                    </a:cubicBezTo>
                    <a:cubicBezTo>
                      <a:pt x="2324067" y="1248728"/>
                      <a:pt x="1286180" y="1489710"/>
                      <a:pt x="76105" y="733425"/>
                    </a:cubicBezTo>
                    <a:lnTo>
                      <a:pt x="0" y="675323"/>
                    </a:lnTo>
                    <a:lnTo>
                      <a:pt x="85619" y="719137"/>
                    </a:lnTo>
                    <a:cubicBezTo>
                      <a:pt x="1289986" y="1484947"/>
                      <a:pt x="2320262" y="1245870"/>
                      <a:pt x="3175496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6" name="Freeform 1645">
                <a:extLst>
                  <a:ext uri="{FF2B5EF4-FFF2-40B4-BE49-F238E27FC236}">
                    <a16:creationId xmlns:a16="http://schemas.microsoft.com/office/drawing/2014/main" id="{96399E2F-EEA8-F01A-9C46-5590EA9154FC}"/>
                  </a:ext>
                </a:extLst>
              </p:cNvPr>
              <p:cNvSpPr/>
              <p:nvPr/>
            </p:nvSpPr>
            <p:spPr>
              <a:xfrm>
                <a:off x="4506349" y="1577339"/>
                <a:ext cx="2911029" cy="3426142"/>
              </a:xfrm>
              <a:custGeom>
                <a:avLst/>
                <a:gdLst>
                  <a:gd name="connsiteX0" fmla="*/ 2895808 w 2911029"/>
                  <a:gd name="connsiteY0" fmla="*/ 0 h 3426142"/>
                  <a:gd name="connsiteX1" fmla="*/ 2911030 w 2911029"/>
                  <a:gd name="connsiteY1" fmla="*/ 10477 h 3426142"/>
                  <a:gd name="connsiteX2" fmla="*/ 74203 w 2911029"/>
                  <a:gd name="connsiteY2" fmla="*/ 3365183 h 3426142"/>
                  <a:gd name="connsiteX3" fmla="*/ 0 w 2911029"/>
                  <a:gd name="connsiteY3" fmla="*/ 3426143 h 3426142"/>
                  <a:gd name="connsiteX4" fmla="*/ 61836 w 2911029"/>
                  <a:gd name="connsiteY4" fmla="*/ 3352800 h 3426142"/>
                  <a:gd name="connsiteX5" fmla="*/ 2895808 w 2911029"/>
                  <a:gd name="connsiteY5" fmla="*/ 0 h 34261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11029" h="3426142">
                    <a:moveTo>
                      <a:pt x="2895808" y="0"/>
                    </a:moveTo>
                    <a:cubicBezTo>
                      <a:pt x="2900565" y="3810"/>
                      <a:pt x="2906273" y="6668"/>
                      <a:pt x="2911030" y="10477"/>
                    </a:cubicBezTo>
                    <a:cubicBezTo>
                      <a:pt x="2030110" y="1238250"/>
                      <a:pt x="1085453" y="2356485"/>
                      <a:pt x="74203" y="3365183"/>
                    </a:cubicBezTo>
                    <a:lnTo>
                      <a:pt x="0" y="3426143"/>
                    </a:lnTo>
                    <a:lnTo>
                      <a:pt x="61836" y="3352800"/>
                    </a:lnTo>
                    <a:cubicBezTo>
                      <a:pt x="1080696" y="2352675"/>
                      <a:pt x="2025353" y="1234440"/>
                      <a:pt x="2895808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7" name="Freeform 1646">
                <a:extLst>
                  <a:ext uri="{FF2B5EF4-FFF2-40B4-BE49-F238E27FC236}">
                    <a16:creationId xmlns:a16="http://schemas.microsoft.com/office/drawing/2014/main" id="{51841DB2-6B4F-00C9-C352-6E0447DA1A2E}"/>
                  </a:ext>
                </a:extLst>
              </p:cNvPr>
              <p:cNvSpPr/>
              <p:nvPr/>
            </p:nvSpPr>
            <p:spPr>
              <a:xfrm>
                <a:off x="6123037" y="4512732"/>
                <a:ext cx="500943" cy="1182265"/>
              </a:xfrm>
              <a:custGeom>
                <a:avLst/>
                <a:gdLst>
                  <a:gd name="connsiteX0" fmla="*/ 19577 w 500943"/>
                  <a:gd name="connsiteY0" fmla="*/ 1182266 h 1182265"/>
                  <a:gd name="connsiteX1" fmla="*/ 1502 w 500943"/>
                  <a:gd name="connsiteY1" fmla="*/ 1182266 h 1182265"/>
                  <a:gd name="connsiteX2" fmla="*/ 486674 w 500943"/>
                  <a:gd name="connsiteY2" fmla="*/ 995575 h 1182265"/>
                  <a:gd name="connsiteX3" fmla="*/ 500943 w 500943"/>
                  <a:gd name="connsiteY3" fmla="*/ 1089873 h 1182265"/>
                  <a:gd name="connsiteX4" fmla="*/ 470501 w 500943"/>
                  <a:gd name="connsiteY4" fmla="*/ 999386 h 1182265"/>
                  <a:gd name="connsiteX5" fmla="*/ 20528 w 500943"/>
                  <a:gd name="connsiteY5" fmla="*/ 1181313 h 1182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00943" h="1182265">
                    <a:moveTo>
                      <a:pt x="19577" y="1182266"/>
                    </a:moveTo>
                    <a:cubicBezTo>
                      <a:pt x="13869" y="1182266"/>
                      <a:pt x="7210" y="1182266"/>
                      <a:pt x="1502" y="1182266"/>
                    </a:cubicBezTo>
                    <a:cubicBezTo>
                      <a:pt x="-17524" y="-329352"/>
                      <a:pt x="144200" y="-391264"/>
                      <a:pt x="486674" y="995575"/>
                    </a:cubicBezTo>
                    <a:lnTo>
                      <a:pt x="500943" y="1089873"/>
                    </a:lnTo>
                    <a:lnTo>
                      <a:pt x="470501" y="999386"/>
                    </a:lnTo>
                    <a:cubicBezTo>
                      <a:pt x="139443" y="-390312"/>
                      <a:pt x="-10865" y="-329352"/>
                      <a:pt x="20528" y="1181313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8" name="Freeform 1647">
                <a:extLst>
                  <a:ext uri="{FF2B5EF4-FFF2-40B4-BE49-F238E27FC236}">
                    <a16:creationId xmlns:a16="http://schemas.microsoft.com/office/drawing/2014/main" id="{071534E4-A885-1519-A4C3-B954EA0FF1CF}"/>
                  </a:ext>
                </a:extLst>
              </p:cNvPr>
              <p:cNvSpPr/>
              <p:nvPr/>
            </p:nvSpPr>
            <p:spPr>
              <a:xfrm>
                <a:off x="4526327" y="4338676"/>
                <a:ext cx="1589650" cy="1357273"/>
              </a:xfrm>
              <a:custGeom>
                <a:avLst/>
                <a:gdLst>
                  <a:gd name="connsiteX0" fmla="*/ 1588699 w 1589650"/>
                  <a:gd name="connsiteY0" fmla="*/ 1357273 h 1357273"/>
                  <a:gd name="connsiteX1" fmla="*/ 1570624 w 1589650"/>
                  <a:gd name="connsiteY1" fmla="*/ 1357273 h 1357273"/>
                  <a:gd name="connsiteX2" fmla="*/ 73251 w 1589650"/>
                  <a:gd name="connsiteY2" fmla="*/ 621943 h 1357273"/>
                  <a:gd name="connsiteX3" fmla="*/ 0 w 1589650"/>
                  <a:gd name="connsiteY3" fmla="*/ 683856 h 1357273"/>
                  <a:gd name="connsiteX4" fmla="*/ 60884 w 1589650"/>
                  <a:gd name="connsiteY4" fmla="*/ 609561 h 1357273"/>
                  <a:gd name="connsiteX5" fmla="*/ 1589650 w 1589650"/>
                  <a:gd name="connsiteY5" fmla="*/ 1357273 h 1357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89650" h="1357273">
                    <a:moveTo>
                      <a:pt x="1588699" y="1357273"/>
                    </a:moveTo>
                    <a:cubicBezTo>
                      <a:pt x="1582991" y="1357273"/>
                      <a:pt x="1576332" y="1357273"/>
                      <a:pt x="1570624" y="1357273"/>
                    </a:cubicBezTo>
                    <a:cubicBezTo>
                      <a:pt x="1570624" y="-154344"/>
                      <a:pt x="1071183" y="-399137"/>
                      <a:pt x="73251" y="621943"/>
                    </a:cubicBezTo>
                    <a:lnTo>
                      <a:pt x="0" y="683856"/>
                    </a:lnTo>
                    <a:lnTo>
                      <a:pt x="60884" y="609561"/>
                    </a:lnTo>
                    <a:cubicBezTo>
                      <a:pt x="1067378" y="-402947"/>
                      <a:pt x="1576332" y="-154344"/>
                      <a:pt x="1589650" y="1357273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9" name="Freeform 1648">
                <a:extLst>
                  <a:ext uri="{FF2B5EF4-FFF2-40B4-BE49-F238E27FC236}">
                    <a16:creationId xmlns:a16="http://schemas.microsoft.com/office/drawing/2014/main" id="{709D15FC-1779-90EA-A060-85C665DECF81}"/>
                  </a:ext>
                </a:extLst>
              </p:cNvPr>
              <p:cNvSpPr/>
              <p:nvPr/>
            </p:nvSpPr>
            <p:spPr>
              <a:xfrm>
                <a:off x="6507267" y="2251709"/>
                <a:ext cx="1533224" cy="3346132"/>
              </a:xfrm>
              <a:custGeom>
                <a:avLst/>
                <a:gdLst>
                  <a:gd name="connsiteX0" fmla="*/ 1523712 w 1533224"/>
                  <a:gd name="connsiteY0" fmla="*/ 0 h 3346132"/>
                  <a:gd name="connsiteX1" fmla="*/ 1533225 w 1533224"/>
                  <a:gd name="connsiteY1" fmla="*/ 16193 h 3346132"/>
                  <a:gd name="connsiteX2" fmla="*/ 128130 w 1533224"/>
                  <a:gd name="connsiteY2" fmla="*/ 3251835 h 3346132"/>
                  <a:gd name="connsiteX3" fmla="*/ 143350 w 1533224"/>
                  <a:gd name="connsiteY3" fmla="*/ 3346133 h 3346132"/>
                  <a:gd name="connsiteX4" fmla="*/ 111006 w 1533224"/>
                  <a:gd name="connsiteY4" fmla="*/ 3255645 h 3346132"/>
                  <a:gd name="connsiteX5" fmla="*/ 1523712 w 1533224"/>
                  <a:gd name="connsiteY5" fmla="*/ 0 h 3346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33224" h="3346132">
                    <a:moveTo>
                      <a:pt x="1523712" y="0"/>
                    </a:moveTo>
                    <a:cubicBezTo>
                      <a:pt x="1526565" y="5715"/>
                      <a:pt x="1530370" y="10478"/>
                      <a:pt x="1533225" y="16193"/>
                    </a:cubicBezTo>
                    <a:cubicBezTo>
                      <a:pt x="236580" y="790575"/>
                      <a:pt x="-231468" y="1868805"/>
                      <a:pt x="128130" y="3251835"/>
                    </a:cubicBezTo>
                    <a:lnTo>
                      <a:pt x="143350" y="3346133"/>
                    </a:lnTo>
                    <a:lnTo>
                      <a:pt x="111006" y="3255645"/>
                    </a:lnTo>
                    <a:cubicBezTo>
                      <a:pt x="-237176" y="1869758"/>
                      <a:pt x="233726" y="784860"/>
                      <a:pt x="1523712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0" name="Freeform 1649">
                <a:extLst>
                  <a:ext uri="{FF2B5EF4-FFF2-40B4-BE49-F238E27FC236}">
                    <a16:creationId xmlns:a16="http://schemas.microsoft.com/office/drawing/2014/main" id="{8D601182-095C-0A33-8040-06EDBE2DC2B4}"/>
                  </a:ext>
                </a:extLst>
              </p:cNvPr>
              <p:cNvSpPr/>
              <p:nvPr/>
            </p:nvSpPr>
            <p:spPr>
              <a:xfrm>
                <a:off x="4546305" y="2275522"/>
                <a:ext cx="3508456" cy="2767012"/>
              </a:xfrm>
              <a:custGeom>
                <a:avLst/>
                <a:gdLst>
                  <a:gd name="connsiteX0" fmla="*/ 3498943 w 3508456"/>
                  <a:gd name="connsiteY0" fmla="*/ 0 h 2767012"/>
                  <a:gd name="connsiteX1" fmla="*/ 3508457 w 3508456"/>
                  <a:gd name="connsiteY1" fmla="*/ 16193 h 2767012"/>
                  <a:gd name="connsiteX2" fmla="*/ 72300 w 3508456"/>
                  <a:gd name="connsiteY2" fmla="*/ 2704148 h 2767012"/>
                  <a:gd name="connsiteX3" fmla="*/ 0 w 3508456"/>
                  <a:gd name="connsiteY3" fmla="*/ 2767013 h 2767012"/>
                  <a:gd name="connsiteX4" fmla="*/ 59933 w 3508456"/>
                  <a:gd name="connsiteY4" fmla="*/ 2692718 h 2767012"/>
                  <a:gd name="connsiteX5" fmla="*/ 3499894 w 3508456"/>
                  <a:gd name="connsiteY5" fmla="*/ 953 h 2767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08456" h="2767012">
                    <a:moveTo>
                      <a:pt x="3498943" y="0"/>
                    </a:moveTo>
                    <a:cubicBezTo>
                      <a:pt x="3501797" y="5715"/>
                      <a:pt x="3505602" y="10478"/>
                      <a:pt x="3508457" y="16193"/>
                    </a:cubicBezTo>
                    <a:cubicBezTo>
                      <a:pt x="2203250" y="774383"/>
                      <a:pt x="1056913" y="1670685"/>
                      <a:pt x="72300" y="2704148"/>
                    </a:cubicBezTo>
                    <a:lnTo>
                      <a:pt x="0" y="2767013"/>
                    </a:lnTo>
                    <a:lnTo>
                      <a:pt x="59933" y="2692718"/>
                    </a:lnTo>
                    <a:cubicBezTo>
                      <a:pt x="1054059" y="1667828"/>
                      <a:pt x="2200396" y="770572"/>
                      <a:pt x="3499894" y="953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1" name="Freeform 1650">
                <a:extLst>
                  <a:ext uri="{FF2B5EF4-FFF2-40B4-BE49-F238E27FC236}">
                    <a16:creationId xmlns:a16="http://schemas.microsoft.com/office/drawing/2014/main" id="{26CA0A63-B03C-9A73-B8D1-AA2E9996EB6F}"/>
                  </a:ext>
                </a:extLst>
              </p:cNvPr>
              <p:cNvSpPr/>
              <p:nvPr/>
            </p:nvSpPr>
            <p:spPr>
              <a:xfrm>
                <a:off x="3870870" y="3606109"/>
                <a:ext cx="3923230" cy="1335460"/>
              </a:xfrm>
              <a:custGeom>
                <a:avLst/>
                <a:gdLst>
                  <a:gd name="connsiteX0" fmla="*/ 3923230 w 3923230"/>
                  <a:gd name="connsiteY0" fmla="*/ 1322126 h 1335460"/>
                  <a:gd name="connsiteX1" fmla="*/ 3910863 w 3923230"/>
                  <a:gd name="connsiteY1" fmla="*/ 1335461 h 1335460"/>
                  <a:gd name="connsiteX2" fmla="*/ 95132 w 3923230"/>
                  <a:gd name="connsiteY2" fmla="*/ 41013 h 1335460"/>
                  <a:gd name="connsiteX3" fmla="*/ 0 w 3923230"/>
                  <a:gd name="connsiteY3" fmla="*/ 41013 h 1335460"/>
                  <a:gd name="connsiteX4" fmla="*/ 94180 w 3923230"/>
                  <a:gd name="connsiteY4" fmla="*/ 23868 h 1335460"/>
                  <a:gd name="connsiteX5" fmla="*/ 3923230 w 3923230"/>
                  <a:gd name="connsiteY5" fmla="*/ 1322126 h 1335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23230" h="1335460">
                    <a:moveTo>
                      <a:pt x="3923230" y="1322126"/>
                    </a:moveTo>
                    <a:cubicBezTo>
                      <a:pt x="3919425" y="1326888"/>
                      <a:pt x="3914668" y="1331651"/>
                      <a:pt x="3910863" y="1335461"/>
                    </a:cubicBezTo>
                    <a:cubicBezTo>
                      <a:pt x="2786407" y="326763"/>
                      <a:pt x="1515448" y="-104719"/>
                      <a:pt x="95132" y="41013"/>
                    </a:cubicBezTo>
                    <a:lnTo>
                      <a:pt x="0" y="41013"/>
                    </a:lnTo>
                    <a:cubicBezTo>
                      <a:pt x="0" y="41013"/>
                      <a:pt x="94180" y="23868"/>
                      <a:pt x="94180" y="23868"/>
                    </a:cubicBezTo>
                    <a:cubicBezTo>
                      <a:pt x="1514496" y="-110434"/>
                      <a:pt x="2791163" y="322001"/>
                      <a:pt x="3923230" y="1322126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2" name="Freeform 1651">
                <a:extLst>
                  <a:ext uri="{FF2B5EF4-FFF2-40B4-BE49-F238E27FC236}">
                    <a16:creationId xmlns:a16="http://schemas.microsoft.com/office/drawing/2014/main" id="{353D2E15-16BD-F4B5-5F5C-90DC617E0644}"/>
                  </a:ext>
                </a:extLst>
              </p:cNvPr>
              <p:cNvSpPr/>
              <p:nvPr/>
            </p:nvSpPr>
            <p:spPr>
              <a:xfrm>
                <a:off x="4870704" y="3916478"/>
                <a:ext cx="3388590" cy="1385136"/>
              </a:xfrm>
              <a:custGeom>
                <a:avLst/>
                <a:gdLst>
                  <a:gd name="connsiteX0" fmla="*/ 3388591 w 3388590"/>
                  <a:gd name="connsiteY0" fmla="*/ 181177 h 1385136"/>
                  <a:gd name="connsiteX1" fmla="*/ 3382882 w 3388590"/>
                  <a:gd name="connsiteY1" fmla="*/ 201179 h 1385136"/>
                  <a:gd name="connsiteX2" fmla="*/ 59933 w 3388590"/>
                  <a:gd name="connsiteY2" fmla="*/ 1310841 h 1385136"/>
                  <a:gd name="connsiteX3" fmla="*/ 0 w 3388590"/>
                  <a:gd name="connsiteY3" fmla="*/ 1385137 h 1385136"/>
                  <a:gd name="connsiteX4" fmla="*/ 43760 w 3388590"/>
                  <a:gd name="connsiteY4" fmla="*/ 1300364 h 1385136"/>
                  <a:gd name="connsiteX5" fmla="*/ 3388591 w 3388590"/>
                  <a:gd name="connsiteY5" fmla="*/ 182129 h 138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88590" h="1385136">
                    <a:moveTo>
                      <a:pt x="3388591" y="181177"/>
                    </a:moveTo>
                    <a:cubicBezTo>
                      <a:pt x="3386688" y="187844"/>
                      <a:pt x="3384785" y="194512"/>
                      <a:pt x="3382882" y="201179"/>
                    </a:cubicBezTo>
                    <a:cubicBezTo>
                      <a:pt x="1944491" y="-257926"/>
                      <a:pt x="837159" y="112596"/>
                      <a:pt x="59933" y="1310841"/>
                    </a:cubicBezTo>
                    <a:lnTo>
                      <a:pt x="0" y="1385137"/>
                    </a:lnTo>
                    <a:lnTo>
                      <a:pt x="43760" y="1300364"/>
                    </a:lnTo>
                    <a:cubicBezTo>
                      <a:pt x="831451" y="108787"/>
                      <a:pt x="1946394" y="-263641"/>
                      <a:pt x="3388591" y="182129"/>
                    </a:cubicBezTo>
                    <a:close/>
                  </a:path>
                </a:pathLst>
              </a:custGeom>
              <a:solidFill>
                <a:srgbClr val="DDA46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3" name="Freeform 1652">
                <a:extLst>
                  <a:ext uri="{FF2B5EF4-FFF2-40B4-BE49-F238E27FC236}">
                    <a16:creationId xmlns:a16="http://schemas.microsoft.com/office/drawing/2014/main" id="{5DA05D55-FC6C-84E7-B097-48DA3B3A8C90}"/>
                  </a:ext>
                </a:extLst>
              </p:cNvPr>
              <p:cNvSpPr/>
              <p:nvPr/>
            </p:nvSpPr>
            <p:spPr>
              <a:xfrm>
                <a:off x="6100756" y="1161097"/>
                <a:ext cx="2025353" cy="3206114"/>
              </a:xfrm>
              <a:custGeom>
                <a:avLst/>
                <a:gdLst>
                  <a:gd name="connsiteX0" fmla="*/ 0 w 2025353"/>
                  <a:gd name="connsiteY0" fmla="*/ 952 h 3206114"/>
                  <a:gd name="connsiteX1" fmla="*/ 20929 w 2025353"/>
                  <a:gd name="connsiteY1" fmla="*/ 952 h 3206114"/>
                  <a:gd name="connsiteX2" fmla="*/ 1942589 w 2025353"/>
                  <a:gd name="connsiteY2" fmla="*/ 3157538 h 3206114"/>
                  <a:gd name="connsiteX3" fmla="*/ 2025354 w 2025353"/>
                  <a:gd name="connsiteY3" fmla="*/ 3206115 h 3206114"/>
                  <a:gd name="connsiteX4" fmla="*/ 1934979 w 2025353"/>
                  <a:gd name="connsiteY4" fmla="*/ 3174683 h 3206114"/>
                  <a:gd name="connsiteX5" fmla="*/ 951 w 2025353"/>
                  <a:gd name="connsiteY5" fmla="*/ 0 h 3206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25353" h="3206114">
                    <a:moveTo>
                      <a:pt x="0" y="952"/>
                    </a:moveTo>
                    <a:cubicBezTo>
                      <a:pt x="6659" y="952"/>
                      <a:pt x="13318" y="952"/>
                      <a:pt x="20929" y="952"/>
                    </a:cubicBezTo>
                    <a:cubicBezTo>
                      <a:pt x="3805" y="1512570"/>
                      <a:pt x="644993" y="2564130"/>
                      <a:pt x="1942589" y="3157538"/>
                    </a:cubicBezTo>
                    <a:lnTo>
                      <a:pt x="2025354" y="3206115"/>
                    </a:lnTo>
                    <a:lnTo>
                      <a:pt x="1934979" y="3174683"/>
                    </a:lnTo>
                    <a:cubicBezTo>
                      <a:pt x="642139" y="2569845"/>
                      <a:pt x="-2854" y="1511618"/>
                      <a:pt x="951" y="0"/>
                    </a:cubicBezTo>
                    <a:close/>
                  </a:path>
                </a:pathLst>
              </a:custGeom>
              <a:solidFill>
                <a:srgbClr val="BC4D36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4" name="Freeform 1653">
                <a:extLst>
                  <a:ext uri="{FF2B5EF4-FFF2-40B4-BE49-F238E27FC236}">
                    <a16:creationId xmlns:a16="http://schemas.microsoft.com/office/drawing/2014/main" id="{EFF0E91F-2827-293E-52A7-3E568C80CB1E}"/>
                  </a:ext>
                </a:extLst>
              </p:cNvPr>
              <p:cNvSpPr/>
              <p:nvPr/>
            </p:nvSpPr>
            <p:spPr>
              <a:xfrm>
                <a:off x="4024983" y="4036998"/>
                <a:ext cx="1335013" cy="1279856"/>
              </a:xfrm>
              <a:custGeom>
                <a:avLst/>
                <a:gdLst>
                  <a:gd name="connsiteX0" fmla="*/ 8562 w 1335013"/>
                  <a:gd name="connsiteY0" fmla="*/ 326404 h 1279856"/>
                  <a:gd name="connsiteX1" fmla="*/ 0 w 1335013"/>
                  <a:gd name="connsiteY1" fmla="*/ 307354 h 1279856"/>
                  <a:gd name="connsiteX2" fmla="*/ 929436 w 1335013"/>
                  <a:gd name="connsiteY2" fmla="*/ 1204609 h 1279856"/>
                  <a:gd name="connsiteX3" fmla="*/ 870455 w 1335013"/>
                  <a:gd name="connsiteY3" fmla="*/ 1279857 h 1279856"/>
                  <a:gd name="connsiteX4" fmla="*/ 913264 w 1335013"/>
                  <a:gd name="connsiteY4" fmla="*/ 1194132 h 1279856"/>
                  <a:gd name="connsiteX5" fmla="*/ 8562 w 1335013"/>
                  <a:gd name="connsiteY5" fmla="*/ 326404 h 1279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35013" h="1279856">
                    <a:moveTo>
                      <a:pt x="8562" y="326404"/>
                    </a:moveTo>
                    <a:cubicBezTo>
                      <a:pt x="5708" y="319737"/>
                      <a:pt x="2854" y="314021"/>
                      <a:pt x="0" y="307354"/>
                    </a:cubicBezTo>
                    <a:cubicBezTo>
                      <a:pt x="1380361" y="-303198"/>
                      <a:pt x="1690490" y="-4114"/>
                      <a:pt x="929436" y="1204609"/>
                    </a:cubicBezTo>
                    <a:lnTo>
                      <a:pt x="870455" y="1279857"/>
                    </a:lnTo>
                    <a:lnTo>
                      <a:pt x="913264" y="1194132"/>
                    </a:lnTo>
                    <a:cubicBezTo>
                      <a:pt x="1685733" y="-7923"/>
                      <a:pt x="1383215" y="-296531"/>
                      <a:pt x="8562" y="326404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5" name="Freeform 1654">
                <a:extLst>
                  <a:ext uri="{FF2B5EF4-FFF2-40B4-BE49-F238E27FC236}">
                    <a16:creationId xmlns:a16="http://schemas.microsoft.com/office/drawing/2014/main" id="{D214DCB7-BC24-744B-737C-D39BB2E02C6B}"/>
                  </a:ext>
                </a:extLst>
              </p:cNvPr>
              <p:cNvSpPr/>
              <p:nvPr/>
            </p:nvSpPr>
            <p:spPr>
              <a:xfrm>
                <a:off x="5645075" y="4438988"/>
                <a:ext cx="1570624" cy="1216956"/>
              </a:xfrm>
              <a:custGeom>
                <a:avLst/>
                <a:gdLst>
                  <a:gd name="connsiteX0" fmla="*/ 19978 w 1570624"/>
                  <a:gd name="connsiteY0" fmla="*/ 1216004 h 1216956"/>
                  <a:gd name="connsiteX1" fmla="*/ 0 w 1570624"/>
                  <a:gd name="connsiteY1" fmla="*/ 1212194 h 1216956"/>
                  <a:gd name="connsiteX2" fmla="*/ 1531620 w 1570624"/>
                  <a:gd name="connsiteY2" fmla="*/ 840719 h 1216956"/>
                  <a:gd name="connsiteX3" fmla="*/ 1570624 w 1570624"/>
                  <a:gd name="connsiteY3" fmla="*/ 928349 h 1216956"/>
                  <a:gd name="connsiteX4" fmla="*/ 1514496 w 1570624"/>
                  <a:gd name="connsiteY4" fmla="*/ 851197 h 1216956"/>
                  <a:gd name="connsiteX5" fmla="*/ 19978 w 1570624"/>
                  <a:gd name="connsiteY5" fmla="*/ 1216957 h 1216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70624" h="1216956">
                    <a:moveTo>
                      <a:pt x="19978" y="1216004"/>
                    </a:moveTo>
                    <a:cubicBezTo>
                      <a:pt x="13318" y="1215052"/>
                      <a:pt x="6659" y="1213147"/>
                      <a:pt x="0" y="1212194"/>
                    </a:cubicBezTo>
                    <a:cubicBezTo>
                      <a:pt x="300616" y="-268943"/>
                      <a:pt x="811473" y="-392768"/>
                      <a:pt x="1531620" y="840719"/>
                    </a:cubicBezTo>
                    <a:lnTo>
                      <a:pt x="1570624" y="928349"/>
                    </a:lnTo>
                    <a:lnTo>
                      <a:pt x="1514496" y="851197"/>
                    </a:lnTo>
                    <a:cubicBezTo>
                      <a:pt x="805765" y="-388958"/>
                      <a:pt x="307275" y="-267038"/>
                      <a:pt x="19978" y="1216957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6" name="Freeform 1655">
                <a:extLst>
                  <a:ext uri="{FF2B5EF4-FFF2-40B4-BE49-F238E27FC236}">
                    <a16:creationId xmlns:a16="http://schemas.microsoft.com/office/drawing/2014/main" id="{B952B8F2-1439-0D55-5CD5-1BDD036B5A30}"/>
                  </a:ext>
                </a:extLst>
              </p:cNvPr>
              <p:cNvSpPr/>
              <p:nvPr/>
            </p:nvSpPr>
            <p:spPr>
              <a:xfrm>
                <a:off x="4155313" y="1543050"/>
                <a:ext cx="3215450" cy="2997517"/>
              </a:xfrm>
              <a:custGeom>
                <a:avLst/>
                <a:gdLst>
                  <a:gd name="connsiteX0" fmla="*/ 3198327 w 3215450"/>
                  <a:gd name="connsiteY0" fmla="*/ 952 h 2997517"/>
                  <a:gd name="connsiteX1" fmla="*/ 3215451 w 3215450"/>
                  <a:gd name="connsiteY1" fmla="*/ 12383 h 2997517"/>
                  <a:gd name="connsiteX2" fmla="*/ 87521 w 3215450"/>
                  <a:gd name="connsiteY2" fmla="*/ 2958465 h 2997517"/>
                  <a:gd name="connsiteX3" fmla="*/ 0 w 3215450"/>
                  <a:gd name="connsiteY3" fmla="*/ 2997518 h 2997517"/>
                  <a:gd name="connsiteX4" fmla="*/ 78008 w 3215450"/>
                  <a:gd name="connsiteY4" fmla="*/ 2941320 h 2997517"/>
                  <a:gd name="connsiteX5" fmla="*/ 3198327 w 3215450"/>
                  <a:gd name="connsiteY5" fmla="*/ 0 h 299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15450" h="2997517">
                    <a:moveTo>
                      <a:pt x="3198327" y="952"/>
                    </a:moveTo>
                    <a:cubicBezTo>
                      <a:pt x="3204035" y="4763"/>
                      <a:pt x="3209743" y="8573"/>
                      <a:pt x="3215451" y="12383"/>
                    </a:cubicBezTo>
                    <a:cubicBezTo>
                      <a:pt x="2364974" y="1261110"/>
                      <a:pt x="1322330" y="2243138"/>
                      <a:pt x="87521" y="2958465"/>
                    </a:cubicBezTo>
                    <a:lnTo>
                      <a:pt x="0" y="2997518"/>
                    </a:lnTo>
                    <a:lnTo>
                      <a:pt x="78008" y="2941320"/>
                    </a:lnTo>
                    <a:cubicBezTo>
                      <a:pt x="1319477" y="2237423"/>
                      <a:pt x="2360217" y="1257300"/>
                      <a:pt x="3198327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7" name="Freeform 1656">
                <a:extLst>
                  <a:ext uri="{FF2B5EF4-FFF2-40B4-BE49-F238E27FC236}">
                    <a16:creationId xmlns:a16="http://schemas.microsoft.com/office/drawing/2014/main" id="{6BAF58AC-6286-9D27-EFB8-FC7A4A82929E}"/>
                  </a:ext>
                </a:extLst>
              </p:cNvPr>
              <p:cNvSpPr/>
              <p:nvPr/>
            </p:nvSpPr>
            <p:spPr>
              <a:xfrm>
                <a:off x="4920172" y="4437037"/>
                <a:ext cx="1282375" cy="1256055"/>
              </a:xfrm>
              <a:custGeom>
                <a:avLst/>
                <a:gdLst>
                  <a:gd name="connsiteX0" fmla="*/ 1282375 w 1282375"/>
                  <a:gd name="connsiteY0" fmla="*/ 1256055 h 1256055"/>
                  <a:gd name="connsiteX1" fmla="*/ 1261446 w 1282375"/>
                  <a:gd name="connsiteY1" fmla="*/ 1256055 h 1256055"/>
                  <a:gd name="connsiteX2" fmla="*/ 58030 w 1282375"/>
                  <a:gd name="connsiteY2" fmla="*/ 818858 h 1256055"/>
                  <a:gd name="connsiteX3" fmla="*/ 0 w 1282375"/>
                  <a:gd name="connsiteY3" fmla="*/ 895058 h 1256055"/>
                  <a:gd name="connsiteX4" fmla="*/ 41858 w 1282375"/>
                  <a:gd name="connsiteY4" fmla="*/ 809333 h 1256055"/>
                  <a:gd name="connsiteX5" fmla="*/ 1282375 w 1282375"/>
                  <a:gd name="connsiteY5" fmla="*/ 1256055 h 1256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82375" h="1256055">
                    <a:moveTo>
                      <a:pt x="1282375" y="1256055"/>
                    </a:moveTo>
                    <a:cubicBezTo>
                      <a:pt x="1275716" y="1256055"/>
                      <a:pt x="1269057" y="1256055"/>
                      <a:pt x="1261446" y="1256055"/>
                    </a:cubicBezTo>
                    <a:cubicBezTo>
                      <a:pt x="1204367" y="-254610"/>
                      <a:pt x="802911" y="-400342"/>
                      <a:pt x="58030" y="818858"/>
                    </a:cubicBezTo>
                    <a:lnTo>
                      <a:pt x="0" y="895058"/>
                    </a:lnTo>
                    <a:lnTo>
                      <a:pt x="41858" y="809333"/>
                    </a:lnTo>
                    <a:cubicBezTo>
                      <a:pt x="798155" y="-402247"/>
                      <a:pt x="1211978" y="-253657"/>
                      <a:pt x="1282375" y="1256055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8" name="Freeform 1657">
                <a:extLst>
                  <a:ext uri="{FF2B5EF4-FFF2-40B4-BE49-F238E27FC236}">
                    <a16:creationId xmlns:a16="http://schemas.microsoft.com/office/drawing/2014/main" id="{50BBE129-88CF-8B73-D29D-D84A18DD7746}"/>
                  </a:ext>
                </a:extLst>
              </p:cNvPr>
              <p:cNvSpPr/>
              <p:nvPr/>
            </p:nvSpPr>
            <p:spPr>
              <a:xfrm>
                <a:off x="6149454" y="4442938"/>
                <a:ext cx="1090979" cy="1252059"/>
              </a:xfrm>
              <a:custGeom>
                <a:avLst/>
                <a:gdLst>
                  <a:gd name="connsiteX0" fmla="*/ 23602 w 1090979"/>
                  <a:gd name="connsiteY0" fmla="*/ 1252060 h 1252059"/>
                  <a:gd name="connsiteX1" fmla="*/ 2673 w 1090979"/>
                  <a:gd name="connsiteY1" fmla="*/ 1252060 h 1252059"/>
                  <a:gd name="connsiteX2" fmla="*/ 1051024 w 1090979"/>
                  <a:gd name="connsiteY2" fmla="*/ 821530 h 1252059"/>
                  <a:gd name="connsiteX3" fmla="*/ 1090979 w 1090979"/>
                  <a:gd name="connsiteY3" fmla="*/ 908207 h 1252059"/>
                  <a:gd name="connsiteX4" fmla="*/ 1033900 w 1090979"/>
                  <a:gd name="connsiteY4" fmla="*/ 831055 h 1252059"/>
                  <a:gd name="connsiteX5" fmla="*/ 22651 w 1090979"/>
                  <a:gd name="connsiteY5" fmla="*/ 1251107 h 1252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90979" h="1252059">
                    <a:moveTo>
                      <a:pt x="23602" y="1252060"/>
                    </a:moveTo>
                    <a:cubicBezTo>
                      <a:pt x="16943" y="1252060"/>
                      <a:pt x="10284" y="1252060"/>
                      <a:pt x="2673" y="1252060"/>
                    </a:cubicBezTo>
                    <a:cubicBezTo>
                      <a:pt x="-34428" y="-258606"/>
                      <a:pt x="314705" y="-402433"/>
                      <a:pt x="1051024" y="821530"/>
                    </a:cubicBezTo>
                    <a:lnTo>
                      <a:pt x="1090979" y="908207"/>
                    </a:lnTo>
                    <a:lnTo>
                      <a:pt x="1033900" y="831055"/>
                    </a:lnTo>
                    <a:cubicBezTo>
                      <a:pt x="308046" y="-399576"/>
                      <a:pt x="-28721" y="-259558"/>
                      <a:pt x="22651" y="1251107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9" name="Freeform 1658">
                <a:extLst>
                  <a:ext uri="{FF2B5EF4-FFF2-40B4-BE49-F238E27FC236}">
                    <a16:creationId xmlns:a16="http://schemas.microsoft.com/office/drawing/2014/main" id="{F00DCB29-2015-DF11-869D-5F5A0963BE3F}"/>
                  </a:ext>
                </a:extLst>
              </p:cNvPr>
              <p:cNvSpPr/>
              <p:nvPr/>
            </p:nvSpPr>
            <p:spPr>
              <a:xfrm>
                <a:off x="5888613" y="3078480"/>
                <a:ext cx="2446786" cy="2579369"/>
              </a:xfrm>
              <a:custGeom>
                <a:avLst/>
                <a:gdLst>
                  <a:gd name="connsiteX0" fmla="*/ 2443933 w 2446786"/>
                  <a:gd name="connsiteY0" fmla="*/ 0 h 2579369"/>
                  <a:gd name="connsiteX1" fmla="*/ 2446787 w 2446786"/>
                  <a:gd name="connsiteY1" fmla="*/ 20002 h 2579369"/>
                  <a:gd name="connsiteX2" fmla="*/ 18075 w 2446786"/>
                  <a:gd name="connsiteY2" fmla="*/ 2485072 h 2579369"/>
                  <a:gd name="connsiteX3" fmla="*/ 0 w 2446786"/>
                  <a:gd name="connsiteY3" fmla="*/ 2579370 h 2579369"/>
                  <a:gd name="connsiteX4" fmla="*/ 0 w 2446786"/>
                  <a:gd name="connsiteY4" fmla="*/ 2483168 h 2579369"/>
                  <a:gd name="connsiteX5" fmla="*/ 2443933 w 2446786"/>
                  <a:gd name="connsiteY5" fmla="*/ 0 h 2579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46786" h="2579369">
                    <a:moveTo>
                      <a:pt x="2443933" y="0"/>
                    </a:moveTo>
                    <a:cubicBezTo>
                      <a:pt x="2444884" y="6667"/>
                      <a:pt x="2445835" y="13335"/>
                      <a:pt x="2446787" y="20002"/>
                    </a:cubicBezTo>
                    <a:cubicBezTo>
                      <a:pt x="953219" y="240030"/>
                      <a:pt x="143649" y="1061085"/>
                      <a:pt x="18075" y="2485072"/>
                    </a:cubicBezTo>
                    <a:lnTo>
                      <a:pt x="0" y="2579370"/>
                    </a:lnTo>
                    <a:lnTo>
                      <a:pt x="0" y="2483168"/>
                    </a:lnTo>
                    <a:cubicBezTo>
                      <a:pt x="137941" y="1061085"/>
                      <a:pt x="952268" y="233363"/>
                      <a:pt x="2443933" y="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0" name="Freeform 1659">
                <a:extLst>
                  <a:ext uri="{FF2B5EF4-FFF2-40B4-BE49-F238E27FC236}">
                    <a16:creationId xmlns:a16="http://schemas.microsoft.com/office/drawing/2014/main" id="{D9F6624B-7093-20F9-1F18-0564506F0E42}"/>
                  </a:ext>
                </a:extLst>
              </p:cNvPr>
              <p:cNvSpPr/>
              <p:nvPr/>
            </p:nvSpPr>
            <p:spPr>
              <a:xfrm>
                <a:off x="4845018" y="4387872"/>
                <a:ext cx="2129998" cy="1139485"/>
              </a:xfrm>
              <a:custGeom>
                <a:avLst/>
                <a:gdLst>
                  <a:gd name="connsiteX0" fmla="*/ 2129047 w 2129998"/>
                  <a:gd name="connsiteY0" fmla="*/ 1130913 h 1139485"/>
                  <a:gd name="connsiteX1" fmla="*/ 2108118 w 2129998"/>
                  <a:gd name="connsiteY1" fmla="*/ 1139485 h 1139485"/>
                  <a:gd name="connsiteX2" fmla="*/ 61836 w 2129998"/>
                  <a:gd name="connsiteY2" fmla="*/ 823255 h 1139485"/>
                  <a:gd name="connsiteX3" fmla="*/ 0 w 2129998"/>
                  <a:gd name="connsiteY3" fmla="*/ 896598 h 1139485"/>
                  <a:gd name="connsiteX4" fmla="*/ 44712 w 2129998"/>
                  <a:gd name="connsiteY4" fmla="*/ 811825 h 1139485"/>
                  <a:gd name="connsiteX5" fmla="*/ 2129998 w 2129998"/>
                  <a:gd name="connsiteY5" fmla="*/ 1130913 h 1139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129998" h="1139485">
                    <a:moveTo>
                      <a:pt x="2129047" y="1130913"/>
                    </a:moveTo>
                    <a:cubicBezTo>
                      <a:pt x="2122388" y="1133771"/>
                      <a:pt x="2114777" y="1136628"/>
                      <a:pt x="2108118" y="1139485"/>
                    </a:cubicBezTo>
                    <a:cubicBezTo>
                      <a:pt x="1536377" y="-258785"/>
                      <a:pt x="854282" y="-364512"/>
                      <a:pt x="61836" y="823255"/>
                    </a:cubicBezTo>
                    <a:lnTo>
                      <a:pt x="0" y="896598"/>
                    </a:lnTo>
                    <a:lnTo>
                      <a:pt x="44712" y="811825"/>
                    </a:lnTo>
                    <a:cubicBezTo>
                      <a:pt x="849526" y="-368322"/>
                      <a:pt x="1544938" y="-261642"/>
                      <a:pt x="2129998" y="1130913"/>
                    </a:cubicBezTo>
                    <a:close/>
                  </a:path>
                </a:pathLst>
              </a:custGeom>
              <a:solidFill>
                <a:srgbClr val="E6A8A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1" name="Freeform 1660">
                <a:extLst>
                  <a:ext uri="{FF2B5EF4-FFF2-40B4-BE49-F238E27FC236}">
                    <a16:creationId xmlns:a16="http://schemas.microsoft.com/office/drawing/2014/main" id="{B027E049-6F67-EF1C-657F-06C484F3F352}"/>
                  </a:ext>
                </a:extLst>
              </p:cNvPr>
              <p:cNvSpPr/>
              <p:nvPr/>
            </p:nvSpPr>
            <p:spPr>
              <a:xfrm>
                <a:off x="4037350" y="3925415"/>
                <a:ext cx="1079831" cy="588482"/>
              </a:xfrm>
              <a:custGeom>
                <a:avLst/>
                <a:gdLst>
                  <a:gd name="connsiteX0" fmla="*/ 9513 w 1079831"/>
                  <a:gd name="connsiteY0" fmla="*/ 467515 h 588482"/>
                  <a:gd name="connsiteX1" fmla="*/ 0 w 1079831"/>
                  <a:gd name="connsiteY1" fmla="*/ 446560 h 588482"/>
                  <a:gd name="connsiteX2" fmla="*/ 192166 w 1079831"/>
                  <a:gd name="connsiteY2" fmla="*/ 551335 h 588482"/>
                  <a:gd name="connsiteX3" fmla="*/ 103693 w 1079831"/>
                  <a:gd name="connsiteY3" fmla="*/ 588482 h 588482"/>
                  <a:gd name="connsiteX4" fmla="*/ 181701 w 1079831"/>
                  <a:gd name="connsiteY4" fmla="*/ 533237 h 588482"/>
                  <a:gd name="connsiteX5" fmla="*/ 9513 w 1079831"/>
                  <a:gd name="connsiteY5" fmla="*/ 467515 h 588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79831" h="588482">
                    <a:moveTo>
                      <a:pt x="9513" y="467515"/>
                    </a:moveTo>
                    <a:cubicBezTo>
                      <a:pt x="6659" y="460847"/>
                      <a:pt x="2854" y="454180"/>
                      <a:pt x="0" y="446560"/>
                    </a:cubicBezTo>
                    <a:cubicBezTo>
                      <a:pt x="1372750" y="-182090"/>
                      <a:pt x="1436488" y="-146848"/>
                      <a:pt x="192166" y="551335"/>
                    </a:cubicBezTo>
                    <a:lnTo>
                      <a:pt x="103693" y="588482"/>
                    </a:lnTo>
                    <a:lnTo>
                      <a:pt x="181701" y="533237"/>
                    </a:lnTo>
                    <a:cubicBezTo>
                      <a:pt x="1433634" y="-153515"/>
                      <a:pt x="1375604" y="-175423"/>
                      <a:pt x="9513" y="467515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2" name="Freeform 1661">
                <a:extLst>
                  <a:ext uri="{FF2B5EF4-FFF2-40B4-BE49-F238E27FC236}">
                    <a16:creationId xmlns:a16="http://schemas.microsoft.com/office/drawing/2014/main" id="{61573BBB-7151-77F3-6F4D-29AFF60BBA06}"/>
                  </a:ext>
                </a:extLst>
              </p:cNvPr>
              <p:cNvSpPr/>
              <p:nvPr/>
            </p:nvSpPr>
            <p:spPr>
              <a:xfrm>
                <a:off x="5383463" y="3655020"/>
                <a:ext cx="2962400" cy="1896149"/>
              </a:xfrm>
              <a:custGeom>
                <a:avLst/>
                <a:gdLst>
                  <a:gd name="connsiteX0" fmla="*/ 2962400 w 2962400"/>
                  <a:gd name="connsiteY0" fmla="*/ 27344 h 1896149"/>
                  <a:gd name="connsiteX1" fmla="*/ 2959547 w 2962400"/>
                  <a:gd name="connsiteY1" fmla="*/ 50204 h 1896149"/>
                  <a:gd name="connsiteX2" fmla="*/ 40907 w 2962400"/>
                  <a:gd name="connsiteY2" fmla="*/ 1809472 h 1896149"/>
                  <a:gd name="connsiteX3" fmla="*/ 0 w 2962400"/>
                  <a:gd name="connsiteY3" fmla="*/ 1896149 h 1896149"/>
                  <a:gd name="connsiteX4" fmla="*/ 19978 w 2962400"/>
                  <a:gd name="connsiteY4" fmla="*/ 1802804 h 1896149"/>
                  <a:gd name="connsiteX5" fmla="*/ 2962400 w 2962400"/>
                  <a:gd name="connsiteY5" fmla="*/ 28297 h 1896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62400" h="1896149">
                    <a:moveTo>
                      <a:pt x="2962400" y="27344"/>
                    </a:moveTo>
                    <a:cubicBezTo>
                      <a:pt x="2962400" y="34964"/>
                      <a:pt x="2960498" y="42584"/>
                      <a:pt x="2959547" y="50204"/>
                    </a:cubicBezTo>
                    <a:cubicBezTo>
                      <a:pt x="1461223" y="-133628"/>
                      <a:pt x="488025" y="453112"/>
                      <a:pt x="40907" y="1809472"/>
                    </a:cubicBezTo>
                    <a:lnTo>
                      <a:pt x="0" y="1896149"/>
                    </a:lnTo>
                    <a:lnTo>
                      <a:pt x="19978" y="1802804"/>
                    </a:lnTo>
                    <a:cubicBezTo>
                      <a:pt x="481366" y="451207"/>
                      <a:pt x="1462174" y="-141248"/>
                      <a:pt x="2962400" y="28297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3" name="Freeform 1662">
                <a:extLst>
                  <a:ext uri="{FF2B5EF4-FFF2-40B4-BE49-F238E27FC236}">
                    <a16:creationId xmlns:a16="http://schemas.microsoft.com/office/drawing/2014/main" id="{4F63404A-C6FB-1E0E-EA5C-17D25E38F01A}"/>
                  </a:ext>
                </a:extLst>
              </p:cNvPr>
              <p:cNvSpPr/>
              <p:nvPr/>
            </p:nvSpPr>
            <p:spPr>
              <a:xfrm>
                <a:off x="5414857" y="2196465"/>
                <a:ext cx="2594240" cy="3364229"/>
              </a:xfrm>
              <a:custGeom>
                <a:avLst/>
                <a:gdLst>
                  <a:gd name="connsiteX0" fmla="*/ 2581874 w 2594240"/>
                  <a:gd name="connsiteY0" fmla="*/ 952 h 3364229"/>
                  <a:gd name="connsiteX1" fmla="*/ 2594241 w 2594240"/>
                  <a:gd name="connsiteY1" fmla="*/ 20002 h 3364229"/>
                  <a:gd name="connsiteX2" fmla="*/ 39004 w 2594240"/>
                  <a:gd name="connsiteY2" fmla="*/ 3276600 h 3364229"/>
                  <a:gd name="connsiteX3" fmla="*/ 0 w 2594240"/>
                  <a:gd name="connsiteY3" fmla="*/ 3364230 h 3364229"/>
                  <a:gd name="connsiteX4" fmla="*/ 19026 w 2594240"/>
                  <a:gd name="connsiteY4" fmla="*/ 3269933 h 3364229"/>
                  <a:gd name="connsiteX5" fmla="*/ 2582825 w 2594240"/>
                  <a:gd name="connsiteY5" fmla="*/ 0 h 3364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594240" h="3364229">
                    <a:moveTo>
                      <a:pt x="2581874" y="952"/>
                    </a:moveTo>
                    <a:cubicBezTo>
                      <a:pt x="2585679" y="7620"/>
                      <a:pt x="2590436" y="13335"/>
                      <a:pt x="2594241" y="20002"/>
                    </a:cubicBezTo>
                    <a:cubicBezTo>
                      <a:pt x="1319477" y="828675"/>
                      <a:pt x="467097" y="1914525"/>
                      <a:pt x="39004" y="3276600"/>
                    </a:cubicBezTo>
                    <a:lnTo>
                      <a:pt x="0" y="3364230"/>
                    </a:lnTo>
                    <a:lnTo>
                      <a:pt x="19026" y="3269933"/>
                    </a:lnTo>
                    <a:cubicBezTo>
                      <a:pt x="461389" y="1911667"/>
                      <a:pt x="1315671" y="822007"/>
                      <a:pt x="2582825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4" name="Freeform 1663">
                <a:extLst>
                  <a:ext uri="{FF2B5EF4-FFF2-40B4-BE49-F238E27FC236}">
                    <a16:creationId xmlns:a16="http://schemas.microsoft.com/office/drawing/2014/main" id="{9F8BF203-3C72-29BA-A774-1BE1C8E7F536}"/>
                  </a:ext>
                </a:extLst>
              </p:cNvPr>
              <p:cNvSpPr/>
              <p:nvPr/>
            </p:nvSpPr>
            <p:spPr>
              <a:xfrm>
                <a:off x="7094445" y="2224087"/>
                <a:ext cx="1177215" cy="1722119"/>
              </a:xfrm>
              <a:custGeom>
                <a:avLst/>
                <a:gdLst>
                  <a:gd name="connsiteX0" fmla="*/ 919408 w 1177215"/>
                  <a:gd name="connsiteY0" fmla="*/ 0 h 1722119"/>
                  <a:gd name="connsiteX1" fmla="*/ 931776 w 1177215"/>
                  <a:gd name="connsiteY1" fmla="*/ 19050 h 1722119"/>
                  <a:gd name="connsiteX2" fmla="*/ 1086841 w 1177215"/>
                  <a:gd name="connsiteY2" fmla="*/ 1689735 h 1722119"/>
                  <a:gd name="connsiteX3" fmla="*/ 1177216 w 1177215"/>
                  <a:gd name="connsiteY3" fmla="*/ 1722120 h 1722119"/>
                  <a:gd name="connsiteX4" fmla="*/ 1082084 w 1177215"/>
                  <a:gd name="connsiteY4" fmla="*/ 1710690 h 1722119"/>
                  <a:gd name="connsiteX5" fmla="*/ 920360 w 1177215"/>
                  <a:gd name="connsiteY5" fmla="*/ 0 h 1722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77215" h="1722119">
                    <a:moveTo>
                      <a:pt x="919408" y="0"/>
                    </a:moveTo>
                    <a:cubicBezTo>
                      <a:pt x="923214" y="6667"/>
                      <a:pt x="927019" y="13335"/>
                      <a:pt x="931776" y="19050"/>
                    </a:cubicBezTo>
                    <a:cubicBezTo>
                      <a:pt x="-354404" y="809625"/>
                      <a:pt x="-303033" y="1365885"/>
                      <a:pt x="1086841" y="1689735"/>
                    </a:cubicBezTo>
                    <a:lnTo>
                      <a:pt x="1177216" y="1722120"/>
                    </a:lnTo>
                    <a:lnTo>
                      <a:pt x="1082084" y="1710690"/>
                    </a:lnTo>
                    <a:cubicBezTo>
                      <a:pt x="-304936" y="1373505"/>
                      <a:pt x="-358210" y="802957"/>
                      <a:pt x="920360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5" name="Freeform 1664">
                <a:extLst>
                  <a:ext uri="{FF2B5EF4-FFF2-40B4-BE49-F238E27FC236}">
                    <a16:creationId xmlns:a16="http://schemas.microsoft.com/office/drawing/2014/main" id="{82E85AC4-834B-46AD-32DF-8CF3245C6146}"/>
                  </a:ext>
                </a:extLst>
              </p:cNvPr>
              <p:cNvSpPr/>
              <p:nvPr/>
            </p:nvSpPr>
            <p:spPr>
              <a:xfrm>
                <a:off x="4485420" y="4160688"/>
                <a:ext cx="3350537" cy="820886"/>
              </a:xfrm>
              <a:custGeom>
                <a:avLst/>
                <a:gdLst>
                  <a:gd name="connsiteX0" fmla="*/ 3350538 w 3350537"/>
                  <a:gd name="connsiteY0" fmla="*/ 718969 h 820886"/>
                  <a:gd name="connsiteX1" fmla="*/ 3336268 w 3350537"/>
                  <a:gd name="connsiteY1" fmla="*/ 736114 h 820886"/>
                  <a:gd name="connsiteX2" fmla="*/ 76105 w 3350537"/>
                  <a:gd name="connsiteY2" fmla="*/ 762784 h 820886"/>
                  <a:gd name="connsiteX3" fmla="*/ 0 w 3350537"/>
                  <a:gd name="connsiteY3" fmla="*/ 820886 h 820886"/>
                  <a:gd name="connsiteX4" fmla="*/ 60884 w 3350537"/>
                  <a:gd name="connsiteY4" fmla="*/ 746592 h 820886"/>
                  <a:gd name="connsiteX5" fmla="*/ 3350538 w 3350537"/>
                  <a:gd name="connsiteY5" fmla="*/ 718017 h 820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50537" h="820886">
                    <a:moveTo>
                      <a:pt x="3350538" y="718969"/>
                    </a:moveTo>
                    <a:cubicBezTo>
                      <a:pt x="3345781" y="724684"/>
                      <a:pt x="3341025" y="730399"/>
                      <a:pt x="3336268" y="736114"/>
                    </a:cubicBezTo>
                    <a:cubicBezTo>
                      <a:pt x="2186126" y="-242104"/>
                      <a:pt x="1099722" y="-233531"/>
                      <a:pt x="76105" y="762784"/>
                    </a:cubicBezTo>
                    <a:lnTo>
                      <a:pt x="0" y="820886"/>
                    </a:lnTo>
                    <a:lnTo>
                      <a:pt x="60884" y="746592"/>
                    </a:lnTo>
                    <a:cubicBezTo>
                      <a:pt x="1094014" y="-239246"/>
                      <a:pt x="2189931" y="-248771"/>
                      <a:pt x="3350538" y="718017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6" name="Freeform 1665">
                <a:extLst>
                  <a:ext uri="{FF2B5EF4-FFF2-40B4-BE49-F238E27FC236}">
                    <a16:creationId xmlns:a16="http://schemas.microsoft.com/office/drawing/2014/main" id="{1749C868-BBDD-A9F2-BC25-B40124558921}"/>
                  </a:ext>
                </a:extLst>
              </p:cNvPr>
              <p:cNvSpPr/>
              <p:nvPr/>
            </p:nvSpPr>
            <p:spPr>
              <a:xfrm>
                <a:off x="7034224" y="3777691"/>
                <a:ext cx="1243145" cy="1142923"/>
              </a:xfrm>
              <a:custGeom>
                <a:avLst/>
                <a:gdLst>
                  <a:gd name="connsiteX0" fmla="*/ 780805 w 1243145"/>
                  <a:gd name="connsiteY0" fmla="*/ 1125779 h 1142923"/>
                  <a:gd name="connsiteX1" fmla="*/ 765584 w 1243145"/>
                  <a:gd name="connsiteY1" fmla="*/ 1142924 h 1142923"/>
                  <a:gd name="connsiteX2" fmla="*/ 1152770 w 1243145"/>
                  <a:gd name="connsiteY2" fmla="*/ 106604 h 1142923"/>
                  <a:gd name="connsiteX3" fmla="*/ 1243145 w 1243145"/>
                  <a:gd name="connsiteY3" fmla="*/ 138036 h 1142923"/>
                  <a:gd name="connsiteX4" fmla="*/ 1148014 w 1243145"/>
                  <a:gd name="connsiteY4" fmla="*/ 127559 h 1142923"/>
                  <a:gd name="connsiteX5" fmla="*/ 780805 w 1243145"/>
                  <a:gd name="connsiteY5" fmla="*/ 1125779 h 1142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43145" h="1142923">
                    <a:moveTo>
                      <a:pt x="780805" y="1125779"/>
                    </a:moveTo>
                    <a:cubicBezTo>
                      <a:pt x="776049" y="1131494"/>
                      <a:pt x="771292" y="1137209"/>
                      <a:pt x="765584" y="1142924"/>
                    </a:cubicBezTo>
                    <a:cubicBezTo>
                      <a:pt x="-371239" y="148514"/>
                      <a:pt x="-241860" y="-197244"/>
                      <a:pt x="1152770" y="106604"/>
                    </a:cubicBezTo>
                    <a:lnTo>
                      <a:pt x="1243145" y="138036"/>
                    </a:lnTo>
                    <a:lnTo>
                      <a:pt x="1148014" y="127559"/>
                    </a:lnTo>
                    <a:cubicBezTo>
                      <a:pt x="-242811" y="-189623"/>
                      <a:pt x="-365531" y="142799"/>
                      <a:pt x="780805" y="1125779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7" name="Freeform 1666">
                <a:extLst>
                  <a:ext uri="{FF2B5EF4-FFF2-40B4-BE49-F238E27FC236}">
                    <a16:creationId xmlns:a16="http://schemas.microsoft.com/office/drawing/2014/main" id="{1E4B9514-9EDB-9D1A-CBE3-E91F8F97C3BE}"/>
                  </a:ext>
                </a:extLst>
              </p:cNvPr>
              <p:cNvSpPr/>
              <p:nvPr/>
            </p:nvSpPr>
            <p:spPr>
              <a:xfrm>
                <a:off x="4818381" y="1506854"/>
                <a:ext cx="2499109" cy="3758564"/>
              </a:xfrm>
              <a:custGeom>
                <a:avLst/>
                <a:gdLst>
                  <a:gd name="connsiteX0" fmla="*/ 2478180 w 2499109"/>
                  <a:gd name="connsiteY0" fmla="*/ 0 h 3758564"/>
                  <a:gd name="connsiteX1" fmla="*/ 2499109 w 2499109"/>
                  <a:gd name="connsiteY1" fmla="*/ 13335 h 3758564"/>
                  <a:gd name="connsiteX2" fmla="*/ 63738 w 2499109"/>
                  <a:gd name="connsiteY2" fmla="*/ 3687128 h 3758564"/>
                  <a:gd name="connsiteX3" fmla="*/ 0 w 2499109"/>
                  <a:gd name="connsiteY3" fmla="*/ 3758565 h 3758564"/>
                  <a:gd name="connsiteX4" fmla="*/ 44712 w 2499109"/>
                  <a:gd name="connsiteY4" fmla="*/ 3673793 h 3758564"/>
                  <a:gd name="connsiteX5" fmla="*/ 2479131 w 2499109"/>
                  <a:gd name="connsiteY5" fmla="*/ 0 h 3758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99109" h="3758564">
                    <a:moveTo>
                      <a:pt x="2478180" y="0"/>
                    </a:moveTo>
                    <a:cubicBezTo>
                      <a:pt x="2484840" y="4763"/>
                      <a:pt x="2492450" y="8573"/>
                      <a:pt x="2499109" y="13335"/>
                    </a:cubicBezTo>
                    <a:cubicBezTo>
                      <a:pt x="1684782" y="1285875"/>
                      <a:pt x="873309" y="2510790"/>
                      <a:pt x="63738" y="3687128"/>
                    </a:cubicBezTo>
                    <a:lnTo>
                      <a:pt x="0" y="3758565"/>
                    </a:lnTo>
                    <a:lnTo>
                      <a:pt x="44712" y="3673793"/>
                    </a:lnTo>
                    <a:cubicBezTo>
                      <a:pt x="866649" y="2506028"/>
                      <a:pt x="1678123" y="1282065"/>
                      <a:pt x="2479131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8" name="Freeform 1667">
                <a:extLst>
                  <a:ext uri="{FF2B5EF4-FFF2-40B4-BE49-F238E27FC236}">
                    <a16:creationId xmlns:a16="http://schemas.microsoft.com/office/drawing/2014/main" id="{822ADB28-7437-B39A-97E7-D73424F265B9}"/>
                  </a:ext>
                </a:extLst>
              </p:cNvPr>
              <p:cNvSpPr/>
              <p:nvPr/>
            </p:nvSpPr>
            <p:spPr>
              <a:xfrm>
                <a:off x="5353021" y="1524000"/>
                <a:ext cx="1993008" cy="4014787"/>
              </a:xfrm>
              <a:custGeom>
                <a:avLst/>
                <a:gdLst>
                  <a:gd name="connsiteX0" fmla="*/ 1972080 w 1993008"/>
                  <a:gd name="connsiteY0" fmla="*/ 952 h 4014787"/>
                  <a:gd name="connsiteX1" fmla="*/ 1993009 w 1993008"/>
                  <a:gd name="connsiteY1" fmla="*/ 14288 h 4014787"/>
                  <a:gd name="connsiteX2" fmla="*/ 42809 w 1993008"/>
                  <a:gd name="connsiteY2" fmla="*/ 3929063 h 4014787"/>
                  <a:gd name="connsiteX3" fmla="*/ 0 w 1993008"/>
                  <a:gd name="connsiteY3" fmla="*/ 4014788 h 4014787"/>
                  <a:gd name="connsiteX4" fmla="*/ 20929 w 1993008"/>
                  <a:gd name="connsiteY4" fmla="*/ 3921443 h 4014787"/>
                  <a:gd name="connsiteX5" fmla="*/ 1973031 w 1993008"/>
                  <a:gd name="connsiteY5" fmla="*/ 0 h 4014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93008" h="4014787">
                    <a:moveTo>
                      <a:pt x="1972080" y="952"/>
                    </a:moveTo>
                    <a:cubicBezTo>
                      <a:pt x="1978739" y="5715"/>
                      <a:pt x="1986350" y="10477"/>
                      <a:pt x="1993009" y="14288"/>
                    </a:cubicBezTo>
                    <a:cubicBezTo>
                      <a:pt x="1159655" y="1274445"/>
                      <a:pt x="508954" y="2579370"/>
                      <a:pt x="42809" y="3929063"/>
                    </a:cubicBezTo>
                    <a:lnTo>
                      <a:pt x="0" y="4014788"/>
                    </a:lnTo>
                    <a:lnTo>
                      <a:pt x="20929" y="3921443"/>
                    </a:lnTo>
                    <a:cubicBezTo>
                      <a:pt x="502295" y="2576513"/>
                      <a:pt x="1152996" y="1269683"/>
                      <a:pt x="1973031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9" name="Freeform 1668">
                <a:extLst>
                  <a:ext uri="{FF2B5EF4-FFF2-40B4-BE49-F238E27FC236}">
                    <a16:creationId xmlns:a16="http://schemas.microsoft.com/office/drawing/2014/main" id="{BCB7DAF3-B188-E424-C0EB-98860D35983F}"/>
                  </a:ext>
                </a:extLst>
              </p:cNvPr>
              <p:cNvSpPr/>
              <p:nvPr/>
            </p:nvSpPr>
            <p:spPr>
              <a:xfrm>
                <a:off x="7013477" y="3988941"/>
                <a:ext cx="1098363" cy="883095"/>
              </a:xfrm>
              <a:custGeom>
                <a:avLst/>
                <a:gdLst>
                  <a:gd name="connsiteX0" fmla="*/ 844361 w 1098363"/>
                  <a:gd name="connsiteY0" fmla="*/ 864046 h 883095"/>
                  <a:gd name="connsiteX1" fmla="*/ 828189 w 1098363"/>
                  <a:gd name="connsiteY1" fmla="*/ 883096 h 883095"/>
                  <a:gd name="connsiteX2" fmla="*/ 1017501 w 1098363"/>
                  <a:gd name="connsiteY2" fmla="*/ 355411 h 883095"/>
                  <a:gd name="connsiteX3" fmla="*/ 1098363 w 1098363"/>
                  <a:gd name="connsiteY3" fmla="*/ 406846 h 883095"/>
                  <a:gd name="connsiteX4" fmla="*/ 1007036 w 1098363"/>
                  <a:gd name="connsiteY4" fmla="*/ 376365 h 883095"/>
                  <a:gd name="connsiteX5" fmla="*/ 843410 w 1098363"/>
                  <a:gd name="connsiteY5" fmla="*/ 863093 h 883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98363" h="883095">
                    <a:moveTo>
                      <a:pt x="844361" y="864046"/>
                    </a:moveTo>
                    <a:cubicBezTo>
                      <a:pt x="839605" y="870713"/>
                      <a:pt x="833897" y="877380"/>
                      <a:pt x="828189" y="883096"/>
                    </a:cubicBezTo>
                    <a:cubicBezTo>
                      <a:pt x="-336223" y="-78929"/>
                      <a:pt x="-272485" y="-255142"/>
                      <a:pt x="1017501" y="355411"/>
                    </a:cubicBezTo>
                    <a:lnTo>
                      <a:pt x="1098363" y="406846"/>
                    </a:lnTo>
                    <a:lnTo>
                      <a:pt x="1007036" y="376365"/>
                    </a:lnTo>
                    <a:cubicBezTo>
                      <a:pt x="-276290" y="-248474"/>
                      <a:pt x="-330515" y="-85597"/>
                      <a:pt x="843410" y="863093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0" name="Freeform 1669">
                <a:extLst>
                  <a:ext uri="{FF2B5EF4-FFF2-40B4-BE49-F238E27FC236}">
                    <a16:creationId xmlns:a16="http://schemas.microsoft.com/office/drawing/2014/main" id="{815A40C4-F79F-F073-914C-0C3575514D5A}"/>
                  </a:ext>
                </a:extLst>
              </p:cNvPr>
              <p:cNvSpPr/>
              <p:nvPr/>
            </p:nvSpPr>
            <p:spPr>
              <a:xfrm>
                <a:off x="7169024" y="3010852"/>
                <a:ext cx="1156862" cy="967740"/>
              </a:xfrm>
              <a:custGeom>
                <a:avLst/>
                <a:gdLst>
                  <a:gd name="connsiteX0" fmla="*/ 1152106 w 1156862"/>
                  <a:gd name="connsiteY0" fmla="*/ 0 h 967740"/>
                  <a:gd name="connsiteX1" fmla="*/ 1156863 w 1156862"/>
                  <a:gd name="connsiteY1" fmla="*/ 24765 h 967740"/>
                  <a:gd name="connsiteX2" fmla="*/ 1004652 w 1156862"/>
                  <a:gd name="connsiteY2" fmla="*/ 932497 h 967740"/>
                  <a:gd name="connsiteX3" fmla="*/ 1094075 w 1156862"/>
                  <a:gd name="connsiteY3" fmla="*/ 967740 h 967740"/>
                  <a:gd name="connsiteX4" fmla="*/ 998944 w 1156862"/>
                  <a:gd name="connsiteY4" fmla="*/ 955357 h 967740"/>
                  <a:gd name="connsiteX5" fmla="*/ 1152106 w 1156862"/>
                  <a:gd name="connsiteY5" fmla="*/ 0 h 967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6862" h="967740">
                    <a:moveTo>
                      <a:pt x="1152106" y="0"/>
                    </a:moveTo>
                    <a:cubicBezTo>
                      <a:pt x="1154008" y="8572"/>
                      <a:pt x="1154960" y="16192"/>
                      <a:pt x="1156863" y="24765"/>
                    </a:cubicBezTo>
                    <a:cubicBezTo>
                      <a:pt x="-330046" y="286703"/>
                      <a:pt x="-380466" y="589597"/>
                      <a:pt x="1004652" y="932497"/>
                    </a:cubicBezTo>
                    <a:lnTo>
                      <a:pt x="1094075" y="967740"/>
                    </a:lnTo>
                    <a:lnTo>
                      <a:pt x="998944" y="955357"/>
                    </a:lnTo>
                    <a:cubicBezTo>
                      <a:pt x="-382368" y="597217"/>
                      <a:pt x="-330997" y="278130"/>
                      <a:pt x="1152106" y="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1" name="Freeform 1670">
                <a:extLst>
                  <a:ext uri="{FF2B5EF4-FFF2-40B4-BE49-F238E27FC236}">
                    <a16:creationId xmlns:a16="http://schemas.microsoft.com/office/drawing/2014/main" id="{47315652-0AED-3694-3173-7B349111B6D1}"/>
                  </a:ext>
                </a:extLst>
              </p:cNvPr>
              <p:cNvSpPr/>
              <p:nvPr/>
            </p:nvSpPr>
            <p:spPr>
              <a:xfrm>
                <a:off x="6966697" y="3045142"/>
                <a:ext cx="1364897" cy="2045969"/>
              </a:xfrm>
              <a:custGeom>
                <a:avLst/>
                <a:gdLst>
                  <a:gd name="connsiteX0" fmla="*/ 1361092 w 1364897"/>
                  <a:gd name="connsiteY0" fmla="*/ 0 h 2045969"/>
                  <a:gd name="connsiteX1" fmla="*/ 1364897 w 1364897"/>
                  <a:gd name="connsiteY1" fmla="*/ 24765 h 2045969"/>
                  <a:gd name="connsiteX2" fmla="*/ 573401 w 1364897"/>
                  <a:gd name="connsiteY2" fmla="*/ 1966913 h 2045969"/>
                  <a:gd name="connsiteX3" fmla="*/ 628578 w 1364897"/>
                  <a:gd name="connsiteY3" fmla="*/ 2045970 h 2045969"/>
                  <a:gd name="connsiteX4" fmla="*/ 556278 w 1364897"/>
                  <a:gd name="connsiteY4" fmla="*/ 1983105 h 2045969"/>
                  <a:gd name="connsiteX5" fmla="*/ 1361092 w 1364897"/>
                  <a:gd name="connsiteY5" fmla="*/ 952 h 2045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64897" h="2045969">
                    <a:moveTo>
                      <a:pt x="1361092" y="0"/>
                    </a:moveTo>
                    <a:cubicBezTo>
                      <a:pt x="1362043" y="8572"/>
                      <a:pt x="1363946" y="16192"/>
                      <a:pt x="1364897" y="24765"/>
                    </a:cubicBezTo>
                    <a:cubicBezTo>
                      <a:pt x="-125816" y="264795"/>
                      <a:pt x="-389331" y="911542"/>
                      <a:pt x="573401" y="1966913"/>
                    </a:cubicBezTo>
                    <a:lnTo>
                      <a:pt x="628578" y="2045970"/>
                    </a:lnTo>
                    <a:lnTo>
                      <a:pt x="556278" y="1983105"/>
                    </a:lnTo>
                    <a:cubicBezTo>
                      <a:pt x="-395039" y="918210"/>
                      <a:pt x="-125816" y="257175"/>
                      <a:pt x="1361092" y="952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2" name="Freeform 1671">
                <a:extLst>
                  <a:ext uri="{FF2B5EF4-FFF2-40B4-BE49-F238E27FC236}">
                    <a16:creationId xmlns:a16="http://schemas.microsoft.com/office/drawing/2014/main" id="{D851AF33-EF44-E04B-6564-569C95A5BC11}"/>
                  </a:ext>
                </a:extLst>
              </p:cNvPr>
              <p:cNvSpPr/>
              <p:nvPr/>
            </p:nvSpPr>
            <p:spPr>
              <a:xfrm>
                <a:off x="4050668" y="4093543"/>
                <a:ext cx="2479131" cy="1530969"/>
              </a:xfrm>
              <a:custGeom>
                <a:avLst/>
                <a:gdLst>
                  <a:gd name="connsiteX0" fmla="*/ 11416 w 2479131"/>
                  <a:gd name="connsiteY0" fmla="*/ 332724 h 1530969"/>
                  <a:gd name="connsiteX1" fmla="*/ 0 w 2479131"/>
                  <a:gd name="connsiteY1" fmla="*/ 307959 h 1530969"/>
                  <a:gd name="connsiteX2" fmla="*/ 2473424 w 2479131"/>
                  <a:gd name="connsiteY2" fmla="*/ 1434767 h 1530969"/>
                  <a:gd name="connsiteX3" fmla="*/ 2479132 w 2479131"/>
                  <a:gd name="connsiteY3" fmla="*/ 1530969 h 1530969"/>
                  <a:gd name="connsiteX4" fmla="*/ 2447738 w 2479131"/>
                  <a:gd name="connsiteY4" fmla="*/ 1439530 h 1530969"/>
                  <a:gd name="connsiteX5" fmla="*/ 10465 w 2479131"/>
                  <a:gd name="connsiteY5" fmla="*/ 331772 h 1530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79131" h="1530969">
                    <a:moveTo>
                      <a:pt x="11416" y="332724"/>
                    </a:moveTo>
                    <a:cubicBezTo>
                      <a:pt x="7611" y="325104"/>
                      <a:pt x="3805" y="316532"/>
                      <a:pt x="0" y="307959"/>
                    </a:cubicBezTo>
                    <a:cubicBezTo>
                      <a:pt x="1363237" y="-340693"/>
                      <a:pt x="2188029" y="35544"/>
                      <a:pt x="2473424" y="1434767"/>
                    </a:cubicBezTo>
                    <a:lnTo>
                      <a:pt x="2479132" y="1530969"/>
                    </a:lnTo>
                    <a:lnTo>
                      <a:pt x="2447738" y="1439530"/>
                    </a:lnTo>
                    <a:cubicBezTo>
                      <a:pt x="2178516" y="36497"/>
                      <a:pt x="1366091" y="-333073"/>
                      <a:pt x="10465" y="331772"/>
                    </a:cubicBezTo>
                    <a:close/>
                  </a:path>
                </a:pathLst>
              </a:custGeom>
              <a:solidFill>
                <a:srgbClr val="88B58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3" name="Freeform 1672">
                <a:extLst>
                  <a:ext uri="{FF2B5EF4-FFF2-40B4-BE49-F238E27FC236}">
                    <a16:creationId xmlns:a16="http://schemas.microsoft.com/office/drawing/2014/main" id="{7F191BC6-C202-757B-BBD4-FF3435D9C7D3}"/>
                  </a:ext>
                </a:extLst>
              </p:cNvPr>
              <p:cNvSpPr/>
              <p:nvPr/>
            </p:nvSpPr>
            <p:spPr>
              <a:xfrm>
                <a:off x="5674566" y="4092685"/>
                <a:ext cx="2423003" cy="1568974"/>
              </a:xfrm>
              <a:custGeom>
                <a:avLst/>
                <a:gdLst>
                  <a:gd name="connsiteX0" fmla="*/ 26637 w 2423003"/>
                  <a:gd name="connsiteY0" fmla="*/ 1568974 h 1568974"/>
                  <a:gd name="connsiteX1" fmla="*/ 0 w 2423003"/>
                  <a:gd name="connsiteY1" fmla="*/ 1564212 h 1568974"/>
                  <a:gd name="connsiteX2" fmla="*/ 2343093 w 2423003"/>
                  <a:gd name="connsiteY2" fmla="*/ 281194 h 1568974"/>
                  <a:gd name="connsiteX3" fmla="*/ 2423004 w 2423003"/>
                  <a:gd name="connsiteY3" fmla="*/ 335486 h 1568974"/>
                  <a:gd name="connsiteX4" fmla="*/ 2331677 w 2423003"/>
                  <a:gd name="connsiteY4" fmla="*/ 304054 h 1568974"/>
                  <a:gd name="connsiteX5" fmla="*/ 26637 w 2423003"/>
                  <a:gd name="connsiteY5" fmla="*/ 1568974 h 1568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423003" h="1568974">
                    <a:moveTo>
                      <a:pt x="26637" y="1568974"/>
                    </a:moveTo>
                    <a:cubicBezTo>
                      <a:pt x="18075" y="1567069"/>
                      <a:pt x="8562" y="1566116"/>
                      <a:pt x="0" y="1564212"/>
                    </a:cubicBezTo>
                    <a:cubicBezTo>
                      <a:pt x="280638" y="79264"/>
                      <a:pt x="1061669" y="-348408"/>
                      <a:pt x="2343093" y="281194"/>
                    </a:cubicBezTo>
                    <a:lnTo>
                      <a:pt x="2423004" y="335486"/>
                    </a:lnTo>
                    <a:lnTo>
                      <a:pt x="2331677" y="304054"/>
                    </a:lnTo>
                    <a:cubicBezTo>
                      <a:pt x="1058816" y="-340789"/>
                      <a:pt x="290152" y="80217"/>
                      <a:pt x="26637" y="1568974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4" name="Freeform 1673">
                <a:extLst>
                  <a:ext uri="{FF2B5EF4-FFF2-40B4-BE49-F238E27FC236}">
                    <a16:creationId xmlns:a16="http://schemas.microsoft.com/office/drawing/2014/main" id="{F289B476-6B96-8FE1-953A-EE0F843196BA}"/>
                  </a:ext>
                </a:extLst>
              </p:cNvPr>
              <p:cNvSpPr/>
              <p:nvPr/>
            </p:nvSpPr>
            <p:spPr>
              <a:xfrm>
                <a:off x="6462767" y="3594792"/>
                <a:ext cx="1890707" cy="2022100"/>
              </a:xfrm>
              <a:custGeom>
                <a:avLst/>
                <a:gdLst>
                  <a:gd name="connsiteX0" fmla="*/ 1889756 w 1890707"/>
                  <a:gd name="connsiteY0" fmla="*/ 14230 h 2022100"/>
                  <a:gd name="connsiteX1" fmla="*/ 1887853 w 1890707"/>
                  <a:gd name="connsiteY1" fmla="*/ 40900 h 2022100"/>
                  <a:gd name="connsiteX2" fmla="*/ 95573 w 1890707"/>
                  <a:gd name="connsiteY2" fmla="*/ 1925898 h 2022100"/>
                  <a:gd name="connsiteX3" fmla="*/ 103183 w 1890707"/>
                  <a:gd name="connsiteY3" fmla="*/ 2022100 h 2022100"/>
                  <a:gd name="connsiteX4" fmla="*/ 70838 w 1890707"/>
                  <a:gd name="connsiteY4" fmla="*/ 1931613 h 2022100"/>
                  <a:gd name="connsiteX5" fmla="*/ 1890707 w 1890707"/>
                  <a:gd name="connsiteY5" fmla="*/ 14230 h 202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0707" h="2022100">
                    <a:moveTo>
                      <a:pt x="1889756" y="14230"/>
                    </a:moveTo>
                    <a:cubicBezTo>
                      <a:pt x="1889756" y="22803"/>
                      <a:pt x="1887853" y="32328"/>
                      <a:pt x="1887853" y="40900"/>
                    </a:cubicBezTo>
                    <a:cubicBezTo>
                      <a:pt x="384773" y="-97212"/>
                      <a:pt x="-212654" y="531438"/>
                      <a:pt x="95573" y="1925898"/>
                    </a:cubicBezTo>
                    <a:lnTo>
                      <a:pt x="103183" y="2022100"/>
                    </a:lnTo>
                    <a:lnTo>
                      <a:pt x="70838" y="1931613"/>
                    </a:lnTo>
                    <a:cubicBezTo>
                      <a:pt x="-220265" y="533343"/>
                      <a:pt x="385724" y="-105785"/>
                      <a:pt x="1890707" y="14230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5" name="Freeform 1674">
                <a:extLst>
                  <a:ext uri="{FF2B5EF4-FFF2-40B4-BE49-F238E27FC236}">
                    <a16:creationId xmlns:a16="http://schemas.microsoft.com/office/drawing/2014/main" id="{5578390A-33C4-9B62-2CBA-2154B1CC540E}"/>
                  </a:ext>
                </a:extLst>
              </p:cNvPr>
              <p:cNvSpPr/>
              <p:nvPr/>
            </p:nvSpPr>
            <p:spPr>
              <a:xfrm>
                <a:off x="4462589" y="3617326"/>
                <a:ext cx="3887080" cy="1339483"/>
              </a:xfrm>
              <a:custGeom>
                <a:avLst/>
                <a:gdLst>
                  <a:gd name="connsiteX0" fmla="*/ 3887081 w 3887080"/>
                  <a:gd name="connsiteY0" fmla="*/ 28843 h 1339483"/>
                  <a:gd name="connsiteX1" fmla="*/ 3884226 w 3887080"/>
                  <a:gd name="connsiteY1" fmla="*/ 55514 h 1339483"/>
                  <a:gd name="connsiteX2" fmla="*/ 78008 w 3887080"/>
                  <a:gd name="connsiteY2" fmla="*/ 1284239 h 1339483"/>
                  <a:gd name="connsiteX3" fmla="*/ 0 w 3887080"/>
                  <a:gd name="connsiteY3" fmla="*/ 1339484 h 1339483"/>
                  <a:gd name="connsiteX4" fmla="*/ 60884 w 3887080"/>
                  <a:gd name="connsiteY4" fmla="*/ 1265189 h 1339483"/>
                  <a:gd name="connsiteX5" fmla="*/ 3887081 w 3887080"/>
                  <a:gd name="connsiteY5" fmla="*/ 27891 h 1339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87080" h="1339483">
                    <a:moveTo>
                      <a:pt x="3887081" y="28843"/>
                    </a:moveTo>
                    <a:cubicBezTo>
                      <a:pt x="3887081" y="37416"/>
                      <a:pt x="3885178" y="46941"/>
                      <a:pt x="3884226" y="55514"/>
                    </a:cubicBezTo>
                    <a:cubicBezTo>
                      <a:pt x="2384000" y="-107364"/>
                      <a:pt x="1114943" y="302211"/>
                      <a:pt x="78008" y="1284239"/>
                    </a:cubicBezTo>
                    <a:lnTo>
                      <a:pt x="0" y="1339484"/>
                    </a:lnTo>
                    <a:lnTo>
                      <a:pt x="60884" y="1265189"/>
                    </a:lnTo>
                    <a:cubicBezTo>
                      <a:pt x="1109235" y="296496"/>
                      <a:pt x="2384951" y="-115936"/>
                      <a:pt x="3887081" y="27891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6" name="Freeform 1675">
                <a:extLst>
                  <a:ext uri="{FF2B5EF4-FFF2-40B4-BE49-F238E27FC236}">
                    <a16:creationId xmlns:a16="http://schemas.microsoft.com/office/drawing/2014/main" id="{C7F0AD81-EB0C-F193-162D-FC8C3E5E0A86}"/>
                  </a:ext>
                </a:extLst>
              </p:cNvPr>
              <p:cNvSpPr/>
              <p:nvPr/>
            </p:nvSpPr>
            <p:spPr>
              <a:xfrm>
                <a:off x="6801729" y="2975609"/>
                <a:ext cx="1518449" cy="2407920"/>
              </a:xfrm>
              <a:custGeom>
                <a:avLst/>
                <a:gdLst>
                  <a:gd name="connsiteX0" fmla="*/ 1512742 w 1518449"/>
                  <a:gd name="connsiteY0" fmla="*/ 0 h 2407920"/>
                  <a:gd name="connsiteX1" fmla="*/ 1518449 w 1518449"/>
                  <a:gd name="connsiteY1" fmla="*/ 26670 h 2407920"/>
                  <a:gd name="connsiteX2" fmla="*/ 351184 w 1518449"/>
                  <a:gd name="connsiteY2" fmla="*/ 2318385 h 2407920"/>
                  <a:gd name="connsiteX3" fmla="*/ 386382 w 1518449"/>
                  <a:gd name="connsiteY3" fmla="*/ 2407920 h 2407920"/>
                  <a:gd name="connsiteX4" fmla="*/ 328352 w 1518449"/>
                  <a:gd name="connsiteY4" fmla="*/ 2330768 h 2407920"/>
                  <a:gd name="connsiteX5" fmla="*/ 1512742 w 1518449"/>
                  <a:gd name="connsiteY5" fmla="*/ 0 h 2407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18449" h="2407920">
                    <a:moveTo>
                      <a:pt x="1512742" y="0"/>
                    </a:moveTo>
                    <a:cubicBezTo>
                      <a:pt x="1514644" y="8573"/>
                      <a:pt x="1516547" y="18098"/>
                      <a:pt x="1518449" y="26670"/>
                    </a:cubicBezTo>
                    <a:cubicBezTo>
                      <a:pt x="36298" y="311468"/>
                      <a:pt x="-352791" y="1075373"/>
                      <a:pt x="351184" y="2318385"/>
                    </a:cubicBezTo>
                    <a:lnTo>
                      <a:pt x="386382" y="2407920"/>
                    </a:lnTo>
                    <a:lnTo>
                      <a:pt x="328352" y="2330768"/>
                    </a:lnTo>
                    <a:cubicBezTo>
                      <a:pt x="-360401" y="1079183"/>
                      <a:pt x="34395" y="302895"/>
                      <a:pt x="1512742" y="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7" name="Freeform 1676">
                <a:extLst>
                  <a:ext uri="{FF2B5EF4-FFF2-40B4-BE49-F238E27FC236}">
                    <a16:creationId xmlns:a16="http://schemas.microsoft.com/office/drawing/2014/main" id="{181128C3-3744-FF41-4A61-E194B210AE5E}"/>
                  </a:ext>
                </a:extLst>
              </p:cNvPr>
              <p:cNvSpPr/>
              <p:nvPr/>
            </p:nvSpPr>
            <p:spPr>
              <a:xfrm>
                <a:off x="6375069" y="1486852"/>
                <a:ext cx="912930" cy="4145279"/>
              </a:xfrm>
              <a:custGeom>
                <a:avLst/>
                <a:gdLst>
                  <a:gd name="connsiteX0" fmla="*/ 888196 w 912930"/>
                  <a:gd name="connsiteY0" fmla="*/ 0 h 4145279"/>
                  <a:gd name="connsiteX1" fmla="*/ 912930 w 912930"/>
                  <a:gd name="connsiteY1" fmla="*/ 15240 h 4145279"/>
                  <a:gd name="connsiteX2" fmla="*/ 114775 w 912930"/>
                  <a:gd name="connsiteY2" fmla="*/ 4049078 h 4145279"/>
                  <a:gd name="connsiteX3" fmla="*/ 118581 w 912930"/>
                  <a:gd name="connsiteY3" fmla="*/ 4145280 h 4145279"/>
                  <a:gd name="connsiteX4" fmla="*/ 88139 w 912930"/>
                  <a:gd name="connsiteY4" fmla="*/ 4053840 h 4145279"/>
                  <a:gd name="connsiteX5" fmla="*/ 888196 w 912930"/>
                  <a:gd name="connsiteY5" fmla="*/ 0 h 4145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12930" h="4145279">
                    <a:moveTo>
                      <a:pt x="888196" y="0"/>
                    </a:moveTo>
                    <a:cubicBezTo>
                      <a:pt x="896758" y="4763"/>
                      <a:pt x="904369" y="10477"/>
                      <a:pt x="912930" y="15240"/>
                    </a:cubicBezTo>
                    <a:cubicBezTo>
                      <a:pt x="117629" y="1300163"/>
                      <a:pt x="-147788" y="2644140"/>
                      <a:pt x="114775" y="4049078"/>
                    </a:cubicBezTo>
                    <a:lnTo>
                      <a:pt x="118581" y="4145280"/>
                    </a:lnTo>
                    <a:lnTo>
                      <a:pt x="88139" y="4053840"/>
                    </a:lnTo>
                    <a:cubicBezTo>
                      <a:pt x="-157301" y="2646045"/>
                      <a:pt x="110019" y="1295400"/>
                      <a:pt x="888196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8" name="Freeform 1677">
                <a:extLst>
                  <a:ext uri="{FF2B5EF4-FFF2-40B4-BE49-F238E27FC236}">
                    <a16:creationId xmlns:a16="http://schemas.microsoft.com/office/drawing/2014/main" id="{39DE0F2D-F24B-AE8B-473B-27E185DB9281}"/>
                  </a:ext>
                </a:extLst>
              </p:cNvPr>
              <p:cNvSpPr/>
              <p:nvPr/>
            </p:nvSpPr>
            <p:spPr>
              <a:xfrm>
                <a:off x="6790116" y="3561089"/>
                <a:ext cx="1566211" cy="1839585"/>
              </a:xfrm>
              <a:custGeom>
                <a:avLst/>
                <a:gdLst>
                  <a:gd name="connsiteX0" fmla="*/ 1565261 w 1566211"/>
                  <a:gd name="connsiteY0" fmla="*/ 9833 h 1839585"/>
                  <a:gd name="connsiteX1" fmla="*/ 1563358 w 1566211"/>
                  <a:gd name="connsiteY1" fmla="*/ 39361 h 1839585"/>
                  <a:gd name="connsiteX2" fmla="*/ 331403 w 1566211"/>
                  <a:gd name="connsiteY2" fmla="*/ 1749098 h 1839585"/>
                  <a:gd name="connsiteX3" fmla="*/ 364699 w 1566211"/>
                  <a:gd name="connsiteY3" fmla="*/ 1839586 h 1839585"/>
                  <a:gd name="connsiteX4" fmla="*/ 307620 w 1566211"/>
                  <a:gd name="connsiteY4" fmla="*/ 1762433 h 1839585"/>
                  <a:gd name="connsiteX5" fmla="*/ 1566212 w 1566211"/>
                  <a:gd name="connsiteY5" fmla="*/ 9833 h 1839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66211" h="1839585">
                    <a:moveTo>
                      <a:pt x="1565261" y="9833"/>
                    </a:moveTo>
                    <a:cubicBezTo>
                      <a:pt x="1565261" y="19358"/>
                      <a:pt x="1564310" y="28883"/>
                      <a:pt x="1563358" y="39361"/>
                    </a:cubicBezTo>
                    <a:cubicBezTo>
                      <a:pt x="58375" y="-74939"/>
                      <a:pt x="-352594" y="495608"/>
                      <a:pt x="331403" y="1749098"/>
                    </a:cubicBezTo>
                    <a:lnTo>
                      <a:pt x="364699" y="1839586"/>
                    </a:lnTo>
                    <a:lnTo>
                      <a:pt x="307620" y="1762433"/>
                    </a:lnTo>
                    <a:cubicBezTo>
                      <a:pt x="-360204" y="499418"/>
                      <a:pt x="59326" y="-84464"/>
                      <a:pt x="1566212" y="9833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9" name="Freeform 1678">
                <a:extLst>
                  <a:ext uri="{FF2B5EF4-FFF2-40B4-BE49-F238E27FC236}">
                    <a16:creationId xmlns:a16="http://schemas.microsoft.com/office/drawing/2014/main" id="{E24AD67A-F8B8-B0C3-399D-E3550093BA18}"/>
                  </a:ext>
                </a:extLst>
              </p:cNvPr>
              <p:cNvSpPr/>
              <p:nvPr/>
            </p:nvSpPr>
            <p:spPr>
              <a:xfrm>
                <a:off x="7039812" y="2165032"/>
                <a:ext cx="1040633" cy="2296477"/>
              </a:xfrm>
              <a:custGeom>
                <a:avLst/>
                <a:gdLst>
                  <a:gd name="connsiteX0" fmla="*/ 935989 w 1040633"/>
                  <a:gd name="connsiteY0" fmla="*/ 0 h 2296477"/>
                  <a:gd name="connsiteX1" fmla="*/ 952161 w 1040633"/>
                  <a:gd name="connsiteY1" fmla="*/ 24765 h 2296477"/>
                  <a:gd name="connsiteX2" fmla="*/ 962626 w 1040633"/>
                  <a:gd name="connsiteY2" fmla="*/ 2240280 h 2296477"/>
                  <a:gd name="connsiteX3" fmla="*/ 1040634 w 1040633"/>
                  <a:gd name="connsiteY3" fmla="*/ 2296478 h 2296477"/>
                  <a:gd name="connsiteX4" fmla="*/ 950259 w 1040633"/>
                  <a:gd name="connsiteY4" fmla="*/ 2265045 h 2296477"/>
                  <a:gd name="connsiteX5" fmla="*/ 936940 w 1040633"/>
                  <a:gd name="connsiteY5" fmla="*/ 952 h 2296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40633" h="2296477">
                    <a:moveTo>
                      <a:pt x="935989" y="0"/>
                    </a:moveTo>
                    <a:cubicBezTo>
                      <a:pt x="941697" y="7620"/>
                      <a:pt x="946454" y="16192"/>
                      <a:pt x="952161" y="24765"/>
                    </a:cubicBezTo>
                    <a:cubicBezTo>
                      <a:pt x="-311187" y="851535"/>
                      <a:pt x="-308333" y="1589723"/>
                      <a:pt x="962626" y="2240280"/>
                    </a:cubicBezTo>
                    <a:lnTo>
                      <a:pt x="1040634" y="2296478"/>
                    </a:lnTo>
                    <a:lnTo>
                      <a:pt x="950259" y="2265045"/>
                    </a:lnTo>
                    <a:cubicBezTo>
                      <a:pt x="-312139" y="1598295"/>
                      <a:pt x="-316895" y="843915"/>
                      <a:pt x="936940" y="952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0" name="Freeform 1679">
                <a:extLst>
                  <a:ext uri="{FF2B5EF4-FFF2-40B4-BE49-F238E27FC236}">
                    <a16:creationId xmlns:a16="http://schemas.microsoft.com/office/drawing/2014/main" id="{F139DC46-338B-0D33-C0D2-049C38F709D6}"/>
                  </a:ext>
                </a:extLst>
              </p:cNvPr>
              <p:cNvSpPr/>
              <p:nvPr/>
            </p:nvSpPr>
            <p:spPr>
              <a:xfrm>
                <a:off x="7122318" y="3520894"/>
                <a:ext cx="1236864" cy="973952"/>
              </a:xfrm>
              <a:custGeom>
                <a:avLst/>
                <a:gdLst>
                  <a:gd name="connsiteX0" fmla="*/ 1235913 w 1236864"/>
                  <a:gd name="connsiteY0" fmla="*/ 9070 h 973952"/>
                  <a:gd name="connsiteX1" fmla="*/ 1234010 w 1236864"/>
                  <a:gd name="connsiteY1" fmla="*/ 40503 h 973952"/>
                  <a:gd name="connsiteX2" fmla="*/ 862996 w 1236864"/>
                  <a:gd name="connsiteY2" fmla="*/ 915850 h 973952"/>
                  <a:gd name="connsiteX3" fmla="*/ 940053 w 1236864"/>
                  <a:gd name="connsiteY3" fmla="*/ 973953 h 973952"/>
                  <a:gd name="connsiteX4" fmla="*/ 849678 w 1236864"/>
                  <a:gd name="connsiteY4" fmla="*/ 941568 h 973952"/>
                  <a:gd name="connsiteX5" fmla="*/ 1236864 w 1236864"/>
                  <a:gd name="connsiteY5" fmla="*/ 9070 h 973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36864" h="973952">
                    <a:moveTo>
                      <a:pt x="1235913" y="9070"/>
                    </a:moveTo>
                    <a:cubicBezTo>
                      <a:pt x="1235913" y="19548"/>
                      <a:pt x="1234962" y="30025"/>
                      <a:pt x="1234010" y="40503"/>
                    </a:cubicBezTo>
                    <a:cubicBezTo>
                      <a:pt x="-272876" y="-48080"/>
                      <a:pt x="-396547" y="244338"/>
                      <a:pt x="862996" y="915850"/>
                    </a:cubicBezTo>
                    <a:lnTo>
                      <a:pt x="940053" y="973953"/>
                    </a:lnTo>
                    <a:lnTo>
                      <a:pt x="849678" y="941568"/>
                    </a:lnTo>
                    <a:cubicBezTo>
                      <a:pt x="-400352" y="251958"/>
                      <a:pt x="-270973" y="-58557"/>
                      <a:pt x="1236864" y="9070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1" name="Freeform 1680">
                <a:extLst>
                  <a:ext uri="{FF2B5EF4-FFF2-40B4-BE49-F238E27FC236}">
                    <a16:creationId xmlns:a16="http://schemas.microsoft.com/office/drawing/2014/main" id="{669E1A31-8B14-FA12-F593-65CA6BD9DFDB}"/>
                  </a:ext>
                </a:extLst>
              </p:cNvPr>
              <p:cNvSpPr/>
              <p:nvPr/>
            </p:nvSpPr>
            <p:spPr>
              <a:xfrm>
                <a:off x="6203311" y="1758314"/>
                <a:ext cx="1379596" cy="3934777"/>
              </a:xfrm>
              <a:custGeom>
                <a:avLst/>
                <a:gdLst>
                  <a:gd name="connsiteX0" fmla="*/ 40143 w 1379596"/>
                  <a:gd name="connsiteY0" fmla="*/ 3932873 h 3934777"/>
                  <a:gd name="connsiteX1" fmla="*/ 8749 w 1379596"/>
                  <a:gd name="connsiteY1" fmla="*/ 3934778 h 3934777"/>
                  <a:gd name="connsiteX2" fmla="*/ 1305394 w 1379596"/>
                  <a:gd name="connsiteY2" fmla="*/ 60960 h 3934777"/>
                  <a:gd name="connsiteX3" fmla="*/ 1379597 w 1379596"/>
                  <a:gd name="connsiteY3" fmla="*/ 0 h 3934777"/>
                  <a:gd name="connsiteX4" fmla="*/ 1327274 w 1379596"/>
                  <a:gd name="connsiteY4" fmla="*/ 80963 h 3934777"/>
                  <a:gd name="connsiteX5" fmla="*/ 40143 w 1379596"/>
                  <a:gd name="connsiteY5" fmla="*/ 3933825 h 393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79596" h="3934777">
                    <a:moveTo>
                      <a:pt x="40143" y="3932873"/>
                    </a:moveTo>
                    <a:cubicBezTo>
                      <a:pt x="29678" y="3932873"/>
                      <a:pt x="19214" y="3933825"/>
                      <a:pt x="8749" y="3934778"/>
                    </a:cubicBezTo>
                    <a:cubicBezTo>
                      <a:pt x="-68307" y="2425065"/>
                      <a:pt x="363591" y="1134428"/>
                      <a:pt x="1305394" y="60960"/>
                    </a:cubicBezTo>
                    <a:lnTo>
                      <a:pt x="1379597" y="0"/>
                    </a:lnTo>
                    <a:lnTo>
                      <a:pt x="1327274" y="80963"/>
                    </a:lnTo>
                    <a:cubicBezTo>
                      <a:pt x="371201" y="1141095"/>
                      <a:pt x="-57843" y="2425065"/>
                      <a:pt x="40143" y="3933825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2" name="Freeform 1681">
                <a:extLst>
                  <a:ext uri="{FF2B5EF4-FFF2-40B4-BE49-F238E27FC236}">
                    <a16:creationId xmlns:a16="http://schemas.microsoft.com/office/drawing/2014/main" id="{87EFAFC8-EBA5-6FFD-8D63-E218639F97AC}"/>
                  </a:ext>
                </a:extLst>
              </p:cNvPr>
              <p:cNvSpPr/>
              <p:nvPr/>
            </p:nvSpPr>
            <p:spPr>
              <a:xfrm>
                <a:off x="6732120" y="2129790"/>
                <a:ext cx="1237973" cy="3288029"/>
              </a:xfrm>
              <a:custGeom>
                <a:avLst/>
                <a:gdLst>
                  <a:gd name="connsiteX0" fmla="*/ 1219898 w 1237973"/>
                  <a:gd name="connsiteY0" fmla="*/ 952 h 3288029"/>
                  <a:gd name="connsiteX1" fmla="*/ 1237973 w 1237973"/>
                  <a:gd name="connsiteY1" fmla="*/ 26670 h 3288029"/>
                  <a:gd name="connsiteX2" fmla="*/ 358005 w 1237973"/>
                  <a:gd name="connsiteY2" fmla="*/ 3196590 h 3288029"/>
                  <a:gd name="connsiteX3" fmla="*/ 388447 w 1237973"/>
                  <a:gd name="connsiteY3" fmla="*/ 3288030 h 3288029"/>
                  <a:gd name="connsiteX4" fmla="*/ 331368 w 1237973"/>
                  <a:gd name="connsiteY4" fmla="*/ 3209925 h 3288029"/>
                  <a:gd name="connsiteX5" fmla="*/ 1219898 w 1237973"/>
                  <a:gd name="connsiteY5" fmla="*/ 0 h 3288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37973" h="3288029">
                    <a:moveTo>
                      <a:pt x="1219898" y="952"/>
                    </a:moveTo>
                    <a:cubicBezTo>
                      <a:pt x="1225606" y="9525"/>
                      <a:pt x="1231314" y="18097"/>
                      <a:pt x="1237973" y="26670"/>
                    </a:cubicBezTo>
                    <a:cubicBezTo>
                      <a:pt x="-11106" y="874395"/>
                      <a:pt x="-305063" y="1931670"/>
                      <a:pt x="358005" y="3196590"/>
                    </a:cubicBezTo>
                    <a:lnTo>
                      <a:pt x="388447" y="3288030"/>
                    </a:lnTo>
                    <a:lnTo>
                      <a:pt x="331368" y="3209925"/>
                    </a:lnTo>
                    <a:cubicBezTo>
                      <a:pt x="-313625" y="1935480"/>
                      <a:pt x="-16814" y="865822"/>
                      <a:pt x="1219898" y="0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3" name="Freeform 1682">
                <a:extLst>
                  <a:ext uri="{FF2B5EF4-FFF2-40B4-BE49-F238E27FC236}">
                    <a16:creationId xmlns:a16="http://schemas.microsoft.com/office/drawing/2014/main" id="{B3721CE4-BF98-8B2A-4D68-10C503EE66AE}"/>
                  </a:ext>
                </a:extLst>
              </p:cNvPr>
              <p:cNvSpPr/>
              <p:nvPr/>
            </p:nvSpPr>
            <p:spPr>
              <a:xfrm>
                <a:off x="6362023" y="1219200"/>
                <a:ext cx="1163805" cy="3988117"/>
              </a:xfrm>
              <a:custGeom>
                <a:avLst/>
                <a:gdLst>
                  <a:gd name="connsiteX0" fmla="*/ 1163805 w 1163805"/>
                  <a:gd name="connsiteY0" fmla="*/ 3967163 h 3988117"/>
                  <a:gd name="connsiteX1" fmla="*/ 1138119 w 1163805"/>
                  <a:gd name="connsiteY1" fmla="*/ 3988118 h 3988117"/>
                  <a:gd name="connsiteX2" fmla="*/ 62180 w 1163805"/>
                  <a:gd name="connsiteY2" fmla="*/ 91440 h 3988117"/>
                  <a:gd name="connsiteX3" fmla="*/ 92623 w 1163805"/>
                  <a:gd name="connsiteY3" fmla="*/ 0 h 3988117"/>
                  <a:gd name="connsiteX4" fmla="*/ 92623 w 1163805"/>
                  <a:gd name="connsiteY4" fmla="*/ 96202 h 3988117"/>
                  <a:gd name="connsiteX5" fmla="*/ 1163805 w 1163805"/>
                  <a:gd name="connsiteY5" fmla="*/ 3967163 h 3988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63805" h="3988117">
                    <a:moveTo>
                      <a:pt x="1163805" y="3967163"/>
                    </a:moveTo>
                    <a:cubicBezTo>
                      <a:pt x="1155244" y="3973830"/>
                      <a:pt x="1146682" y="3981450"/>
                      <a:pt x="1138119" y="3988118"/>
                    </a:cubicBezTo>
                    <a:cubicBezTo>
                      <a:pt x="202024" y="2802255"/>
                      <a:pt x="-156622" y="1503045"/>
                      <a:pt x="62180" y="91440"/>
                    </a:cubicBezTo>
                    <a:lnTo>
                      <a:pt x="92623" y="0"/>
                    </a:lnTo>
                    <a:lnTo>
                      <a:pt x="92623" y="96202"/>
                    </a:lnTo>
                    <a:cubicBezTo>
                      <a:pt x="-146158" y="1504950"/>
                      <a:pt x="210586" y="2794635"/>
                      <a:pt x="1163805" y="3967163"/>
                    </a:cubicBezTo>
                    <a:close/>
                  </a:path>
                </a:pathLst>
              </a:custGeom>
              <a:solidFill>
                <a:srgbClr val="EEC49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4" name="Freeform 1683">
                <a:extLst>
                  <a:ext uri="{FF2B5EF4-FFF2-40B4-BE49-F238E27FC236}">
                    <a16:creationId xmlns:a16="http://schemas.microsoft.com/office/drawing/2014/main" id="{347177C5-9425-F74F-9845-B629C9D989FD}"/>
                  </a:ext>
                </a:extLst>
              </p:cNvPr>
              <p:cNvSpPr/>
              <p:nvPr/>
            </p:nvSpPr>
            <p:spPr>
              <a:xfrm>
                <a:off x="4681391" y="1212532"/>
                <a:ext cx="1733299" cy="4007167"/>
              </a:xfrm>
              <a:custGeom>
                <a:avLst/>
                <a:gdLst>
                  <a:gd name="connsiteX0" fmla="*/ 26637 w 1733299"/>
                  <a:gd name="connsiteY0" fmla="*/ 4007168 h 4007167"/>
                  <a:gd name="connsiteX1" fmla="*/ 0 w 1733299"/>
                  <a:gd name="connsiteY1" fmla="*/ 3986212 h 4007167"/>
                  <a:gd name="connsiteX2" fmla="*/ 1701906 w 1733299"/>
                  <a:gd name="connsiteY2" fmla="*/ 92392 h 4007167"/>
                  <a:gd name="connsiteX3" fmla="*/ 1731396 w 1733299"/>
                  <a:gd name="connsiteY3" fmla="*/ 0 h 4007167"/>
                  <a:gd name="connsiteX4" fmla="*/ 1733299 w 1733299"/>
                  <a:gd name="connsiteY4" fmla="*/ 96202 h 4007167"/>
                  <a:gd name="connsiteX5" fmla="*/ 26637 w 1733299"/>
                  <a:gd name="connsiteY5" fmla="*/ 4006215 h 4007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33299" h="4007167">
                    <a:moveTo>
                      <a:pt x="26637" y="4007168"/>
                    </a:moveTo>
                    <a:cubicBezTo>
                      <a:pt x="18075" y="4000500"/>
                      <a:pt x="9513" y="3993833"/>
                      <a:pt x="0" y="3986212"/>
                    </a:cubicBezTo>
                    <a:cubicBezTo>
                      <a:pt x="942755" y="2806065"/>
                      <a:pt x="1510691" y="1507808"/>
                      <a:pt x="1701906" y="92392"/>
                    </a:cubicBezTo>
                    <a:lnTo>
                      <a:pt x="1731396" y="0"/>
                    </a:lnTo>
                    <a:lnTo>
                      <a:pt x="1733299" y="96202"/>
                    </a:lnTo>
                    <a:cubicBezTo>
                      <a:pt x="1521156" y="1508760"/>
                      <a:pt x="952268" y="2812733"/>
                      <a:pt x="26637" y="4006215"/>
                    </a:cubicBezTo>
                    <a:close/>
                  </a:path>
                </a:pathLst>
              </a:custGeom>
              <a:solidFill>
                <a:srgbClr val="588C89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5" name="Freeform 1684">
                <a:extLst>
                  <a:ext uri="{FF2B5EF4-FFF2-40B4-BE49-F238E27FC236}">
                    <a16:creationId xmlns:a16="http://schemas.microsoft.com/office/drawing/2014/main" id="{2CE019C8-0FA6-D8F0-D5D7-090CAB24071F}"/>
                  </a:ext>
                </a:extLst>
              </p:cNvPr>
              <p:cNvSpPr/>
              <p:nvPr/>
            </p:nvSpPr>
            <p:spPr>
              <a:xfrm>
                <a:off x="6976457" y="1784985"/>
                <a:ext cx="1382724" cy="1735455"/>
              </a:xfrm>
              <a:custGeom>
                <a:avLst/>
                <a:gdLst>
                  <a:gd name="connsiteX0" fmla="*/ 1382725 w 1382724"/>
                  <a:gd name="connsiteY0" fmla="*/ 1702118 h 1735455"/>
                  <a:gd name="connsiteX1" fmla="*/ 1381773 w 1382724"/>
                  <a:gd name="connsiteY1" fmla="*/ 1735455 h 1735455"/>
                  <a:gd name="connsiteX2" fmla="*/ 560787 w 1382724"/>
                  <a:gd name="connsiteY2" fmla="*/ 59055 h 1735455"/>
                  <a:gd name="connsiteX3" fmla="*/ 636892 w 1382724"/>
                  <a:gd name="connsiteY3" fmla="*/ 0 h 1735455"/>
                  <a:gd name="connsiteX4" fmla="*/ 583619 w 1382724"/>
                  <a:gd name="connsiteY4" fmla="*/ 80962 h 1735455"/>
                  <a:gd name="connsiteX5" fmla="*/ 1382725 w 1382724"/>
                  <a:gd name="connsiteY5" fmla="*/ 1702118 h 1735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82724" h="1735455">
                    <a:moveTo>
                      <a:pt x="1382725" y="1702118"/>
                    </a:moveTo>
                    <a:cubicBezTo>
                      <a:pt x="1382725" y="1713547"/>
                      <a:pt x="1382725" y="1724025"/>
                      <a:pt x="1381773" y="1735455"/>
                    </a:cubicBezTo>
                    <a:cubicBezTo>
                      <a:pt x="-126064" y="1674495"/>
                      <a:pt x="-400043" y="1115378"/>
                      <a:pt x="560787" y="59055"/>
                    </a:cubicBezTo>
                    <a:lnTo>
                      <a:pt x="636892" y="0"/>
                    </a:lnTo>
                    <a:lnTo>
                      <a:pt x="583619" y="80962"/>
                    </a:lnTo>
                    <a:cubicBezTo>
                      <a:pt x="-392433" y="1122998"/>
                      <a:pt x="-126064" y="1663065"/>
                      <a:pt x="1382725" y="1702118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6" name="Freeform 1685">
                <a:extLst>
                  <a:ext uri="{FF2B5EF4-FFF2-40B4-BE49-F238E27FC236}">
                    <a16:creationId xmlns:a16="http://schemas.microsoft.com/office/drawing/2014/main" id="{9AB48381-9AB7-6A1F-2D8E-94A9469DF326}"/>
                  </a:ext>
                </a:extLst>
              </p:cNvPr>
              <p:cNvSpPr/>
              <p:nvPr/>
            </p:nvSpPr>
            <p:spPr>
              <a:xfrm>
                <a:off x="5316871" y="2930842"/>
                <a:ext cx="2995696" cy="2596514"/>
              </a:xfrm>
              <a:custGeom>
                <a:avLst/>
                <a:gdLst>
                  <a:gd name="connsiteX0" fmla="*/ 2988086 w 2995696"/>
                  <a:gd name="connsiteY0" fmla="*/ 0 h 2596514"/>
                  <a:gd name="connsiteX1" fmla="*/ 2995697 w 2995696"/>
                  <a:gd name="connsiteY1" fmla="*/ 35242 h 2596514"/>
                  <a:gd name="connsiteX2" fmla="*/ 48517 w 2995696"/>
                  <a:gd name="connsiteY2" fmla="*/ 2512695 h 2596514"/>
                  <a:gd name="connsiteX3" fmla="*/ 0 w 2995696"/>
                  <a:gd name="connsiteY3" fmla="*/ 2596515 h 2596514"/>
                  <a:gd name="connsiteX4" fmla="*/ 17124 w 2995696"/>
                  <a:gd name="connsiteY4" fmla="*/ 2501265 h 2596514"/>
                  <a:gd name="connsiteX5" fmla="*/ 2989037 w 2995696"/>
                  <a:gd name="connsiteY5" fmla="*/ 953 h 2596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5696" h="2596514">
                    <a:moveTo>
                      <a:pt x="2988086" y="0"/>
                    </a:moveTo>
                    <a:cubicBezTo>
                      <a:pt x="2990940" y="11430"/>
                      <a:pt x="2992843" y="22860"/>
                      <a:pt x="2995697" y="35242"/>
                    </a:cubicBezTo>
                    <a:cubicBezTo>
                      <a:pt x="1518302" y="343852"/>
                      <a:pt x="535591" y="1169670"/>
                      <a:pt x="48517" y="2512695"/>
                    </a:cubicBezTo>
                    <a:lnTo>
                      <a:pt x="0" y="2596515"/>
                    </a:lnTo>
                    <a:lnTo>
                      <a:pt x="17124" y="2501265"/>
                    </a:lnTo>
                    <a:cubicBezTo>
                      <a:pt x="525127" y="1165860"/>
                      <a:pt x="1516399" y="332423"/>
                      <a:pt x="2989037" y="953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7" name="Freeform 1686">
                <a:extLst>
                  <a:ext uri="{FF2B5EF4-FFF2-40B4-BE49-F238E27FC236}">
                    <a16:creationId xmlns:a16="http://schemas.microsoft.com/office/drawing/2014/main" id="{0C9CA9D6-2B19-E059-7194-9E986E6F092D}"/>
                  </a:ext>
                </a:extLst>
              </p:cNvPr>
              <p:cNvSpPr/>
              <p:nvPr/>
            </p:nvSpPr>
            <p:spPr>
              <a:xfrm>
                <a:off x="4435000" y="2885122"/>
                <a:ext cx="3868054" cy="2042159"/>
              </a:xfrm>
              <a:custGeom>
                <a:avLst/>
                <a:gdLst>
                  <a:gd name="connsiteX0" fmla="*/ 3859492 w 3868054"/>
                  <a:gd name="connsiteY0" fmla="*/ 0 h 2042159"/>
                  <a:gd name="connsiteX1" fmla="*/ 3868054 w 3868054"/>
                  <a:gd name="connsiteY1" fmla="*/ 37148 h 2042159"/>
                  <a:gd name="connsiteX2" fmla="*/ 82765 w 3868054"/>
                  <a:gd name="connsiteY2" fmla="*/ 1991678 h 2042159"/>
                  <a:gd name="connsiteX3" fmla="*/ 0 w 3868054"/>
                  <a:gd name="connsiteY3" fmla="*/ 2042160 h 2042159"/>
                  <a:gd name="connsiteX4" fmla="*/ 58982 w 3868054"/>
                  <a:gd name="connsiteY4" fmla="*/ 1965008 h 2042159"/>
                  <a:gd name="connsiteX5" fmla="*/ 3859492 w 3868054"/>
                  <a:gd name="connsiteY5" fmla="*/ 953 h 2042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68054" h="2042159">
                    <a:moveTo>
                      <a:pt x="3859492" y="0"/>
                    </a:moveTo>
                    <a:cubicBezTo>
                      <a:pt x="3862347" y="12383"/>
                      <a:pt x="3865200" y="24765"/>
                      <a:pt x="3868054" y="37148"/>
                    </a:cubicBezTo>
                    <a:cubicBezTo>
                      <a:pt x="2397318" y="375285"/>
                      <a:pt x="1134921" y="1026795"/>
                      <a:pt x="82765" y="1991678"/>
                    </a:cubicBezTo>
                    <a:lnTo>
                      <a:pt x="0" y="2042160"/>
                    </a:lnTo>
                    <a:lnTo>
                      <a:pt x="58982" y="1965008"/>
                    </a:lnTo>
                    <a:cubicBezTo>
                      <a:pt x="1127310" y="1018222"/>
                      <a:pt x="2394465" y="362903"/>
                      <a:pt x="3859492" y="953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8" name="Freeform 1687">
                <a:extLst>
                  <a:ext uri="{FF2B5EF4-FFF2-40B4-BE49-F238E27FC236}">
                    <a16:creationId xmlns:a16="http://schemas.microsoft.com/office/drawing/2014/main" id="{33204368-EB24-9400-80CF-C83EFF5AF075}"/>
                  </a:ext>
                </a:extLst>
              </p:cNvPr>
              <p:cNvSpPr/>
              <p:nvPr/>
            </p:nvSpPr>
            <p:spPr>
              <a:xfrm>
                <a:off x="7133529" y="2559367"/>
                <a:ext cx="1159060" cy="535087"/>
              </a:xfrm>
              <a:custGeom>
                <a:avLst/>
                <a:gdLst>
                  <a:gd name="connsiteX0" fmla="*/ 1148596 w 1159060"/>
                  <a:gd name="connsiteY0" fmla="*/ 278130 h 535087"/>
                  <a:gd name="connsiteX1" fmla="*/ 1159061 w 1159060"/>
                  <a:gd name="connsiteY1" fmla="*/ 317183 h 535087"/>
                  <a:gd name="connsiteX2" fmla="*/ 927890 w 1159060"/>
                  <a:gd name="connsiteY2" fmla="*/ 20003 h 535087"/>
                  <a:gd name="connsiteX3" fmla="*/ 1023022 w 1159060"/>
                  <a:gd name="connsiteY3" fmla="*/ 0 h 535087"/>
                  <a:gd name="connsiteX4" fmla="*/ 942160 w 1159060"/>
                  <a:gd name="connsiteY4" fmla="*/ 54292 h 535087"/>
                  <a:gd name="connsiteX5" fmla="*/ 1148596 w 1159060"/>
                  <a:gd name="connsiteY5" fmla="*/ 278130 h 535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59060" h="535087">
                    <a:moveTo>
                      <a:pt x="1148596" y="278130"/>
                    </a:moveTo>
                    <a:cubicBezTo>
                      <a:pt x="1152402" y="290513"/>
                      <a:pt x="1155255" y="303848"/>
                      <a:pt x="1159061" y="317183"/>
                    </a:cubicBezTo>
                    <a:cubicBezTo>
                      <a:pt x="-305016" y="685800"/>
                      <a:pt x="-382073" y="586740"/>
                      <a:pt x="927890" y="20003"/>
                    </a:cubicBezTo>
                    <a:lnTo>
                      <a:pt x="1023022" y="0"/>
                    </a:lnTo>
                    <a:lnTo>
                      <a:pt x="942160" y="54292"/>
                    </a:lnTo>
                    <a:cubicBezTo>
                      <a:pt x="-377316" y="598170"/>
                      <a:pt x="-308821" y="672465"/>
                      <a:pt x="1148596" y="27813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89" name="Freeform 1688">
                <a:extLst>
                  <a:ext uri="{FF2B5EF4-FFF2-40B4-BE49-F238E27FC236}">
                    <a16:creationId xmlns:a16="http://schemas.microsoft.com/office/drawing/2014/main" id="{A8A267B3-972A-19B9-A2A3-BB10134EA1C9}"/>
                  </a:ext>
                </a:extLst>
              </p:cNvPr>
              <p:cNvSpPr/>
              <p:nvPr/>
            </p:nvSpPr>
            <p:spPr>
              <a:xfrm>
                <a:off x="6790811" y="1458277"/>
                <a:ext cx="1223042" cy="3119437"/>
              </a:xfrm>
              <a:custGeom>
                <a:avLst/>
                <a:gdLst>
                  <a:gd name="connsiteX0" fmla="*/ 428693 w 1223042"/>
                  <a:gd name="connsiteY0" fmla="*/ 1905 h 3119437"/>
                  <a:gd name="connsiteX1" fmla="*/ 464844 w 1223042"/>
                  <a:gd name="connsiteY1" fmla="*/ 22860 h 3119437"/>
                  <a:gd name="connsiteX2" fmla="*/ 1151694 w 1223042"/>
                  <a:gd name="connsiteY2" fmla="*/ 3053715 h 3119437"/>
                  <a:gd name="connsiteX3" fmla="*/ 1223043 w 1223042"/>
                  <a:gd name="connsiteY3" fmla="*/ 3119438 h 3119437"/>
                  <a:gd name="connsiteX4" fmla="*/ 1130766 w 1223042"/>
                  <a:gd name="connsiteY4" fmla="*/ 3087053 h 3119437"/>
                  <a:gd name="connsiteX5" fmla="*/ 427742 w 1223042"/>
                  <a:gd name="connsiteY5" fmla="*/ 0 h 3119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23042" h="3119437">
                    <a:moveTo>
                      <a:pt x="428693" y="1905"/>
                    </a:moveTo>
                    <a:cubicBezTo>
                      <a:pt x="441061" y="8573"/>
                      <a:pt x="452476" y="16193"/>
                      <a:pt x="464844" y="22860"/>
                    </a:cubicBezTo>
                    <a:cubicBezTo>
                      <a:pt x="-307625" y="1321118"/>
                      <a:pt x="-79309" y="2331720"/>
                      <a:pt x="1151694" y="3053715"/>
                    </a:cubicBezTo>
                    <a:lnTo>
                      <a:pt x="1223043" y="3119438"/>
                    </a:lnTo>
                    <a:lnTo>
                      <a:pt x="1130766" y="3087053"/>
                    </a:lnTo>
                    <a:cubicBezTo>
                      <a:pt x="-86920" y="2341245"/>
                      <a:pt x="-320944" y="1312545"/>
                      <a:pt x="427742" y="0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0" name="Freeform 1689">
                <a:extLst>
                  <a:ext uri="{FF2B5EF4-FFF2-40B4-BE49-F238E27FC236}">
                    <a16:creationId xmlns:a16="http://schemas.microsoft.com/office/drawing/2014/main" id="{D560EE6E-AF88-88D4-2E88-CC77A6A741DE}"/>
                  </a:ext>
                </a:extLst>
              </p:cNvPr>
              <p:cNvSpPr/>
              <p:nvPr/>
            </p:nvSpPr>
            <p:spPr>
              <a:xfrm>
                <a:off x="6240808" y="4141667"/>
                <a:ext cx="1798731" cy="1548568"/>
              </a:xfrm>
              <a:custGeom>
                <a:avLst/>
                <a:gdLst>
                  <a:gd name="connsiteX0" fmla="*/ 54017 w 1798731"/>
                  <a:gd name="connsiteY0" fmla="*/ 1545710 h 1548568"/>
                  <a:gd name="connsiteX1" fmla="*/ 12159 w 1798731"/>
                  <a:gd name="connsiteY1" fmla="*/ 1548568 h 1548568"/>
                  <a:gd name="connsiteX2" fmla="*/ 1725480 w 1798731"/>
                  <a:gd name="connsiteY2" fmla="*/ 328415 h 1548568"/>
                  <a:gd name="connsiteX3" fmla="*/ 1798732 w 1798731"/>
                  <a:gd name="connsiteY3" fmla="*/ 393185 h 1548568"/>
                  <a:gd name="connsiteX4" fmla="*/ 1706454 w 1798731"/>
                  <a:gd name="connsiteY4" fmla="*/ 363658 h 1548568"/>
                  <a:gd name="connsiteX5" fmla="*/ 54017 w 1798731"/>
                  <a:gd name="connsiteY5" fmla="*/ 1545710 h 1548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98731" h="1548568">
                    <a:moveTo>
                      <a:pt x="54017" y="1545710"/>
                    </a:moveTo>
                    <a:cubicBezTo>
                      <a:pt x="39747" y="1546663"/>
                      <a:pt x="26429" y="1547615"/>
                      <a:pt x="12159" y="1548568"/>
                    </a:cubicBezTo>
                    <a:cubicBezTo>
                      <a:pt x="-92486" y="40760"/>
                      <a:pt x="478304" y="-365957"/>
                      <a:pt x="1725480" y="328415"/>
                    </a:cubicBezTo>
                    <a:lnTo>
                      <a:pt x="1798732" y="393185"/>
                    </a:lnTo>
                    <a:lnTo>
                      <a:pt x="1706454" y="363658"/>
                    </a:lnTo>
                    <a:cubicBezTo>
                      <a:pt x="472596" y="-353574"/>
                      <a:pt x="-78216" y="39808"/>
                      <a:pt x="54017" y="1545710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1" name="Freeform 1690">
                <a:extLst>
                  <a:ext uri="{FF2B5EF4-FFF2-40B4-BE49-F238E27FC236}">
                    <a16:creationId xmlns:a16="http://schemas.microsoft.com/office/drawing/2014/main" id="{5B6F774B-12DE-CB45-B30D-F75FBBDB922F}"/>
                  </a:ext>
                </a:extLst>
              </p:cNvPr>
              <p:cNvSpPr/>
              <p:nvPr/>
            </p:nvSpPr>
            <p:spPr>
              <a:xfrm>
                <a:off x="6703177" y="4233902"/>
                <a:ext cx="1188908" cy="1205825"/>
              </a:xfrm>
              <a:custGeom>
                <a:avLst/>
                <a:gdLst>
                  <a:gd name="connsiteX0" fmla="*/ 1188909 w 1188908"/>
                  <a:gd name="connsiteY0" fmla="*/ 575270 h 1205825"/>
                  <a:gd name="connsiteX1" fmla="*/ 1160369 w 1188908"/>
                  <a:gd name="connsiteY1" fmla="*/ 611465 h 1205825"/>
                  <a:gd name="connsiteX2" fmla="*/ 351750 w 1188908"/>
                  <a:gd name="connsiteY2" fmla="*/ 1110575 h 1205825"/>
                  <a:gd name="connsiteX3" fmla="*/ 373630 w 1188908"/>
                  <a:gd name="connsiteY3" fmla="*/ 1205825 h 1205825"/>
                  <a:gd name="connsiteX4" fmla="*/ 311795 w 1188908"/>
                  <a:gd name="connsiteY4" fmla="*/ 1129625 h 1205825"/>
                  <a:gd name="connsiteX5" fmla="*/ 1187958 w 1188908"/>
                  <a:gd name="connsiteY5" fmla="*/ 574317 h 1205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88908" h="1205825">
                    <a:moveTo>
                      <a:pt x="1188909" y="575270"/>
                    </a:moveTo>
                    <a:cubicBezTo>
                      <a:pt x="1179396" y="587653"/>
                      <a:pt x="1169882" y="600035"/>
                      <a:pt x="1160369" y="611465"/>
                    </a:cubicBezTo>
                    <a:cubicBezTo>
                      <a:pt x="-18312" y="-332462"/>
                      <a:pt x="-287535" y="-166728"/>
                      <a:pt x="351750" y="1110575"/>
                    </a:cubicBezTo>
                    <a:lnTo>
                      <a:pt x="373630" y="1205825"/>
                    </a:lnTo>
                    <a:lnTo>
                      <a:pt x="311795" y="1129625"/>
                    </a:lnTo>
                    <a:cubicBezTo>
                      <a:pt x="-301804" y="-160060"/>
                      <a:pt x="-9750" y="-345797"/>
                      <a:pt x="1187958" y="574317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2" name="Freeform 1691">
                <a:extLst>
                  <a:ext uri="{FF2B5EF4-FFF2-40B4-BE49-F238E27FC236}">
                    <a16:creationId xmlns:a16="http://schemas.microsoft.com/office/drawing/2014/main" id="{BD694591-BC20-9287-E0F5-D05B51ED2267}"/>
                  </a:ext>
                </a:extLst>
              </p:cNvPr>
              <p:cNvSpPr/>
              <p:nvPr/>
            </p:nvSpPr>
            <p:spPr>
              <a:xfrm>
                <a:off x="6928141" y="1864042"/>
                <a:ext cx="1018169" cy="863208"/>
              </a:xfrm>
              <a:custGeom>
                <a:avLst/>
                <a:gdLst>
                  <a:gd name="connsiteX0" fmla="*/ 987727 w 1018169"/>
                  <a:gd name="connsiteY0" fmla="*/ 216217 h 863208"/>
                  <a:gd name="connsiteX1" fmla="*/ 1018170 w 1018169"/>
                  <a:gd name="connsiteY1" fmla="*/ 259080 h 863208"/>
                  <a:gd name="connsiteX2" fmla="*/ 680452 w 1018169"/>
                  <a:gd name="connsiteY2" fmla="*/ 48578 h 863208"/>
                  <a:gd name="connsiteX3" fmla="*/ 766071 w 1018169"/>
                  <a:gd name="connsiteY3" fmla="*/ 0 h 863208"/>
                  <a:gd name="connsiteX4" fmla="*/ 715651 w 1018169"/>
                  <a:gd name="connsiteY4" fmla="*/ 84773 h 863208"/>
                  <a:gd name="connsiteX5" fmla="*/ 987727 w 1018169"/>
                  <a:gd name="connsiteY5" fmla="*/ 216217 h 863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18169" h="863208">
                    <a:moveTo>
                      <a:pt x="987727" y="216217"/>
                    </a:moveTo>
                    <a:cubicBezTo>
                      <a:pt x="998192" y="230505"/>
                      <a:pt x="1008656" y="244792"/>
                      <a:pt x="1018170" y="259080"/>
                    </a:cubicBezTo>
                    <a:cubicBezTo>
                      <a:pt x="-215688" y="1129665"/>
                      <a:pt x="-327944" y="1059180"/>
                      <a:pt x="680452" y="48578"/>
                    </a:cubicBezTo>
                    <a:lnTo>
                      <a:pt x="766071" y="0"/>
                    </a:lnTo>
                    <a:lnTo>
                      <a:pt x="715651" y="84773"/>
                    </a:lnTo>
                    <a:cubicBezTo>
                      <a:pt x="-316528" y="1071563"/>
                      <a:pt x="-225202" y="1115378"/>
                      <a:pt x="987727" y="216217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3" name="Freeform 1692">
                <a:extLst>
                  <a:ext uri="{FF2B5EF4-FFF2-40B4-BE49-F238E27FC236}">
                    <a16:creationId xmlns:a16="http://schemas.microsoft.com/office/drawing/2014/main" id="{870DB1D7-6981-3959-AA08-2031D4010B0D}"/>
                  </a:ext>
                </a:extLst>
              </p:cNvPr>
              <p:cNvSpPr/>
              <p:nvPr/>
            </p:nvSpPr>
            <p:spPr>
              <a:xfrm>
                <a:off x="6905524" y="1821179"/>
                <a:ext cx="1023663" cy="2980372"/>
              </a:xfrm>
              <a:custGeom>
                <a:avLst/>
                <a:gdLst>
                  <a:gd name="connsiteX0" fmla="*/ 1023663 w 1023663"/>
                  <a:gd name="connsiteY0" fmla="*/ 2937510 h 2980372"/>
                  <a:gd name="connsiteX1" fmla="*/ 992270 w 1023663"/>
                  <a:gd name="connsiteY1" fmla="*/ 2980373 h 2980372"/>
                  <a:gd name="connsiteX2" fmla="*/ 661211 w 1023663"/>
                  <a:gd name="connsiteY2" fmla="*/ 51435 h 2980372"/>
                  <a:gd name="connsiteX3" fmla="*/ 744928 w 1023663"/>
                  <a:gd name="connsiteY3" fmla="*/ 0 h 2980372"/>
                  <a:gd name="connsiteX4" fmla="*/ 696410 w 1023663"/>
                  <a:gd name="connsiteY4" fmla="*/ 85725 h 2980372"/>
                  <a:gd name="connsiteX5" fmla="*/ 1023663 w 1023663"/>
                  <a:gd name="connsiteY5" fmla="*/ 2937510 h 2980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23663" h="2980372">
                    <a:moveTo>
                      <a:pt x="1023663" y="2937510"/>
                    </a:moveTo>
                    <a:cubicBezTo>
                      <a:pt x="1013198" y="2951798"/>
                      <a:pt x="1002734" y="2966085"/>
                      <a:pt x="992270" y="2980373"/>
                    </a:cubicBezTo>
                    <a:cubicBezTo>
                      <a:pt x="-209243" y="2065020"/>
                      <a:pt x="-319596" y="1088708"/>
                      <a:pt x="661211" y="51435"/>
                    </a:cubicBezTo>
                    <a:lnTo>
                      <a:pt x="744928" y="0"/>
                    </a:lnTo>
                    <a:lnTo>
                      <a:pt x="696410" y="85725"/>
                    </a:lnTo>
                    <a:cubicBezTo>
                      <a:pt x="-308180" y="1100138"/>
                      <a:pt x="-198779" y="2051685"/>
                      <a:pt x="1023663" y="2937510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4" name="Freeform 1693">
                <a:extLst>
                  <a:ext uri="{FF2B5EF4-FFF2-40B4-BE49-F238E27FC236}">
                    <a16:creationId xmlns:a16="http://schemas.microsoft.com/office/drawing/2014/main" id="{A5224105-380C-A2B1-FF4E-028A51294AFA}"/>
                  </a:ext>
                </a:extLst>
              </p:cNvPr>
              <p:cNvSpPr/>
              <p:nvPr/>
            </p:nvSpPr>
            <p:spPr>
              <a:xfrm>
                <a:off x="5710716" y="1244917"/>
                <a:ext cx="879968" cy="4429125"/>
              </a:xfrm>
              <a:custGeom>
                <a:avLst/>
                <a:gdLst>
                  <a:gd name="connsiteX0" fmla="*/ 62787 w 879968"/>
                  <a:gd name="connsiteY0" fmla="*/ 4428173 h 4429125"/>
                  <a:gd name="connsiteX1" fmla="*/ 0 w 879968"/>
                  <a:gd name="connsiteY1" fmla="*/ 4418648 h 4429125"/>
                  <a:gd name="connsiteX2" fmla="*/ 820986 w 879968"/>
                  <a:gd name="connsiteY2" fmla="*/ 86678 h 4429125"/>
                  <a:gd name="connsiteX3" fmla="*/ 871406 w 879968"/>
                  <a:gd name="connsiteY3" fmla="*/ 0 h 4429125"/>
                  <a:gd name="connsiteX4" fmla="*/ 879968 w 879968"/>
                  <a:gd name="connsiteY4" fmla="*/ 100013 h 4429125"/>
                  <a:gd name="connsiteX5" fmla="*/ 63738 w 879968"/>
                  <a:gd name="connsiteY5" fmla="*/ 4429125 h 442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9968" h="4429125">
                    <a:moveTo>
                      <a:pt x="62787" y="4428173"/>
                    </a:moveTo>
                    <a:cubicBezTo>
                      <a:pt x="41858" y="4425315"/>
                      <a:pt x="20929" y="4421506"/>
                      <a:pt x="0" y="4418648"/>
                    </a:cubicBezTo>
                    <a:cubicBezTo>
                      <a:pt x="256856" y="2929890"/>
                      <a:pt x="530835" y="1484948"/>
                      <a:pt x="820986" y="86678"/>
                    </a:cubicBezTo>
                    <a:lnTo>
                      <a:pt x="871406" y="0"/>
                    </a:lnTo>
                    <a:lnTo>
                      <a:pt x="879968" y="100013"/>
                    </a:lnTo>
                    <a:cubicBezTo>
                      <a:pt x="550812" y="1490663"/>
                      <a:pt x="278736" y="2933700"/>
                      <a:pt x="63738" y="4429125"/>
                    </a:cubicBezTo>
                    <a:close/>
                  </a:path>
                </a:pathLst>
              </a:custGeom>
              <a:solidFill>
                <a:srgbClr val="F6D4D1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5" name="Freeform 1694">
                <a:extLst>
                  <a:ext uri="{FF2B5EF4-FFF2-40B4-BE49-F238E27FC236}">
                    <a16:creationId xmlns:a16="http://schemas.microsoft.com/office/drawing/2014/main" id="{01E866AD-06DF-4F25-4002-BF66363FD57A}"/>
                  </a:ext>
                </a:extLst>
              </p:cNvPr>
              <p:cNvSpPr/>
              <p:nvPr/>
            </p:nvSpPr>
            <p:spPr>
              <a:xfrm>
                <a:off x="6402174" y="1229677"/>
                <a:ext cx="1568870" cy="3522344"/>
              </a:xfrm>
              <a:custGeom>
                <a:avLst/>
                <a:gdLst>
                  <a:gd name="connsiteX0" fmla="*/ 1568871 w 1568870"/>
                  <a:gd name="connsiteY0" fmla="*/ 3469958 h 3522344"/>
                  <a:gd name="connsiteX1" fmla="*/ 1532721 w 1568870"/>
                  <a:gd name="connsiteY1" fmla="*/ 3522345 h 3522344"/>
                  <a:gd name="connsiteX2" fmla="*/ 61034 w 1568870"/>
                  <a:gd name="connsiteY2" fmla="*/ 88583 h 3522344"/>
                  <a:gd name="connsiteX3" fmla="*/ 108600 w 1568870"/>
                  <a:gd name="connsiteY3" fmla="*/ 0 h 3522344"/>
                  <a:gd name="connsiteX4" fmla="*/ 120016 w 1568870"/>
                  <a:gd name="connsiteY4" fmla="*/ 99060 h 3522344"/>
                  <a:gd name="connsiteX5" fmla="*/ 1568871 w 1568870"/>
                  <a:gd name="connsiteY5" fmla="*/ 3469005 h 3522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68870" h="3522344">
                    <a:moveTo>
                      <a:pt x="1568871" y="3469958"/>
                    </a:moveTo>
                    <a:cubicBezTo>
                      <a:pt x="1557456" y="3487103"/>
                      <a:pt x="1545088" y="3505200"/>
                      <a:pt x="1532721" y="3522345"/>
                    </a:cubicBezTo>
                    <a:cubicBezTo>
                      <a:pt x="306474" y="2641283"/>
                      <a:pt x="-183454" y="1496378"/>
                      <a:pt x="61034" y="88583"/>
                    </a:cubicBezTo>
                    <a:lnTo>
                      <a:pt x="108600" y="0"/>
                    </a:lnTo>
                    <a:lnTo>
                      <a:pt x="120016" y="99060"/>
                    </a:lnTo>
                    <a:cubicBezTo>
                      <a:pt x="-164428" y="1499235"/>
                      <a:pt x="318841" y="2622233"/>
                      <a:pt x="1568871" y="3469005"/>
                    </a:cubicBezTo>
                    <a:close/>
                  </a:path>
                </a:pathLst>
              </a:custGeom>
              <a:solidFill>
                <a:srgbClr val="E8A97E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6" name="Freeform 1695">
                <a:extLst>
                  <a:ext uri="{FF2B5EF4-FFF2-40B4-BE49-F238E27FC236}">
                    <a16:creationId xmlns:a16="http://schemas.microsoft.com/office/drawing/2014/main" id="{7D2ABCC8-D762-98C0-63E4-418316C062CB}"/>
                  </a:ext>
                </a:extLst>
              </p:cNvPr>
              <p:cNvSpPr/>
              <p:nvPr/>
            </p:nvSpPr>
            <p:spPr>
              <a:xfrm>
                <a:off x="6508014" y="1261110"/>
                <a:ext cx="1854022" cy="2216467"/>
              </a:xfrm>
              <a:custGeom>
                <a:avLst/>
                <a:gdLst>
                  <a:gd name="connsiteX0" fmla="*/ 1852120 w 1854022"/>
                  <a:gd name="connsiteY0" fmla="*/ 2148840 h 2216467"/>
                  <a:gd name="connsiteX1" fmla="*/ 1852120 w 1854022"/>
                  <a:gd name="connsiteY1" fmla="*/ 2216468 h 2216467"/>
                  <a:gd name="connsiteX2" fmla="*/ 91232 w 1854022"/>
                  <a:gd name="connsiteY2" fmla="*/ 84773 h 2216467"/>
                  <a:gd name="connsiteX3" fmla="*/ 146409 w 1854022"/>
                  <a:gd name="connsiteY3" fmla="*/ 0 h 2216467"/>
                  <a:gd name="connsiteX4" fmla="*/ 154019 w 1854022"/>
                  <a:gd name="connsiteY4" fmla="*/ 100013 h 2216467"/>
                  <a:gd name="connsiteX5" fmla="*/ 1854022 w 1854022"/>
                  <a:gd name="connsiteY5" fmla="*/ 2147888 h 2216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54022" h="2216467">
                    <a:moveTo>
                      <a:pt x="1852120" y="2148840"/>
                    </a:moveTo>
                    <a:cubicBezTo>
                      <a:pt x="1852120" y="2171700"/>
                      <a:pt x="1852120" y="2193608"/>
                      <a:pt x="1852120" y="2216468"/>
                    </a:cubicBezTo>
                    <a:cubicBezTo>
                      <a:pt x="343331" y="2184083"/>
                      <a:pt x="-243631" y="1473518"/>
                      <a:pt x="91232" y="84773"/>
                    </a:cubicBezTo>
                    <a:lnTo>
                      <a:pt x="146409" y="0"/>
                    </a:lnTo>
                    <a:lnTo>
                      <a:pt x="154019" y="100013"/>
                    </a:lnTo>
                    <a:cubicBezTo>
                      <a:pt x="-221751" y="1478280"/>
                      <a:pt x="344282" y="2161222"/>
                      <a:pt x="1854022" y="2147888"/>
                    </a:cubicBezTo>
                    <a:close/>
                  </a:path>
                </a:pathLst>
              </a:custGeom>
              <a:solidFill>
                <a:srgbClr val="D4A134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7" name="Freeform 1696">
                <a:extLst>
                  <a:ext uri="{FF2B5EF4-FFF2-40B4-BE49-F238E27FC236}">
                    <a16:creationId xmlns:a16="http://schemas.microsoft.com/office/drawing/2014/main" id="{022C047D-3114-994A-5DFC-321009E42313}"/>
                  </a:ext>
                </a:extLst>
              </p:cNvPr>
              <p:cNvSpPr/>
              <p:nvPr/>
            </p:nvSpPr>
            <p:spPr>
              <a:xfrm>
                <a:off x="7004118" y="1916429"/>
                <a:ext cx="1275153" cy="1086263"/>
              </a:xfrm>
              <a:custGeom>
                <a:avLst/>
                <a:gdLst>
                  <a:gd name="connsiteX0" fmla="*/ 1255176 w 1275153"/>
                  <a:gd name="connsiteY0" fmla="*/ 842963 h 1086263"/>
                  <a:gd name="connsiteX1" fmla="*/ 1275154 w 1275153"/>
                  <a:gd name="connsiteY1" fmla="*/ 912495 h 1086263"/>
                  <a:gd name="connsiteX2" fmla="*/ 646334 w 1275153"/>
                  <a:gd name="connsiteY2" fmla="*/ 39053 h 1086263"/>
                  <a:gd name="connsiteX3" fmla="*/ 739562 w 1275153"/>
                  <a:gd name="connsiteY3" fmla="*/ 0 h 1086263"/>
                  <a:gd name="connsiteX4" fmla="*/ 691997 w 1275153"/>
                  <a:gd name="connsiteY4" fmla="*/ 89535 h 1086263"/>
                  <a:gd name="connsiteX5" fmla="*/ 1255176 w 1275153"/>
                  <a:gd name="connsiteY5" fmla="*/ 842963 h 10862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75153" h="1086263">
                    <a:moveTo>
                      <a:pt x="1255176" y="842963"/>
                    </a:moveTo>
                    <a:cubicBezTo>
                      <a:pt x="1261835" y="865823"/>
                      <a:pt x="1269446" y="888683"/>
                      <a:pt x="1275154" y="912495"/>
                    </a:cubicBezTo>
                    <a:cubicBezTo>
                      <a:pt x="-180361" y="1312545"/>
                      <a:pt x="-389651" y="1022033"/>
                      <a:pt x="646334" y="39053"/>
                    </a:cubicBezTo>
                    <a:lnTo>
                      <a:pt x="739562" y="0"/>
                    </a:lnTo>
                    <a:lnTo>
                      <a:pt x="691997" y="89535"/>
                    </a:lnTo>
                    <a:cubicBezTo>
                      <a:pt x="-374430" y="1038225"/>
                      <a:pt x="-187020" y="1289685"/>
                      <a:pt x="1255176" y="842963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8" name="Freeform 1697">
                <a:extLst>
                  <a:ext uri="{FF2B5EF4-FFF2-40B4-BE49-F238E27FC236}">
                    <a16:creationId xmlns:a16="http://schemas.microsoft.com/office/drawing/2014/main" id="{853A8ACD-EB18-EFC1-AC0E-FF072F9079A3}"/>
                  </a:ext>
                </a:extLst>
              </p:cNvPr>
              <p:cNvSpPr/>
              <p:nvPr/>
            </p:nvSpPr>
            <p:spPr>
              <a:xfrm>
                <a:off x="6248814" y="1283017"/>
                <a:ext cx="491227" cy="4403407"/>
              </a:xfrm>
              <a:custGeom>
                <a:avLst/>
                <a:gdLst>
                  <a:gd name="connsiteX0" fmla="*/ 133532 w 491227"/>
                  <a:gd name="connsiteY0" fmla="*/ 4394835 h 4403407"/>
                  <a:gd name="connsiteX1" fmla="*/ 55524 w 491227"/>
                  <a:gd name="connsiteY1" fmla="*/ 4403408 h 4403407"/>
                  <a:gd name="connsiteX2" fmla="*/ 419879 w 491227"/>
                  <a:gd name="connsiteY2" fmla="*/ 80963 h 4403407"/>
                  <a:gd name="connsiteX3" fmla="*/ 482665 w 491227"/>
                  <a:gd name="connsiteY3" fmla="*/ 0 h 4403407"/>
                  <a:gd name="connsiteX4" fmla="*/ 491227 w 491227"/>
                  <a:gd name="connsiteY4" fmla="*/ 101918 h 4403407"/>
                  <a:gd name="connsiteX5" fmla="*/ 133532 w 491227"/>
                  <a:gd name="connsiteY5" fmla="*/ 4394835 h 4403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1227" h="4403407">
                    <a:moveTo>
                      <a:pt x="133532" y="4394835"/>
                    </a:moveTo>
                    <a:cubicBezTo>
                      <a:pt x="107847" y="4397693"/>
                      <a:pt x="81210" y="4400550"/>
                      <a:pt x="55524" y="4403408"/>
                    </a:cubicBezTo>
                    <a:cubicBezTo>
                      <a:pt x="-83368" y="2898458"/>
                      <a:pt x="38401" y="1457325"/>
                      <a:pt x="419879" y="80963"/>
                    </a:cubicBezTo>
                    <a:lnTo>
                      <a:pt x="482665" y="0"/>
                    </a:lnTo>
                    <a:lnTo>
                      <a:pt x="491227" y="101918"/>
                    </a:lnTo>
                    <a:cubicBezTo>
                      <a:pt x="62184" y="1463993"/>
                      <a:pt x="-57682" y="2895600"/>
                      <a:pt x="133532" y="4394835"/>
                    </a:cubicBezTo>
                    <a:close/>
                  </a:path>
                </a:pathLst>
              </a:custGeom>
              <a:solidFill>
                <a:srgbClr val="F2BFB8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9" name="Freeform 1698">
                <a:extLst>
                  <a:ext uri="{FF2B5EF4-FFF2-40B4-BE49-F238E27FC236}">
                    <a16:creationId xmlns:a16="http://schemas.microsoft.com/office/drawing/2014/main" id="{D1DB8130-56E8-9FA4-1BEF-1F0E8D8241F0}"/>
                  </a:ext>
                </a:extLst>
              </p:cNvPr>
              <p:cNvSpPr/>
              <p:nvPr/>
            </p:nvSpPr>
            <p:spPr>
              <a:xfrm>
                <a:off x="6507874" y="1309687"/>
                <a:ext cx="703068" cy="1115545"/>
              </a:xfrm>
              <a:custGeom>
                <a:avLst/>
                <a:gdLst>
                  <a:gd name="connsiteX0" fmla="*/ 632671 w 703068"/>
                  <a:gd name="connsiteY0" fmla="*/ 107633 h 1115545"/>
                  <a:gd name="connsiteX1" fmla="*/ 703069 w 703068"/>
                  <a:gd name="connsiteY1" fmla="*/ 145733 h 1115545"/>
                  <a:gd name="connsiteX2" fmla="*/ 240729 w 703068"/>
                  <a:gd name="connsiteY2" fmla="*/ 78105 h 1115545"/>
                  <a:gd name="connsiteX3" fmla="*/ 307321 w 703068"/>
                  <a:gd name="connsiteY3" fmla="*/ 0 h 1115545"/>
                  <a:gd name="connsiteX4" fmla="*/ 313029 w 703068"/>
                  <a:gd name="connsiteY4" fmla="*/ 102870 h 1115545"/>
                  <a:gd name="connsiteX5" fmla="*/ 632671 w 703068"/>
                  <a:gd name="connsiteY5" fmla="*/ 107633 h 11155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068" h="1115545">
                    <a:moveTo>
                      <a:pt x="632671" y="107633"/>
                    </a:moveTo>
                    <a:cubicBezTo>
                      <a:pt x="656454" y="120015"/>
                      <a:pt x="680237" y="132398"/>
                      <a:pt x="703069" y="145733"/>
                    </a:cubicBezTo>
                    <a:cubicBezTo>
                      <a:pt x="-39910" y="1461135"/>
                      <a:pt x="-194023" y="1438275"/>
                      <a:pt x="240729" y="78105"/>
                    </a:cubicBezTo>
                    <a:lnTo>
                      <a:pt x="307321" y="0"/>
                    </a:lnTo>
                    <a:lnTo>
                      <a:pt x="313029" y="102870"/>
                    </a:lnTo>
                    <a:cubicBezTo>
                      <a:pt x="-170240" y="1446848"/>
                      <a:pt x="-63692" y="1448753"/>
                      <a:pt x="632671" y="107633"/>
                    </a:cubicBezTo>
                    <a:close/>
                  </a:path>
                </a:pathLst>
              </a:custGeom>
              <a:solidFill>
                <a:srgbClr val="BD6233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0" name="Freeform 1699">
                <a:extLst>
                  <a:ext uri="{FF2B5EF4-FFF2-40B4-BE49-F238E27FC236}">
                    <a16:creationId xmlns:a16="http://schemas.microsoft.com/office/drawing/2014/main" id="{FB22304D-0634-A898-3D59-2B639DC3D0BC}"/>
                  </a:ext>
                </a:extLst>
              </p:cNvPr>
              <p:cNvSpPr/>
              <p:nvPr/>
            </p:nvSpPr>
            <p:spPr>
              <a:xfrm>
                <a:off x="6618794" y="1341120"/>
                <a:ext cx="1292317" cy="1277208"/>
              </a:xfrm>
              <a:custGeom>
                <a:avLst/>
                <a:gdLst>
                  <a:gd name="connsiteX0" fmla="*/ 1237141 w 1292317"/>
                  <a:gd name="connsiteY0" fmla="*/ 661035 h 1277208"/>
                  <a:gd name="connsiteX1" fmla="*/ 1292317 w 1292317"/>
                  <a:gd name="connsiteY1" fmla="*/ 731520 h 1277208"/>
                  <a:gd name="connsiteX2" fmla="*/ 210670 w 1292317"/>
                  <a:gd name="connsiteY2" fmla="*/ 74295 h 1277208"/>
                  <a:gd name="connsiteX3" fmla="*/ 284873 w 1292317"/>
                  <a:gd name="connsiteY3" fmla="*/ 0 h 1277208"/>
                  <a:gd name="connsiteX4" fmla="*/ 289630 w 1292317"/>
                  <a:gd name="connsiteY4" fmla="*/ 104775 h 1277208"/>
                  <a:gd name="connsiteX5" fmla="*/ 1237141 w 1292317"/>
                  <a:gd name="connsiteY5" fmla="*/ 661035 h 1277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92317" h="1277208">
                    <a:moveTo>
                      <a:pt x="1237141" y="661035"/>
                    </a:moveTo>
                    <a:cubicBezTo>
                      <a:pt x="1256167" y="683895"/>
                      <a:pt x="1274243" y="707708"/>
                      <a:pt x="1292317" y="731520"/>
                    </a:cubicBezTo>
                    <a:cubicBezTo>
                      <a:pt x="82243" y="1635443"/>
                      <a:pt x="-277355" y="1416368"/>
                      <a:pt x="210670" y="74295"/>
                    </a:cubicBezTo>
                    <a:lnTo>
                      <a:pt x="284873" y="0"/>
                    </a:lnTo>
                    <a:lnTo>
                      <a:pt x="289630" y="104775"/>
                    </a:lnTo>
                    <a:cubicBezTo>
                      <a:pt x="-251670" y="1426845"/>
                      <a:pt x="64168" y="1612583"/>
                      <a:pt x="1237141" y="661035"/>
                    </a:cubicBezTo>
                    <a:close/>
                  </a:path>
                </a:pathLst>
              </a:custGeom>
              <a:solidFill>
                <a:srgbClr val="BE7830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1" name="Freeform 1700">
                <a:extLst>
                  <a:ext uri="{FF2B5EF4-FFF2-40B4-BE49-F238E27FC236}">
                    <a16:creationId xmlns:a16="http://schemas.microsoft.com/office/drawing/2014/main" id="{1B8A1FF9-E32F-C6DD-08A7-EA5C78FAF1CC}"/>
                  </a:ext>
                </a:extLst>
              </p:cNvPr>
              <p:cNvSpPr/>
              <p:nvPr/>
            </p:nvSpPr>
            <p:spPr>
              <a:xfrm>
                <a:off x="6690689" y="1378267"/>
                <a:ext cx="1565750" cy="1544896"/>
              </a:xfrm>
              <a:custGeom>
                <a:avLst/>
                <a:gdLst>
                  <a:gd name="connsiteX0" fmla="*/ 1536260 w 1565750"/>
                  <a:gd name="connsiteY0" fmla="*/ 1284923 h 1544896"/>
                  <a:gd name="connsiteX1" fmla="*/ 1565751 w 1565750"/>
                  <a:gd name="connsiteY1" fmla="*/ 1371600 h 1544896"/>
                  <a:gd name="connsiteX2" fmla="*/ 225346 w 1565750"/>
                  <a:gd name="connsiteY2" fmla="*/ 70485 h 1544896"/>
                  <a:gd name="connsiteX3" fmla="*/ 303354 w 1565750"/>
                  <a:gd name="connsiteY3" fmla="*/ 0 h 1544896"/>
                  <a:gd name="connsiteX4" fmla="*/ 303354 w 1565750"/>
                  <a:gd name="connsiteY4" fmla="*/ 104775 h 1544896"/>
                  <a:gd name="connsiteX5" fmla="*/ 1536260 w 1565750"/>
                  <a:gd name="connsiteY5" fmla="*/ 1283970 h 1544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65750" h="1544896">
                    <a:moveTo>
                      <a:pt x="1536260" y="1284923"/>
                    </a:moveTo>
                    <a:cubicBezTo>
                      <a:pt x="1546725" y="1313498"/>
                      <a:pt x="1556238" y="1342073"/>
                      <a:pt x="1565751" y="1371600"/>
                    </a:cubicBezTo>
                    <a:cubicBezTo>
                      <a:pt x="125458" y="1824038"/>
                      <a:pt x="-320710" y="1390650"/>
                      <a:pt x="225346" y="70485"/>
                    </a:cubicBezTo>
                    <a:lnTo>
                      <a:pt x="303354" y="0"/>
                    </a:lnTo>
                    <a:lnTo>
                      <a:pt x="303354" y="104775"/>
                    </a:lnTo>
                    <a:cubicBezTo>
                      <a:pt x="-295024" y="1401128"/>
                      <a:pt x="115945" y="1794510"/>
                      <a:pt x="1536260" y="1283970"/>
                    </a:cubicBezTo>
                    <a:close/>
                  </a:path>
                </a:pathLst>
              </a:custGeom>
              <a:solidFill>
                <a:srgbClr val="C98C32">
                  <a:alpha val="80000"/>
                </a:srgbClr>
              </a:solidFill>
              <a:ln w="95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02" name="Graphic 1296">
              <a:extLst>
                <a:ext uri="{FF2B5EF4-FFF2-40B4-BE49-F238E27FC236}">
                  <a16:creationId xmlns:a16="http://schemas.microsoft.com/office/drawing/2014/main" id="{06B059D8-F155-A95D-0397-74DEA33F35F9}"/>
                </a:ext>
              </a:extLst>
            </p:cNvPr>
            <p:cNvGrpSpPr/>
            <p:nvPr/>
          </p:nvGrpSpPr>
          <p:grpSpPr>
            <a:xfrm>
              <a:off x="3198523" y="530874"/>
              <a:ext cx="5782642" cy="5805710"/>
              <a:chOff x="3198523" y="530874"/>
              <a:chExt cx="5782642" cy="5805710"/>
            </a:xfrm>
            <a:solidFill>
              <a:srgbClr val="000000"/>
            </a:solidFill>
          </p:grpSpPr>
          <p:sp>
            <p:nvSpPr>
              <p:cNvPr id="1703" name="TextBox 1702">
                <a:extLst>
                  <a:ext uri="{FF2B5EF4-FFF2-40B4-BE49-F238E27FC236}">
                    <a16:creationId xmlns:a16="http://schemas.microsoft.com/office/drawing/2014/main" id="{9E1B76DD-A5C9-AA28-1474-ED1C00F595C0}"/>
                  </a:ext>
                </a:extLst>
              </p:cNvPr>
              <p:cNvSpPr txBox="1"/>
              <p:nvPr/>
            </p:nvSpPr>
            <p:spPr>
              <a:xfrm rot="3755999">
                <a:off x="4628680" y="934736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1980</a:t>
                </a:r>
              </a:p>
            </p:txBody>
          </p:sp>
          <p:sp>
            <p:nvSpPr>
              <p:cNvPr id="1704" name="TextBox 1703">
                <a:extLst>
                  <a:ext uri="{FF2B5EF4-FFF2-40B4-BE49-F238E27FC236}">
                    <a16:creationId xmlns:a16="http://schemas.microsoft.com/office/drawing/2014/main" id="{89B2D507-DEA6-A245-8078-AEA1C43B21FE}"/>
                  </a:ext>
                </a:extLst>
              </p:cNvPr>
              <p:cNvSpPr txBox="1"/>
              <p:nvPr/>
            </p:nvSpPr>
            <p:spPr>
              <a:xfrm rot="21029999">
                <a:off x="3234669" y="3728902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1979</a:t>
                </a:r>
              </a:p>
            </p:txBody>
          </p:sp>
          <p:sp>
            <p:nvSpPr>
              <p:cNvPr id="1705" name="TextBox 1704">
                <a:extLst>
                  <a:ext uri="{FF2B5EF4-FFF2-40B4-BE49-F238E27FC236}">
                    <a16:creationId xmlns:a16="http://schemas.microsoft.com/office/drawing/2014/main" id="{0354D317-EABD-688D-3196-F91A929E024E}"/>
                  </a:ext>
                </a:extLst>
              </p:cNvPr>
              <p:cNvSpPr txBox="1"/>
              <p:nvPr/>
            </p:nvSpPr>
            <p:spPr>
              <a:xfrm rot="5106000">
                <a:off x="5625373" y="645746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1981</a:t>
                </a:r>
              </a:p>
            </p:txBody>
          </p:sp>
          <p:sp>
            <p:nvSpPr>
              <p:cNvPr id="1706" name="TextBox 1705">
                <a:extLst>
                  <a:ext uri="{FF2B5EF4-FFF2-40B4-BE49-F238E27FC236}">
                    <a16:creationId xmlns:a16="http://schemas.microsoft.com/office/drawing/2014/main" id="{AFB4DB1A-3C6F-DDCE-2F60-62265B551900}"/>
                  </a:ext>
                </a:extLst>
              </p:cNvPr>
              <p:cNvSpPr txBox="1"/>
              <p:nvPr/>
            </p:nvSpPr>
            <p:spPr>
              <a:xfrm rot="4632001">
                <a:off x="5262839" y="701752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1990</a:t>
                </a:r>
              </a:p>
            </p:txBody>
          </p:sp>
          <p:sp>
            <p:nvSpPr>
              <p:cNvPr id="1707" name="TextBox 1706">
                <a:extLst>
                  <a:ext uri="{FF2B5EF4-FFF2-40B4-BE49-F238E27FC236}">
                    <a16:creationId xmlns:a16="http://schemas.microsoft.com/office/drawing/2014/main" id="{5932BCCD-5ADA-EDB0-A0AB-9645CA1EF02D}"/>
                  </a:ext>
                </a:extLst>
              </p:cNvPr>
              <p:cNvSpPr txBox="1"/>
              <p:nvPr/>
            </p:nvSpPr>
            <p:spPr>
              <a:xfrm rot="3984000">
                <a:off x="4789564" y="857943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1992</a:t>
                </a:r>
              </a:p>
            </p:txBody>
          </p:sp>
          <p:sp>
            <p:nvSpPr>
              <p:cNvPr id="1708" name="TextBox 1707">
                <a:extLst>
                  <a:ext uri="{FF2B5EF4-FFF2-40B4-BE49-F238E27FC236}">
                    <a16:creationId xmlns:a16="http://schemas.microsoft.com/office/drawing/2014/main" id="{794F099F-9D2B-B97F-2F39-3D9017D2A218}"/>
                  </a:ext>
                </a:extLst>
              </p:cNvPr>
              <p:cNvSpPr txBox="1"/>
              <p:nvPr/>
            </p:nvSpPr>
            <p:spPr>
              <a:xfrm rot="5256000">
                <a:off x="5738665" y="638929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1995</a:t>
                </a:r>
              </a:p>
            </p:txBody>
          </p:sp>
          <p:sp>
            <p:nvSpPr>
              <p:cNvPr id="1709" name="TextBox 1708">
                <a:extLst>
                  <a:ext uri="{FF2B5EF4-FFF2-40B4-BE49-F238E27FC236}">
                    <a16:creationId xmlns:a16="http://schemas.microsoft.com/office/drawing/2014/main" id="{009032D7-5961-57CA-BD96-B6ADCF5597C1}"/>
                  </a:ext>
                </a:extLst>
              </p:cNvPr>
              <p:cNvSpPr txBox="1"/>
              <p:nvPr/>
            </p:nvSpPr>
            <p:spPr>
              <a:xfrm rot="4961998">
                <a:off x="5511819" y="658157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1997</a:t>
                </a:r>
              </a:p>
            </p:txBody>
          </p:sp>
          <p:sp>
            <p:nvSpPr>
              <p:cNvPr id="1710" name="TextBox 1709">
                <a:extLst>
                  <a:ext uri="{FF2B5EF4-FFF2-40B4-BE49-F238E27FC236}">
                    <a16:creationId xmlns:a16="http://schemas.microsoft.com/office/drawing/2014/main" id="{9BD53E69-6F13-613D-E374-C54FF5CC0D2F}"/>
                  </a:ext>
                </a:extLst>
              </p:cNvPr>
              <p:cNvSpPr txBox="1"/>
              <p:nvPr/>
            </p:nvSpPr>
            <p:spPr>
              <a:xfrm rot="3515999">
                <a:off x="4470566" y="1024206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1998</a:t>
                </a:r>
              </a:p>
            </p:txBody>
          </p:sp>
          <p:sp>
            <p:nvSpPr>
              <p:cNvPr id="1711" name="TextBox 1710">
                <a:extLst>
                  <a:ext uri="{FF2B5EF4-FFF2-40B4-BE49-F238E27FC236}">
                    <a16:creationId xmlns:a16="http://schemas.microsoft.com/office/drawing/2014/main" id="{05E2DCB3-3F75-2F0C-ED77-D1A4DE567699}"/>
                  </a:ext>
                </a:extLst>
              </p:cNvPr>
              <p:cNvSpPr txBox="1"/>
              <p:nvPr/>
            </p:nvSpPr>
            <p:spPr>
              <a:xfrm rot="2604000">
                <a:off x="3923382" y="1466795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1999</a:t>
                </a:r>
              </a:p>
            </p:txBody>
          </p:sp>
          <p:sp>
            <p:nvSpPr>
              <p:cNvPr id="1712" name="TextBox 1711">
                <a:extLst>
                  <a:ext uri="{FF2B5EF4-FFF2-40B4-BE49-F238E27FC236}">
                    <a16:creationId xmlns:a16="http://schemas.microsoft.com/office/drawing/2014/main" id="{1EA2FC91-85F8-EBAC-0DD5-7265B54D0D7D}"/>
                  </a:ext>
                </a:extLst>
              </p:cNvPr>
              <p:cNvSpPr txBox="1"/>
              <p:nvPr/>
            </p:nvSpPr>
            <p:spPr>
              <a:xfrm rot="3270001">
                <a:off x="4310255" y="1130291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2000</a:t>
                </a:r>
              </a:p>
            </p:txBody>
          </p:sp>
          <p:sp>
            <p:nvSpPr>
              <p:cNvPr id="1713" name="TextBox 1712">
                <a:extLst>
                  <a:ext uri="{FF2B5EF4-FFF2-40B4-BE49-F238E27FC236}">
                    <a16:creationId xmlns:a16="http://schemas.microsoft.com/office/drawing/2014/main" id="{6CB17797-82F3-160D-791B-B4402EA54A53}"/>
                  </a:ext>
                </a:extLst>
              </p:cNvPr>
              <p:cNvSpPr txBox="1"/>
              <p:nvPr/>
            </p:nvSpPr>
            <p:spPr>
              <a:xfrm rot="19571998">
                <a:off x="3647014" y="4768501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2002</a:t>
                </a:r>
              </a:p>
            </p:txBody>
          </p:sp>
          <p:sp>
            <p:nvSpPr>
              <p:cNvPr id="1714" name="TextBox 1713">
                <a:extLst>
                  <a:ext uri="{FF2B5EF4-FFF2-40B4-BE49-F238E27FC236}">
                    <a16:creationId xmlns:a16="http://schemas.microsoft.com/office/drawing/2014/main" id="{45AB3FA4-6903-939E-F31B-6B4C7BCE5BFD}"/>
                  </a:ext>
                </a:extLst>
              </p:cNvPr>
              <p:cNvSpPr txBox="1"/>
              <p:nvPr/>
            </p:nvSpPr>
            <p:spPr>
              <a:xfrm rot="4212000">
                <a:off x="4950119" y="794102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2003</a:t>
                </a:r>
              </a:p>
            </p:txBody>
          </p:sp>
          <p:sp>
            <p:nvSpPr>
              <p:cNvPr id="1715" name="TextBox 1714">
                <a:extLst>
                  <a:ext uri="{FF2B5EF4-FFF2-40B4-BE49-F238E27FC236}">
                    <a16:creationId xmlns:a16="http://schemas.microsoft.com/office/drawing/2014/main" id="{F303D2F5-F662-AD38-9D59-7AA6CB3AA18E}"/>
                  </a:ext>
                </a:extLst>
              </p:cNvPr>
              <p:cNvSpPr txBox="1"/>
              <p:nvPr/>
            </p:nvSpPr>
            <p:spPr>
              <a:xfrm rot="17957999">
                <a:off x="4550445" y="5605407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2005</a:t>
                </a:r>
              </a:p>
            </p:txBody>
          </p:sp>
          <p:sp>
            <p:nvSpPr>
              <p:cNvPr id="1716" name="TextBox 1715">
                <a:extLst>
                  <a:ext uri="{FF2B5EF4-FFF2-40B4-BE49-F238E27FC236}">
                    <a16:creationId xmlns:a16="http://schemas.microsoft.com/office/drawing/2014/main" id="{84DF78F8-CBBE-204F-5887-E674F314D824}"/>
                  </a:ext>
                </a:extLst>
              </p:cNvPr>
              <p:cNvSpPr txBox="1"/>
              <p:nvPr/>
            </p:nvSpPr>
            <p:spPr>
              <a:xfrm rot="1242001">
                <a:off x="3370042" y="2351978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2006</a:t>
                </a:r>
              </a:p>
            </p:txBody>
          </p:sp>
          <p:sp>
            <p:nvSpPr>
              <p:cNvPr id="1717" name="TextBox 1716">
                <a:extLst>
                  <a:ext uri="{FF2B5EF4-FFF2-40B4-BE49-F238E27FC236}">
                    <a16:creationId xmlns:a16="http://schemas.microsoft.com/office/drawing/2014/main" id="{B184C876-937C-39CE-68EB-B70ECDC16348}"/>
                  </a:ext>
                </a:extLst>
              </p:cNvPr>
              <p:cNvSpPr txBox="1"/>
              <p:nvPr/>
            </p:nvSpPr>
            <p:spPr>
              <a:xfrm rot="671999">
                <a:off x="3248902" y="2774024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2007</a:t>
                </a:r>
              </a:p>
            </p:txBody>
          </p:sp>
          <p:sp>
            <p:nvSpPr>
              <p:cNvPr id="1718" name="TextBox 1717">
                <a:extLst>
                  <a:ext uri="{FF2B5EF4-FFF2-40B4-BE49-F238E27FC236}">
                    <a16:creationId xmlns:a16="http://schemas.microsoft.com/office/drawing/2014/main" id="{F9128BCA-0B20-B52A-712C-8BDB69E4D9DF}"/>
                  </a:ext>
                </a:extLst>
              </p:cNvPr>
              <p:cNvSpPr txBox="1"/>
              <p:nvPr/>
            </p:nvSpPr>
            <p:spPr>
              <a:xfrm rot="2964000">
                <a:off x="4124880" y="1274347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2008</a:t>
                </a:r>
              </a:p>
            </p:txBody>
          </p:sp>
          <p:sp>
            <p:nvSpPr>
              <p:cNvPr id="1719" name="TextBox 1718">
                <a:extLst>
                  <a:ext uri="{FF2B5EF4-FFF2-40B4-BE49-F238E27FC236}">
                    <a16:creationId xmlns:a16="http://schemas.microsoft.com/office/drawing/2014/main" id="{C9E821FF-3E79-43E4-973F-7D54BE681C7B}"/>
                  </a:ext>
                </a:extLst>
              </p:cNvPr>
              <p:cNvSpPr txBox="1"/>
              <p:nvPr/>
            </p:nvSpPr>
            <p:spPr>
              <a:xfrm rot="66000">
                <a:off x="3198523" y="3239998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2009</a:t>
                </a:r>
              </a:p>
            </p:txBody>
          </p:sp>
          <p:sp>
            <p:nvSpPr>
              <p:cNvPr id="1720" name="TextBox 1719">
                <a:extLst>
                  <a:ext uri="{FF2B5EF4-FFF2-40B4-BE49-F238E27FC236}">
                    <a16:creationId xmlns:a16="http://schemas.microsoft.com/office/drawing/2014/main" id="{D0658F06-A6F5-FB34-DD42-BD6794855DCD}"/>
                  </a:ext>
                </a:extLst>
              </p:cNvPr>
              <p:cNvSpPr txBox="1"/>
              <p:nvPr/>
            </p:nvSpPr>
            <p:spPr>
              <a:xfrm rot="2219999">
                <a:off x="3733406" y="1692225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2010</a:t>
                </a:r>
              </a:p>
            </p:txBody>
          </p:sp>
          <p:sp>
            <p:nvSpPr>
              <p:cNvPr id="1721" name="TextBox 1720">
                <a:extLst>
                  <a:ext uri="{FF2B5EF4-FFF2-40B4-BE49-F238E27FC236}">
                    <a16:creationId xmlns:a16="http://schemas.microsoft.com/office/drawing/2014/main" id="{23157011-A46C-26AF-B7CF-5DF5CAFC47BE}"/>
                  </a:ext>
                </a:extLst>
              </p:cNvPr>
              <p:cNvSpPr txBox="1"/>
              <p:nvPr/>
            </p:nvSpPr>
            <p:spPr>
              <a:xfrm rot="4416002">
                <a:off x="6597560" y="5840731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2011</a:t>
                </a:r>
              </a:p>
            </p:txBody>
          </p:sp>
          <p:sp>
            <p:nvSpPr>
              <p:cNvPr id="1722" name="TextBox 1721">
                <a:extLst>
                  <a:ext uri="{FF2B5EF4-FFF2-40B4-BE49-F238E27FC236}">
                    <a16:creationId xmlns:a16="http://schemas.microsoft.com/office/drawing/2014/main" id="{2BFBD77A-DC31-55FD-DA7C-FC87EC84506F}"/>
                  </a:ext>
                </a:extLst>
              </p:cNvPr>
              <p:cNvSpPr txBox="1"/>
              <p:nvPr/>
            </p:nvSpPr>
            <p:spPr>
              <a:xfrm rot="1770001">
                <a:off x="3542590" y="1983605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2012</a:t>
                </a:r>
              </a:p>
            </p:txBody>
          </p:sp>
          <p:sp>
            <p:nvSpPr>
              <p:cNvPr id="1723" name="TextBox 1722">
                <a:extLst>
                  <a:ext uri="{FF2B5EF4-FFF2-40B4-BE49-F238E27FC236}">
                    <a16:creationId xmlns:a16="http://schemas.microsoft.com/office/drawing/2014/main" id="{B64BD12C-BEA1-25DC-5DDC-08208A2A4732}"/>
                  </a:ext>
                </a:extLst>
              </p:cNvPr>
              <p:cNvSpPr txBox="1"/>
              <p:nvPr/>
            </p:nvSpPr>
            <p:spPr>
              <a:xfrm rot="1457999">
                <a:off x="8273382" y="4387009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2013</a:t>
                </a:r>
              </a:p>
            </p:txBody>
          </p:sp>
          <p:sp>
            <p:nvSpPr>
              <p:cNvPr id="1724" name="TextBox 1723">
                <a:extLst>
                  <a:ext uri="{FF2B5EF4-FFF2-40B4-BE49-F238E27FC236}">
                    <a16:creationId xmlns:a16="http://schemas.microsoft.com/office/drawing/2014/main" id="{9AE4E711-4EFE-079E-A95D-4B69671D8514}"/>
                  </a:ext>
                </a:extLst>
              </p:cNvPr>
              <p:cNvSpPr txBox="1"/>
              <p:nvPr/>
            </p:nvSpPr>
            <p:spPr>
              <a:xfrm rot="16950001">
                <a:off x="6424504" y="691999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2014</a:t>
                </a:r>
              </a:p>
            </p:txBody>
          </p:sp>
          <p:sp>
            <p:nvSpPr>
              <p:cNvPr id="1725" name="TextBox 1724">
                <a:extLst>
                  <a:ext uri="{FF2B5EF4-FFF2-40B4-BE49-F238E27FC236}">
                    <a16:creationId xmlns:a16="http://schemas.microsoft.com/office/drawing/2014/main" id="{73324B7B-BFAA-A38A-044F-A2E57C7F9483}"/>
                  </a:ext>
                </a:extLst>
              </p:cNvPr>
              <p:cNvSpPr txBox="1"/>
              <p:nvPr/>
            </p:nvSpPr>
            <p:spPr>
              <a:xfrm rot="20327999">
                <a:off x="3377285" y="4249236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2015</a:t>
                </a:r>
              </a:p>
            </p:txBody>
          </p:sp>
          <p:sp>
            <p:nvSpPr>
              <p:cNvPr id="1726" name="TextBox 1725">
                <a:extLst>
                  <a:ext uri="{FF2B5EF4-FFF2-40B4-BE49-F238E27FC236}">
                    <a16:creationId xmlns:a16="http://schemas.microsoft.com/office/drawing/2014/main" id="{768C76DC-BB27-F2BA-3AE5-4BF6FBE091FE}"/>
                  </a:ext>
                </a:extLst>
              </p:cNvPr>
              <p:cNvSpPr txBox="1"/>
              <p:nvPr/>
            </p:nvSpPr>
            <p:spPr>
              <a:xfrm rot="3462001">
                <a:off x="7271475" y="5541512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 dirty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2016</a:t>
                </a:r>
              </a:p>
            </p:txBody>
          </p:sp>
          <p:sp>
            <p:nvSpPr>
              <p:cNvPr id="1727" name="TextBox 1726">
                <a:extLst>
                  <a:ext uri="{FF2B5EF4-FFF2-40B4-BE49-F238E27FC236}">
                    <a16:creationId xmlns:a16="http://schemas.microsoft.com/office/drawing/2014/main" id="{485A5C68-0272-1BC5-F9C0-0782B242A859}"/>
                  </a:ext>
                </a:extLst>
              </p:cNvPr>
              <p:cNvSpPr txBox="1"/>
              <p:nvPr/>
            </p:nvSpPr>
            <p:spPr>
              <a:xfrm rot="18791999">
                <a:off x="4036213" y="5227861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2017</a:t>
                </a:r>
              </a:p>
            </p:txBody>
          </p:sp>
          <p:sp>
            <p:nvSpPr>
              <p:cNvPr id="1728" name="TextBox 1727">
                <a:extLst>
                  <a:ext uri="{FF2B5EF4-FFF2-40B4-BE49-F238E27FC236}">
                    <a16:creationId xmlns:a16="http://schemas.microsoft.com/office/drawing/2014/main" id="{5609BEAC-EB89-F0BD-C2A3-DDB14C0A99A7}"/>
                  </a:ext>
                </a:extLst>
              </p:cNvPr>
              <p:cNvSpPr txBox="1"/>
              <p:nvPr/>
            </p:nvSpPr>
            <p:spPr>
              <a:xfrm rot="17070000">
                <a:off x="5184166" y="5860977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2018</a:t>
                </a:r>
              </a:p>
            </p:txBody>
          </p:sp>
          <p:sp>
            <p:nvSpPr>
              <p:cNvPr id="1729" name="TextBox 1728">
                <a:extLst>
                  <a:ext uri="{FF2B5EF4-FFF2-40B4-BE49-F238E27FC236}">
                    <a16:creationId xmlns:a16="http://schemas.microsoft.com/office/drawing/2014/main" id="{0CE37E74-B43A-588C-2509-F12B684F89C4}"/>
                  </a:ext>
                </a:extLst>
              </p:cNvPr>
              <p:cNvSpPr txBox="1"/>
              <p:nvPr/>
            </p:nvSpPr>
            <p:spPr>
              <a:xfrm rot="18474000">
                <a:off x="7484560" y="1190733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2019</a:t>
                </a:r>
              </a:p>
            </p:txBody>
          </p:sp>
          <p:sp>
            <p:nvSpPr>
              <p:cNvPr id="1730" name="TextBox 1729">
                <a:extLst>
                  <a:ext uri="{FF2B5EF4-FFF2-40B4-BE49-F238E27FC236}">
                    <a16:creationId xmlns:a16="http://schemas.microsoft.com/office/drawing/2014/main" id="{B53075DB-332F-FAD1-7E6B-E6508CAD5273}"/>
                  </a:ext>
                </a:extLst>
              </p:cNvPr>
              <p:cNvSpPr txBox="1"/>
              <p:nvPr/>
            </p:nvSpPr>
            <p:spPr>
              <a:xfrm rot="4812002">
                <a:off x="5396457" y="675060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 dirty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1986</a:t>
                </a:r>
              </a:p>
            </p:txBody>
          </p:sp>
          <p:sp>
            <p:nvSpPr>
              <p:cNvPr id="1731" name="TextBox 1730">
                <a:extLst>
                  <a:ext uri="{FF2B5EF4-FFF2-40B4-BE49-F238E27FC236}">
                    <a16:creationId xmlns:a16="http://schemas.microsoft.com/office/drawing/2014/main" id="{0416F05A-B14D-18B4-A135-3BD2A8417655}"/>
                  </a:ext>
                </a:extLst>
              </p:cNvPr>
              <p:cNvSpPr txBox="1"/>
              <p:nvPr/>
            </p:nvSpPr>
            <p:spPr>
              <a:xfrm rot="419999">
                <a:off x="8489515" y="3616294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2020</a:t>
                </a:r>
              </a:p>
            </p:txBody>
          </p:sp>
          <p:sp>
            <p:nvSpPr>
              <p:cNvPr id="1732" name="TextBox 1731">
                <a:extLst>
                  <a:ext uri="{FF2B5EF4-FFF2-40B4-BE49-F238E27FC236}">
                    <a16:creationId xmlns:a16="http://schemas.microsoft.com/office/drawing/2014/main" id="{4CBBCE7E-F1CE-19EB-BFB3-8AD5A2F7AEAC}"/>
                  </a:ext>
                </a:extLst>
              </p:cNvPr>
              <p:cNvSpPr txBox="1"/>
              <p:nvPr/>
            </p:nvSpPr>
            <p:spPr>
              <a:xfrm rot="5352000">
                <a:off x="5889752" y="5952989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2021</a:t>
                </a:r>
              </a:p>
            </p:txBody>
          </p:sp>
          <p:sp>
            <p:nvSpPr>
              <p:cNvPr id="1733" name="TextBox 1732">
                <a:extLst>
                  <a:ext uri="{FF2B5EF4-FFF2-40B4-BE49-F238E27FC236}">
                    <a16:creationId xmlns:a16="http://schemas.microsoft.com/office/drawing/2014/main" id="{F738F320-2F61-0862-E5B7-CFDBB9A6F7F8}"/>
                  </a:ext>
                </a:extLst>
              </p:cNvPr>
              <p:cNvSpPr txBox="1"/>
              <p:nvPr/>
            </p:nvSpPr>
            <p:spPr>
              <a:xfrm rot="19757999">
                <a:off x="8137154" y="1933148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2022</a:t>
                </a:r>
              </a:p>
            </p:txBody>
          </p:sp>
          <p:sp>
            <p:nvSpPr>
              <p:cNvPr id="1734" name="TextBox 1733">
                <a:extLst>
                  <a:ext uri="{FF2B5EF4-FFF2-40B4-BE49-F238E27FC236}">
                    <a16:creationId xmlns:a16="http://schemas.microsoft.com/office/drawing/2014/main" id="{A2AE2A55-41D7-B671-D970-F108B69E68BD}"/>
                  </a:ext>
                </a:extLst>
              </p:cNvPr>
              <p:cNvSpPr txBox="1"/>
              <p:nvPr/>
            </p:nvSpPr>
            <p:spPr>
              <a:xfrm rot="2466000">
                <a:off x="7852380" y="5043090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2023</a:t>
                </a:r>
              </a:p>
            </p:txBody>
          </p:sp>
          <p:sp>
            <p:nvSpPr>
              <p:cNvPr id="1735" name="TextBox 1734">
                <a:extLst>
                  <a:ext uri="{FF2B5EF4-FFF2-40B4-BE49-F238E27FC236}">
                    <a16:creationId xmlns:a16="http://schemas.microsoft.com/office/drawing/2014/main" id="{04EDF941-2AF9-07DB-FFB7-A3597DABD677}"/>
                  </a:ext>
                </a:extLst>
              </p:cNvPr>
              <p:cNvSpPr txBox="1"/>
              <p:nvPr/>
            </p:nvSpPr>
            <p:spPr>
              <a:xfrm rot="20916001">
                <a:off x="8456604" y="2764458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2024</a:t>
                </a:r>
              </a:p>
            </p:txBody>
          </p:sp>
          <p:sp>
            <p:nvSpPr>
              <p:cNvPr id="1736" name="TextBox 1735">
                <a:extLst>
                  <a:ext uri="{FF2B5EF4-FFF2-40B4-BE49-F238E27FC236}">
                    <a16:creationId xmlns:a16="http://schemas.microsoft.com/office/drawing/2014/main" id="{93A2CFAA-5E02-6A7B-9567-06E303764843}"/>
                  </a:ext>
                </a:extLst>
              </p:cNvPr>
              <p:cNvSpPr txBox="1"/>
              <p:nvPr/>
            </p:nvSpPr>
            <p:spPr>
              <a:xfrm rot="4428001">
                <a:off x="5107857" y="742023"/>
                <a:ext cx="491650" cy="2755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100" spc="0" baseline="0">
                    <a:ln/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Arial"/>
                    <a:rtl val="0"/>
                  </a:rPr>
                  <a:t>2025</a:t>
                </a:r>
              </a:p>
            </p:txBody>
          </p:sp>
        </p:grpSp>
      </p:grpSp>
      <p:graphicFrame>
        <p:nvGraphicFramePr>
          <p:cNvPr id="1739" name="Chart 1738">
            <a:extLst>
              <a:ext uri="{FF2B5EF4-FFF2-40B4-BE49-F238E27FC236}">
                <a16:creationId xmlns:a16="http://schemas.microsoft.com/office/drawing/2014/main" id="{DEB9E73C-B4AD-E326-A063-E5B8BA510F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8323782"/>
              </p:ext>
            </p:extLst>
          </p:nvPr>
        </p:nvGraphicFramePr>
        <p:xfrm>
          <a:off x="2067550" y="4417443"/>
          <a:ext cx="1503647" cy="869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</p:spTree>
    <p:extLst>
      <p:ext uri="{BB962C8B-B14F-4D97-AF65-F5344CB8AC3E}">
        <p14:creationId xmlns:p14="http://schemas.microsoft.com/office/powerpoint/2010/main" val="2502193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AC3E7-4A64-1278-2E6A-434FA0EF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TextBox 940">
            <a:extLst>
              <a:ext uri="{FF2B5EF4-FFF2-40B4-BE49-F238E27FC236}">
                <a16:creationId xmlns:a16="http://schemas.microsoft.com/office/drawing/2014/main" id="{BF3C7F97-BD4F-6E8E-64DF-55354161896B}"/>
              </a:ext>
            </a:extLst>
          </p:cNvPr>
          <p:cNvSpPr txBox="1"/>
          <p:nvPr/>
        </p:nvSpPr>
        <p:spPr>
          <a:xfrm>
            <a:off x="3860800" y="83989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CBC221C-8390-2A50-D1DB-94FB6B5981E8}"/>
              </a:ext>
            </a:extLst>
          </p:cNvPr>
          <p:cNvGrpSpPr/>
          <p:nvPr/>
        </p:nvGrpSpPr>
        <p:grpSpPr>
          <a:xfrm>
            <a:off x="89575" y="-543029"/>
            <a:ext cx="11715177" cy="7401029"/>
            <a:chOff x="89575" y="-543029"/>
            <a:chExt cx="11715177" cy="7401029"/>
          </a:xfrm>
        </p:grpSpPr>
        <p:graphicFrame>
          <p:nvGraphicFramePr>
            <p:cNvPr id="861" name="Chart 860">
              <a:extLst>
                <a:ext uri="{FF2B5EF4-FFF2-40B4-BE49-F238E27FC236}">
                  <a16:creationId xmlns:a16="http://schemas.microsoft.com/office/drawing/2014/main" id="{2B6F7D86-3000-DA2B-A3C1-047FE0FA9C3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83655267"/>
                </p:ext>
              </p:extLst>
            </p:nvPr>
          </p:nvGraphicFramePr>
          <p:xfrm>
            <a:off x="10301105" y="486020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862" name="Chart 861">
              <a:extLst>
                <a:ext uri="{FF2B5EF4-FFF2-40B4-BE49-F238E27FC236}">
                  <a16:creationId xmlns:a16="http://schemas.microsoft.com/office/drawing/2014/main" id="{4A233142-C95A-D738-8BB4-40E878604FE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56337062"/>
                </p:ext>
              </p:extLst>
            </p:nvPr>
          </p:nvGraphicFramePr>
          <p:xfrm>
            <a:off x="10301105" y="1259348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863" name="Chart 862">
              <a:extLst>
                <a:ext uri="{FF2B5EF4-FFF2-40B4-BE49-F238E27FC236}">
                  <a16:creationId xmlns:a16="http://schemas.microsoft.com/office/drawing/2014/main" id="{11952A69-D059-4050-AAE9-96A873AE105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97223314"/>
                </p:ext>
              </p:extLst>
            </p:nvPr>
          </p:nvGraphicFramePr>
          <p:xfrm>
            <a:off x="10301105" y="2032676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865" name="Chart 864">
              <a:extLst>
                <a:ext uri="{FF2B5EF4-FFF2-40B4-BE49-F238E27FC236}">
                  <a16:creationId xmlns:a16="http://schemas.microsoft.com/office/drawing/2014/main" id="{5170ED42-88A5-C587-7DE3-742F74B3E9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236699721"/>
                </p:ext>
              </p:extLst>
            </p:nvPr>
          </p:nvGraphicFramePr>
          <p:xfrm>
            <a:off x="10301105" y="2806004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866" name="Chart 865">
              <a:extLst>
                <a:ext uri="{FF2B5EF4-FFF2-40B4-BE49-F238E27FC236}">
                  <a16:creationId xmlns:a16="http://schemas.microsoft.com/office/drawing/2014/main" id="{C5B20CE7-DDB4-CF46-6616-85EA355B182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37854528"/>
                </p:ext>
              </p:extLst>
            </p:nvPr>
          </p:nvGraphicFramePr>
          <p:xfrm>
            <a:off x="10301105" y="3579333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aphicFrame>
          <p:nvGraphicFramePr>
            <p:cNvPr id="867" name="Chart 866">
              <a:extLst>
                <a:ext uri="{FF2B5EF4-FFF2-40B4-BE49-F238E27FC236}">
                  <a16:creationId xmlns:a16="http://schemas.microsoft.com/office/drawing/2014/main" id="{67C92EC7-E04E-D074-5161-B7AF307F11A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2573539"/>
                </p:ext>
              </p:extLst>
            </p:nvPr>
          </p:nvGraphicFramePr>
          <p:xfrm>
            <a:off x="10301104" y="4374707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graphicFrame>
          <p:nvGraphicFramePr>
            <p:cNvPr id="868" name="Chart 867">
              <a:extLst>
                <a:ext uri="{FF2B5EF4-FFF2-40B4-BE49-F238E27FC236}">
                  <a16:creationId xmlns:a16="http://schemas.microsoft.com/office/drawing/2014/main" id="{EB6B2D4C-2770-AF3D-5F5D-F192155FFD4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3546084"/>
                </p:ext>
              </p:extLst>
            </p:nvPr>
          </p:nvGraphicFramePr>
          <p:xfrm>
            <a:off x="10301105" y="5185712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graphicFrame>
          <p:nvGraphicFramePr>
            <p:cNvPr id="869" name="Chart 868">
              <a:extLst>
                <a:ext uri="{FF2B5EF4-FFF2-40B4-BE49-F238E27FC236}">
                  <a16:creationId xmlns:a16="http://schemas.microsoft.com/office/drawing/2014/main" id="{11DCA07A-30F6-304A-7D22-2E36AE86C43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93299528"/>
                </p:ext>
              </p:extLst>
            </p:nvPr>
          </p:nvGraphicFramePr>
          <p:xfrm>
            <a:off x="10301105" y="5988352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graphicFrame>
          <p:nvGraphicFramePr>
            <p:cNvPr id="880" name="Chart 879">
              <a:extLst>
                <a:ext uri="{FF2B5EF4-FFF2-40B4-BE49-F238E27FC236}">
                  <a16:creationId xmlns:a16="http://schemas.microsoft.com/office/drawing/2014/main" id="{322F76FD-5819-2475-09CF-EA1AED5F88B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50065326"/>
                </p:ext>
              </p:extLst>
            </p:nvPr>
          </p:nvGraphicFramePr>
          <p:xfrm>
            <a:off x="2067550" y="486020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graphicFrame>
          <p:nvGraphicFramePr>
            <p:cNvPr id="881" name="Chart 880">
              <a:extLst>
                <a:ext uri="{FF2B5EF4-FFF2-40B4-BE49-F238E27FC236}">
                  <a16:creationId xmlns:a16="http://schemas.microsoft.com/office/drawing/2014/main" id="{608A9C2E-3B50-03C7-8F44-173B47A547C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75644312"/>
                </p:ext>
              </p:extLst>
            </p:nvPr>
          </p:nvGraphicFramePr>
          <p:xfrm>
            <a:off x="2067552" y="1259348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graphicFrame>
          <p:nvGraphicFramePr>
            <p:cNvPr id="882" name="Chart 881">
              <a:extLst>
                <a:ext uri="{FF2B5EF4-FFF2-40B4-BE49-F238E27FC236}">
                  <a16:creationId xmlns:a16="http://schemas.microsoft.com/office/drawing/2014/main" id="{28AE32B0-BEEE-D074-C7EE-1697F99C7C9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33833904"/>
                </p:ext>
              </p:extLst>
            </p:nvPr>
          </p:nvGraphicFramePr>
          <p:xfrm>
            <a:off x="2067552" y="2032676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graphicFrame>
          <p:nvGraphicFramePr>
            <p:cNvPr id="883" name="Chart 882">
              <a:extLst>
                <a:ext uri="{FF2B5EF4-FFF2-40B4-BE49-F238E27FC236}">
                  <a16:creationId xmlns:a16="http://schemas.microsoft.com/office/drawing/2014/main" id="{5FF3E761-AC75-E8ED-0218-180B0D092A0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19042224"/>
                </p:ext>
              </p:extLst>
            </p:nvPr>
          </p:nvGraphicFramePr>
          <p:xfrm>
            <a:off x="2067550" y="2806004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  <p:graphicFrame>
          <p:nvGraphicFramePr>
            <p:cNvPr id="884" name="Chart 883">
              <a:extLst>
                <a:ext uri="{FF2B5EF4-FFF2-40B4-BE49-F238E27FC236}">
                  <a16:creationId xmlns:a16="http://schemas.microsoft.com/office/drawing/2014/main" id="{61124F5B-3D8E-DF3D-E549-1154F0E262D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69128517"/>
                </p:ext>
              </p:extLst>
            </p:nvPr>
          </p:nvGraphicFramePr>
          <p:xfrm>
            <a:off x="2067552" y="3579333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graphicFrame>
          <p:nvGraphicFramePr>
            <p:cNvPr id="886" name="Chart 885">
              <a:extLst>
                <a:ext uri="{FF2B5EF4-FFF2-40B4-BE49-F238E27FC236}">
                  <a16:creationId xmlns:a16="http://schemas.microsoft.com/office/drawing/2014/main" id="{DCB58A5D-5A8F-A256-B96E-7D20FF27647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32563660"/>
                </p:ext>
              </p:extLst>
            </p:nvPr>
          </p:nvGraphicFramePr>
          <p:xfrm>
            <a:off x="2067552" y="5185712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  <p:graphicFrame>
          <p:nvGraphicFramePr>
            <p:cNvPr id="887" name="Chart 886">
              <a:extLst>
                <a:ext uri="{FF2B5EF4-FFF2-40B4-BE49-F238E27FC236}">
                  <a16:creationId xmlns:a16="http://schemas.microsoft.com/office/drawing/2014/main" id="{3ED3F0A0-5758-990E-0261-23B60B410E9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62098172"/>
                </p:ext>
              </p:extLst>
            </p:nvPr>
          </p:nvGraphicFramePr>
          <p:xfrm>
            <a:off x="2067552" y="5988352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543DE392-2F65-3A25-BFD9-99442D7CA57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61008361"/>
                </p:ext>
              </p:extLst>
            </p:nvPr>
          </p:nvGraphicFramePr>
          <p:xfrm>
            <a:off x="8974117" y="486020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7"/>
            </a:graphicData>
          </a:graphic>
        </p:graphicFrame>
        <p:graphicFrame>
          <p:nvGraphicFramePr>
            <p:cNvPr id="4" name="Chart 3">
              <a:extLst>
                <a:ext uri="{FF2B5EF4-FFF2-40B4-BE49-F238E27FC236}">
                  <a16:creationId xmlns:a16="http://schemas.microsoft.com/office/drawing/2014/main" id="{235F76A7-3ADA-C2C4-FC7A-2A2752047BB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141168447"/>
                </p:ext>
              </p:extLst>
            </p:nvPr>
          </p:nvGraphicFramePr>
          <p:xfrm>
            <a:off x="8974117" y="1259348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8"/>
            </a:graphicData>
          </a:graphic>
        </p:graphicFrame>
        <p:graphicFrame>
          <p:nvGraphicFramePr>
            <p:cNvPr id="5" name="Chart 4">
              <a:extLst>
                <a:ext uri="{FF2B5EF4-FFF2-40B4-BE49-F238E27FC236}">
                  <a16:creationId xmlns:a16="http://schemas.microsoft.com/office/drawing/2014/main" id="{CF88F8BC-2BA8-6F43-E15E-2F7E5A88C4F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65767924"/>
                </p:ext>
              </p:extLst>
            </p:nvPr>
          </p:nvGraphicFramePr>
          <p:xfrm>
            <a:off x="8974117" y="2032676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9"/>
            </a:graphicData>
          </a:graphic>
        </p:graphicFrame>
        <p:graphicFrame>
          <p:nvGraphicFramePr>
            <p:cNvPr id="6" name="Chart 5">
              <a:extLst>
                <a:ext uri="{FF2B5EF4-FFF2-40B4-BE49-F238E27FC236}">
                  <a16:creationId xmlns:a16="http://schemas.microsoft.com/office/drawing/2014/main" id="{CD7634FD-EC1B-EA0E-7C6A-6D248C983B3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016969669"/>
                </p:ext>
              </p:extLst>
            </p:nvPr>
          </p:nvGraphicFramePr>
          <p:xfrm>
            <a:off x="8974117" y="2806004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0"/>
            </a:graphicData>
          </a:graphic>
        </p:graphicFrame>
        <p:graphicFrame>
          <p:nvGraphicFramePr>
            <p:cNvPr id="7" name="Chart 6">
              <a:extLst>
                <a:ext uri="{FF2B5EF4-FFF2-40B4-BE49-F238E27FC236}">
                  <a16:creationId xmlns:a16="http://schemas.microsoft.com/office/drawing/2014/main" id="{8FD47367-AF68-5F95-B029-3E1B35AE8FC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57188157"/>
                </p:ext>
              </p:extLst>
            </p:nvPr>
          </p:nvGraphicFramePr>
          <p:xfrm>
            <a:off x="8974117" y="3579333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1"/>
            </a:graphicData>
          </a:graphic>
        </p:graphicFrame>
        <p:graphicFrame>
          <p:nvGraphicFramePr>
            <p:cNvPr id="899" name="Chart 898">
              <a:extLst>
                <a:ext uri="{FF2B5EF4-FFF2-40B4-BE49-F238E27FC236}">
                  <a16:creationId xmlns:a16="http://schemas.microsoft.com/office/drawing/2014/main" id="{D9105145-FF43-AECE-759B-F52A1781FEE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214966667"/>
                </p:ext>
              </p:extLst>
            </p:nvPr>
          </p:nvGraphicFramePr>
          <p:xfrm>
            <a:off x="8974117" y="4370166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2"/>
            </a:graphicData>
          </a:graphic>
        </p:graphicFrame>
        <p:graphicFrame>
          <p:nvGraphicFramePr>
            <p:cNvPr id="900" name="Chart 899">
              <a:extLst>
                <a:ext uri="{FF2B5EF4-FFF2-40B4-BE49-F238E27FC236}">
                  <a16:creationId xmlns:a16="http://schemas.microsoft.com/office/drawing/2014/main" id="{B1ADBFA0-3132-AE4F-5BBF-A618389B05D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142567301"/>
                </p:ext>
              </p:extLst>
            </p:nvPr>
          </p:nvGraphicFramePr>
          <p:xfrm>
            <a:off x="8974117" y="5185712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3"/>
            </a:graphicData>
          </a:graphic>
        </p:graphicFrame>
        <p:graphicFrame>
          <p:nvGraphicFramePr>
            <p:cNvPr id="901" name="Chart 900">
              <a:extLst>
                <a:ext uri="{FF2B5EF4-FFF2-40B4-BE49-F238E27FC236}">
                  <a16:creationId xmlns:a16="http://schemas.microsoft.com/office/drawing/2014/main" id="{3C50142B-A149-F837-6894-B96928FEA5E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273721635"/>
                </p:ext>
              </p:extLst>
            </p:nvPr>
          </p:nvGraphicFramePr>
          <p:xfrm>
            <a:off x="8974117" y="5988352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4"/>
            </a:graphicData>
          </a:graphic>
        </p:graphicFrame>
        <p:sp>
          <p:nvSpPr>
            <p:cNvPr id="902" name="TextBox 901">
              <a:extLst>
                <a:ext uri="{FF2B5EF4-FFF2-40B4-BE49-F238E27FC236}">
                  <a16:creationId xmlns:a16="http://schemas.microsoft.com/office/drawing/2014/main" id="{09D7DB1E-7385-766F-96B4-2E73EA9A0AC0}"/>
                </a:ext>
              </a:extLst>
            </p:cNvPr>
            <p:cNvSpPr txBox="1"/>
            <p:nvPr/>
          </p:nvSpPr>
          <p:spPr>
            <a:xfrm>
              <a:off x="8620800" y="551914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2014</a:t>
              </a:r>
            </a:p>
          </p:txBody>
        </p:sp>
        <p:sp>
          <p:nvSpPr>
            <p:cNvPr id="903" name="TextBox 902">
              <a:extLst>
                <a:ext uri="{FF2B5EF4-FFF2-40B4-BE49-F238E27FC236}">
                  <a16:creationId xmlns:a16="http://schemas.microsoft.com/office/drawing/2014/main" id="{84994A78-3BF3-80FC-8076-B6484B2D8823}"/>
                </a:ext>
              </a:extLst>
            </p:cNvPr>
            <p:cNvSpPr txBox="1"/>
            <p:nvPr/>
          </p:nvSpPr>
          <p:spPr>
            <a:xfrm>
              <a:off x="8620803" y="132808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2019</a:t>
              </a:r>
            </a:p>
          </p:txBody>
        </p:sp>
        <p:sp>
          <p:nvSpPr>
            <p:cNvPr id="904" name="TextBox 903">
              <a:extLst>
                <a:ext uri="{FF2B5EF4-FFF2-40B4-BE49-F238E27FC236}">
                  <a16:creationId xmlns:a16="http://schemas.microsoft.com/office/drawing/2014/main" id="{412E7DCC-7C65-3D48-7524-8B0A11FAD471}"/>
                </a:ext>
              </a:extLst>
            </p:cNvPr>
            <p:cNvSpPr txBox="1"/>
            <p:nvPr/>
          </p:nvSpPr>
          <p:spPr>
            <a:xfrm>
              <a:off x="8620802" y="210426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2022</a:t>
              </a:r>
            </a:p>
          </p:txBody>
        </p:sp>
        <p:sp>
          <p:nvSpPr>
            <p:cNvPr id="905" name="TextBox 904">
              <a:extLst>
                <a:ext uri="{FF2B5EF4-FFF2-40B4-BE49-F238E27FC236}">
                  <a16:creationId xmlns:a16="http://schemas.microsoft.com/office/drawing/2014/main" id="{D2EE70FE-E192-B921-83CE-7F78C0AD2D13}"/>
                </a:ext>
              </a:extLst>
            </p:cNvPr>
            <p:cNvSpPr txBox="1"/>
            <p:nvPr/>
          </p:nvSpPr>
          <p:spPr>
            <a:xfrm>
              <a:off x="8620803" y="288044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2024</a:t>
              </a:r>
            </a:p>
          </p:txBody>
        </p:sp>
        <p:sp>
          <p:nvSpPr>
            <p:cNvPr id="906" name="TextBox 905">
              <a:extLst>
                <a:ext uri="{FF2B5EF4-FFF2-40B4-BE49-F238E27FC236}">
                  <a16:creationId xmlns:a16="http://schemas.microsoft.com/office/drawing/2014/main" id="{EDB6FC2F-30A9-7D4A-03C1-1D9CC50B05EA}"/>
                </a:ext>
              </a:extLst>
            </p:cNvPr>
            <p:cNvSpPr txBox="1"/>
            <p:nvPr/>
          </p:nvSpPr>
          <p:spPr>
            <a:xfrm>
              <a:off x="8620803" y="365662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2020</a:t>
              </a:r>
            </a:p>
          </p:txBody>
        </p:sp>
        <p:sp>
          <p:nvSpPr>
            <p:cNvPr id="907" name="TextBox 906">
              <a:extLst>
                <a:ext uri="{FF2B5EF4-FFF2-40B4-BE49-F238E27FC236}">
                  <a16:creationId xmlns:a16="http://schemas.microsoft.com/office/drawing/2014/main" id="{B7D4F625-5F2E-A73A-B44C-D137C5910428}"/>
                </a:ext>
              </a:extLst>
            </p:cNvPr>
            <p:cNvSpPr txBox="1"/>
            <p:nvPr/>
          </p:nvSpPr>
          <p:spPr>
            <a:xfrm>
              <a:off x="8620800" y="4454062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2013</a:t>
              </a:r>
            </a:p>
          </p:txBody>
        </p:sp>
        <p:sp>
          <p:nvSpPr>
            <p:cNvPr id="908" name="TextBox 907">
              <a:extLst>
                <a:ext uri="{FF2B5EF4-FFF2-40B4-BE49-F238E27FC236}">
                  <a16:creationId xmlns:a16="http://schemas.microsoft.com/office/drawing/2014/main" id="{8E6BBB0D-D6DF-A0D3-1E08-35950911036B}"/>
                </a:ext>
              </a:extLst>
            </p:cNvPr>
            <p:cNvSpPr txBox="1"/>
            <p:nvPr/>
          </p:nvSpPr>
          <p:spPr>
            <a:xfrm>
              <a:off x="8620803" y="526213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2023</a:t>
              </a:r>
            </a:p>
          </p:txBody>
        </p:sp>
        <p:sp>
          <p:nvSpPr>
            <p:cNvPr id="909" name="TextBox 908">
              <a:extLst>
                <a:ext uri="{FF2B5EF4-FFF2-40B4-BE49-F238E27FC236}">
                  <a16:creationId xmlns:a16="http://schemas.microsoft.com/office/drawing/2014/main" id="{B5078825-4150-2F89-2E07-F9A658762290}"/>
                </a:ext>
              </a:extLst>
            </p:cNvPr>
            <p:cNvSpPr txBox="1"/>
            <p:nvPr/>
          </p:nvSpPr>
          <p:spPr>
            <a:xfrm>
              <a:off x="8620803" y="6064894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2016</a:t>
              </a:r>
            </a:p>
          </p:txBody>
        </p:sp>
        <p:graphicFrame>
          <p:nvGraphicFramePr>
            <p:cNvPr id="913" name="Chart 912">
              <a:extLst>
                <a:ext uri="{FF2B5EF4-FFF2-40B4-BE49-F238E27FC236}">
                  <a16:creationId xmlns:a16="http://schemas.microsoft.com/office/drawing/2014/main" id="{0AD992E1-6877-0C98-126C-69533177448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30491572"/>
                </p:ext>
              </p:extLst>
            </p:nvPr>
          </p:nvGraphicFramePr>
          <p:xfrm>
            <a:off x="740562" y="486020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5"/>
            </a:graphicData>
          </a:graphic>
        </p:graphicFrame>
        <p:graphicFrame>
          <p:nvGraphicFramePr>
            <p:cNvPr id="914" name="Chart 913">
              <a:extLst>
                <a:ext uri="{FF2B5EF4-FFF2-40B4-BE49-F238E27FC236}">
                  <a16:creationId xmlns:a16="http://schemas.microsoft.com/office/drawing/2014/main" id="{65B6A7FA-47F6-ED9E-1F26-4B8206DCA39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22839084"/>
                </p:ext>
              </p:extLst>
            </p:nvPr>
          </p:nvGraphicFramePr>
          <p:xfrm>
            <a:off x="740562" y="1259348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6"/>
            </a:graphicData>
          </a:graphic>
        </p:graphicFrame>
        <p:graphicFrame>
          <p:nvGraphicFramePr>
            <p:cNvPr id="915" name="Chart 914">
              <a:extLst>
                <a:ext uri="{FF2B5EF4-FFF2-40B4-BE49-F238E27FC236}">
                  <a16:creationId xmlns:a16="http://schemas.microsoft.com/office/drawing/2014/main" id="{0A05CECB-1A09-FF0D-2701-DA00664E558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65796662"/>
                </p:ext>
              </p:extLst>
            </p:nvPr>
          </p:nvGraphicFramePr>
          <p:xfrm>
            <a:off x="740562" y="2032676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7"/>
            </a:graphicData>
          </a:graphic>
        </p:graphicFrame>
        <p:graphicFrame>
          <p:nvGraphicFramePr>
            <p:cNvPr id="916" name="Chart 915">
              <a:extLst>
                <a:ext uri="{FF2B5EF4-FFF2-40B4-BE49-F238E27FC236}">
                  <a16:creationId xmlns:a16="http://schemas.microsoft.com/office/drawing/2014/main" id="{2866DDF9-CAC0-2984-CA98-4CA009BDC32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24582398"/>
                </p:ext>
              </p:extLst>
            </p:nvPr>
          </p:nvGraphicFramePr>
          <p:xfrm>
            <a:off x="740562" y="2806004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8"/>
            </a:graphicData>
          </a:graphic>
        </p:graphicFrame>
        <p:graphicFrame>
          <p:nvGraphicFramePr>
            <p:cNvPr id="917" name="Chart 916">
              <a:extLst>
                <a:ext uri="{FF2B5EF4-FFF2-40B4-BE49-F238E27FC236}">
                  <a16:creationId xmlns:a16="http://schemas.microsoft.com/office/drawing/2014/main" id="{FC7B419A-CEB9-F05F-B653-EB5418A84E5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47821081"/>
                </p:ext>
              </p:extLst>
            </p:nvPr>
          </p:nvGraphicFramePr>
          <p:xfrm>
            <a:off x="740562" y="3579333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9"/>
            </a:graphicData>
          </a:graphic>
        </p:graphicFrame>
        <p:graphicFrame>
          <p:nvGraphicFramePr>
            <p:cNvPr id="918" name="Chart 917">
              <a:extLst>
                <a:ext uri="{FF2B5EF4-FFF2-40B4-BE49-F238E27FC236}">
                  <a16:creationId xmlns:a16="http://schemas.microsoft.com/office/drawing/2014/main" id="{C91FB062-7FA8-5D59-3C59-B92CBE615C7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64026480"/>
                </p:ext>
              </p:extLst>
            </p:nvPr>
          </p:nvGraphicFramePr>
          <p:xfrm>
            <a:off x="740562" y="4370166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0"/>
            </a:graphicData>
          </a:graphic>
        </p:graphicFrame>
        <p:graphicFrame>
          <p:nvGraphicFramePr>
            <p:cNvPr id="919" name="Chart 918">
              <a:extLst>
                <a:ext uri="{FF2B5EF4-FFF2-40B4-BE49-F238E27FC236}">
                  <a16:creationId xmlns:a16="http://schemas.microsoft.com/office/drawing/2014/main" id="{17D75A73-1D31-8EB3-8E07-247B7BCD6B1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166823868"/>
                </p:ext>
              </p:extLst>
            </p:nvPr>
          </p:nvGraphicFramePr>
          <p:xfrm>
            <a:off x="740562" y="5185712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1"/>
            </a:graphicData>
          </a:graphic>
        </p:graphicFrame>
        <p:graphicFrame>
          <p:nvGraphicFramePr>
            <p:cNvPr id="920" name="Chart 919">
              <a:extLst>
                <a:ext uri="{FF2B5EF4-FFF2-40B4-BE49-F238E27FC236}">
                  <a16:creationId xmlns:a16="http://schemas.microsoft.com/office/drawing/2014/main" id="{7C6BF585-B956-2FE0-F49D-3F0009021B0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67555962"/>
                </p:ext>
              </p:extLst>
            </p:nvPr>
          </p:nvGraphicFramePr>
          <p:xfrm>
            <a:off x="740562" y="5988352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2"/>
            </a:graphicData>
          </a:graphic>
        </p:graphicFrame>
        <p:sp>
          <p:nvSpPr>
            <p:cNvPr id="921" name="TextBox 920">
              <a:extLst>
                <a:ext uri="{FF2B5EF4-FFF2-40B4-BE49-F238E27FC236}">
                  <a16:creationId xmlns:a16="http://schemas.microsoft.com/office/drawing/2014/main" id="{012BFA4E-D403-61DD-E19C-F4CFCD7B6D43}"/>
                </a:ext>
              </a:extLst>
            </p:cNvPr>
            <p:cNvSpPr txBox="1"/>
            <p:nvPr/>
          </p:nvSpPr>
          <p:spPr>
            <a:xfrm>
              <a:off x="387248" y="551914"/>
              <a:ext cx="5370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2011</a:t>
              </a:r>
            </a:p>
          </p:txBody>
        </p:sp>
        <p:sp>
          <p:nvSpPr>
            <p:cNvPr id="922" name="TextBox 921">
              <a:extLst>
                <a:ext uri="{FF2B5EF4-FFF2-40B4-BE49-F238E27FC236}">
                  <a16:creationId xmlns:a16="http://schemas.microsoft.com/office/drawing/2014/main" id="{56855D91-F65A-87F7-BBF2-54CA8B28C216}"/>
                </a:ext>
              </a:extLst>
            </p:cNvPr>
            <p:cNvSpPr txBox="1"/>
            <p:nvPr/>
          </p:nvSpPr>
          <p:spPr>
            <a:xfrm>
              <a:off x="387248" y="1328089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2021</a:t>
              </a:r>
            </a:p>
          </p:txBody>
        </p:sp>
        <p:sp>
          <p:nvSpPr>
            <p:cNvPr id="923" name="TextBox 922">
              <a:extLst>
                <a:ext uri="{FF2B5EF4-FFF2-40B4-BE49-F238E27FC236}">
                  <a16:creationId xmlns:a16="http://schemas.microsoft.com/office/drawing/2014/main" id="{81D45E44-1B78-54B5-8069-F4445277698A}"/>
                </a:ext>
              </a:extLst>
            </p:cNvPr>
            <p:cNvSpPr txBox="1"/>
            <p:nvPr/>
          </p:nvSpPr>
          <p:spPr>
            <a:xfrm>
              <a:off x="387248" y="210426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2018</a:t>
              </a:r>
            </a:p>
          </p:txBody>
        </p:sp>
        <p:sp>
          <p:nvSpPr>
            <p:cNvPr id="924" name="TextBox 923">
              <a:extLst>
                <a:ext uri="{FF2B5EF4-FFF2-40B4-BE49-F238E27FC236}">
                  <a16:creationId xmlns:a16="http://schemas.microsoft.com/office/drawing/2014/main" id="{4B61A339-3F4E-B3D9-9DA4-7F2C01825CC8}"/>
                </a:ext>
              </a:extLst>
            </p:cNvPr>
            <p:cNvSpPr txBox="1"/>
            <p:nvPr/>
          </p:nvSpPr>
          <p:spPr>
            <a:xfrm>
              <a:off x="383913" y="2880443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2005</a:t>
              </a:r>
            </a:p>
          </p:txBody>
        </p:sp>
        <p:sp>
          <p:nvSpPr>
            <p:cNvPr id="925" name="TextBox 924">
              <a:extLst>
                <a:ext uri="{FF2B5EF4-FFF2-40B4-BE49-F238E27FC236}">
                  <a16:creationId xmlns:a16="http://schemas.microsoft.com/office/drawing/2014/main" id="{9C5311F0-2683-0F19-D26B-21CD4335A430}"/>
                </a:ext>
              </a:extLst>
            </p:cNvPr>
            <p:cNvSpPr txBox="1"/>
            <p:nvPr/>
          </p:nvSpPr>
          <p:spPr>
            <a:xfrm>
              <a:off x="387248" y="365662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2017</a:t>
              </a:r>
            </a:p>
          </p:txBody>
        </p:sp>
        <p:sp>
          <p:nvSpPr>
            <p:cNvPr id="926" name="TextBox 925">
              <a:extLst>
                <a:ext uri="{FF2B5EF4-FFF2-40B4-BE49-F238E27FC236}">
                  <a16:creationId xmlns:a16="http://schemas.microsoft.com/office/drawing/2014/main" id="{7BEC6E80-7965-A050-200F-31EFAF971586}"/>
                </a:ext>
              </a:extLst>
            </p:cNvPr>
            <p:cNvSpPr txBox="1"/>
            <p:nvPr/>
          </p:nvSpPr>
          <p:spPr>
            <a:xfrm>
              <a:off x="380579" y="4454062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2002</a:t>
              </a:r>
            </a:p>
          </p:txBody>
        </p:sp>
        <p:sp>
          <p:nvSpPr>
            <p:cNvPr id="927" name="TextBox 926">
              <a:extLst>
                <a:ext uri="{FF2B5EF4-FFF2-40B4-BE49-F238E27FC236}">
                  <a16:creationId xmlns:a16="http://schemas.microsoft.com/office/drawing/2014/main" id="{B4104FA2-F853-2114-4BED-50494914CC8A}"/>
                </a:ext>
              </a:extLst>
            </p:cNvPr>
            <p:cNvSpPr txBox="1"/>
            <p:nvPr/>
          </p:nvSpPr>
          <p:spPr>
            <a:xfrm>
              <a:off x="387248" y="526213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2015</a:t>
              </a:r>
            </a:p>
          </p:txBody>
        </p:sp>
        <p:sp>
          <p:nvSpPr>
            <p:cNvPr id="928" name="TextBox 927">
              <a:extLst>
                <a:ext uri="{FF2B5EF4-FFF2-40B4-BE49-F238E27FC236}">
                  <a16:creationId xmlns:a16="http://schemas.microsoft.com/office/drawing/2014/main" id="{D090B9BE-F1CF-AE6E-0ED7-3F06978BFAC1}"/>
                </a:ext>
              </a:extLst>
            </p:cNvPr>
            <p:cNvSpPr txBox="1"/>
            <p:nvPr/>
          </p:nvSpPr>
          <p:spPr>
            <a:xfrm>
              <a:off x="387248" y="6064894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1979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962785A-F58D-1417-60B5-59FF022DA844}"/>
                </a:ext>
              </a:extLst>
            </p:cNvPr>
            <p:cNvSpPr txBox="1"/>
            <p:nvPr/>
          </p:nvSpPr>
          <p:spPr>
            <a:xfrm>
              <a:off x="114473" y="-543029"/>
              <a:ext cx="10289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ighlight>
                    <a:srgbClr val="FFFF00"/>
                  </a:highlight>
                </a:rPr>
                <a:t>#617, Here the small </a:t>
              </a:r>
              <a:r>
                <a:rPr lang="en-US" dirty="0" err="1">
                  <a:highlight>
                    <a:srgbClr val="FFFF00"/>
                  </a:highlight>
                </a:rPr>
                <a:t>barcharts</a:t>
              </a:r>
              <a:r>
                <a:rPr lang="en-US" dirty="0">
                  <a:highlight>
                    <a:srgbClr val="FFFF00"/>
                  </a:highlight>
                </a:rPr>
                <a:t> are about the % of each methodology compose papers in CITED YEARs</a:t>
              </a:r>
            </a:p>
          </p:txBody>
        </p:sp>
        <p:grpSp>
          <p:nvGrpSpPr>
            <p:cNvPr id="1737" name="Group 1736">
              <a:extLst>
                <a:ext uri="{FF2B5EF4-FFF2-40B4-BE49-F238E27FC236}">
                  <a16:creationId xmlns:a16="http://schemas.microsoft.com/office/drawing/2014/main" id="{6E7668D4-A24F-D315-5F35-86E0DA601E58}"/>
                </a:ext>
              </a:extLst>
            </p:cNvPr>
            <p:cNvGrpSpPr/>
            <p:nvPr/>
          </p:nvGrpSpPr>
          <p:grpSpPr>
            <a:xfrm>
              <a:off x="3297067" y="672904"/>
              <a:ext cx="5490293" cy="5512194"/>
              <a:chOff x="3198523" y="530874"/>
              <a:chExt cx="5782642" cy="5805710"/>
            </a:xfrm>
          </p:grpSpPr>
          <p:grpSp>
            <p:nvGrpSpPr>
              <p:cNvPr id="1299" name="Graphic 1296">
                <a:extLst>
                  <a:ext uri="{FF2B5EF4-FFF2-40B4-BE49-F238E27FC236}">
                    <a16:creationId xmlns:a16="http://schemas.microsoft.com/office/drawing/2014/main" id="{57594123-CB47-CB27-870E-65235F7C2F71}"/>
                  </a:ext>
                </a:extLst>
              </p:cNvPr>
              <p:cNvGrpSpPr/>
              <p:nvPr/>
            </p:nvGrpSpPr>
            <p:grpSpPr>
              <a:xfrm>
                <a:off x="3622268" y="952500"/>
                <a:ext cx="4947250" cy="4952339"/>
                <a:chOff x="3622268" y="952500"/>
                <a:chExt cx="4947250" cy="4952339"/>
              </a:xfrm>
            </p:grpSpPr>
            <p:sp>
              <p:nvSpPr>
                <p:cNvPr id="1300" name="Freeform 1299">
                  <a:extLst>
                    <a:ext uri="{FF2B5EF4-FFF2-40B4-BE49-F238E27FC236}">
                      <a16:creationId xmlns:a16="http://schemas.microsoft.com/office/drawing/2014/main" id="{CF35DCF8-5E2A-C7CD-4BC6-DAA8A2A26FDD}"/>
                    </a:ext>
                  </a:extLst>
                </p:cNvPr>
                <p:cNvSpPr/>
                <p:nvPr/>
              </p:nvSpPr>
              <p:spPr>
                <a:xfrm>
                  <a:off x="4928734" y="1216342"/>
                  <a:ext cx="141746" cy="197167"/>
                </a:xfrm>
                <a:custGeom>
                  <a:avLst/>
                  <a:gdLst>
                    <a:gd name="connsiteX0" fmla="*/ 0 w 141746"/>
                    <a:gd name="connsiteY0" fmla="*/ 29528 h 197167"/>
                    <a:gd name="connsiteX1" fmla="*/ 56128 w 141746"/>
                    <a:gd name="connsiteY1" fmla="*/ 0 h 197167"/>
                    <a:gd name="connsiteX2" fmla="*/ 141746 w 141746"/>
                    <a:gd name="connsiteY2" fmla="*/ 170498 h 197167"/>
                    <a:gd name="connsiteX3" fmla="*/ 90375 w 141746"/>
                    <a:gd name="connsiteY3" fmla="*/ 197168 h 197167"/>
                    <a:gd name="connsiteX4" fmla="*/ 951 w 141746"/>
                    <a:gd name="connsiteY4" fmla="*/ 29528 h 197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1746" h="197167">
                      <a:moveTo>
                        <a:pt x="0" y="29528"/>
                      </a:moveTo>
                      <a:cubicBezTo>
                        <a:pt x="19026" y="20003"/>
                        <a:pt x="37102" y="9525"/>
                        <a:pt x="56128" y="0"/>
                      </a:cubicBezTo>
                      <a:lnTo>
                        <a:pt x="141746" y="170498"/>
                      </a:lnTo>
                      <a:cubicBezTo>
                        <a:pt x="124623" y="179070"/>
                        <a:pt x="107499" y="188595"/>
                        <a:pt x="90375" y="197168"/>
                      </a:cubicBezTo>
                      <a:lnTo>
                        <a:pt x="951" y="29528"/>
                      </a:lnTo>
                      <a:close/>
                    </a:path>
                  </a:pathLst>
                </a:custGeom>
                <a:solidFill>
                  <a:srgbClr val="9AABC6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1" name="Freeform 1300">
                  <a:extLst>
                    <a:ext uri="{FF2B5EF4-FFF2-40B4-BE49-F238E27FC236}">
                      <a16:creationId xmlns:a16="http://schemas.microsoft.com/office/drawing/2014/main" id="{13819830-C36C-3828-3CFE-1E75AA67CE4F}"/>
                    </a:ext>
                  </a:extLst>
                </p:cNvPr>
                <p:cNvSpPr/>
                <p:nvPr/>
              </p:nvSpPr>
              <p:spPr>
                <a:xfrm>
                  <a:off x="3633040" y="3639502"/>
                  <a:ext cx="244488" cy="377190"/>
                </a:xfrm>
                <a:custGeom>
                  <a:avLst/>
                  <a:gdLst>
                    <a:gd name="connsiteX0" fmla="*/ 59933 w 244488"/>
                    <a:gd name="connsiteY0" fmla="*/ 377190 h 377190"/>
                    <a:gd name="connsiteX1" fmla="*/ 0 w 244488"/>
                    <a:gd name="connsiteY1" fmla="*/ 17145 h 377190"/>
                    <a:gd name="connsiteX2" fmla="*/ 189312 w 244488"/>
                    <a:gd name="connsiteY2" fmla="*/ 0 h 377190"/>
                    <a:gd name="connsiteX3" fmla="*/ 244488 w 244488"/>
                    <a:gd name="connsiteY3" fmla="*/ 332422 h 377190"/>
                    <a:gd name="connsiteX4" fmla="*/ 59933 w 244488"/>
                    <a:gd name="connsiteY4" fmla="*/ 377190 h 3771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4488" h="377190">
                      <a:moveTo>
                        <a:pt x="59933" y="377190"/>
                      </a:moveTo>
                      <a:cubicBezTo>
                        <a:pt x="31393" y="259080"/>
                        <a:pt x="10464" y="138113"/>
                        <a:pt x="0" y="17145"/>
                      </a:cubicBezTo>
                      <a:lnTo>
                        <a:pt x="189312" y="0"/>
                      </a:lnTo>
                      <a:cubicBezTo>
                        <a:pt x="199777" y="112395"/>
                        <a:pt x="217851" y="222885"/>
                        <a:pt x="244488" y="332422"/>
                      </a:cubicBezTo>
                      <a:lnTo>
                        <a:pt x="59933" y="37719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2" name="Freeform 1301">
                  <a:extLst>
                    <a:ext uri="{FF2B5EF4-FFF2-40B4-BE49-F238E27FC236}">
                      <a16:creationId xmlns:a16="http://schemas.microsoft.com/office/drawing/2014/main" id="{96C3C6AD-57C5-3A89-9950-F52A34927C27}"/>
                    </a:ext>
                  </a:extLst>
                </p:cNvPr>
                <p:cNvSpPr/>
                <p:nvPr/>
              </p:nvSpPr>
              <p:spPr>
                <a:xfrm>
                  <a:off x="5885758" y="961072"/>
                  <a:ext cx="18074" cy="189547"/>
                </a:xfrm>
                <a:custGeom>
                  <a:avLst/>
                  <a:gdLst>
                    <a:gd name="connsiteX0" fmla="*/ 0 w 18074"/>
                    <a:gd name="connsiteY0" fmla="*/ 0 h 189547"/>
                    <a:gd name="connsiteX1" fmla="*/ 1903 w 18074"/>
                    <a:gd name="connsiteY1" fmla="*/ 0 h 189547"/>
                    <a:gd name="connsiteX2" fmla="*/ 18075 w 18074"/>
                    <a:gd name="connsiteY2" fmla="*/ 189547 h 189547"/>
                    <a:gd name="connsiteX3" fmla="*/ 16173 w 18074"/>
                    <a:gd name="connsiteY3" fmla="*/ 189547 h 189547"/>
                    <a:gd name="connsiteX4" fmla="*/ 0 w 18074"/>
                    <a:gd name="connsiteY4" fmla="*/ 0 h 189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074" h="189547">
                      <a:moveTo>
                        <a:pt x="0" y="0"/>
                      </a:moveTo>
                      <a:cubicBezTo>
                        <a:pt x="0" y="0"/>
                        <a:pt x="1903" y="0"/>
                        <a:pt x="1903" y="0"/>
                      </a:cubicBezTo>
                      <a:lnTo>
                        <a:pt x="18075" y="189547"/>
                      </a:lnTo>
                      <a:cubicBezTo>
                        <a:pt x="18075" y="189547"/>
                        <a:pt x="16173" y="189547"/>
                        <a:pt x="16173" y="189547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3" name="Freeform 1302">
                  <a:extLst>
                    <a:ext uri="{FF2B5EF4-FFF2-40B4-BE49-F238E27FC236}">
                      <a16:creationId xmlns:a16="http://schemas.microsoft.com/office/drawing/2014/main" id="{B9FB3B8A-565F-5868-FE64-F4CBCBBB0F0D}"/>
                    </a:ext>
                  </a:extLst>
                </p:cNvPr>
                <p:cNvSpPr/>
                <p:nvPr/>
              </p:nvSpPr>
              <p:spPr>
                <a:xfrm>
                  <a:off x="5527112" y="1009650"/>
                  <a:ext cx="81813" cy="194310"/>
                </a:xfrm>
                <a:custGeom>
                  <a:avLst/>
                  <a:gdLst>
                    <a:gd name="connsiteX0" fmla="*/ 0 w 81813"/>
                    <a:gd name="connsiteY0" fmla="*/ 9525 h 194310"/>
                    <a:gd name="connsiteX1" fmla="*/ 40907 w 81813"/>
                    <a:gd name="connsiteY1" fmla="*/ 0 h 194310"/>
                    <a:gd name="connsiteX2" fmla="*/ 81813 w 81813"/>
                    <a:gd name="connsiteY2" fmla="*/ 185738 h 194310"/>
                    <a:gd name="connsiteX3" fmla="*/ 43760 w 81813"/>
                    <a:gd name="connsiteY3" fmla="*/ 194310 h 194310"/>
                    <a:gd name="connsiteX4" fmla="*/ 0 w 81813"/>
                    <a:gd name="connsiteY4" fmla="*/ 8573 h 1943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813" h="194310">
                      <a:moveTo>
                        <a:pt x="0" y="9525"/>
                      </a:moveTo>
                      <a:cubicBezTo>
                        <a:pt x="13318" y="6668"/>
                        <a:pt x="27588" y="2857"/>
                        <a:pt x="40907" y="0"/>
                      </a:cubicBezTo>
                      <a:lnTo>
                        <a:pt x="81813" y="185738"/>
                      </a:lnTo>
                      <a:cubicBezTo>
                        <a:pt x="69446" y="188595"/>
                        <a:pt x="56128" y="191452"/>
                        <a:pt x="43760" y="194310"/>
                      </a:cubicBezTo>
                      <a:lnTo>
                        <a:pt x="0" y="8573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4" name="Freeform 1303">
                  <a:extLst>
                    <a:ext uri="{FF2B5EF4-FFF2-40B4-BE49-F238E27FC236}">
                      <a16:creationId xmlns:a16="http://schemas.microsoft.com/office/drawing/2014/main" id="{E04F162B-329C-CD18-8322-9206516F9536}"/>
                    </a:ext>
                  </a:extLst>
                </p:cNvPr>
                <p:cNvSpPr/>
                <p:nvPr/>
              </p:nvSpPr>
              <p:spPr>
                <a:xfrm>
                  <a:off x="5078091" y="1145857"/>
                  <a:ext cx="132232" cy="199072"/>
                </a:xfrm>
                <a:custGeom>
                  <a:avLst/>
                  <a:gdLst>
                    <a:gd name="connsiteX0" fmla="*/ 0 w 132232"/>
                    <a:gd name="connsiteY0" fmla="*/ 25718 h 199072"/>
                    <a:gd name="connsiteX1" fmla="*/ 58030 w 132232"/>
                    <a:gd name="connsiteY1" fmla="*/ 0 h 199072"/>
                    <a:gd name="connsiteX2" fmla="*/ 132233 w 132232"/>
                    <a:gd name="connsiteY2" fmla="*/ 175260 h 199072"/>
                    <a:gd name="connsiteX3" fmla="*/ 78959 w 132232"/>
                    <a:gd name="connsiteY3" fmla="*/ 199072 h 199072"/>
                    <a:gd name="connsiteX4" fmla="*/ 951 w 132232"/>
                    <a:gd name="connsiteY4" fmla="*/ 25718 h 199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2232" h="199072">
                      <a:moveTo>
                        <a:pt x="0" y="25718"/>
                      </a:moveTo>
                      <a:cubicBezTo>
                        <a:pt x="19026" y="17145"/>
                        <a:pt x="38053" y="8573"/>
                        <a:pt x="58030" y="0"/>
                      </a:cubicBezTo>
                      <a:lnTo>
                        <a:pt x="132233" y="175260"/>
                      </a:lnTo>
                      <a:cubicBezTo>
                        <a:pt x="114158" y="182880"/>
                        <a:pt x="96083" y="190500"/>
                        <a:pt x="78959" y="199072"/>
                      </a:cubicBezTo>
                      <a:lnTo>
                        <a:pt x="951" y="25718"/>
                      </a:lnTo>
                      <a:close/>
                    </a:path>
                  </a:pathLst>
                </a:custGeom>
                <a:solidFill>
                  <a:srgbClr val="C4D2E6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5" name="Freeform 1304">
                  <a:extLst>
                    <a:ext uri="{FF2B5EF4-FFF2-40B4-BE49-F238E27FC236}">
                      <a16:creationId xmlns:a16="http://schemas.microsoft.com/office/drawing/2014/main" id="{4387FC83-ABC4-EC82-D501-B429E30AD6C7}"/>
                    </a:ext>
                  </a:extLst>
                </p:cNvPr>
                <p:cNvSpPr/>
                <p:nvPr/>
              </p:nvSpPr>
              <p:spPr>
                <a:xfrm>
                  <a:off x="5989452" y="954405"/>
                  <a:ext cx="10464" cy="190500"/>
                </a:xfrm>
                <a:custGeom>
                  <a:avLst/>
                  <a:gdLst>
                    <a:gd name="connsiteX0" fmla="*/ 951 w 10464"/>
                    <a:gd name="connsiteY0" fmla="*/ 0 h 190500"/>
                    <a:gd name="connsiteX1" fmla="*/ 2854 w 10464"/>
                    <a:gd name="connsiteY1" fmla="*/ 0 h 190500"/>
                    <a:gd name="connsiteX2" fmla="*/ 10465 w 10464"/>
                    <a:gd name="connsiteY2" fmla="*/ 190500 h 190500"/>
                    <a:gd name="connsiteX3" fmla="*/ 8562 w 10464"/>
                    <a:gd name="connsiteY3" fmla="*/ 190500 h 190500"/>
                    <a:gd name="connsiteX4" fmla="*/ 0 w 10464"/>
                    <a:gd name="connsiteY4" fmla="*/ 0 h 190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64" h="190500">
                      <a:moveTo>
                        <a:pt x="951" y="0"/>
                      </a:moveTo>
                      <a:cubicBezTo>
                        <a:pt x="951" y="0"/>
                        <a:pt x="2854" y="0"/>
                        <a:pt x="2854" y="0"/>
                      </a:cubicBezTo>
                      <a:lnTo>
                        <a:pt x="10465" y="190500"/>
                      </a:lnTo>
                      <a:cubicBezTo>
                        <a:pt x="10465" y="190500"/>
                        <a:pt x="8562" y="190500"/>
                        <a:pt x="8562" y="1905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6" name="Freeform 1305">
                  <a:extLst>
                    <a:ext uri="{FF2B5EF4-FFF2-40B4-BE49-F238E27FC236}">
                      <a16:creationId xmlns:a16="http://schemas.microsoft.com/office/drawing/2014/main" id="{34B4EFE4-EA1F-EF97-1EF4-48AF1AB25C4B}"/>
                    </a:ext>
                  </a:extLst>
                </p:cNvPr>
                <p:cNvSpPr/>
                <p:nvPr/>
              </p:nvSpPr>
              <p:spPr>
                <a:xfrm>
                  <a:off x="5777308" y="973455"/>
                  <a:ext cx="29490" cy="188594"/>
                </a:xfrm>
                <a:custGeom>
                  <a:avLst/>
                  <a:gdLst>
                    <a:gd name="connsiteX0" fmla="*/ 951 w 29490"/>
                    <a:gd name="connsiteY0" fmla="*/ 0 h 188594"/>
                    <a:gd name="connsiteX1" fmla="*/ 5708 w 29490"/>
                    <a:gd name="connsiteY1" fmla="*/ 0 h 188594"/>
                    <a:gd name="connsiteX2" fmla="*/ 29491 w 29490"/>
                    <a:gd name="connsiteY2" fmla="*/ 188595 h 188594"/>
                    <a:gd name="connsiteX3" fmla="*/ 24734 w 29490"/>
                    <a:gd name="connsiteY3" fmla="*/ 188595 h 188594"/>
                    <a:gd name="connsiteX4" fmla="*/ 0 w 29490"/>
                    <a:gd name="connsiteY4" fmla="*/ 0 h 188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490" h="188594">
                      <a:moveTo>
                        <a:pt x="951" y="0"/>
                      </a:moveTo>
                      <a:cubicBezTo>
                        <a:pt x="2854" y="0"/>
                        <a:pt x="3805" y="0"/>
                        <a:pt x="5708" y="0"/>
                      </a:cubicBezTo>
                      <a:lnTo>
                        <a:pt x="29491" y="188595"/>
                      </a:lnTo>
                      <a:cubicBezTo>
                        <a:pt x="27588" y="188595"/>
                        <a:pt x="26637" y="188595"/>
                        <a:pt x="24734" y="188595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7" name="Freeform 1306">
                  <a:extLst>
                    <a:ext uri="{FF2B5EF4-FFF2-40B4-BE49-F238E27FC236}">
                      <a16:creationId xmlns:a16="http://schemas.microsoft.com/office/drawing/2014/main" id="{24DFD982-507A-A01E-5EBF-62DF1E92406E}"/>
                    </a:ext>
                  </a:extLst>
                </p:cNvPr>
                <p:cNvSpPr/>
                <p:nvPr/>
              </p:nvSpPr>
              <p:spPr>
                <a:xfrm>
                  <a:off x="4779377" y="1296352"/>
                  <a:ext cx="156967" cy="197167"/>
                </a:xfrm>
                <a:custGeom>
                  <a:avLst/>
                  <a:gdLst>
                    <a:gd name="connsiteX0" fmla="*/ 0 w 156967"/>
                    <a:gd name="connsiteY0" fmla="*/ 36195 h 197167"/>
                    <a:gd name="connsiteX1" fmla="*/ 59933 w 156967"/>
                    <a:gd name="connsiteY1" fmla="*/ 0 h 197167"/>
                    <a:gd name="connsiteX2" fmla="*/ 156967 w 156967"/>
                    <a:gd name="connsiteY2" fmla="*/ 163830 h 197167"/>
                    <a:gd name="connsiteX3" fmla="*/ 101791 w 156967"/>
                    <a:gd name="connsiteY3" fmla="*/ 197168 h 197167"/>
                    <a:gd name="connsiteX4" fmla="*/ 951 w 156967"/>
                    <a:gd name="connsiteY4" fmla="*/ 36195 h 197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6967" h="197167">
                      <a:moveTo>
                        <a:pt x="0" y="36195"/>
                      </a:moveTo>
                      <a:cubicBezTo>
                        <a:pt x="19978" y="23813"/>
                        <a:pt x="39955" y="11430"/>
                        <a:pt x="59933" y="0"/>
                      </a:cubicBezTo>
                      <a:lnTo>
                        <a:pt x="156967" y="163830"/>
                      </a:lnTo>
                      <a:cubicBezTo>
                        <a:pt x="137941" y="175260"/>
                        <a:pt x="119866" y="185738"/>
                        <a:pt x="101791" y="197168"/>
                      </a:cubicBezTo>
                      <a:lnTo>
                        <a:pt x="951" y="36195"/>
                      </a:lnTo>
                      <a:close/>
                    </a:path>
                  </a:pathLst>
                </a:custGeom>
                <a:solidFill>
                  <a:srgbClr val="6F83A1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8" name="Freeform 1307">
                  <a:extLst>
                    <a:ext uri="{FF2B5EF4-FFF2-40B4-BE49-F238E27FC236}">
                      <a16:creationId xmlns:a16="http://schemas.microsoft.com/office/drawing/2014/main" id="{2ADC5871-824F-7947-1CE1-E52EC1BD8970}"/>
                    </a:ext>
                  </a:extLst>
                </p:cNvPr>
                <p:cNvSpPr/>
                <p:nvPr/>
              </p:nvSpPr>
              <p:spPr>
                <a:xfrm>
                  <a:off x="4243786" y="1668779"/>
                  <a:ext cx="246390" cy="245745"/>
                </a:xfrm>
                <a:custGeom>
                  <a:avLst/>
                  <a:gdLst>
                    <a:gd name="connsiteX0" fmla="*/ 0 w 246390"/>
                    <a:gd name="connsiteY0" fmla="*/ 119063 h 245745"/>
                    <a:gd name="connsiteX1" fmla="*/ 112255 w 246390"/>
                    <a:gd name="connsiteY1" fmla="*/ 0 h 245745"/>
                    <a:gd name="connsiteX2" fmla="*/ 246391 w 246390"/>
                    <a:gd name="connsiteY2" fmla="*/ 135255 h 245745"/>
                    <a:gd name="connsiteX3" fmla="*/ 142698 w 246390"/>
                    <a:gd name="connsiteY3" fmla="*/ 245745 h 245745"/>
                    <a:gd name="connsiteX4" fmla="*/ 0 w 246390"/>
                    <a:gd name="connsiteY4" fmla="*/ 119063 h 245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6390" h="245745">
                      <a:moveTo>
                        <a:pt x="0" y="119063"/>
                      </a:moveTo>
                      <a:cubicBezTo>
                        <a:pt x="36150" y="78105"/>
                        <a:pt x="74203" y="38100"/>
                        <a:pt x="112255" y="0"/>
                      </a:cubicBezTo>
                      <a:lnTo>
                        <a:pt x="246391" y="135255"/>
                      </a:lnTo>
                      <a:cubicBezTo>
                        <a:pt x="210241" y="170498"/>
                        <a:pt x="175994" y="207645"/>
                        <a:pt x="142698" y="245745"/>
                      </a:cubicBezTo>
                      <a:lnTo>
                        <a:pt x="0" y="119063"/>
                      </a:lnTo>
                      <a:close/>
                    </a:path>
                  </a:pathLst>
                </a:custGeom>
                <a:solidFill>
                  <a:srgbClr val="CFBBA4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09" name="Freeform 1308">
                  <a:extLst>
                    <a:ext uri="{FF2B5EF4-FFF2-40B4-BE49-F238E27FC236}">
                      <a16:creationId xmlns:a16="http://schemas.microsoft.com/office/drawing/2014/main" id="{473E7838-F9C6-E7B0-4AD8-44B0F655F0B4}"/>
                    </a:ext>
                  </a:extLst>
                </p:cNvPr>
                <p:cNvSpPr/>
                <p:nvPr/>
              </p:nvSpPr>
              <p:spPr>
                <a:xfrm>
                  <a:off x="4625264" y="1389697"/>
                  <a:ext cx="175042" cy="200977"/>
                </a:xfrm>
                <a:custGeom>
                  <a:avLst/>
                  <a:gdLst>
                    <a:gd name="connsiteX0" fmla="*/ 951 w 175042"/>
                    <a:gd name="connsiteY0" fmla="*/ 47625 h 200977"/>
                    <a:gd name="connsiteX1" fmla="*/ 67544 w 175042"/>
                    <a:gd name="connsiteY1" fmla="*/ 0 h 200977"/>
                    <a:gd name="connsiteX2" fmla="*/ 175042 w 175042"/>
                    <a:gd name="connsiteY2" fmla="*/ 157163 h 200977"/>
                    <a:gd name="connsiteX3" fmla="*/ 113207 w 175042"/>
                    <a:gd name="connsiteY3" fmla="*/ 200977 h 200977"/>
                    <a:gd name="connsiteX4" fmla="*/ 0 w 175042"/>
                    <a:gd name="connsiteY4" fmla="*/ 47625 h 200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042" h="200977">
                      <a:moveTo>
                        <a:pt x="951" y="47625"/>
                      </a:moveTo>
                      <a:cubicBezTo>
                        <a:pt x="22832" y="31432"/>
                        <a:pt x="44712" y="15240"/>
                        <a:pt x="67544" y="0"/>
                      </a:cubicBezTo>
                      <a:lnTo>
                        <a:pt x="175042" y="157163"/>
                      </a:lnTo>
                      <a:cubicBezTo>
                        <a:pt x="154113" y="171450"/>
                        <a:pt x="134136" y="185738"/>
                        <a:pt x="113207" y="200977"/>
                      </a:cubicBezTo>
                      <a:lnTo>
                        <a:pt x="0" y="47625"/>
                      </a:lnTo>
                      <a:close/>
                    </a:path>
                  </a:pathLst>
                </a:custGeom>
                <a:solidFill>
                  <a:srgbClr val="5F708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0" name="Freeform 1309">
                  <a:extLst>
                    <a:ext uri="{FF2B5EF4-FFF2-40B4-BE49-F238E27FC236}">
                      <a16:creationId xmlns:a16="http://schemas.microsoft.com/office/drawing/2014/main" id="{77EFB0F6-642E-DAC8-2F3E-C14D8ACBF582}"/>
                    </a:ext>
                  </a:extLst>
                </p:cNvPr>
                <p:cNvSpPr/>
                <p:nvPr/>
              </p:nvSpPr>
              <p:spPr>
                <a:xfrm>
                  <a:off x="3924143" y="4523422"/>
                  <a:ext cx="397650" cy="464820"/>
                </a:xfrm>
                <a:custGeom>
                  <a:avLst/>
                  <a:gdLst>
                    <a:gd name="connsiteX0" fmla="*/ 250196 w 397650"/>
                    <a:gd name="connsiteY0" fmla="*/ 464820 h 464820"/>
                    <a:gd name="connsiteX1" fmla="*/ 0 w 397650"/>
                    <a:gd name="connsiteY1" fmla="*/ 91440 h 464820"/>
                    <a:gd name="connsiteX2" fmla="*/ 167432 w 397650"/>
                    <a:gd name="connsiteY2" fmla="*/ 0 h 464820"/>
                    <a:gd name="connsiteX3" fmla="*/ 397650 w 397650"/>
                    <a:gd name="connsiteY3" fmla="*/ 344805 h 464820"/>
                    <a:gd name="connsiteX4" fmla="*/ 250196 w 397650"/>
                    <a:gd name="connsiteY4" fmla="*/ 464820 h 4648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7650" h="464820">
                      <a:moveTo>
                        <a:pt x="250196" y="464820"/>
                      </a:moveTo>
                      <a:cubicBezTo>
                        <a:pt x="156016" y="347663"/>
                        <a:pt x="72300" y="222885"/>
                        <a:pt x="0" y="91440"/>
                      </a:cubicBezTo>
                      <a:lnTo>
                        <a:pt x="167432" y="0"/>
                      </a:lnTo>
                      <a:cubicBezTo>
                        <a:pt x="234024" y="121920"/>
                        <a:pt x="311081" y="237172"/>
                        <a:pt x="397650" y="344805"/>
                      </a:cubicBezTo>
                      <a:lnTo>
                        <a:pt x="250196" y="464820"/>
                      </a:lnTo>
                      <a:close/>
                    </a:path>
                  </a:pathLst>
                </a:custGeom>
                <a:solidFill>
                  <a:srgbClr val="74B0A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1" name="Freeform 1310">
                  <a:extLst>
                    <a:ext uri="{FF2B5EF4-FFF2-40B4-BE49-F238E27FC236}">
                      <a16:creationId xmlns:a16="http://schemas.microsoft.com/office/drawing/2014/main" id="{98A05D37-F265-D324-E2D1-624D1959CAFE}"/>
                    </a:ext>
                  </a:extLst>
                </p:cNvPr>
                <p:cNvSpPr/>
                <p:nvPr/>
              </p:nvSpPr>
              <p:spPr>
                <a:xfrm>
                  <a:off x="5231253" y="1090612"/>
                  <a:ext cx="113206" cy="197167"/>
                </a:xfrm>
                <a:custGeom>
                  <a:avLst/>
                  <a:gdLst>
                    <a:gd name="connsiteX0" fmla="*/ 0 w 113206"/>
                    <a:gd name="connsiteY0" fmla="*/ 18098 h 197167"/>
                    <a:gd name="connsiteX1" fmla="*/ 50420 w 113206"/>
                    <a:gd name="connsiteY1" fmla="*/ 0 h 197167"/>
                    <a:gd name="connsiteX2" fmla="*/ 113207 w 113206"/>
                    <a:gd name="connsiteY2" fmla="*/ 180023 h 197167"/>
                    <a:gd name="connsiteX3" fmla="*/ 66592 w 113206"/>
                    <a:gd name="connsiteY3" fmla="*/ 197167 h 197167"/>
                    <a:gd name="connsiteX4" fmla="*/ 0 w 113206"/>
                    <a:gd name="connsiteY4" fmla="*/ 19050 h 197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206" h="197167">
                      <a:moveTo>
                        <a:pt x="0" y="18098"/>
                      </a:moveTo>
                      <a:cubicBezTo>
                        <a:pt x="17124" y="11430"/>
                        <a:pt x="33296" y="5715"/>
                        <a:pt x="50420" y="0"/>
                      </a:cubicBezTo>
                      <a:lnTo>
                        <a:pt x="113207" y="180023"/>
                      </a:lnTo>
                      <a:cubicBezTo>
                        <a:pt x="97986" y="185738"/>
                        <a:pt x="81813" y="191452"/>
                        <a:pt x="66592" y="197167"/>
                      </a:cubicBez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2" name="Freeform 1311">
                  <a:extLst>
                    <a:ext uri="{FF2B5EF4-FFF2-40B4-BE49-F238E27FC236}">
                      <a16:creationId xmlns:a16="http://schemas.microsoft.com/office/drawing/2014/main" id="{34A034DF-B4D6-EAAE-08A3-A273C3090E11}"/>
                    </a:ext>
                  </a:extLst>
                </p:cNvPr>
                <p:cNvSpPr/>
                <p:nvPr/>
              </p:nvSpPr>
              <p:spPr>
                <a:xfrm>
                  <a:off x="4666170" y="5294947"/>
                  <a:ext cx="524175" cy="408622"/>
                </a:xfrm>
                <a:custGeom>
                  <a:avLst/>
                  <a:gdLst>
                    <a:gd name="connsiteX0" fmla="*/ 448070 w 524175"/>
                    <a:gd name="connsiteY0" fmla="*/ 407670 h 408622"/>
                    <a:gd name="connsiteX1" fmla="*/ 0 w 524175"/>
                    <a:gd name="connsiteY1" fmla="*/ 155258 h 408622"/>
                    <a:gd name="connsiteX2" fmla="*/ 110353 w 524175"/>
                    <a:gd name="connsiteY2" fmla="*/ 0 h 408622"/>
                    <a:gd name="connsiteX3" fmla="*/ 524175 w 524175"/>
                    <a:gd name="connsiteY3" fmla="*/ 233363 h 408622"/>
                    <a:gd name="connsiteX4" fmla="*/ 449022 w 524175"/>
                    <a:gd name="connsiteY4" fmla="*/ 408622 h 408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4175" h="408622">
                      <a:moveTo>
                        <a:pt x="448070" y="407670"/>
                      </a:moveTo>
                      <a:cubicBezTo>
                        <a:pt x="290152" y="339090"/>
                        <a:pt x="139844" y="255270"/>
                        <a:pt x="0" y="155258"/>
                      </a:cubicBezTo>
                      <a:lnTo>
                        <a:pt x="110353" y="0"/>
                      </a:lnTo>
                      <a:cubicBezTo>
                        <a:pt x="239732" y="91440"/>
                        <a:pt x="378624" y="169545"/>
                        <a:pt x="524175" y="233363"/>
                      </a:cubicBezTo>
                      <a:lnTo>
                        <a:pt x="449022" y="408622"/>
                      </a:lnTo>
                      <a:close/>
                    </a:path>
                  </a:pathLst>
                </a:custGeom>
                <a:solidFill>
                  <a:srgbClr val="2B6765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3" name="Freeform 1312">
                  <a:extLst>
                    <a:ext uri="{FF2B5EF4-FFF2-40B4-BE49-F238E27FC236}">
                      <a16:creationId xmlns:a16="http://schemas.microsoft.com/office/drawing/2014/main" id="{958694CB-562F-85A9-D138-382429B5A872}"/>
                    </a:ext>
                  </a:extLst>
                </p:cNvPr>
                <p:cNvSpPr/>
                <p:nvPr/>
              </p:nvSpPr>
              <p:spPr>
                <a:xfrm>
                  <a:off x="3734831" y="2418397"/>
                  <a:ext cx="276833" cy="328612"/>
                </a:xfrm>
                <a:custGeom>
                  <a:avLst/>
                  <a:gdLst>
                    <a:gd name="connsiteX0" fmla="*/ 0 w 276833"/>
                    <a:gd name="connsiteY0" fmla="*/ 271463 h 328612"/>
                    <a:gd name="connsiteX1" fmla="*/ 102742 w 276833"/>
                    <a:gd name="connsiteY1" fmla="*/ 0 h 328612"/>
                    <a:gd name="connsiteX2" fmla="*/ 276833 w 276833"/>
                    <a:gd name="connsiteY2" fmla="*/ 78105 h 328612"/>
                    <a:gd name="connsiteX3" fmla="*/ 181701 w 276833"/>
                    <a:gd name="connsiteY3" fmla="*/ 328613 h 328612"/>
                    <a:gd name="connsiteX4" fmla="*/ 0 w 276833"/>
                    <a:gd name="connsiteY4" fmla="*/ 271463 h 328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6833" h="328612">
                      <a:moveTo>
                        <a:pt x="0" y="271463"/>
                      </a:moveTo>
                      <a:cubicBezTo>
                        <a:pt x="28540" y="179070"/>
                        <a:pt x="62787" y="88583"/>
                        <a:pt x="102742" y="0"/>
                      </a:cubicBezTo>
                      <a:lnTo>
                        <a:pt x="276833" y="78105"/>
                      </a:lnTo>
                      <a:cubicBezTo>
                        <a:pt x="240683" y="160020"/>
                        <a:pt x="208338" y="243840"/>
                        <a:pt x="181701" y="328613"/>
                      </a:cubicBezTo>
                      <a:lnTo>
                        <a:pt x="0" y="271463"/>
                      </a:lnTo>
                      <a:close/>
                    </a:path>
                  </a:pathLst>
                </a:custGeom>
                <a:solidFill>
                  <a:srgbClr val="ABA97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4" name="Freeform 1313">
                  <a:extLst>
                    <a:ext uri="{FF2B5EF4-FFF2-40B4-BE49-F238E27FC236}">
                      <a16:creationId xmlns:a16="http://schemas.microsoft.com/office/drawing/2014/main" id="{17CC7501-8073-B909-B49E-52BAF3E7E1AA}"/>
                    </a:ext>
                  </a:extLst>
                </p:cNvPr>
                <p:cNvSpPr/>
                <p:nvPr/>
              </p:nvSpPr>
              <p:spPr>
                <a:xfrm>
                  <a:off x="3643505" y="2788920"/>
                  <a:ext cx="246391" cy="341947"/>
                </a:xfrm>
                <a:custGeom>
                  <a:avLst/>
                  <a:gdLst>
                    <a:gd name="connsiteX0" fmla="*/ 0 w 246391"/>
                    <a:gd name="connsiteY0" fmla="*/ 317183 h 341947"/>
                    <a:gd name="connsiteX1" fmla="*/ 62787 w 246391"/>
                    <a:gd name="connsiteY1" fmla="*/ 0 h 341947"/>
                    <a:gd name="connsiteX2" fmla="*/ 246391 w 246391"/>
                    <a:gd name="connsiteY2" fmla="*/ 49530 h 341947"/>
                    <a:gd name="connsiteX3" fmla="*/ 188361 w 246391"/>
                    <a:gd name="connsiteY3" fmla="*/ 341948 h 341947"/>
                    <a:gd name="connsiteX4" fmla="*/ 0 w 246391"/>
                    <a:gd name="connsiteY4" fmla="*/ 317183 h 3419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6391" h="341947">
                      <a:moveTo>
                        <a:pt x="0" y="317183"/>
                      </a:moveTo>
                      <a:cubicBezTo>
                        <a:pt x="14270" y="210502"/>
                        <a:pt x="35199" y="103822"/>
                        <a:pt x="62787" y="0"/>
                      </a:cubicBezTo>
                      <a:lnTo>
                        <a:pt x="246391" y="49530"/>
                      </a:lnTo>
                      <a:cubicBezTo>
                        <a:pt x="220705" y="145733"/>
                        <a:pt x="201679" y="243840"/>
                        <a:pt x="188361" y="341948"/>
                      </a:cubicBezTo>
                      <a:lnTo>
                        <a:pt x="0" y="317183"/>
                      </a:lnTo>
                      <a:close/>
                    </a:path>
                  </a:pathLst>
                </a:custGeom>
                <a:solidFill>
                  <a:srgbClr val="9FBE9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5" name="Freeform 1314">
                  <a:extLst>
                    <a:ext uri="{FF2B5EF4-FFF2-40B4-BE49-F238E27FC236}">
                      <a16:creationId xmlns:a16="http://schemas.microsoft.com/office/drawing/2014/main" id="{D4794F7A-82D4-451B-654D-5F6587C86B27}"/>
                    </a:ext>
                  </a:extLst>
                </p:cNvPr>
                <p:cNvSpPr/>
                <p:nvPr/>
              </p:nvSpPr>
              <p:spPr>
                <a:xfrm>
                  <a:off x="4431195" y="1501139"/>
                  <a:ext cx="233072" cy="239077"/>
                </a:xfrm>
                <a:custGeom>
                  <a:avLst/>
                  <a:gdLst>
                    <a:gd name="connsiteX0" fmla="*/ 0 w 233072"/>
                    <a:gd name="connsiteY0" fmla="*/ 97155 h 239077"/>
                    <a:gd name="connsiteX1" fmla="*/ 114158 w 233072"/>
                    <a:gd name="connsiteY1" fmla="*/ 0 h 239077"/>
                    <a:gd name="connsiteX2" fmla="*/ 233073 w 233072"/>
                    <a:gd name="connsiteY2" fmla="*/ 148590 h 239077"/>
                    <a:gd name="connsiteX3" fmla="*/ 128428 w 233072"/>
                    <a:gd name="connsiteY3" fmla="*/ 239077 h 239077"/>
                    <a:gd name="connsiteX4" fmla="*/ 0 w 233072"/>
                    <a:gd name="connsiteY4" fmla="*/ 98108 h 2390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3072" h="239077">
                      <a:moveTo>
                        <a:pt x="0" y="97155"/>
                      </a:moveTo>
                      <a:cubicBezTo>
                        <a:pt x="37101" y="63818"/>
                        <a:pt x="75154" y="30480"/>
                        <a:pt x="114158" y="0"/>
                      </a:cubicBezTo>
                      <a:lnTo>
                        <a:pt x="233073" y="148590"/>
                      </a:lnTo>
                      <a:cubicBezTo>
                        <a:pt x="196923" y="177165"/>
                        <a:pt x="161724" y="207645"/>
                        <a:pt x="128428" y="239077"/>
                      </a:cubicBezTo>
                      <a:lnTo>
                        <a:pt x="0" y="98108"/>
                      </a:lnTo>
                      <a:close/>
                    </a:path>
                  </a:pathLst>
                </a:custGeom>
                <a:solidFill>
                  <a:srgbClr val="A1866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6" name="Freeform 1315">
                  <a:extLst>
                    <a:ext uri="{FF2B5EF4-FFF2-40B4-BE49-F238E27FC236}">
                      <a16:creationId xmlns:a16="http://schemas.microsoft.com/office/drawing/2014/main" id="{A636A305-478E-9565-9005-2C6412A72DDA}"/>
                    </a:ext>
                  </a:extLst>
                </p:cNvPr>
                <p:cNvSpPr/>
                <p:nvPr/>
              </p:nvSpPr>
              <p:spPr>
                <a:xfrm>
                  <a:off x="3622268" y="3208972"/>
                  <a:ext cx="199133" cy="344805"/>
                </a:xfrm>
                <a:custGeom>
                  <a:avLst/>
                  <a:gdLst>
                    <a:gd name="connsiteX0" fmla="*/ 3162 w 199133"/>
                    <a:gd name="connsiteY0" fmla="*/ 344805 h 344805"/>
                    <a:gd name="connsiteX1" fmla="*/ 9821 w 199133"/>
                    <a:gd name="connsiteY1" fmla="*/ 0 h 344805"/>
                    <a:gd name="connsiteX2" fmla="*/ 199133 w 199133"/>
                    <a:gd name="connsiteY2" fmla="*/ 17145 h 344805"/>
                    <a:gd name="connsiteX3" fmla="*/ 193426 w 199133"/>
                    <a:gd name="connsiteY3" fmla="*/ 335280 h 344805"/>
                    <a:gd name="connsiteX4" fmla="*/ 3162 w 199133"/>
                    <a:gd name="connsiteY4" fmla="*/ 344805 h 344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9133" h="344805">
                      <a:moveTo>
                        <a:pt x="3162" y="344805"/>
                      </a:moveTo>
                      <a:cubicBezTo>
                        <a:pt x="-2546" y="229553"/>
                        <a:pt x="-643" y="115253"/>
                        <a:pt x="9821" y="0"/>
                      </a:cubicBezTo>
                      <a:lnTo>
                        <a:pt x="199133" y="17145"/>
                      </a:lnTo>
                      <a:cubicBezTo>
                        <a:pt x="189620" y="122872"/>
                        <a:pt x="187718" y="228600"/>
                        <a:pt x="193426" y="335280"/>
                      </a:cubicBezTo>
                      <a:lnTo>
                        <a:pt x="3162" y="344805"/>
                      </a:lnTo>
                      <a:close/>
                    </a:path>
                  </a:pathLst>
                </a:custGeom>
                <a:solidFill>
                  <a:srgbClr val="8FA38B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7" name="Freeform 1316">
                  <a:extLst>
                    <a:ext uri="{FF2B5EF4-FFF2-40B4-BE49-F238E27FC236}">
                      <a16:creationId xmlns:a16="http://schemas.microsoft.com/office/drawing/2014/main" id="{4AA957C4-D546-AE32-5EA5-974E564B5CB4}"/>
                    </a:ext>
                  </a:extLst>
                </p:cNvPr>
                <p:cNvSpPr/>
                <p:nvPr/>
              </p:nvSpPr>
              <p:spPr>
                <a:xfrm>
                  <a:off x="4067792" y="1866900"/>
                  <a:ext cx="255904" cy="253365"/>
                </a:xfrm>
                <a:custGeom>
                  <a:avLst/>
                  <a:gdLst>
                    <a:gd name="connsiteX0" fmla="*/ 0 w 255904"/>
                    <a:gd name="connsiteY0" fmla="*/ 143828 h 253365"/>
                    <a:gd name="connsiteX1" fmla="*/ 108450 w 255904"/>
                    <a:gd name="connsiteY1" fmla="*/ 0 h 253365"/>
                    <a:gd name="connsiteX2" fmla="*/ 255904 w 255904"/>
                    <a:gd name="connsiteY2" fmla="*/ 120015 h 253365"/>
                    <a:gd name="connsiteX3" fmla="*/ 156016 w 255904"/>
                    <a:gd name="connsiteY3" fmla="*/ 253365 h 253365"/>
                    <a:gd name="connsiteX4" fmla="*/ 0 w 255904"/>
                    <a:gd name="connsiteY4" fmla="*/ 143828 h 2533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5904" h="253365">
                      <a:moveTo>
                        <a:pt x="0" y="143828"/>
                      </a:moveTo>
                      <a:cubicBezTo>
                        <a:pt x="34247" y="94297"/>
                        <a:pt x="70397" y="46672"/>
                        <a:pt x="108450" y="0"/>
                      </a:cubicBezTo>
                      <a:lnTo>
                        <a:pt x="255904" y="120015"/>
                      </a:lnTo>
                      <a:cubicBezTo>
                        <a:pt x="220705" y="162878"/>
                        <a:pt x="187409" y="207645"/>
                        <a:pt x="156016" y="253365"/>
                      </a:cubicBezTo>
                      <a:lnTo>
                        <a:pt x="0" y="143828"/>
                      </a:lnTo>
                      <a:close/>
                    </a:path>
                  </a:pathLst>
                </a:custGeom>
                <a:solidFill>
                  <a:srgbClr val="EFE09B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8" name="Freeform 1317">
                  <a:extLst>
                    <a:ext uri="{FF2B5EF4-FFF2-40B4-BE49-F238E27FC236}">
                      <a16:creationId xmlns:a16="http://schemas.microsoft.com/office/drawing/2014/main" id="{BE0E9302-2D42-2C32-FBD3-36DD15B1D733}"/>
                    </a:ext>
                  </a:extLst>
                </p:cNvPr>
                <p:cNvSpPr/>
                <p:nvPr/>
              </p:nvSpPr>
              <p:spPr>
                <a:xfrm>
                  <a:off x="6483186" y="5534025"/>
                  <a:ext cx="577449" cy="335280"/>
                </a:xfrm>
                <a:custGeom>
                  <a:avLst/>
                  <a:gdLst>
                    <a:gd name="connsiteX0" fmla="*/ 577449 w 577449"/>
                    <a:gd name="connsiteY0" fmla="*/ 175260 h 335280"/>
                    <a:gd name="connsiteX1" fmla="*/ 32345 w 577449"/>
                    <a:gd name="connsiteY1" fmla="*/ 335280 h 335280"/>
                    <a:gd name="connsiteX2" fmla="*/ 0 w 577449"/>
                    <a:gd name="connsiteY2" fmla="*/ 147638 h 335280"/>
                    <a:gd name="connsiteX3" fmla="*/ 503247 w 577449"/>
                    <a:gd name="connsiteY3" fmla="*/ 0 h 335280"/>
                    <a:gd name="connsiteX4" fmla="*/ 577449 w 577449"/>
                    <a:gd name="connsiteY4" fmla="*/ 175260 h 335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7449" h="335280">
                      <a:moveTo>
                        <a:pt x="577449" y="175260"/>
                      </a:moveTo>
                      <a:cubicBezTo>
                        <a:pt x="402407" y="249555"/>
                        <a:pt x="219754" y="302895"/>
                        <a:pt x="32345" y="335280"/>
                      </a:cubicBezTo>
                      <a:lnTo>
                        <a:pt x="0" y="147638"/>
                      </a:lnTo>
                      <a:cubicBezTo>
                        <a:pt x="173139" y="118110"/>
                        <a:pt x="341523" y="68580"/>
                        <a:pt x="503247" y="0"/>
                      </a:cubicBezTo>
                      <a:lnTo>
                        <a:pt x="577449" y="175260"/>
                      </a:lnTo>
                      <a:close/>
                    </a:path>
                  </a:pathLst>
                </a:custGeom>
                <a:solidFill>
                  <a:srgbClr val="E6A8A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9" name="Freeform 1318">
                  <a:extLst>
                    <a:ext uri="{FF2B5EF4-FFF2-40B4-BE49-F238E27FC236}">
                      <a16:creationId xmlns:a16="http://schemas.microsoft.com/office/drawing/2014/main" id="{8EE322F5-D228-A001-EBB7-A0E3CDA9EF56}"/>
                    </a:ext>
                  </a:extLst>
                </p:cNvPr>
                <p:cNvSpPr/>
                <p:nvPr/>
              </p:nvSpPr>
              <p:spPr>
                <a:xfrm>
                  <a:off x="3882285" y="2096452"/>
                  <a:ext cx="290151" cy="313372"/>
                </a:xfrm>
                <a:custGeom>
                  <a:avLst/>
                  <a:gdLst>
                    <a:gd name="connsiteX0" fmla="*/ 0 w 290151"/>
                    <a:gd name="connsiteY0" fmla="*/ 228600 h 313372"/>
                    <a:gd name="connsiteX1" fmla="*/ 129379 w 290151"/>
                    <a:gd name="connsiteY1" fmla="*/ 0 h 313372"/>
                    <a:gd name="connsiteX2" fmla="*/ 290152 w 290151"/>
                    <a:gd name="connsiteY2" fmla="*/ 102870 h 313372"/>
                    <a:gd name="connsiteX3" fmla="*/ 171237 w 290151"/>
                    <a:gd name="connsiteY3" fmla="*/ 313372 h 313372"/>
                    <a:gd name="connsiteX4" fmla="*/ 951 w 290151"/>
                    <a:gd name="connsiteY4" fmla="*/ 228600 h 313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0151" h="313372">
                      <a:moveTo>
                        <a:pt x="0" y="228600"/>
                      </a:moveTo>
                      <a:cubicBezTo>
                        <a:pt x="39004" y="150495"/>
                        <a:pt x="81813" y="74295"/>
                        <a:pt x="129379" y="0"/>
                      </a:cubicBezTo>
                      <a:lnTo>
                        <a:pt x="290152" y="102870"/>
                      </a:lnTo>
                      <a:cubicBezTo>
                        <a:pt x="246391" y="171450"/>
                        <a:pt x="207387" y="240982"/>
                        <a:pt x="171237" y="313372"/>
                      </a:cubicBezTo>
                      <a:lnTo>
                        <a:pt x="951" y="228600"/>
                      </a:lnTo>
                      <a:close/>
                    </a:path>
                  </a:pathLst>
                </a:custGeom>
                <a:solidFill>
                  <a:srgbClr val="DACA7E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0" name="Freeform 1319">
                  <a:extLst>
                    <a:ext uri="{FF2B5EF4-FFF2-40B4-BE49-F238E27FC236}">
                      <a16:creationId xmlns:a16="http://schemas.microsoft.com/office/drawing/2014/main" id="{61FA8CE6-5B2C-37D5-819A-7FA78FEAD114}"/>
                    </a:ext>
                  </a:extLst>
                </p:cNvPr>
                <p:cNvSpPr/>
                <p:nvPr/>
              </p:nvSpPr>
              <p:spPr>
                <a:xfrm>
                  <a:off x="8041442" y="4098607"/>
                  <a:ext cx="419530" cy="627697"/>
                </a:xfrm>
                <a:custGeom>
                  <a:avLst/>
                  <a:gdLst>
                    <a:gd name="connsiteX0" fmla="*/ 419530 w 419530"/>
                    <a:gd name="connsiteY0" fmla="*/ 56198 h 627697"/>
                    <a:gd name="connsiteX1" fmla="*/ 161724 w 419530"/>
                    <a:gd name="connsiteY1" fmla="*/ 627698 h 627697"/>
                    <a:gd name="connsiteX2" fmla="*/ 0 w 419530"/>
                    <a:gd name="connsiteY2" fmla="*/ 527685 h 627697"/>
                    <a:gd name="connsiteX3" fmla="*/ 237829 w 419530"/>
                    <a:gd name="connsiteY3" fmla="*/ 0 h 627697"/>
                    <a:gd name="connsiteX4" fmla="*/ 419530 w 419530"/>
                    <a:gd name="connsiteY4" fmla="*/ 56198 h 6276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9530" h="627697">
                      <a:moveTo>
                        <a:pt x="419530" y="56198"/>
                      </a:moveTo>
                      <a:cubicBezTo>
                        <a:pt x="358647" y="257175"/>
                        <a:pt x="272076" y="448628"/>
                        <a:pt x="161724" y="627698"/>
                      </a:cubicBezTo>
                      <a:lnTo>
                        <a:pt x="0" y="527685"/>
                      </a:lnTo>
                      <a:cubicBezTo>
                        <a:pt x="100839" y="362903"/>
                        <a:pt x="180750" y="185738"/>
                        <a:pt x="237829" y="0"/>
                      </a:cubicBezTo>
                      <a:lnTo>
                        <a:pt x="419530" y="56198"/>
                      </a:lnTo>
                      <a:close/>
                    </a:path>
                  </a:pathLst>
                </a:custGeom>
                <a:solidFill>
                  <a:srgbClr val="DDA46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1" name="Freeform 1320">
                  <a:extLst>
                    <a:ext uri="{FF2B5EF4-FFF2-40B4-BE49-F238E27FC236}">
                      <a16:creationId xmlns:a16="http://schemas.microsoft.com/office/drawing/2014/main" id="{5121CD44-7300-855B-3C15-EBA66D89B70D}"/>
                    </a:ext>
                  </a:extLst>
                </p:cNvPr>
                <p:cNvSpPr/>
                <p:nvPr/>
              </p:nvSpPr>
              <p:spPr>
                <a:xfrm>
                  <a:off x="6096000" y="952500"/>
                  <a:ext cx="1043594" cy="403860"/>
                </a:xfrm>
                <a:custGeom>
                  <a:avLst/>
                  <a:gdLst>
                    <a:gd name="connsiteX0" fmla="*/ 0 w 1043594"/>
                    <a:gd name="connsiteY0" fmla="*/ 0 h 403860"/>
                    <a:gd name="connsiteX1" fmla="*/ 1043595 w 1043594"/>
                    <a:gd name="connsiteY1" fmla="*/ 231458 h 403860"/>
                    <a:gd name="connsiteX2" fmla="*/ 963684 w 1043594"/>
                    <a:gd name="connsiteY2" fmla="*/ 403860 h 403860"/>
                    <a:gd name="connsiteX3" fmla="*/ 0 w 1043594"/>
                    <a:gd name="connsiteY3" fmla="*/ 190500 h 403860"/>
                    <a:gd name="connsiteX4" fmla="*/ 0 w 1043594"/>
                    <a:gd name="connsiteY4" fmla="*/ 0 h 403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3594" h="403860">
                      <a:moveTo>
                        <a:pt x="0" y="0"/>
                      </a:moveTo>
                      <a:cubicBezTo>
                        <a:pt x="360549" y="0"/>
                        <a:pt x="716341" y="79057"/>
                        <a:pt x="1043595" y="231458"/>
                      </a:cubicBezTo>
                      <a:lnTo>
                        <a:pt x="963684" y="403860"/>
                      </a:lnTo>
                      <a:cubicBezTo>
                        <a:pt x="662117" y="262890"/>
                        <a:pt x="332961" y="190500"/>
                        <a:pt x="0" y="19050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C4D36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2" name="Freeform 1321">
                  <a:extLst>
                    <a:ext uri="{FF2B5EF4-FFF2-40B4-BE49-F238E27FC236}">
                      <a16:creationId xmlns:a16="http://schemas.microsoft.com/office/drawing/2014/main" id="{7D5A70CE-BC08-7F86-0476-5244F42C59D1}"/>
                    </a:ext>
                  </a:extLst>
                </p:cNvPr>
                <p:cNvSpPr/>
                <p:nvPr/>
              </p:nvSpPr>
              <p:spPr>
                <a:xfrm>
                  <a:off x="3719610" y="4063365"/>
                  <a:ext cx="327253" cy="459104"/>
                </a:xfrm>
                <a:custGeom>
                  <a:avLst/>
                  <a:gdLst>
                    <a:gd name="connsiteX0" fmla="*/ 156967 w 327253"/>
                    <a:gd name="connsiteY0" fmla="*/ 459105 h 459104"/>
                    <a:gd name="connsiteX1" fmla="*/ 0 w 327253"/>
                    <a:gd name="connsiteY1" fmla="*/ 53340 h 459104"/>
                    <a:gd name="connsiteX2" fmla="*/ 182653 w 327253"/>
                    <a:gd name="connsiteY2" fmla="*/ 0 h 459104"/>
                    <a:gd name="connsiteX3" fmla="*/ 327253 w 327253"/>
                    <a:gd name="connsiteY3" fmla="*/ 375285 h 459104"/>
                    <a:gd name="connsiteX4" fmla="*/ 156967 w 327253"/>
                    <a:gd name="connsiteY4" fmla="*/ 459105 h 459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253" h="459104">
                      <a:moveTo>
                        <a:pt x="156967" y="459105"/>
                      </a:moveTo>
                      <a:cubicBezTo>
                        <a:pt x="93229" y="328613"/>
                        <a:pt x="39955" y="192405"/>
                        <a:pt x="0" y="53340"/>
                      </a:cubicBezTo>
                      <a:lnTo>
                        <a:pt x="182653" y="0"/>
                      </a:lnTo>
                      <a:cubicBezTo>
                        <a:pt x="219754" y="128588"/>
                        <a:pt x="268271" y="254317"/>
                        <a:pt x="327253" y="375285"/>
                      </a:cubicBezTo>
                      <a:lnTo>
                        <a:pt x="156967" y="459105"/>
                      </a:lnTo>
                      <a:close/>
                    </a:path>
                  </a:pathLst>
                </a:custGeom>
                <a:solidFill>
                  <a:srgbClr val="88B58E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3" name="Freeform 1322">
                  <a:extLst>
                    <a:ext uri="{FF2B5EF4-FFF2-40B4-BE49-F238E27FC236}">
                      <a16:creationId xmlns:a16="http://schemas.microsoft.com/office/drawing/2014/main" id="{07825BB3-3FF0-A641-4AE4-F0DDCA72E4EB}"/>
                    </a:ext>
                  </a:extLst>
                </p:cNvPr>
                <p:cNvSpPr/>
                <p:nvPr/>
              </p:nvSpPr>
              <p:spPr>
                <a:xfrm>
                  <a:off x="7073002" y="5198744"/>
                  <a:ext cx="588864" cy="468630"/>
                </a:xfrm>
                <a:custGeom>
                  <a:avLst/>
                  <a:gdLst>
                    <a:gd name="connsiteX0" fmla="*/ 588865 w 588864"/>
                    <a:gd name="connsiteY0" fmla="*/ 147638 h 468630"/>
                    <a:gd name="connsiteX1" fmla="*/ 81813 w 588864"/>
                    <a:gd name="connsiteY1" fmla="*/ 468630 h 468630"/>
                    <a:gd name="connsiteX2" fmla="*/ 0 w 588864"/>
                    <a:gd name="connsiteY2" fmla="*/ 296228 h 468630"/>
                    <a:gd name="connsiteX3" fmla="*/ 468048 w 588864"/>
                    <a:gd name="connsiteY3" fmla="*/ 0 h 468630"/>
                    <a:gd name="connsiteX4" fmla="*/ 588865 w 588864"/>
                    <a:gd name="connsiteY4" fmla="*/ 147638 h 468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8864" h="468630">
                      <a:moveTo>
                        <a:pt x="588865" y="147638"/>
                      </a:moveTo>
                      <a:cubicBezTo>
                        <a:pt x="433800" y="275273"/>
                        <a:pt x="262563" y="382905"/>
                        <a:pt x="81813" y="468630"/>
                      </a:cubicBezTo>
                      <a:lnTo>
                        <a:pt x="0" y="296228"/>
                      </a:lnTo>
                      <a:cubicBezTo>
                        <a:pt x="167432" y="217170"/>
                        <a:pt x="324399" y="117158"/>
                        <a:pt x="468048" y="0"/>
                      </a:cubicBezTo>
                      <a:lnTo>
                        <a:pt x="588865" y="147638"/>
                      </a:lnTo>
                      <a:close/>
                    </a:path>
                  </a:pathLst>
                </a:custGeom>
                <a:solidFill>
                  <a:srgbClr val="EEC498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4" name="Freeform 1323">
                  <a:extLst>
                    <a:ext uri="{FF2B5EF4-FFF2-40B4-BE49-F238E27FC236}">
                      <a16:creationId xmlns:a16="http://schemas.microsoft.com/office/drawing/2014/main" id="{AA3AF106-2663-F201-CDCD-E8B373849181}"/>
                    </a:ext>
                  </a:extLst>
                </p:cNvPr>
                <p:cNvSpPr/>
                <p:nvPr/>
              </p:nvSpPr>
              <p:spPr>
                <a:xfrm>
                  <a:off x="4240932" y="4940617"/>
                  <a:ext cx="459486" cy="447675"/>
                </a:xfrm>
                <a:custGeom>
                  <a:avLst/>
                  <a:gdLst>
                    <a:gd name="connsiteX0" fmla="*/ 342474 w 459486"/>
                    <a:gd name="connsiteY0" fmla="*/ 447675 h 447675"/>
                    <a:gd name="connsiteX1" fmla="*/ 0 w 459486"/>
                    <a:gd name="connsiteY1" fmla="*/ 125730 h 447675"/>
                    <a:gd name="connsiteX2" fmla="*/ 142698 w 459486"/>
                    <a:gd name="connsiteY2" fmla="*/ 0 h 447675"/>
                    <a:gd name="connsiteX3" fmla="*/ 459486 w 459486"/>
                    <a:gd name="connsiteY3" fmla="*/ 297180 h 447675"/>
                    <a:gd name="connsiteX4" fmla="*/ 343425 w 459486"/>
                    <a:gd name="connsiteY4" fmla="*/ 447675 h 447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9486" h="447675">
                      <a:moveTo>
                        <a:pt x="342474" y="447675"/>
                      </a:moveTo>
                      <a:cubicBezTo>
                        <a:pt x="217851" y="351472"/>
                        <a:pt x="103693" y="243840"/>
                        <a:pt x="0" y="125730"/>
                      </a:cubicBezTo>
                      <a:lnTo>
                        <a:pt x="142698" y="0"/>
                      </a:lnTo>
                      <a:cubicBezTo>
                        <a:pt x="238781" y="108585"/>
                        <a:pt x="344377" y="208597"/>
                        <a:pt x="459486" y="297180"/>
                      </a:cubicBezTo>
                      <a:lnTo>
                        <a:pt x="343425" y="447675"/>
                      </a:lnTo>
                      <a:close/>
                    </a:path>
                  </a:pathLst>
                </a:custGeom>
                <a:solidFill>
                  <a:srgbClr val="588C89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5" name="Freeform 1324">
                  <a:extLst>
                    <a:ext uri="{FF2B5EF4-FFF2-40B4-BE49-F238E27FC236}">
                      <a16:creationId xmlns:a16="http://schemas.microsoft.com/office/drawing/2014/main" id="{3B646971-73A9-BB32-8AF7-97D10CBD7E9B}"/>
                    </a:ext>
                  </a:extLst>
                </p:cNvPr>
                <p:cNvSpPr/>
                <p:nvPr/>
              </p:nvSpPr>
              <p:spPr>
                <a:xfrm>
                  <a:off x="5210324" y="5562600"/>
                  <a:ext cx="565082" cy="318135"/>
                </a:xfrm>
                <a:custGeom>
                  <a:avLst/>
                  <a:gdLst>
                    <a:gd name="connsiteX0" fmla="*/ 538445 w 565082"/>
                    <a:gd name="connsiteY0" fmla="*/ 318135 h 318135"/>
                    <a:gd name="connsiteX1" fmla="*/ 0 w 565082"/>
                    <a:gd name="connsiteY1" fmla="*/ 178118 h 318135"/>
                    <a:gd name="connsiteX2" fmla="*/ 68495 w 565082"/>
                    <a:gd name="connsiteY2" fmla="*/ 0 h 318135"/>
                    <a:gd name="connsiteX3" fmla="*/ 565082 w 565082"/>
                    <a:gd name="connsiteY3" fmla="*/ 128588 h 318135"/>
                    <a:gd name="connsiteX4" fmla="*/ 538445 w 565082"/>
                    <a:gd name="connsiteY4" fmla="*/ 317182 h 318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5082" h="318135">
                      <a:moveTo>
                        <a:pt x="538445" y="318135"/>
                      </a:moveTo>
                      <a:cubicBezTo>
                        <a:pt x="353890" y="292418"/>
                        <a:pt x="174091" y="244793"/>
                        <a:pt x="0" y="178118"/>
                      </a:cubicBezTo>
                      <a:lnTo>
                        <a:pt x="68495" y="0"/>
                      </a:lnTo>
                      <a:cubicBezTo>
                        <a:pt x="228316" y="61913"/>
                        <a:pt x="395748" y="104775"/>
                        <a:pt x="565082" y="128588"/>
                      </a:cubicBezTo>
                      <a:lnTo>
                        <a:pt x="538445" y="317182"/>
                      </a:lnTo>
                      <a:close/>
                    </a:path>
                  </a:pathLst>
                </a:custGeom>
                <a:solidFill>
                  <a:srgbClr val="F6D4D1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6" name="Freeform 1325">
                  <a:extLst>
                    <a:ext uri="{FF2B5EF4-FFF2-40B4-BE49-F238E27FC236}">
                      <a16:creationId xmlns:a16="http://schemas.microsoft.com/office/drawing/2014/main" id="{C5DB8F2B-714B-8424-9574-DC65992C8020}"/>
                    </a:ext>
                  </a:extLst>
                </p:cNvPr>
                <p:cNvSpPr/>
                <p:nvPr/>
              </p:nvSpPr>
              <p:spPr>
                <a:xfrm>
                  <a:off x="7144351" y="1228725"/>
                  <a:ext cx="803862" cy="685800"/>
                </a:xfrm>
                <a:custGeom>
                  <a:avLst/>
                  <a:gdLst>
                    <a:gd name="connsiteX0" fmla="*/ 87521 w 803862"/>
                    <a:gd name="connsiteY0" fmla="*/ 0 h 685800"/>
                    <a:gd name="connsiteX1" fmla="*/ 803863 w 803862"/>
                    <a:gd name="connsiteY1" fmla="*/ 559118 h 685800"/>
                    <a:gd name="connsiteX2" fmla="*/ 661165 w 803862"/>
                    <a:gd name="connsiteY2" fmla="*/ 685800 h 685800"/>
                    <a:gd name="connsiteX3" fmla="*/ 0 w 803862"/>
                    <a:gd name="connsiteY3" fmla="*/ 169545 h 685800"/>
                    <a:gd name="connsiteX4" fmla="*/ 87521 w 803862"/>
                    <a:gd name="connsiteY4" fmla="*/ 0 h 685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3862" h="685800">
                      <a:moveTo>
                        <a:pt x="87521" y="0"/>
                      </a:moveTo>
                      <a:cubicBezTo>
                        <a:pt x="358647" y="140017"/>
                        <a:pt x="601232" y="329565"/>
                        <a:pt x="803863" y="559118"/>
                      </a:cubicBezTo>
                      <a:lnTo>
                        <a:pt x="661165" y="685800"/>
                      </a:lnTo>
                      <a:cubicBezTo>
                        <a:pt x="474707" y="474345"/>
                        <a:pt x="250196" y="300038"/>
                        <a:pt x="0" y="169545"/>
                      </a:cubicBezTo>
                      <a:lnTo>
                        <a:pt x="87521" y="0"/>
                      </a:lnTo>
                      <a:close/>
                    </a:path>
                  </a:pathLst>
                </a:custGeom>
                <a:solidFill>
                  <a:srgbClr val="BD6233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7" name="Freeform 1326">
                  <a:extLst>
                    <a:ext uri="{FF2B5EF4-FFF2-40B4-BE49-F238E27FC236}">
                      <a16:creationId xmlns:a16="http://schemas.microsoft.com/office/drawing/2014/main" id="{53902092-5312-4A19-CA8E-98C9DC7F7D75}"/>
                    </a:ext>
                  </a:extLst>
                </p:cNvPr>
                <p:cNvSpPr/>
                <p:nvPr/>
              </p:nvSpPr>
              <p:spPr>
                <a:xfrm>
                  <a:off x="5669810" y="988694"/>
                  <a:ext cx="39003" cy="188594"/>
                </a:xfrm>
                <a:custGeom>
                  <a:avLst/>
                  <a:gdLst>
                    <a:gd name="connsiteX0" fmla="*/ 0 w 39003"/>
                    <a:gd name="connsiteY0" fmla="*/ 953 h 188594"/>
                    <a:gd name="connsiteX1" fmla="*/ 6659 w 39003"/>
                    <a:gd name="connsiteY1" fmla="*/ 0 h 188594"/>
                    <a:gd name="connsiteX2" fmla="*/ 39004 w 39003"/>
                    <a:gd name="connsiteY2" fmla="*/ 187643 h 188594"/>
                    <a:gd name="connsiteX3" fmla="*/ 32345 w 39003"/>
                    <a:gd name="connsiteY3" fmla="*/ 188595 h 188594"/>
                    <a:gd name="connsiteX4" fmla="*/ 0 w 39003"/>
                    <a:gd name="connsiteY4" fmla="*/ 953 h 188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003" h="188594">
                      <a:moveTo>
                        <a:pt x="0" y="953"/>
                      </a:moveTo>
                      <a:cubicBezTo>
                        <a:pt x="1902" y="953"/>
                        <a:pt x="4757" y="953"/>
                        <a:pt x="6659" y="0"/>
                      </a:cubicBezTo>
                      <a:lnTo>
                        <a:pt x="39004" y="187643"/>
                      </a:lnTo>
                      <a:cubicBezTo>
                        <a:pt x="37101" y="187643"/>
                        <a:pt x="35199" y="187643"/>
                        <a:pt x="32345" y="188595"/>
                      </a:cubicBezTo>
                      <a:lnTo>
                        <a:pt x="0" y="953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8" name="Freeform 1327">
                  <a:extLst>
                    <a:ext uri="{FF2B5EF4-FFF2-40B4-BE49-F238E27FC236}">
                      <a16:creationId xmlns:a16="http://schemas.microsoft.com/office/drawing/2014/main" id="{BB420B69-2C6B-9FBA-9974-9EDCFC792A6B}"/>
                    </a:ext>
                  </a:extLst>
                </p:cNvPr>
                <p:cNvSpPr/>
                <p:nvPr/>
              </p:nvSpPr>
              <p:spPr>
                <a:xfrm>
                  <a:off x="8304957" y="3403282"/>
                  <a:ext cx="264561" cy="652462"/>
                </a:xfrm>
                <a:custGeom>
                  <a:avLst/>
                  <a:gdLst>
                    <a:gd name="connsiteX0" fmla="*/ 264466 w 264561"/>
                    <a:gd name="connsiteY0" fmla="*/ 0 h 652462"/>
                    <a:gd name="connsiteX1" fmla="*/ 184555 w 264561"/>
                    <a:gd name="connsiteY1" fmla="*/ 652463 h 652462"/>
                    <a:gd name="connsiteX2" fmla="*/ 0 w 264561"/>
                    <a:gd name="connsiteY2" fmla="*/ 603885 h 652462"/>
                    <a:gd name="connsiteX3" fmla="*/ 74203 w 264561"/>
                    <a:gd name="connsiteY3" fmla="*/ 1905 h 652462"/>
                    <a:gd name="connsiteX4" fmla="*/ 264466 w 264561"/>
                    <a:gd name="connsiteY4" fmla="*/ 0 h 652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4561" h="652462">
                      <a:moveTo>
                        <a:pt x="264466" y="0"/>
                      </a:moveTo>
                      <a:cubicBezTo>
                        <a:pt x="266369" y="220028"/>
                        <a:pt x="239732" y="439103"/>
                        <a:pt x="184555" y="652463"/>
                      </a:cubicBezTo>
                      <a:lnTo>
                        <a:pt x="0" y="603885"/>
                      </a:lnTo>
                      <a:cubicBezTo>
                        <a:pt x="51371" y="407670"/>
                        <a:pt x="76105" y="204788"/>
                        <a:pt x="74203" y="1905"/>
                      </a:cubicBezTo>
                      <a:lnTo>
                        <a:pt x="264466" y="0"/>
                      </a:lnTo>
                      <a:close/>
                    </a:path>
                  </a:pathLst>
                </a:custGeom>
                <a:solidFill>
                  <a:srgbClr val="D4A134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9" name="Freeform 1328">
                  <a:extLst>
                    <a:ext uri="{FF2B5EF4-FFF2-40B4-BE49-F238E27FC236}">
                      <a16:creationId xmlns:a16="http://schemas.microsoft.com/office/drawing/2014/main" id="{FD991AAB-5ECD-4249-645D-7A4E5E248E63}"/>
                    </a:ext>
                  </a:extLst>
                </p:cNvPr>
                <p:cNvSpPr/>
                <p:nvPr/>
              </p:nvSpPr>
              <p:spPr>
                <a:xfrm>
                  <a:off x="5850560" y="5695950"/>
                  <a:ext cx="563179" cy="208889"/>
                </a:xfrm>
                <a:custGeom>
                  <a:avLst/>
                  <a:gdLst>
                    <a:gd name="connsiteX0" fmla="*/ 563179 w 563179"/>
                    <a:gd name="connsiteY0" fmla="*/ 188595 h 208889"/>
                    <a:gd name="connsiteX1" fmla="*/ 0 w 563179"/>
                    <a:gd name="connsiteY1" fmla="*/ 197168 h 208889"/>
                    <a:gd name="connsiteX2" fmla="*/ 19026 w 563179"/>
                    <a:gd name="connsiteY2" fmla="*/ 7620 h 208889"/>
                    <a:gd name="connsiteX3" fmla="*/ 538445 w 563179"/>
                    <a:gd name="connsiteY3" fmla="*/ 0 h 208889"/>
                    <a:gd name="connsiteX4" fmla="*/ 563179 w 563179"/>
                    <a:gd name="connsiteY4" fmla="*/ 188595 h 208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3179" h="208889">
                      <a:moveTo>
                        <a:pt x="563179" y="188595"/>
                      </a:moveTo>
                      <a:cubicBezTo>
                        <a:pt x="376721" y="212407"/>
                        <a:pt x="187409" y="215265"/>
                        <a:pt x="0" y="197168"/>
                      </a:cubicBezTo>
                      <a:lnTo>
                        <a:pt x="19026" y="7620"/>
                      </a:lnTo>
                      <a:cubicBezTo>
                        <a:pt x="192166" y="24765"/>
                        <a:pt x="366257" y="21907"/>
                        <a:pt x="538445" y="0"/>
                      </a:cubicBezTo>
                      <a:lnTo>
                        <a:pt x="563179" y="188595"/>
                      </a:lnTo>
                      <a:close/>
                    </a:path>
                  </a:pathLst>
                </a:custGeom>
                <a:solidFill>
                  <a:srgbClr val="F2BFB8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0" name="Freeform 1329">
                  <a:extLst>
                    <a:ext uri="{FF2B5EF4-FFF2-40B4-BE49-F238E27FC236}">
                      <a16:creationId xmlns:a16="http://schemas.microsoft.com/office/drawing/2014/main" id="{3D34FEA7-30D6-15D0-20CF-EDB93CDD404D}"/>
                    </a:ext>
                  </a:extLst>
                </p:cNvPr>
                <p:cNvSpPr/>
                <p:nvPr/>
              </p:nvSpPr>
              <p:spPr>
                <a:xfrm>
                  <a:off x="7867351" y="1866900"/>
                  <a:ext cx="517515" cy="697229"/>
                </a:xfrm>
                <a:custGeom>
                  <a:avLst/>
                  <a:gdLst>
                    <a:gd name="connsiteX0" fmla="*/ 147454 w 517515"/>
                    <a:gd name="connsiteY0" fmla="*/ 0 h 697229"/>
                    <a:gd name="connsiteX1" fmla="*/ 517516 w 517515"/>
                    <a:gd name="connsiteY1" fmla="*/ 624840 h 697229"/>
                    <a:gd name="connsiteX2" fmla="*/ 341522 w 517515"/>
                    <a:gd name="connsiteY2" fmla="*/ 697230 h 697229"/>
                    <a:gd name="connsiteX3" fmla="*/ 0 w 517515"/>
                    <a:gd name="connsiteY3" fmla="*/ 120015 h 697229"/>
                    <a:gd name="connsiteX4" fmla="*/ 147454 w 517515"/>
                    <a:gd name="connsiteY4" fmla="*/ 0 h 697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7515" h="697229">
                      <a:moveTo>
                        <a:pt x="147454" y="0"/>
                      </a:moveTo>
                      <a:cubicBezTo>
                        <a:pt x="300616" y="188595"/>
                        <a:pt x="425239" y="399097"/>
                        <a:pt x="517516" y="624840"/>
                      </a:cubicBezTo>
                      <a:lnTo>
                        <a:pt x="341522" y="697230"/>
                      </a:lnTo>
                      <a:cubicBezTo>
                        <a:pt x="256856" y="489585"/>
                        <a:pt x="141746" y="295275"/>
                        <a:pt x="0" y="120015"/>
                      </a:cubicBezTo>
                      <a:lnTo>
                        <a:pt x="147454" y="0"/>
                      </a:lnTo>
                      <a:close/>
                    </a:path>
                  </a:pathLst>
                </a:custGeom>
                <a:solidFill>
                  <a:srgbClr val="BE7830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1" name="Freeform 1330">
                  <a:extLst>
                    <a:ext uri="{FF2B5EF4-FFF2-40B4-BE49-F238E27FC236}">
                      <a16:creationId xmlns:a16="http://schemas.microsoft.com/office/drawing/2014/main" id="{93168469-19B8-345E-DB11-495D05192162}"/>
                    </a:ext>
                  </a:extLst>
                </p:cNvPr>
                <p:cNvSpPr/>
                <p:nvPr/>
              </p:nvSpPr>
              <p:spPr>
                <a:xfrm>
                  <a:off x="7614301" y="4706302"/>
                  <a:ext cx="533689" cy="572452"/>
                </a:xfrm>
                <a:custGeom>
                  <a:avLst/>
                  <a:gdLst>
                    <a:gd name="connsiteX0" fmla="*/ 533689 w 533689"/>
                    <a:gd name="connsiteY0" fmla="*/ 105728 h 572452"/>
                    <a:gd name="connsiteX1" fmla="*/ 126526 w 533689"/>
                    <a:gd name="connsiteY1" fmla="*/ 572453 h 572452"/>
                    <a:gd name="connsiteX2" fmla="*/ 0 w 533689"/>
                    <a:gd name="connsiteY2" fmla="*/ 430530 h 572452"/>
                    <a:gd name="connsiteX3" fmla="*/ 375770 w 533689"/>
                    <a:gd name="connsiteY3" fmla="*/ 0 h 572452"/>
                    <a:gd name="connsiteX4" fmla="*/ 533689 w 533689"/>
                    <a:gd name="connsiteY4" fmla="*/ 106680 h 572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33689" h="572452">
                      <a:moveTo>
                        <a:pt x="533689" y="105728"/>
                      </a:moveTo>
                      <a:cubicBezTo>
                        <a:pt x="417628" y="278130"/>
                        <a:pt x="281590" y="434340"/>
                        <a:pt x="126526" y="572453"/>
                      </a:cubicBezTo>
                      <a:lnTo>
                        <a:pt x="0" y="430530"/>
                      </a:lnTo>
                      <a:cubicBezTo>
                        <a:pt x="142698" y="302895"/>
                        <a:pt x="269223" y="158115"/>
                        <a:pt x="375770" y="0"/>
                      </a:cubicBezTo>
                      <a:lnTo>
                        <a:pt x="533689" y="106680"/>
                      </a:lnTo>
                      <a:close/>
                    </a:path>
                  </a:pathLst>
                </a:custGeom>
                <a:solidFill>
                  <a:srgbClr val="E8A97E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2" name="Freeform 1331">
                  <a:extLst>
                    <a:ext uri="{FF2B5EF4-FFF2-40B4-BE49-F238E27FC236}">
                      <a16:creationId xmlns:a16="http://schemas.microsoft.com/office/drawing/2014/main" id="{C3EFDFBA-45AC-7F2C-D60C-C165F3AC0E5F}"/>
                    </a:ext>
                  </a:extLst>
                </p:cNvPr>
                <p:cNvSpPr/>
                <p:nvPr/>
              </p:nvSpPr>
              <p:spPr>
                <a:xfrm>
                  <a:off x="8243122" y="2587942"/>
                  <a:ext cx="322496" cy="721995"/>
                </a:xfrm>
                <a:custGeom>
                  <a:avLst/>
                  <a:gdLst>
                    <a:gd name="connsiteX0" fmla="*/ 178847 w 322496"/>
                    <a:gd name="connsiteY0" fmla="*/ 0 h 721995"/>
                    <a:gd name="connsiteX1" fmla="*/ 322496 w 322496"/>
                    <a:gd name="connsiteY1" fmla="*/ 712470 h 721995"/>
                    <a:gd name="connsiteX2" fmla="*/ 132233 w 322496"/>
                    <a:gd name="connsiteY2" fmla="*/ 721995 h 721995"/>
                    <a:gd name="connsiteX3" fmla="*/ 0 w 322496"/>
                    <a:gd name="connsiteY3" fmla="*/ 64770 h 721995"/>
                    <a:gd name="connsiteX4" fmla="*/ 178847 w 322496"/>
                    <a:gd name="connsiteY4" fmla="*/ 0 h 721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2496" h="721995">
                      <a:moveTo>
                        <a:pt x="178847" y="0"/>
                      </a:moveTo>
                      <a:cubicBezTo>
                        <a:pt x="261612" y="228600"/>
                        <a:pt x="310129" y="468630"/>
                        <a:pt x="322496" y="712470"/>
                      </a:cubicBezTo>
                      <a:lnTo>
                        <a:pt x="132233" y="721995"/>
                      </a:lnTo>
                      <a:cubicBezTo>
                        <a:pt x="120817" y="497205"/>
                        <a:pt x="76105" y="276225"/>
                        <a:pt x="0" y="64770"/>
                      </a:cubicBezTo>
                      <a:lnTo>
                        <a:pt x="178847" y="0"/>
                      </a:lnTo>
                      <a:close/>
                    </a:path>
                  </a:pathLst>
                </a:custGeom>
                <a:solidFill>
                  <a:srgbClr val="C98C32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3" name="Freeform 1332">
                  <a:extLst>
                    <a:ext uri="{FF2B5EF4-FFF2-40B4-BE49-F238E27FC236}">
                      <a16:creationId xmlns:a16="http://schemas.microsoft.com/office/drawing/2014/main" id="{8BF8221F-20D9-39E2-8723-0E627499F8D0}"/>
                    </a:ext>
                  </a:extLst>
                </p:cNvPr>
                <p:cNvSpPr/>
                <p:nvPr/>
              </p:nvSpPr>
              <p:spPr>
                <a:xfrm>
                  <a:off x="5380609" y="1044892"/>
                  <a:ext cx="98937" cy="196215"/>
                </a:xfrm>
                <a:custGeom>
                  <a:avLst/>
                  <a:gdLst>
                    <a:gd name="connsiteX0" fmla="*/ 0 w 98937"/>
                    <a:gd name="connsiteY0" fmla="*/ 13335 h 196215"/>
                    <a:gd name="connsiteX1" fmla="*/ 47566 w 98937"/>
                    <a:gd name="connsiteY1" fmla="*/ 0 h 196215"/>
                    <a:gd name="connsiteX2" fmla="*/ 98937 w 98937"/>
                    <a:gd name="connsiteY2" fmla="*/ 183833 h 196215"/>
                    <a:gd name="connsiteX3" fmla="*/ 55177 w 98937"/>
                    <a:gd name="connsiteY3" fmla="*/ 196215 h 196215"/>
                    <a:gd name="connsiteX4" fmla="*/ 0 w 98937"/>
                    <a:gd name="connsiteY4" fmla="*/ 14288 h 196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937" h="196215">
                      <a:moveTo>
                        <a:pt x="0" y="13335"/>
                      </a:moveTo>
                      <a:cubicBezTo>
                        <a:pt x="15221" y="8572"/>
                        <a:pt x="31394" y="3810"/>
                        <a:pt x="47566" y="0"/>
                      </a:cubicBezTo>
                      <a:lnTo>
                        <a:pt x="98937" y="183833"/>
                      </a:lnTo>
                      <a:cubicBezTo>
                        <a:pt x="84667" y="187643"/>
                        <a:pt x="69446" y="192405"/>
                        <a:pt x="55177" y="196215"/>
                      </a:cubicBezTo>
                      <a:lnTo>
                        <a:pt x="0" y="1428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334" name="Graphic 1296">
                <a:extLst>
                  <a:ext uri="{FF2B5EF4-FFF2-40B4-BE49-F238E27FC236}">
                    <a16:creationId xmlns:a16="http://schemas.microsoft.com/office/drawing/2014/main" id="{A96B126D-B738-1D06-F273-BB453228B536}"/>
                  </a:ext>
                </a:extLst>
              </p:cNvPr>
              <p:cNvGrpSpPr/>
              <p:nvPr/>
            </p:nvGrpSpPr>
            <p:grpSpPr>
              <a:xfrm>
                <a:off x="3832817" y="1161097"/>
                <a:ext cx="4529219" cy="4534852"/>
                <a:chOff x="3832817" y="1161097"/>
                <a:chExt cx="4529219" cy="4534852"/>
              </a:xfrm>
            </p:grpSpPr>
            <p:sp>
              <p:nvSpPr>
                <p:cNvPr id="1335" name="Freeform 1334">
                  <a:extLst>
                    <a:ext uri="{FF2B5EF4-FFF2-40B4-BE49-F238E27FC236}">
                      <a16:creationId xmlns:a16="http://schemas.microsoft.com/office/drawing/2014/main" id="{AF166576-C8D2-D790-2D8A-BC70815841AD}"/>
                    </a:ext>
                  </a:extLst>
                </p:cNvPr>
                <p:cNvSpPr/>
                <p:nvPr/>
              </p:nvSpPr>
              <p:spPr>
                <a:xfrm>
                  <a:off x="3922241" y="1429702"/>
                  <a:ext cx="1468265" cy="2518410"/>
                </a:xfrm>
                <a:custGeom>
                  <a:avLst/>
                  <a:gdLst>
                    <a:gd name="connsiteX0" fmla="*/ 1106381 w 1468265"/>
                    <a:gd name="connsiteY0" fmla="*/ 0 h 2518410"/>
                    <a:gd name="connsiteX1" fmla="*/ 92278 w 1468265"/>
                    <a:gd name="connsiteY1" fmla="*/ 2496503 h 2518410"/>
                    <a:gd name="connsiteX2" fmla="*/ 0 w 1468265"/>
                    <a:gd name="connsiteY2" fmla="*/ 2518410 h 2518410"/>
                    <a:gd name="connsiteX3" fmla="*/ 92278 w 1468265"/>
                    <a:gd name="connsiteY3" fmla="*/ 2496503 h 2518410"/>
                    <a:gd name="connsiteX4" fmla="*/ 1106381 w 1468265"/>
                    <a:gd name="connsiteY4" fmla="*/ 0 h 25184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68265" h="2518410">
                      <a:moveTo>
                        <a:pt x="1106381" y="0"/>
                      </a:moveTo>
                      <a:cubicBezTo>
                        <a:pt x="1817966" y="1332548"/>
                        <a:pt x="1480249" y="2165033"/>
                        <a:pt x="92278" y="2496503"/>
                      </a:cubicBezTo>
                      <a:lnTo>
                        <a:pt x="0" y="2518410"/>
                      </a:lnTo>
                      <a:lnTo>
                        <a:pt x="92278" y="2496503"/>
                      </a:lnTo>
                      <a:cubicBezTo>
                        <a:pt x="1480249" y="2165033"/>
                        <a:pt x="1817966" y="1332548"/>
                        <a:pt x="1106381" y="0"/>
                      </a:cubicBezTo>
                      <a:close/>
                    </a:path>
                  </a:pathLst>
                </a:custGeom>
                <a:solidFill>
                  <a:srgbClr val="9AABC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6" name="Freeform 1335">
                  <a:extLst>
                    <a:ext uri="{FF2B5EF4-FFF2-40B4-BE49-F238E27FC236}">
                      <a16:creationId xmlns:a16="http://schemas.microsoft.com/office/drawing/2014/main" id="{51370611-2527-F6C3-19E8-E087D35A14F0}"/>
                    </a:ext>
                  </a:extLst>
                </p:cNvPr>
                <p:cNvSpPr/>
                <p:nvPr/>
              </p:nvSpPr>
              <p:spPr>
                <a:xfrm>
                  <a:off x="3923192" y="1170622"/>
                  <a:ext cx="1997908" cy="2780347"/>
                </a:xfrm>
                <a:custGeom>
                  <a:avLst/>
                  <a:gdLst>
                    <a:gd name="connsiteX0" fmla="*/ 1981593 w 1997908"/>
                    <a:gd name="connsiteY0" fmla="*/ 0 h 2780347"/>
                    <a:gd name="connsiteX1" fmla="*/ 92278 w 1997908"/>
                    <a:gd name="connsiteY1" fmla="*/ 2758440 h 2780347"/>
                    <a:gd name="connsiteX2" fmla="*/ 0 w 1997908"/>
                    <a:gd name="connsiteY2" fmla="*/ 2780347 h 2780347"/>
                    <a:gd name="connsiteX3" fmla="*/ 92278 w 1997908"/>
                    <a:gd name="connsiteY3" fmla="*/ 2758440 h 2780347"/>
                    <a:gd name="connsiteX4" fmla="*/ 1981593 w 1997908"/>
                    <a:gd name="connsiteY4" fmla="*/ 0 h 27803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97908" h="2780347">
                      <a:moveTo>
                        <a:pt x="1981593" y="0"/>
                      </a:moveTo>
                      <a:cubicBezTo>
                        <a:pt x="2109069" y="1505903"/>
                        <a:pt x="1479298" y="2425065"/>
                        <a:pt x="92278" y="2758440"/>
                      </a:cubicBezTo>
                      <a:lnTo>
                        <a:pt x="0" y="2780347"/>
                      </a:lnTo>
                      <a:lnTo>
                        <a:pt x="92278" y="2758440"/>
                      </a:lnTo>
                      <a:cubicBezTo>
                        <a:pt x="1480249" y="2425065"/>
                        <a:pt x="2110021" y="1505903"/>
                        <a:pt x="1981593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7" name="Freeform 1336">
                  <a:extLst>
                    <a:ext uri="{FF2B5EF4-FFF2-40B4-BE49-F238E27FC236}">
                      <a16:creationId xmlns:a16="http://schemas.microsoft.com/office/drawing/2014/main" id="{14BF8E6D-AB9F-5C2B-AE5B-3F9F0AFE45B3}"/>
                    </a:ext>
                  </a:extLst>
                </p:cNvPr>
                <p:cNvSpPr/>
                <p:nvPr/>
              </p:nvSpPr>
              <p:spPr>
                <a:xfrm>
                  <a:off x="5070480" y="1223010"/>
                  <a:ext cx="686245" cy="1184153"/>
                </a:xfrm>
                <a:custGeom>
                  <a:avLst/>
                  <a:gdLst>
                    <a:gd name="connsiteX0" fmla="*/ 506100 w 686245"/>
                    <a:gd name="connsiteY0" fmla="*/ 0 h 1184153"/>
                    <a:gd name="connsiteX1" fmla="*/ 43760 w 686245"/>
                    <a:gd name="connsiteY1" fmla="*/ 301942 h 1184153"/>
                    <a:gd name="connsiteX2" fmla="*/ 0 w 686245"/>
                    <a:gd name="connsiteY2" fmla="*/ 217170 h 1184153"/>
                    <a:gd name="connsiteX3" fmla="*/ 43760 w 686245"/>
                    <a:gd name="connsiteY3" fmla="*/ 301942 h 1184153"/>
                    <a:gd name="connsiteX4" fmla="*/ 506100 w 686245"/>
                    <a:gd name="connsiteY4" fmla="*/ 0 h 1184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6245" h="1184153">
                      <a:moveTo>
                        <a:pt x="506100" y="0"/>
                      </a:moveTo>
                      <a:cubicBezTo>
                        <a:pt x="852380" y="1470660"/>
                        <a:pt x="698266" y="1571625"/>
                        <a:pt x="43760" y="301942"/>
                      </a:cubicBezTo>
                      <a:lnTo>
                        <a:pt x="0" y="217170"/>
                      </a:lnTo>
                      <a:lnTo>
                        <a:pt x="43760" y="301942"/>
                      </a:lnTo>
                      <a:cubicBezTo>
                        <a:pt x="698266" y="1571625"/>
                        <a:pt x="853331" y="1470660"/>
                        <a:pt x="506100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8" name="Freeform 1337">
                  <a:extLst>
                    <a:ext uri="{FF2B5EF4-FFF2-40B4-BE49-F238E27FC236}">
                      <a16:creationId xmlns:a16="http://schemas.microsoft.com/office/drawing/2014/main" id="{D9C2A898-5481-81F0-A8B0-CD2E79704C88}"/>
                    </a:ext>
                  </a:extLst>
                </p:cNvPr>
                <p:cNvSpPr/>
                <p:nvPr/>
              </p:nvSpPr>
              <p:spPr>
                <a:xfrm>
                  <a:off x="5067626" y="1361122"/>
                  <a:ext cx="550762" cy="1077071"/>
                </a:xfrm>
                <a:custGeom>
                  <a:avLst/>
                  <a:gdLst>
                    <a:gd name="connsiteX0" fmla="*/ 100840 w 550762"/>
                    <a:gd name="connsiteY0" fmla="*/ 0 h 1077071"/>
                    <a:gd name="connsiteX1" fmla="*/ 43761 w 550762"/>
                    <a:gd name="connsiteY1" fmla="*/ 164782 h 1077071"/>
                    <a:gd name="connsiteX2" fmla="*/ 0 w 550762"/>
                    <a:gd name="connsiteY2" fmla="*/ 80010 h 1077071"/>
                    <a:gd name="connsiteX3" fmla="*/ 43761 w 550762"/>
                    <a:gd name="connsiteY3" fmla="*/ 164782 h 1077071"/>
                    <a:gd name="connsiteX4" fmla="*/ 100840 w 550762"/>
                    <a:gd name="connsiteY4" fmla="*/ 0 h 10770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0762" h="1077071">
                      <a:moveTo>
                        <a:pt x="100840" y="0"/>
                      </a:moveTo>
                      <a:cubicBezTo>
                        <a:pt x="719196" y="1379220"/>
                        <a:pt x="700169" y="1433512"/>
                        <a:pt x="43761" y="164782"/>
                      </a:cubicBezTo>
                      <a:lnTo>
                        <a:pt x="0" y="80010"/>
                      </a:lnTo>
                      <a:lnTo>
                        <a:pt x="43761" y="164782"/>
                      </a:lnTo>
                      <a:cubicBezTo>
                        <a:pt x="700169" y="1433512"/>
                        <a:pt x="719196" y="1378268"/>
                        <a:pt x="100840" y="0"/>
                      </a:cubicBezTo>
                      <a:close/>
                    </a:path>
                  </a:pathLst>
                </a:custGeom>
                <a:solidFill>
                  <a:srgbClr val="C4D2E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39" name="Freeform 1338">
                  <a:extLst>
                    <a:ext uri="{FF2B5EF4-FFF2-40B4-BE49-F238E27FC236}">
                      <a16:creationId xmlns:a16="http://schemas.microsoft.com/office/drawing/2014/main" id="{8EACE483-1422-110A-76B7-C32D4812B97C}"/>
                    </a:ext>
                  </a:extLst>
                </p:cNvPr>
                <p:cNvSpPr/>
                <p:nvPr/>
              </p:nvSpPr>
              <p:spPr>
                <a:xfrm>
                  <a:off x="3923192" y="1163955"/>
                  <a:ext cx="2081873" cy="2788919"/>
                </a:xfrm>
                <a:custGeom>
                  <a:avLst/>
                  <a:gdLst>
                    <a:gd name="connsiteX0" fmla="*/ 2077676 w 2081873"/>
                    <a:gd name="connsiteY0" fmla="*/ 0 h 2788919"/>
                    <a:gd name="connsiteX1" fmla="*/ 92278 w 2081873"/>
                    <a:gd name="connsiteY1" fmla="*/ 2767013 h 2788919"/>
                    <a:gd name="connsiteX2" fmla="*/ 0 w 2081873"/>
                    <a:gd name="connsiteY2" fmla="*/ 2788920 h 2788919"/>
                    <a:gd name="connsiteX3" fmla="*/ 92278 w 2081873"/>
                    <a:gd name="connsiteY3" fmla="*/ 2767013 h 2788919"/>
                    <a:gd name="connsiteX4" fmla="*/ 2077676 w 2081873"/>
                    <a:gd name="connsiteY4" fmla="*/ 0 h 27889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81873" h="2788919">
                      <a:moveTo>
                        <a:pt x="2077676" y="0"/>
                      </a:moveTo>
                      <a:cubicBezTo>
                        <a:pt x="2141414" y="1509713"/>
                        <a:pt x="1479298" y="2431733"/>
                        <a:pt x="92278" y="2767013"/>
                      </a:cubicBezTo>
                      <a:lnTo>
                        <a:pt x="0" y="2788920"/>
                      </a:lnTo>
                      <a:lnTo>
                        <a:pt x="92278" y="2767013"/>
                      </a:lnTo>
                      <a:cubicBezTo>
                        <a:pt x="1479298" y="2432685"/>
                        <a:pt x="2141414" y="1510665"/>
                        <a:pt x="2077676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0" name="Freeform 1339">
                  <a:extLst>
                    <a:ext uri="{FF2B5EF4-FFF2-40B4-BE49-F238E27FC236}">
                      <a16:creationId xmlns:a16="http://schemas.microsoft.com/office/drawing/2014/main" id="{50ACC099-8514-0859-7677-C4BBEA30E70A}"/>
                    </a:ext>
                  </a:extLst>
                </p:cNvPr>
                <p:cNvSpPr/>
                <p:nvPr/>
              </p:nvSpPr>
              <p:spPr>
                <a:xfrm>
                  <a:off x="3923192" y="1181100"/>
                  <a:ext cx="1918078" cy="2774632"/>
                </a:xfrm>
                <a:custGeom>
                  <a:avLst/>
                  <a:gdLst>
                    <a:gd name="connsiteX0" fmla="*/ 1882656 w 1918078"/>
                    <a:gd name="connsiteY0" fmla="*/ 0 h 2774632"/>
                    <a:gd name="connsiteX1" fmla="*/ 92278 w 1918078"/>
                    <a:gd name="connsiteY1" fmla="*/ 2751773 h 2774632"/>
                    <a:gd name="connsiteX2" fmla="*/ 0 w 1918078"/>
                    <a:gd name="connsiteY2" fmla="*/ 2774633 h 2774632"/>
                    <a:gd name="connsiteX3" fmla="*/ 92278 w 1918078"/>
                    <a:gd name="connsiteY3" fmla="*/ 2751773 h 2774632"/>
                    <a:gd name="connsiteX4" fmla="*/ 1882656 w 1918078"/>
                    <a:gd name="connsiteY4" fmla="*/ 0 h 27746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18078" h="2774632">
                      <a:moveTo>
                        <a:pt x="1882656" y="0"/>
                      </a:moveTo>
                      <a:cubicBezTo>
                        <a:pt x="2075773" y="1499235"/>
                        <a:pt x="1479298" y="2416493"/>
                        <a:pt x="92278" y="2751773"/>
                      </a:cubicBezTo>
                      <a:lnTo>
                        <a:pt x="0" y="2774633"/>
                      </a:lnTo>
                      <a:lnTo>
                        <a:pt x="92278" y="2751773"/>
                      </a:lnTo>
                      <a:cubicBezTo>
                        <a:pt x="1479298" y="2415540"/>
                        <a:pt x="2075773" y="1498283"/>
                        <a:pt x="1882656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1" name="Freeform 1340">
                  <a:extLst>
                    <a:ext uri="{FF2B5EF4-FFF2-40B4-BE49-F238E27FC236}">
                      <a16:creationId xmlns:a16="http://schemas.microsoft.com/office/drawing/2014/main" id="{0887E368-CA6B-61FA-E1E7-873CBF7F50A7}"/>
                    </a:ext>
                  </a:extLst>
                </p:cNvPr>
                <p:cNvSpPr/>
                <p:nvPr/>
              </p:nvSpPr>
              <p:spPr>
                <a:xfrm>
                  <a:off x="4909707" y="1498282"/>
                  <a:ext cx="611666" cy="991284"/>
                </a:xfrm>
                <a:custGeom>
                  <a:avLst/>
                  <a:gdLst>
                    <a:gd name="connsiteX0" fmla="*/ 0 w 611666"/>
                    <a:gd name="connsiteY0" fmla="*/ 0 h 991284"/>
                    <a:gd name="connsiteX1" fmla="*/ 71349 w 611666"/>
                    <a:gd name="connsiteY1" fmla="*/ 100965 h 991284"/>
                    <a:gd name="connsiteX2" fmla="*/ 21880 w 611666"/>
                    <a:gd name="connsiteY2" fmla="*/ 20002 h 991284"/>
                    <a:gd name="connsiteX3" fmla="*/ 71349 w 611666"/>
                    <a:gd name="connsiteY3" fmla="*/ 100965 h 991284"/>
                    <a:gd name="connsiteX4" fmla="*/ 0 w 611666"/>
                    <a:gd name="connsiteY4" fmla="*/ 0 h 991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1666" h="991284">
                      <a:moveTo>
                        <a:pt x="0" y="0"/>
                      </a:moveTo>
                      <a:cubicBezTo>
                        <a:pt x="790544" y="1286827"/>
                        <a:pt x="815279" y="1321118"/>
                        <a:pt x="71349" y="100965"/>
                      </a:cubicBezTo>
                      <a:lnTo>
                        <a:pt x="21880" y="20002"/>
                      </a:lnTo>
                      <a:lnTo>
                        <a:pt x="71349" y="100965"/>
                      </a:lnTo>
                      <a:cubicBezTo>
                        <a:pt x="814327" y="1321118"/>
                        <a:pt x="790544" y="1286827"/>
                        <a:pt x="0" y="0"/>
                      </a:cubicBezTo>
                      <a:close/>
                    </a:path>
                  </a:pathLst>
                </a:custGeom>
                <a:solidFill>
                  <a:srgbClr val="6F83A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2" name="Freeform 1341">
                  <a:extLst>
                    <a:ext uri="{FF2B5EF4-FFF2-40B4-BE49-F238E27FC236}">
                      <a16:creationId xmlns:a16="http://schemas.microsoft.com/office/drawing/2014/main" id="{11204EAB-D0D6-4371-780C-A15BF21BDD54}"/>
                    </a:ext>
                  </a:extLst>
                </p:cNvPr>
                <p:cNvSpPr/>
                <p:nvPr/>
              </p:nvSpPr>
              <p:spPr>
                <a:xfrm>
                  <a:off x="4400753" y="1442085"/>
                  <a:ext cx="1071491" cy="1147208"/>
                </a:xfrm>
                <a:custGeom>
                  <a:avLst/>
                  <a:gdLst>
                    <a:gd name="connsiteX0" fmla="*/ 0 w 1071491"/>
                    <a:gd name="connsiteY0" fmla="*/ 483870 h 1147208"/>
                    <a:gd name="connsiteX1" fmla="*/ 708731 w 1071491"/>
                    <a:gd name="connsiteY1" fmla="*/ 84773 h 1147208"/>
                    <a:gd name="connsiteX2" fmla="*/ 664971 w 1071491"/>
                    <a:gd name="connsiteY2" fmla="*/ 0 h 1147208"/>
                    <a:gd name="connsiteX3" fmla="*/ 708731 w 1071491"/>
                    <a:gd name="connsiteY3" fmla="*/ 84773 h 1147208"/>
                    <a:gd name="connsiteX4" fmla="*/ 0 w 1071491"/>
                    <a:gd name="connsiteY4" fmla="*/ 483870 h 114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1491" h="1147208">
                      <a:moveTo>
                        <a:pt x="0" y="483870"/>
                      </a:moveTo>
                      <a:cubicBezTo>
                        <a:pt x="1130164" y="1485900"/>
                        <a:pt x="1366091" y="1352550"/>
                        <a:pt x="708731" y="84773"/>
                      </a:cubicBezTo>
                      <a:lnTo>
                        <a:pt x="664971" y="0"/>
                      </a:lnTo>
                      <a:lnTo>
                        <a:pt x="708731" y="84773"/>
                      </a:lnTo>
                      <a:cubicBezTo>
                        <a:pt x="1366091" y="1352550"/>
                        <a:pt x="1129213" y="1485900"/>
                        <a:pt x="0" y="483870"/>
                      </a:cubicBezTo>
                      <a:close/>
                    </a:path>
                  </a:pathLst>
                </a:custGeom>
                <a:solidFill>
                  <a:srgbClr val="CFBBA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3" name="Freeform 1342">
                  <a:extLst>
                    <a:ext uri="{FF2B5EF4-FFF2-40B4-BE49-F238E27FC236}">
                      <a16:creationId xmlns:a16="http://schemas.microsoft.com/office/drawing/2014/main" id="{0D5C2D80-00F9-99F8-059F-B43C0249B382}"/>
                    </a:ext>
                  </a:extLst>
                </p:cNvPr>
                <p:cNvSpPr/>
                <p:nvPr/>
              </p:nvSpPr>
              <p:spPr>
                <a:xfrm>
                  <a:off x="4402656" y="1245870"/>
                  <a:ext cx="1324027" cy="1308786"/>
                </a:xfrm>
                <a:custGeom>
                  <a:avLst/>
                  <a:gdLst>
                    <a:gd name="connsiteX0" fmla="*/ 0 w 1324027"/>
                    <a:gd name="connsiteY0" fmla="*/ 679133 h 1308786"/>
                    <a:gd name="connsiteX1" fmla="*/ 1220539 w 1324027"/>
                    <a:gd name="connsiteY1" fmla="*/ 93345 h 1308786"/>
                    <a:gd name="connsiteX2" fmla="*/ 1199611 w 1324027"/>
                    <a:gd name="connsiteY2" fmla="*/ 0 h 1308786"/>
                    <a:gd name="connsiteX3" fmla="*/ 1220539 w 1324027"/>
                    <a:gd name="connsiteY3" fmla="*/ 93345 h 1308786"/>
                    <a:gd name="connsiteX4" fmla="*/ 0 w 1324027"/>
                    <a:gd name="connsiteY4" fmla="*/ 679133 h 13087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24027" h="1308786">
                      <a:moveTo>
                        <a:pt x="0" y="679133"/>
                      </a:moveTo>
                      <a:cubicBezTo>
                        <a:pt x="1129213" y="1682115"/>
                        <a:pt x="1535425" y="1486852"/>
                        <a:pt x="1220539" y="93345"/>
                      </a:cubicBezTo>
                      <a:lnTo>
                        <a:pt x="1199611" y="0"/>
                      </a:lnTo>
                      <a:lnTo>
                        <a:pt x="1220539" y="93345"/>
                      </a:lnTo>
                      <a:cubicBezTo>
                        <a:pt x="1536377" y="1486852"/>
                        <a:pt x="1129213" y="1682115"/>
                        <a:pt x="0" y="679133"/>
                      </a:cubicBezTo>
                      <a:close/>
                    </a:path>
                  </a:pathLst>
                </a:custGeom>
                <a:solidFill>
                  <a:srgbClr val="CFBBA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4" name="Freeform 1343">
                  <a:extLst>
                    <a:ext uri="{FF2B5EF4-FFF2-40B4-BE49-F238E27FC236}">
                      <a16:creationId xmlns:a16="http://schemas.microsoft.com/office/drawing/2014/main" id="{DF4D35CA-FBDE-6BC8-2FE5-03506C83D4CE}"/>
                    </a:ext>
                  </a:extLst>
                </p:cNvPr>
                <p:cNvSpPr/>
                <p:nvPr/>
              </p:nvSpPr>
              <p:spPr>
                <a:xfrm>
                  <a:off x="4403607" y="1380172"/>
                  <a:ext cx="1121328" cy="1197498"/>
                </a:xfrm>
                <a:custGeom>
                  <a:avLst/>
                  <a:gdLst>
                    <a:gd name="connsiteX0" fmla="*/ 0 w 1121328"/>
                    <a:gd name="connsiteY0" fmla="*/ 542925 h 1197498"/>
                    <a:gd name="connsiteX1" fmla="*/ 830499 w 1121328"/>
                    <a:gd name="connsiteY1" fmla="*/ 87630 h 1197498"/>
                    <a:gd name="connsiteX2" fmla="*/ 792447 w 1121328"/>
                    <a:gd name="connsiteY2" fmla="*/ 0 h 1197498"/>
                    <a:gd name="connsiteX3" fmla="*/ 830499 w 1121328"/>
                    <a:gd name="connsiteY3" fmla="*/ 87630 h 1197498"/>
                    <a:gd name="connsiteX4" fmla="*/ 0 w 1121328"/>
                    <a:gd name="connsiteY4" fmla="*/ 542925 h 11974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1328" h="1197498">
                      <a:moveTo>
                        <a:pt x="0" y="542925"/>
                      </a:moveTo>
                      <a:cubicBezTo>
                        <a:pt x="1128262" y="1546860"/>
                        <a:pt x="1405095" y="1395412"/>
                        <a:pt x="830499" y="87630"/>
                      </a:cubicBezTo>
                      <a:lnTo>
                        <a:pt x="792447" y="0"/>
                      </a:lnTo>
                      <a:lnTo>
                        <a:pt x="830499" y="87630"/>
                      </a:lnTo>
                      <a:cubicBezTo>
                        <a:pt x="1405095" y="1395412"/>
                        <a:pt x="1128262" y="1547812"/>
                        <a:pt x="0" y="542925"/>
                      </a:cubicBezTo>
                      <a:close/>
                    </a:path>
                  </a:pathLst>
                </a:custGeom>
                <a:solidFill>
                  <a:srgbClr val="CFBBA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5" name="Freeform 1344">
                  <a:extLst>
                    <a:ext uri="{FF2B5EF4-FFF2-40B4-BE49-F238E27FC236}">
                      <a16:creationId xmlns:a16="http://schemas.microsoft.com/office/drawing/2014/main" id="{10D5BC36-A1FA-5C4E-246B-DD5BDF385DE3}"/>
                    </a:ext>
                  </a:extLst>
                </p:cNvPr>
                <p:cNvSpPr/>
                <p:nvPr/>
              </p:nvSpPr>
              <p:spPr>
                <a:xfrm>
                  <a:off x="4751789" y="1443037"/>
                  <a:ext cx="774936" cy="1055293"/>
                </a:xfrm>
                <a:custGeom>
                  <a:avLst/>
                  <a:gdLst>
                    <a:gd name="connsiteX0" fmla="*/ 0 w 774936"/>
                    <a:gd name="connsiteY0" fmla="*/ 161925 h 1055293"/>
                    <a:gd name="connsiteX1" fmla="*/ 356744 w 774936"/>
                    <a:gd name="connsiteY1" fmla="*/ 84773 h 1055293"/>
                    <a:gd name="connsiteX2" fmla="*/ 312983 w 774936"/>
                    <a:gd name="connsiteY2" fmla="*/ 0 h 1055293"/>
                    <a:gd name="connsiteX3" fmla="*/ 356744 w 774936"/>
                    <a:gd name="connsiteY3" fmla="*/ 84773 h 1055293"/>
                    <a:gd name="connsiteX4" fmla="*/ 0 w 774936"/>
                    <a:gd name="connsiteY4" fmla="*/ 161925 h 1055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4936" h="1055293">
                      <a:moveTo>
                        <a:pt x="0" y="161925"/>
                      </a:moveTo>
                      <a:cubicBezTo>
                        <a:pt x="896140" y="1378268"/>
                        <a:pt x="1015055" y="1351598"/>
                        <a:pt x="356744" y="84773"/>
                      </a:cubicBezTo>
                      <a:lnTo>
                        <a:pt x="312983" y="0"/>
                      </a:lnTo>
                      <a:lnTo>
                        <a:pt x="356744" y="84773"/>
                      </a:lnTo>
                      <a:cubicBezTo>
                        <a:pt x="1015055" y="1352550"/>
                        <a:pt x="896140" y="1378268"/>
                        <a:pt x="0" y="161925"/>
                      </a:cubicBezTo>
                      <a:close/>
                    </a:path>
                  </a:pathLst>
                </a:custGeom>
                <a:solidFill>
                  <a:srgbClr val="5F70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6" name="Freeform 1345">
                  <a:extLst>
                    <a:ext uri="{FF2B5EF4-FFF2-40B4-BE49-F238E27FC236}">
                      <a16:creationId xmlns:a16="http://schemas.microsoft.com/office/drawing/2014/main" id="{C6F66F9D-2EBC-80A7-656F-1FF36B8981C0}"/>
                    </a:ext>
                  </a:extLst>
                </p:cNvPr>
                <p:cNvSpPr/>
                <p:nvPr/>
              </p:nvSpPr>
              <p:spPr>
                <a:xfrm>
                  <a:off x="4752740" y="1380172"/>
                  <a:ext cx="817308" cy="1103497"/>
                </a:xfrm>
                <a:custGeom>
                  <a:avLst/>
                  <a:gdLst>
                    <a:gd name="connsiteX0" fmla="*/ 0 w 817308"/>
                    <a:gd name="connsiteY0" fmla="*/ 223838 h 1103497"/>
                    <a:gd name="connsiteX1" fmla="*/ 479464 w 817308"/>
                    <a:gd name="connsiteY1" fmla="*/ 87630 h 1103497"/>
                    <a:gd name="connsiteX2" fmla="*/ 441411 w 817308"/>
                    <a:gd name="connsiteY2" fmla="*/ 0 h 1103497"/>
                    <a:gd name="connsiteX3" fmla="*/ 479464 w 817308"/>
                    <a:gd name="connsiteY3" fmla="*/ 87630 h 1103497"/>
                    <a:gd name="connsiteX4" fmla="*/ 0 w 817308"/>
                    <a:gd name="connsiteY4" fmla="*/ 223838 h 1103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7308" h="1103497">
                      <a:moveTo>
                        <a:pt x="0" y="223838"/>
                      </a:moveTo>
                      <a:cubicBezTo>
                        <a:pt x="895189" y="1440180"/>
                        <a:pt x="1055011" y="1395412"/>
                        <a:pt x="479464" y="87630"/>
                      </a:cubicBezTo>
                      <a:lnTo>
                        <a:pt x="441411" y="0"/>
                      </a:lnTo>
                      <a:lnTo>
                        <a:pt x="479464" y="87630"/>
                      </a:lnTo>
                      <a:cubicBezTo>
                        <a:pt x="1055011" y="1395412"/>
                        <a:pt x="895189" y="1440180"/>
                        <a:pt x="0" y="223838"/>
                      </a:cubicBezTo>
                      <a:close/>
                    </a:path>
                  </a:pathLst>
                </a:custGeom>
                <a:solidFill>
                  <a:srgbClr val="5F70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7" name="Freeform 1346">
                  <a:extLst>
                    <a:ext uri="{FF2B5EF4-FFF2-40B4-BE49-F238E27FC236}">
                      <a16:creationId xmlns:a16="http://schemas.microsoft.com/office/drawing/2014/main" id="{C5BCD88F-55A7-FFAC-30AB-C8155C62DFA3}"/>
                    </a:ext>
                  </a:extLst>
                </p:cNvPr>
                <p:cNvSpPr/>
                <p:nvPr/>
              </p:nvSpPr>
              <p:spPr>
                <a:xfrm>
                  <a:off x="4754643" y="1602104"/>
                  <a:ext cx="692657" cy="936418"/>
                </a:xfrm>
                <a:custGeom>
                  <a:avLst/>
                  <a:gdLst>
                    <a:gd name="connsiteX0" fmla="*/ 0 w 692657"/>
                    <a:gd name="connsiteY0" fmla="*/ 0 h 936418"/>
                    <a:gd name="connsiteX1" fmla="*/ 84667 w 692657"/>
                    <a:gd name="connsiteY1" fmla="*/ 91440 h 936418"/>
                    <a:gd name="connsiteX2" fmla="*/ 28540 w 692657"/>
                    <a:gd name="connsiteY2" fmla="*/ 14288 h 936418"/>
                    <a:gd name="connsiteX3" fmla="*/ 84667 w 692657"/>
                    <a:gd name="connsiteY3" fmla="*/ 91440 h 936418"/>
                    <a:gd name="connsiteX4" fmla="*/ 0 w 692657"/>
                    <a:gd name="connsiteY4" fmla="*/ 0 h 936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2657" h="936418">
                      <a:moveTo>
                        <a:pt x="0" y="0"/>
                      </a:moveTo>
                      <a:cubicBezTo>
                        <a:pt x="894238" y="1217295"/>
                        <a:pt x="922777" y="1247775"/>
                        <a:pt x="84667" y="91440"/>
                      </a:cubicBezTo>
                      <a:lnTo>
                        <a:pt x="28540" y="14288"/>
                      </a:lnTo>
                      <a:lnTo>
                        <a:pt x="84667" y="91440"/>
                      </a:lnTo>
                      <a:cubicBezTo>
                        <a:pt x="921826" y="1247775"/>
                        <a:pt x="894238" y="1217295"/>
                        <a:pt x="0" y="0"/>
                      </a:cubicBezTo>
                      <a:close/>
                    </a:path>
                  </a:pathLst>
                </a:custGeom>
                <a:solidFill>
                  <a:srgbClr val="5F70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8" name="Freeform 1347">
                  <a:extLst>
                    <a:ext uri="{FF2B5EF4-FFF2-40B4-BE49-F238E27FC236}">
                      <a16:creationId xmlns:a16="http://schemas.microsoft.com/office/drawing/2014/main" id="{B4D8EF6C-AE53-499B-7B75-7CA39E7FDB0F}"/>
                    </a:ext>
                  </a:extLst>
                </p:cNvPr>
                <p:cNvSpPr/>
                <p:nvPr/>
              </p:nvSpPr>
              <p:spPr>
                <a:xfrm>
                  <a:off x="4323696" y="1245870"/>
                  <a:ext cx="1397166" cy="3593782"/>
                </a:xfrm>
                <a:custGeom>
                  <a:avLst/>
                  <a:gdLst>
                    <a:gd name="connsiteX0" fmla="*/ 0 w 1397166"/>
                    <a:gd name="connsiteY0" fmla="*/ 3593783 h 3593782"/>
                    <a:gd name="connsiteX1" fmla="*/ 1296645 w 1397166"/>
                    <a:gd name="connsiteY1" fmla="*/ 93345 h 3593782"/>
                    <a:gd name="connsiteX2" fmla="*/ 1275716 w 1397166"/>
                    <a:gd name="connsiteY2" fmla="*/ 0 h 3593782"/>
                    <a:gd name="connsiteX3" fmla="*/ 1296645 w 1397166"/>
                    <a:gd name="connsiteY3" fmla="*/ 93345 h 3593782"/>
                    <a:gd name="connsiteX4" fmla="*/ 0 w 1397166"/>
                    <a:gd name="connsiteY4" fmla="*/ 3593783 h 35937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97166" h="3593782">
                      <a:moveTo>
                        <a:pt x="0" y="3593783"/>
                      </a:moveTo>
                      <a:cubicBezTo>
                        <a:pt x="1181535" y="2652712"/>
                        <a:pt x="1613433" y="1485900"/>
                        <a:pt x="1296645" y="93345"/>
                      </a:cubicBezTo>
                      <a:lnTo>
                        <a:pt x="1275716" y="0"/>
                      </a:lnTo>
                      <a:lnTo>
                        <a:pt x="1296645" y="93345"/>
                      </a:lnTo>
                      <a:cubicBezTo>
                        <a:pt x="1613433" y="1486852"/>
                        <a:pt x="1181535" y="2653665"/>
                        <a:pt x="0" y="3593783"/>
                      </a:cubicBezTo>
                      <a:close/>
                    </a:path>
                  </a:pathLst>
                </a:custGeom>
                <a:solidFill>
                  <a:srgbClr val="74B0A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49" name="Freeform 1348">
                  <a:extLst>
                    <a:ext uri="{FF2B5EF4-FFF2-40B4-BE49-F238E27FC236}">
                      <a16:creationId xmlns:a16="http://schemas.microsoft.com/office/drawing/2014/main" id="{30AAF5BE-77EB-7248-8FF8-D7B22DA54E2D}"/>
                    </a:ext>
                  </a:extLst>
                </p:cNvPr>
                <p:cNvSpPr/>
                <p:nvPr/>
              </p:nvSpPr>
              <p:spPr>
                <a:xfrm>
                  <a:off x="4322745" y="1618297"/>
                  <a:ext cx="1037825" cy="3220402"/>
                </a:xfrm>
                <a:custGeom>
                  <a:avLst/>
                  <a:gdLst>
                    <a:gd name="connsiteX0" fmla="*/ 0 w 1037825"/>
                    <a:gd name="connsiteY0" fmla="*/ 3220403 h 3220402"/>
                    <a:gd name="connsiteX1" fmla="*/ 515614 w 1037825"/>
                    <a:gd name="connsiteY1" fmla="*/ 77152 h 3220402"/>
                    <a:gd name="connsiteX2" fmla="*/ 459486 w 1037825"/>
                    <a:gd name="connsiteY2" fmla="*/ 0 h 3220402"/>
                    <a:gd name="connsiteX3" fmla="*/ 515614 w 1037825"/>
                    <a:gd name="connsiteY3" fmla="*/ 77152 h 3220402"/>
                    <a:gd name="connsiteX4" fmla="*/ 0 w 1037825"/>
                    <a:gd name="connsiteY4" fmla="*/ 3220403 h 3220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37825" h="3220402">
                      <a:moveTo>
                        <a:pt x="0" y="3220403"/>
                      </a:moveTo>
                      <a:cubicBezTo>
                        <a:pt x="1182487" y="2281238"/>
                        <a:pt x="1353724" y="1233487"/>
                        <a:pt x="515614" y="77152"/>
                      </a:cubicBezTo>
                      <a:lnTo>
                        <a:pt x="459486" y="0"/>
                      </a:lnTo>
                      <a:lnTo>
                        <a:pt x="515614" y="77152"/>
                      </a:lnTo>
                      <a:cubicBezTo>
                        <a:pt x="1354675" y="1233487"/>
                        <a:pt x="1182487" y="2281238"/>
                        <a:pt x="0" y="3220403"/>
                      </a:cubicBezTo>
                      <a:close/>
                    </a:path>
                  </a:pathLst>
                </a:custGeom>
                <a:solidFill>
                  <a:srgbClr val="74B0A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0" name="Freeform 1349">
                  <a:extLst>
                    <a:ext uri="{FF2B5EF4-FFF2-40B4-BE49-F238E27FC236}">
                      <a16:creationId xmlns:a16="http://schemas.microsoft.com/office/drawing/2014/main" id="{1FEC5451-ABF2-C49E-7D55-2AA0A8FC0968}"/>
                    </a:ext>
                  </a:extLst>
                </p:cNvPr>
                <p:cNvSpPr/>
                <p:nvPr/>
              </p:nvSpPr>
              <p:spPr>
                <a:xfrm>
                  <a:off x="5061918" y="1443989"/>
                  <a:ext cx="552363" cy="4049077"/>
                </a:xfrm>
                <a:custGeom>
                  <a:avLst/>
                  <a:gdLst>
                    <a:gd name="connsiteX0" fmla="*/ 97034 w 552363"/>
                    <a:gd name="connsiteY0" fmla="*/ 4049078 h 4049077"/>
                    <a:gd name="connsiteX1" fmla="*/ 43761 w 552363"/>
                    <a:gd name="connsiteY1" fmla="*/ 84773 h 4049077"/>
                    <a:gd name="connsiteX2" fmla="*/ 0 w 552363"/>
                    <a:gd name="connsiteY2" fmla="*/ 0 h 4049077"/>
                    <a:gd name="connsiteX3" fmla="*/ 43761 w 552363"/>
                    <a:gd name="connsiteY3" fmla="*/ 84773 h 4049077"/>
                    <a:gd name="connsiteX4" fmla="*/ 97034 w 552363"/>
                    <a:gd name="connsiteY4" fmla="*/ 4049078 h 40490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2363" h="4049077">
                      <a:moveTo>
                        <a:pt x="97034" y="4049078"/>
                      </a:moveTo>
                      <a:cubicBezTo>
                        <a:pt x="721098" y="2672715"/>
                        <a:pt x="703974" y="1351598"/>
                        <a:pt x="43761" y="84773"/>
                      </a:cubicBezTo>
                      <a:lnTo>
                        <a:pt x="0" y="0"/>
                      </a:lnTo>
                      <a:lnTo>
                        <a:pt x="43761" y="84773"/>
                      </a:lnTo>
                      <a:cubicBezTo>
                        <a:pt x="703023" y="1351598"/>
                        <a:pt x="721098" y="2672715"/>
                        <a:pt x="97034" y="4049078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1" name="Freeform 1350">
                  <a:extLst>
                    <a:ext uri="{FF2B5EF4-FFF2-40B4-BE49-F238E27FC236}">
                      <a16:creationId xmlns:a16="http://schemas.microsoft.com/office/drawing/2014/main" id="{1F48BA9B-BEC1-18D2-A745-7A3CD855839A}"/>
                    </a:ext>
                  </a:extLst>
                </p:cNvPr>
                <p:cNvSpPr/>
                <p:nvPr/>
              </p:nvSpPr>
              <p:spPr>
                <a:xfrm>
                  <a:off x="4779377" y="1619250"/>
                  <a:ext cx="778413" cy="3872864"/>
                </a:xfrm>
                <a:custGeom>
                  <a:avLst/>
                  <a:gdLst>
                    <a:gd name="connsiteX0" fmla="*/ 377673 w 778413"/>
                    <a:gd name="connsiteY0" fmla="*/ 3872865 h 3872864"/>
                    <a:gd name="connsiteX1" fmla="*/ 56128 w 778413"/>
                    <a:gd name="connsiteY1" fmla="*/ 77152 h 3872864"/>
                    <a:gd name="connsiteX2" fmla="*/ 0 w 778413"/>
                    <a:gd name="connsiteY2" fmla="*/ 0 h 3872864"/>
                    <a:gd name="connsiteX3" fmla="*/ 56128 w 778413"/>
                    <a:gd name="connsiteY3" fmla="*/ 77152 h 3872864"/>
                    <a:gd name="connsiteX4" fmla="*/ 377673 w 778413"/>
                    <a:gd name="connsiteY4" fmla="*/ 3872865 h 3872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8413" h="3872864">
                      <a:moveTo>
                        <a:pt x="377673" y="3872865"/>
                      </a:moveTo>
                      <a:cubicBezTo>
                        <a:pt x="1003639" y="2497455"/>
                        <a:pt x="896140" y="1232535"/>
                        <a:pt x="56128" y="77152"/>
                      </a:cubicBezTo>
                      <a:lnTo>
                        <a:pt x="0" y="0"/>
                      </a:lnTo>
                      <a:lnTo>
                        <a:pt x="56128" y="77152"/>
                      </a:lnTo>
                      <a:cubicBezTo>
                        <a:pt x="896140" y="1232535"/>
                        <a:pt x="1002688" y="2497455"/>
                        <a:pt x="377673" y="3872865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2" name="Freeform 1351">
                  <a:extLst>
                    <a:ext uri="{FF2B5EF4-FFF2-40B4-BE49-F238E27FC236}">
                      <a16:creationId xmlns:a16="http://schemas.microsoft.com/office/drawing/2014/main" id="{7C6DE6C1-9868-5CFD-286D-96C8836C9599}"/>
                    </a:ext>
                  </a:extLst>
                </p:cNvPr>
                <p:cNvSpPr/>
                <p:nvPr/>
              </p:nvSpPr>
              <p:spPr>
                <a:xfrm>
                  <a:off x="5155147" y="1325879"/>
                  <a:ext cx="528761" cy="4165282"/>
                </a:xfrm>
                <a:custGeom>
                  <a:avLst/>
                  <a:gdLst>
                    <a:gd name="connsiteX0" fmla="*/ 0 w 528761"/>
                    <a:gd name="connsiteY0" fmla="*/ 4165283 h 4165282"/>
                    <a:gd name="connsiteX1" fmla="*/ 208338 w 528761"/>
                    <a:gd name="connsiteY1" fmla="*/ 89535 h 4165282"/>
                    <a:gd name="connsiteX2" fmla="*/ 175994 w 528761"/>
                    <a:gd name="connsiteY2" fmla="*/ 0 h 4165282"/>
                    <a:gd name="connsiteX3" fmla="*/ 208338 w 528761"/>
                    <a:gd name="connsiteY3" fmla="*/ 89535 h 4165282"/>
                    <a:gd name="connsiteX4" fmla="*/ 0 w 528761"/>
                    <a:gd name="connsiteY4" fmla="*/ 4165283 h 41652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8761" h="4165282">
                      <a:moveTo>
                        <a:pt x="0" y="4165283"/>
                      </a:moveTo>
                      <a:cubicBezTo>
                        <a:pt x="626918" y="2790825"/>
                        <a:pt x="696364" y="1431608"/>
                        <a:pt x="208338" y="89535"/>
                      </a:cubicBezTo>
                      <a:lnTo>
                        <a:pt x="175994" y="0"/>
                      </a:lnTo>
                      <a:lnTo>
                        <a:pt x="208338" y="89535"/>
                      </a:lnTo>
                      <a:cubicBezTo>
                        <a:pt x="696364" y="1432560"/>
                        <a:pt x="626918" y="2790825"/>
                        <a:pt x="0" y="4165283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3" name="Freeform 1352">
                  <a:extLst>
                    <a:ext uri="{FF2B5EF4-FFF2-40B4-BE49-F238E27FC236}">
                      <a16:creationId xmlns:a16="http://schemas.microsoft.com/office/drawing/2014/main" id="{D2F4CE5E-C7A3-B08A-78FF-539609B122E2}"/>
                    </a:ext>
                  </a:extLst>
                </p:cNvPr>
                <p:cNvSpPr/>
                <p:nvPr/>
              </p:nvSpPr>
              <p:spPr>
                <a:xfrm>
                  <a:off x="5153245" y="4430473"/>
                  <a:ext cx="483846" cy="1059736"/>
                </a:xfrm>
                <a:custGeom>
                  <a:avLst/>
                  <a:gdLst>
                    <a:gd name="connsiteX0" fmla="*/ 0 w 483846"/>
                    <a:gd name="connsiteY0" fmla="*/ 1059737 h 1059736"/>
                    <a:gd name="connsiteX1" fmla="*/ 49469 w 483846"/>
                    <a:gd name="connsiteY1" fmla="*/ 946389 h 1059736"/>
                    <a:gd name="connsiteX2" fmla="*/ 9513 w 483846"/>
                    <a:gd name="connsiteY2" fmla="*/ 1033066 h 1059736"/>
                    <a:gd name="connsiteX3" fmla="*/ 49469 w 483846"/>
                    <a:gd name="connsiteY3" fmla="*/ 946389 h 1059736"/>
                    <a:gd name="connsiteX4" fmla="*/ 0 w 483846"/>
                    <a:gd name="connsiteY4" fmla="*/ 1059737 h 1059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3846" h="1059736">
                      <a:moveTo>
                        <a:pt x="0" y="1059737"/>
                      </a:moveTo>
                      <a:cubicBezTo>
                        <a:pt x="627869" y="-314721"/>
                        <a:pt x="644993" y="-351869"/>
                        <a:pt x="49469" y="946389"/>
                      </a:cubicBezTo>
                      <a:lnTo>
                        <a:pt x="9513" y="1033066"/>
                      </a:lnTo>
                      <a:lnTo>
                        <a:pt x="49469" y="946389"/>
                      </a:lnTo>
                      <a:cubicBezTo>
                        <a:pt x="644993" y="-351869"/>
                        <a:pt x="627869" y="-314721"/>
                        <a:pt x="0" y="1059737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4" name="Freeform 1353">
                  <a:extLst>
                    <a:ext uri="{FF2B5EF4-FFF2-40B4-BE49-F238E27FC236}">
                      <a16:creationId xmlns:a16="http://schemas.microsoft.com/office/drawing/2014/main" id="{EB02B46B-4AFE-04E3-A8CC-0BBDEB809609}"/>
                    </a:ext>
                  </a:extLst>
                </p:cNvPr>
                <p:cNvSpPr/>
                <p:nvPr/>
              </p:nvSpPr>
              <p:spPr>
                <a:xfrm>
                  <a:off x="3953634" y="1444942"/>
                  <a:ext cx="1464740" cy="1454402"/>
                </a:xfrm>
                <a:custGeom>
                  <a:avLst/>
                  <a:gdLst>
                    <a:gd name="connsiteX0" fmla="*/ 0 w 1464740"/>
                    <a:gd name="connsiteY0" fmla="*/ 1249680 h 1454402"/>
                    <a:gd name="connsiteX1" fmla="*/ 1151093 w 1464740"/>
                    <a:gd name="connsiteY1" fmla="*/ 84773 h 1454402"/>
                    <a:gd name="connsiteX2" fmla="*/ 1107333 w 1464740"/>
                    <a:gd name="connsiteY2" fmla="*/ 0 h 1454402"/>
                    <a:gd name="connsiteX3" fmla="*/ 1151093 w 1464740"/>
                    <a:gd name="connsiteY3" fmla="*/ 84773 h 1454402"/>
                    <a:gd name="connsiteX4" fmla="*/ 0 w 1464740"/>
                    <a:gd name="connsiteY4" fmla="*/ 1249680 h 1454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64740" h="1454402">
                      <a:moveTo>
                        <a:pt x="0" y="1249680"/>
                      </a:moveTo>
                      <a:cubicBezTo>
                        <a:pt x="1427926" y="1739265"/>
                        <a:pt x="1811307" y="1350645"/>
                        <a:pt x="1151093" y="84773"/>
                      </a:cubicBezTo>
                      <a:lnTo>
                        <a:pt x="1107333" y="0"/>
                      </a:lnTo>
                      <a:lnTo>
                        <a:pt x="1151093" y="84773"/>
                      </a:lnTo>
                      <a:cubicBezTo>
                        <a:pt x="1812258" y="1350645"/>
                        <a:pt x="1427926" y="1739265"/>
                        <a:pt x="0" y="1249680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5" name="Freeform 1354">
                  <a:extLst>
                    <a:ext uri="{FF2B5EF4-FFF2-40B4-BE49-F238E27FC236}">
                      <a16:creationId xmlns:a16="http://schemas.microsoft.com/office/drawing/2014/main" id="{70B8B796-E7AB-75C1-A8A2-71C2DEA9EFC6}"/>
                    </a:ext>
                  </a:extLst>
                </p:cNvPr>
                <p:cNvSpPr/>
                <p:nvPr/>
              </p:nvSpPr>
              <p:spPr>
                <a:xfrm>
                  <a:off x="3954585" y="1247775"/>
                  <a:ext cx="1751076" cy="1637104"/>
                </a:xfrm>
                <a:custGeom>
                  <a:avLst/>
                  <a:gdLst>
                    <a:gd name="connsiteX0" fmla="*/ 0 w 1751076"/>
                    <a:gd name="connsiteY0" fmla="*/ 1444943 h 1637104"/>
                    <a:gd name="connsiteX1" fmla="*/ 1663853 w 1751076"/>
                    <a:gd name="connsiteY1" fmla="*/ 92392 h 1637104"/>
                    <a:gd name="connsiteX2" fmla="*/ 1642924 w 1751076"/>
                    <a:gd name="connsiteY2" fmla="*/ 0 h 1637104"/>
                    <a:gd name="connsiteX3" fmla="*/ 1663853 w 1751076"/>
                    <a:gd name="connsiteY3" fmla="*/ 92392 h 1637104"/>
                    <a:gd name="connsiteX4" fmla="*/ 0 w 1751076"/>
                    <a:gd name="connsiteY4" fmla="*/ 1444943 h 16371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51076" h="1637104">
                      <a:moveTo>
                        <a:pt x="0" y="1444943"/>
                      </a:moveTo>
                      <a:cubicBezTo>
                        <a:pt x="1427927" y="1935480"/>
                        <a:pt x="1982544" y="1484948"/>
                        <a:pt x="1663853" y="92392"/>
                      </a:cubicBezTo>
                      <a:lnTo>
                        <a:pt x="1642924" y="0"/>
                      </a:lnTo>
                      <a:lnTo>
                        <a:pt x="1663853" y="92392"/>
                      </a:lnTo>
                      <a:cubicBezTo>
                        <a:pt x="1982544" y="1484948"/>
                        <a:pt x="1426975" y="1936432"/>
                        <a:pt x="0" y="1444943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6" name="Freeform 1355">
                  <a:extLst>
                    <a:ext uri="{FF2B5EF4-FFF2-40B4-BE49-F238E27FC236}">
                      <a16:creationId xmlns:a16="http://schemas.microsoft.com/office/drawing/2014/main" id="{B4E22615-BD3D-C6FF-FEBD-C0548CAD7F1F}"/>
                    </a:ext>
                  </a:extLst>
                </p:cNvPr>
                <p:cNvSpPr/>
                <p:nvPr/>
              </p:nvSpPr>
              <p:spPr>
                <a:xfrm>
                  <a:off x="3955537" y="1326832"/>
                  <a:ext cx="1594187" cy="1562261"/>
                </a:xfrm>
                <a:custGeom>
                  <a:avLst/>
                  <a:gdLst>
                    <a:gd name="connsiteX0" fmla="*/ 0 w 1594187"/>
                    <a:gd name="connsiteY0" fmla="*/ 1363980 h 1562261"/>
                    <a:gd name="connsiteX1" fmla="*/ 1406998 w 1594187"/>
                    <a:gd name="connsiteY1" fmla="*/ 89535 h 1562261"/>
                    <a:gd name="connsiteX2" fmla="*/ 1374653 w 1594187"/>
                    <a:gd name="connsiteY2" fmla="*/ 0 h 1562261"/>
                    <a:gd name="connsiteX3" fmla="*/ 1406998 w 1594187"/>
                    <a:gd name="connsiteY3" fmla="*/ 89535 h 1562261"/>
                    <a:gd name="connsiteX4" fmla="*/ 0 w 1594187"/>
                    <a:gd name="connsiteY4" fmla="*/ 1363980 h 15622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94187" h="1562261">
                      <a:moveTo>
                        <a:pt x="0" y="1363980"/>
                      </a:moveTo>
                      <a:cubicBezTo>
                        <a:pt x="1426975" y="1856423"/>
                        <a:pt x="1895974" y="1431608"/>
                        <a:pt x="1406998" y="89535"/>
                      </a:cubicBezTo>
                      <a:lnTo>
                        <a:pt x="1374653" y="0"/>
                      </a:lnTo>
                      <a:lnTo>
                        <a:pt x="1406998" y="89535"/>
                      </a:lnTo>
                      <a:cubicBezTo>
                        <a:pt x="1895974" y="1431608"/>
                        <a:pt x="1426975" y="1856423"/>
                        <a:pt x="0" y="1363980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7" name="Freeform 1356">
                  <a:extLst>
                    <a:ext uri="{FF2B5EF4-FFF2-40B4-BE49-F238E27FC236}">
                      <a16:creationId xmlns:a16="http://schemas.microsoft.com/office/drawing/2014/main" id="{3D05533C-3B7F-DA30-C14A-5FA0505D1DF4}"/>
                    </a:ext>
                  </a:extLst>
                </p:cNvPr>
                <p:cNvSpPr/>
                <p:nvPr/>
              </p:nvSpPr>
              <p:spPr>
                <a:xfrm>
                  <a:off x="3956488" y="2688907"/>
                  <a:ext cx="1100435" cy="379443"/>
                </a:xfrm>
                <a:custGeom>
                  <a:avLst/>
                  <a:gdLst>
                    <a:gd name="connsiteX0" fmla="*/ 0 w 1100435"/>
                    <a:gd name="connsiteY0" fmla="*/ 0 h 379443"/>
                    <a:gd name="connsiteX1" fmla="*/ 117963 w 1100435"/>
                    <a:gd name="connsiteY1" fmla="*/ 36195 h 379443"/>
                    <a:gd name="connsiteX2" fmla="*/ 28540 w 1100435"/>
                    <a:gd name="connsiteY2" fmla="*/ 4763 h 379443"/>
                    <a:gd name="connsiteX3" fmla="*/ 117963 w 1100435"/>
                    <a:gd name="connsiteY3" fmla="*/ 36195 h 379443"/>
                    <a:gd name="connsiteX4" fmla="*/ 0 w 1100435"/>
                    <a:gd name="connsiteY4" fmla="*/ 0 h 3794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00435" h="379443">
                      <a:moveTo>
                        <a:pt x="0" y="0"/>
                      </a:moveTo>
                      <a:cubicBezTo>
                        <a:pt x="1426975" y="493395"/>
                        <a:pt x="1465979" y="505777"/>
                        <a:pt x="117963" y="36195"/>
                      </a:cubicBezTo>
                      <a:lnTo>
                        <a:pt x="28540" y="4763"/>
                      </a:lnTo>
                      <a:lnTo>
                        <a:pt x="117963" y="36195"/>
                      </a:lnTo>
                      <a:cubicBezTo>
                        <a:pt x="1465979" y="505777"/>
                        <a:pt x="1426024" y="493395"/>
                        <a:pt x="0" y="0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8" name="Freeform 1357">
                  <a:extLst>
                    <a:ext uri="{FF2B5EF4-FFF2-40B4-BE49-F238E27FC236}">
                      <a16:creationId xmlns:a16="http://schemas.microsoft.com/office/drawing/2014/main" id="{93915A62-F743-ECEA-439C-0CC7D33EA490}"/>
                    </a:ext>
                  </a:extLst>
                </p:cNvPr>
                <p:cNvSpPr/>
                <p:nvPr/>
              </p:nvSpPr>
              <p:spPr>
                <a:xfrm>
                  <a:off x="3923192" y="1709737"/>
                  <a:ext cx="1309537" cy="2247900"/>
                </a:xfrm>
                <a:custGeom>
                  <a:avLst/>
                  <a:gdLst>
                    <a:gd name="connsiteX0" fmla="*/ 697315 w 1309537"/>
                    <a:gd name="connsiteY0" fmla="*/ 0 h 2247900"/>
                    <a:gd name="connsiteX1" fmla="*/ 92278 w 1309537"/>
                    <a:gd name="connsiteY1" fmla="*/ 2225040 h 2247900"/>
                    <a:gd name="connsiteX2" fmla="*/ 0 w 1309537"/>
                    <a:gd name="connsiteY2" fmla="*/ 2247900 h 2247900"/>
                    <a:gd name="connsiteX3" fmla="*/ 92278 w 1309537"/>
                    <a:gd name="connsiteY3" fmla="*/ 2225040 h 2247900"/>
                    <a:gd name="connsiteX4" fmla="*/ 697315 w 1309537"/>
                    <a:gd name="connsiteY4" fmla="*/ 0 h 2247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9537" h="2247900">
                      <a:moveTo>
                        <a:pt x="697315" y="0"/>
                      </a:moveTo>
                      <a:cubicBezTo>
                        <a:pt x="1680977" y="1146810"/>
                        <a:pt x="1479298" y="1887855"/>
                        <a:pt x="92278" y="2225040"/>
                      </a:cubicBezTo>
                      <a:lnTo>
                        <a:pt x="0" y="2247900"/>
                      </a:lnTo>
                      <a:lnTo>
                        <a:pt x="92278" y="2225040"/>
                      </a:lnTo>
                      <a:cubicBezTo>
                        <a:pt x="1479298" y="1887855"/>
                        <a:pt x="1680977" y="1145858"/>
                        <a:pt x="697315" y="0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9" name="Freeform 1358">
                  <a:extLst>
                    <a:ext uri="{FF2B5EF4-FFF2-40B4-BE49-F238E27FC236}">
                      <a16:creationId xmlns:a16="http://schemas.microsoft.com/office/drawing/2014/main" id="{AD53B724-2CD9-7D3B-A05D-4D117B7A75F8}"/>
                    </a:ext>
                  </a:extLst>
                </p:cNvPr>
                <p:cNvSpPr/>
                <p:nvPr/>
              </p:nvSpPr>
              <p:spPr>
                <a:xfrm>
                  <a:off x="4622410" y="1247775"/>
                  <a:ext cx="1111874" cy="1237724"/>
                </a:xfrm>
                <a:custGeom>
                  <a:avLst/>
                  <a:gdLst>
                    <a:gd name="connsiteX0" fmla="*/ 0 w 1111874"/>
                    <a:gd name="connsiteY0" fmla="*/ 460058 h 1237724"/>
                    <a:gd name="connsiteX1" fmla="*/ 994126 w 1111874"/>
                    <a:gd name="connsiteY1" fmla="*/ 92392 h 1237724"/>
                    <a:gd name="connsiteX2" fmla="*/ 973197 w 1111874"/>
                    <a:gd name="connsiteY2" fmla="*/ 0 h 1237724"/>
                    <a:gd name="connsiteX3" fmla="*/ 994126 w 1111874"/>
                    <a:gd name="connsiteY3" fmla="*/ 92392 h 1237724"/>
                    <a:gd name="connsiteX4" fmla="*/ 0 w 1111874"/>
                    <a:gd name="connsiteY4" fmla="*/ 460058 h 1237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11874" h="1237724">
                      <a:moveTo>
                        <a:pt x="0" y="460058"/>
                      </a:moveTo>
                      <a:cubicBezTo>
                        <a:pt x="982710" y="1607820"/>
                        <a:pt x="1313769" y="1484948"/>
                        <a:pt x="994126" y="92392"/>
                      </a:cubicBezTo>
                      <a:lnTo>
                        <a:pt x="973197" y="0"/>
                      </a:lnTo>
                      <a:lnTo>
                        <a:pt x="994126" y="92392"/>
                      </a:lnTo>
                      <a:cubicBezTo>
                        <a:pt x="1313769" y="1484948"/>
                        <a:pt x="981759" y="1607820"/>
                        <a:pt x="0" y="460058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0" name="Freeform 1359">
                  <a:extLst>
                    <a:ext uri="{FF2B5EF4-FFF2-40B4-BE49-F238E27FC236}">
                      <a16:creationId xmlns:a16="http://schemas.microsoft.com/office/drawing/2014/main" id="{DBA4CFA9-3A2C-2B12-82A8-D18873F688EF}"/>
                    </a:ext>
                  </a:extLst>
                </p:cNvPr>
                <p:cNvSpPr/>
                <p:nvPr/>
              </p:nvSpPr>
              <p:spPr>
                <a:xfrm>
                  <a:off x="4624312" y="1706879"/>
                  <a:ext cx="758494" cy="884266"/>
                </a:xfrm>
                <a:custGeom>
                  <a:avLst/>
                  <a:gdLst>
                    <a:gd name="connsiteX0" fmla="*/ 0 w 758494"/>
                    <a:gd name="connsiteY0" fmla="*/ 0 h 884266"/>
                    <a:gd name="connsiteX1" fmla="*/ 86570 w 758494"/>
                    <a:gd name="connsiteY1" fmla="*/ 88583 h 884266"/>
                    <a:gd name="connsiteX2" fmla="*/ 24734 w 758494"/>
                    <a:gd name="connsiteY2" fmla="*/ 16193 h 884266"/>
                    <a:gd name="connsiteX3" fmla="*/ 86570 w 758494"/>
                    <a:gd name="connsiteY3" fmla="*/ 88583 h 884266"/>
                    <a:gd name="connsiteX4" fmla="*/ 0 w 758494"/>
                    <a:gd name="connsiteY4" fmla="*/ 0 h 88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58494" h="884266">
                      <a:moveTo>
                        <a:pt x="0" y="0"/>
                      </a:moveTo>
                      <a:cubicBezTo>
                        <a:pt x="981759" y="1148715"/>
                        <a:pt x="1010298" y="1178243"/>
                        <a:pt x="86570" y="88583"/>
                      </a:cubicBezTo>
                      <a:lnTo>
                        <a:pt x="24734" y="16193"/>
                      </a:lnTo>
                      <a:lnTo>
                        <a:pt x="86570" y="88583"/>
                      </a:lnTo>
                      <a:cubicBezTo>
                        <a:pt x="1010298" y="1177290"/>
                        <a:pt x="981759" y="1147763"/>
                        <a:pt x="0" y="0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1" name="Freeform 1360">
                  <a:extLst>
                    <a:ext uri="{FF2B5EF4-FFF2-40B4-BE49-F238E27FC236}">
                      <a16:creationId xmlns:a16="http://schemas.microsoft.com/office/drawing/2014/main" id="{5C0B2806-B9F9-40C5-C642-46F6ABF843E5}"/>
                    </a:ext>
                  </a:extLst>
                </p:cNvPr>
                <p:cNvSpPr/>
                <p:nvPr/>
              </p:nvSpPr>
              <p:spPr>
                <a:xfrm>
                  <a:off x="3832817" y="1444942"/>
                  <a:ext cx="1572921" cy="2062162"/>
                </a:xfrm>
                <a:custGeom>
                  <a:avLst/>
                  <a:gdLst>
                    <a:gd name="connsiteX0" fmla="*/ 0 w 1572921"/>
                    <a:gd name="connsiteY0" fmla="*/ 2062163 h 2062162"/>
                    <a:gd name="connsiteX1" fmla="*/ 1270008 w 1572921"/>
                    <a:gd name="connsiteY1" fmla="*/ 84773 h 2062162"/>
                    <a:gd name="connsiteX2" fmla="*/ 1226247 w 1572921"/>
                    <a:gd name="connsiteY2" fmla="*/ 0 h 2062162"/>
                    <a:gd name="connsiteX3" fmla="*/ 1270008 w 1572921"/>
                    <a:gd name="connsiteY3" fmla="*/ 84773 h 2062162"/>
                    <a:gd name="connsiteX4" fmla="*/ 0 w 1572921"/>
                    <a:gd name="connsiteY4" fmla="*/ 2062163 h 2062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72921" h="2062162">
                      <a:moveTo>
                        <a:pt x="0" y="2062163"/>
                      </a:moveTo>
                      <a:cubicBezTo>
                        <a:pt x="1508789" y="2009775"/>
                        <a:pt x="1932124" y="1350645"/>
                        <a:pt x="1270008" y="84773"/>
                      </a:cubicBezTo>
                      <a:lnTo>
                        <a:pt x="1226247" y="0"/>
                      </a:lnTo>
                      <a:lnTo>
                        <a:pt x="1270008" y="84773"/>
                      </a:lnTo>
                      <a:cubicBezTo>
                        <a:pt x="1932124" y="1350645"/>
                        <a:pt x="1508789" y="2009775"/>
                        <a:pt x="0" y="2062163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2" name="Freeform 1361">
                  <a:extLst>
                    <a:ext uri="{FF2B5EF4-FFF2-40B4-BE49-F238E27FC236}">
                      <a16:creationId xmlns:a16="http://schemas.microsoft.com/office/drawing/2014/main" id="{0502994A-A339-7585-CE1C-EA787A2FFD48}"/>
                    </a:ext>
                  </a:extLst>
                </p:cNvPr>
                <p:cNvSpPr/>
                <p:nvPr/>
              </p:nvSpPr>
              <p:spPr>
                <a:xfrm>
                  <a:off x="3832817" y="1519237"/>
                  <a:ext cx="1515088" cy="1985962"/>
                </a:xfrm>
                <a:custGeom>
                  <a:avLst/>
                  <a:gdLst>
                    <a:gd name="connsiteX0" fmla="*/ 0 w 1515088"/>
                    <a:gd name="connsiteY0" fmla="*/ 1985963 h 1985962"/>
                    <a:gd name="connsiteX1" fmla="*/ 1146337 w 1515088"/>
                    <a:gd name="connsiteY1" fmla="*/ 80963 h 1985962"/>
                    <a:gd name="connsiteX2" fmla="*/ 1096868 w 1515088"/>
                    <a:gd name="connsiteY2" fmla="*/ 0 h 1985962"/>
                    <a:gd name="connsiteX3" fmla="*/ 1146337 w 1515088"/>
                    <a:gd name="connsiteY3" fmla="*/ 80963 h 1985962"/>
                    <a:gd name="connsiteX4" fmla="*/ 0 w 1515088"/>
                    <a:gd name="connsiteY4" fmla="*/ 1985963 h 1985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15088" h="1985962">
                      <a:moveTo>
                        <a:pt x="0" y="1985963"/>
                      </a:moveTo>
                      <a:cubicBezTo>
                        <a:pt x="1508789" y="1935480"/>
                        <a:pt x="1890266" y="1300163"/>
                        <a:pt x="1146337" y="80963"/>
                      </a:cubicBezTo>
                      <a:lnTo>
                        <a:pt x="1096868" y="0"/>
                      </a:lnTo>
                      <a:lnTo>
                        <a:pt x="1146337" y="80963"/>
                      </a:lnTo>
                      <a:cubicBezTo>
                        <a:pt x="1890266" y="1300163"/>
                        <a:pt x="1508789" y="1934528"/>
                        <a:pt x="0" y="1985963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3" name="Freeform 1362">
                  <a:extLst>
                    <a:ext uri="{FF2B5EF4-FFF2-40B4-BE49-F238E27FC236}">
                      <a16:creationId xmlns:a16="http://schemas.microsoft.com/office/drawing/2014/main" id="{0F589F1B-5ECE-3F2A-FF6E-2E813CEDEB45}"/>
                    </a:ext>
                  </a:extLst>
                </p:cNvPr>
                <p:cNvSpPr/>
                <p:nvPr/>
              </p:nvSpPr>
              <p:spPr>
                <a:xfrm>
                  <a:off x="3832817" y="1938337"/>
                  <a:ext cx="1326654" cy="1564957"/>
                </a:xfrm>
                <a:custGeom>
                  <a:avLst/>
                  <a:gdLst>
                    <a:gd name="connsiteX0" fmla="*/ 0 w 1326654"/>
                    <a:gd name="connsiteY0" fmla="*/ 1564957 h 1564957"/>
                    <a:gd name="connsiteX1" fmla="*/ 665922 w 1326654"/>
                    <a:gd name="connsiteY1" fmla="*/ 63817 h 1564957"/>
                    <a:gd name="connsiteX2" fmla="*/ 594573 w 1326654"/>
                    <a:gd name="connsiteY2" fmla="*/ 0 h 1564957"/>
                    <a:gd name="connsiteX3" fmla="*/ 665922 w 1326654"/>
                    <a:gd name="connsiteY3" fmla="*/ 63817 h 1564957"/>
                    <a:gd name="connsiteX4" fmla="*/ 0 w 1326654"/>
                    <a:gd name="connsiteY4" fmla="*/ 1564957 h 1564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26654" h="1564957">
                      <a:moveTo>
                        <a:pt x="0" y="1564957"/>
                      </a:moveTo>
                      <a:cubicBezTo>
                        <a:pt x="1508789" y="1515428"/>
                        <a:pt x="1730445" y="1015365"/>
                        <a:pt x="665922" y="63817"/>
                      </a:cubicBezTo>
                      <a:lnTo>
                        <a:pt x="594573" y="0"/>
                      </a:lnTo>
                      <a:lnTo>
                        <a:pt x="665922" y="63817"/>
                      </a:lnTo>
                      <a:cubicBezTo>
                        <a:pt x="1730445" y="1015365"/>
                        <a:pt x="1508789" y="1515428"/>
                        <a:pt x="0" y="1564957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4" name="Freeform 1363">
                  <a:extLst>
                    <a:ext uri="{FF2B5EF4-FFF2-40B4-BE49-F238E27FC236}">
                      <a16:creationId xmlns:a16="http://schemas.microsoft.com/office/drawing/2014/main" id="{41755710-1B5A-02B9-87E7-76B43DFB922E}"/>
                    </a:ext>
                  </a:extLst>
                </p:cNvPr>
                <p:cNvSpPr/>
                <p:nvPr/>
              </p:nvSpPr>
              <p:spPr>
                <a:xfrm>
                  <a:off x="3832817" y="1621154"/>
                  <a:ext cx="1453201" cy="1880235"/>
                </a:xfrm>
                <a:custGeom>
                  <a:avLst/>
                  <a:gdLst>
                    <a:gd name="connsiteX0" fmla="*/ 0 w 1453201"/>
                    <a:gd name="connsiteY0" fmla="*/ 1880235 h 1880235"/>
                    <a:gd name="connsiteX1" fmla="*/ 1001736 w 1453201"/>
                    <a:gd name="connsiteY1" fmla="*/ 77153 h 1880235"/>
                    <a:gd name="connsiteX2" fmla="*/ 945609 w 1453201"/>
                    <a:gd name="connsiteY2" fmla="*/ 0 h 1880235"/>
                    <a:gd name="connsiteX3" fmla="*/ 1001736 w 1453201"/>
                    <a:gd name="connsiteY3" fmla="*/ 77153 h 1880235"/>
                    <a:gd name="connsiteX4" fmla="*/ 0 w 1453201"/>
                    <a:gd name="connsiteY4" fmla="*/ 1880235 h 18802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53201" h="1880235">
                      <a:moveTo>
                        <a:pt x="0" y="1880235"/>
                      </a:moveTo>
                      <a:cubicBezTo>
                        <a:pt x="1508789" y="1832610"/>
                        <a:pt x="1842700" y="1230630"/>
                        <a:pt x="1001736" y="77153"/>
                      </a:cubicBezTo>
                      <a:lnTo>
                        <a:pt x="945609" y="0"/>
                      </a:lnTo>
                      <a:lnTo>
                        <a:pt x="1001736" y="77153"/>
                      </a:lnTo>
                      <a:cubicBezTo>
                        <a:pt x="1842700" y="1231583"/>
                        <a:pt x="1508789" y="1832610"/>
                        <a:pt x="0" y="1880235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5" name="Freeform 1364">
                  <a:extLst>
                    <a:ext uri="{FF2B5EF4-FFF2-40B4-BE49-F238E27FC236}">
                      <a16:creationId xmlns:a16="http://schemas.microsoft.com/office/drawing/2014/main" id="{F2C4FF11-0029-6ABE-F50C-4D325277B4D2}"/>
                    </a:ext>
                  </a:extLst>
                </p:cNvPr>
                <p:cNvSpPr/>
                <p:nvPr/>
              </p:nvSpPr>
              <p:spPr>
                <a:xfrm>
                  <a:off x="4270423" y="1724025"/>
                  <a:ext cx="1037293" cy="968219"/>
                </a:xfrm>
                <a:custGeom>
                  <a:avLst/>
                  <a:gdLst>
                    <a:gd name="connsiteX0" fmla="*/ 0 w 1037293"/>
                    <a:gd name="connsiteY0" fmla="*/ 363855 h 968219"/>
                    <a:gd name="connsiteX1" fmla="*/ 438557 w 1037293"/>
                    <a:gd name="connsiteY1" fmla="*/ 72390 h 968219"/>
                    <a:gd name="connsiteX2" fmla="*/ 376721 w 1037293"/>
                    <a:gd name="connsiteY2" fmla="*/ 0 h 968219"/>
                    <a:gd name="connsiteX3" fmla="*/ 438557 w 1037293"/>
                    <a:gd name="connsiteY3" fmla="*/ 72390 h 968219"/>
                    <a:gd name="connsiteX4" fmla="*/ 0 w 1037293"/>
                    <a:gd name="connsiteY4" fmla="*/ 363855 h 968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37293" h="968219">
                      <a:moveTo>
                        <a:pt x="0" y="363855"/>
                      </a:moveTo>
                      <a:cubicBezTo>
                        <a:pt x="1216734" y="1257300"/>
                        <a:pt x="1363237" y="1160145"/>
                        <a:pt x="438557" y="72390"/>
                      </a:cubicBezTo>
                      <a:lnTo>
                        <a:pt x="376721" y="0"/>
                      </a:lnTo>
                      <a:lnTo>
                        <a:pt x="438557" y="72390"/>
                      </a:lnTo>
                      <a:cubicBezTo>
                        <a:pt x="1363237" y="1160145"/>
                        <a:pt x="1216734" y="1257300"/>
                        <a:pt x="0" y="363855"/>
                      </a:cubicBezTo>
                      <a:close/>
                    </a:path>
                  </a:pathLst>
                </a:custGeom>
                <a:solidFill>
                  <a:srgbClr val="EFE09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6" name="Freeform 1365">
                  <a:extLst>
                    <a:ext uri="{FF2B5EF4-FFF2-40B4-BE49-F238E27FC236}">
                      <a16:creationId xmlns:a16="http://schemas.microsoft.com/office/drawing/2014/main" id="{1A55CA73-E371-30B2-A6AC-337D8FE7F9B5}"/>
                    </a:ext>
                  </a:extLst>
                </p:cNvPr>
                <p:cNvSpPr/>
                <p:nvPr/>
              </p:nvSpPr>
              <p:spPr>
                <a:xfrm>
                  <a:off x="5192249" y="1382077"/>
                  <a:ext cx="1602968" cy="4203382"/>
                </a:xfrm>
                <a:custGeom>
                  <a:avLst/>
                  <a:gdLst>
                    <a:gd name="connsiteX0" fmla="*/ 1602969 w 1602968"/>
                    <a:gd name="connsiteY0" fmla="*/ 4203383 h 4203382"/>
                    <a:gd name="connsiteX1" fmla="*/ 38053 w 1602968"/>
                    <a:gd name="connsiteY1" fmla="*/ 86677 h 4203382"/>
                    <a:gd name="connsiteX2" fmla="*/ 0 w 1602968"/>
                    <a:gd name="connsiteY2" fmla="*/ 0 h 4203382"/>
                    <a:gd name="connsiteX3" fmla="*/ 38053 w 1602968"/>
                    <a:gd name="connsiteY3" fmla="*/ 86677 h 4203382"/>
                    <a:gd name="connsiteX4" fmla="*/ 1602969 w 1602968"/>
                    <a:gd name="connsiteY4" fmla="*/ 4203383 h 4203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02968" h="4203382">
                      <a:moveTo>
                        <a:pt x="1602969" y="4203383"/>
                      </a:moveTo>
                      <a:cubicBezTo>
                        <a:pt x="1136824" y="2766060"/>
                        <a:pt x="615502" y="1393508"/>
                        <a:pt x="38053" y="86677"/>
                      </a:cubicBezTo>
                      <a:lnTo>
                        <a:pt x="0" y="0"/>
                      </a:lnTo>
                      <a:lnTo>
                        <a:pt x="38053" y="86677"/>
                      </a:lnTo>
                      <a:cubicBezTo>
                        <a:pt x="614551" y="1393508"/>
                        <a:pt x="1136824" y="2766060"/>
                        <a:pt x="1602969" y="4203383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7" name="Freeform 1366">
                  <a:extLst>
                    <a:ext uri="{FF2B5EF4-FFF2-40B4-BE49-F238E27FC236}">
                      <a16:creationId xmlns:a16="http://schemas.microsoft.com/office/drawing/2014/main" id="{AFEF92C8-D2B9-F332-5C85-44EAB62393CC}"/>
                    </a:ext>
                  </a:extLst>
                </p:cNvPr>
                <p:cNvSpPr/>
                <p:nvPr/>
              </p:nvSpPr>
              <p:spPr>
                <a:xfrm>
                  <a:off x="4113455" y="1445895"/>
                  <a:ext cx="1319795" cy="1288320"/>
                </a:xfrm>
                <a:custGeom>
                  <a:avLst/>
                  <a:gdLst>
                    <a:gd name="connsiteX0" fmla="*/ 0 w 1319795"/>
                    <a:gd name="connsiteY0" fmla="*/ 887730 h 1288320"/>
                    <a:gd name="connsiteX1" fmla="*/ 987467 w 1319795"/>
                    <a:gd name="connsiteY1" fmla="*/ 84772 h 1288320"/>
                    <a:gd name="connsiteX2" fmla="*/ 943706 w 1319795"/>
                    <a:gd name="connsiteY2" fmla="*/ 0 h 1288320"/>
                    <a:gd name="connsiteX3" fmla="*/ 987467 w 1319795"/>
                    <a:gd name="connsiteY3" fmla="*/ 84772 h 1288320"/>
                    <a:gd name="connsiteX4" fmla="*/ 0 w 1319795"/>
                    <a:gd name="connsiteY4" fmla="*/ 887730 h 12883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19795" h="1288320">
                      <a:moveTo>
                        <a:pt x="0" y="887730"/>
                      </a:moveTo>
                      <a:cubicBezTo>
                        <a:pt x="1321379" y="1617345"/>
                        <a:pt x="1650535" y="1350645"/>
                        <a:pt x="987467" y="84772"/>
                      </a:cubicBezTo>
                      <a:lnTo>
                        <a:pt x="943706" y="0"/>
                      </a:lnTo>
                      <a:lnTo>
                        <a:pt x="987467" y="84772"/>
                      </a:lnTo>
                      <a:cubicBezTo>
                        <a:pt x="1650535" y="1349693"/>
                        <a:pt x="1321379" y="1617345"/>
                        <a:pt x="0" y="887730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8" name="Freeform 1367">
                  <a:extLst>
                    <a:ext uri="{FF2B5EF4-FFF2-40B4-BE49-F238E27FC236}">
                      <a16:creationId xmlns:a16="http://schemas.microsoft.com/office/drawing/2014/main" id="{B3B8FA89-C5EC-4210-B49C-9467CEBAB6AF}"/>
                    </a:ext>
                  </a:extLst>
                </p:cNvPr>
                <p:cNvSpPr/>
                <p:nvPr/>
              </p:nvSpPr>
              <p:spPr>
                <a:xfrm>
                  <a:off x="4114407" y="1520189"/>
                  <a:ext cx="1266620" cy="1223060"/>
                </a:xfrm>
                <a:custGeom>
                  <a:avLst/>
                  <a:gdLst>
                    <a:gd name="connsiteX0" fmla="*/ 0 w 1266620"/>
                    <a:gd name="connsiteY0" fmla="*/ 811530 h 1223060"/>
                    <a:gd name="connsiteX1" fmla="*/ 862844 w 1266620"/>
                    <a:gd name="connsiteY1" fmla="*/ 80963 h 1223060"/>
                    <a:gd name="connsiteX2" fmla="*/ 813376 w 1266620"/>
                    <a:gd name="connsiteY2" fmla="*/ 0 h 1223060"/>
                    <a:gd name="connsiteX3" fmla="*/ 862844 w 1266620"/>
                    <a:gd name="connsiteY3" fmla="*/ 80963 h 1223060"/>
                    <a:gd name="connsiteX4" fmla="*/ 0 w 1266620"/>
                    <a:gd name="connsiteY4" fmla="*/ 811530 h 12230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66620" h="1223060">
                      <a:moveTo>
                        <a:pt x="0" y="811530"/>
                      </a:moveTo>
                      <a:cubicBezTo>
                        <a:pt x="1321379" y="1543050"/>
                        <a:pt x="1608677" y="1299210"/>
                        <a:pt x="862844" y="80963"/>
                      </a:cubicBezTo>
                      <a:lnTo>
                        <a:pt x="813376" y="0"/>
                      </a:lnTo>
                      <a:lnTo>
                        <a:pt x="862844" y="80963"/>
                      </a:lnTo>
                      <a:cubicBezTo>
                        <a:pt x="1608677" y="1299210"/>
                        <a:pt x="1320428" y="1543050"/>
                        <a:pt x="0" y="811530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9" name="Freeform 1368">
                  <a:extLst>
                    <a:ext uri="{FF2B5EF4-FFF2-40B4-BE49-F238E27FC236}">
                      <a16:creationId xmlns:a16="http://schemas.microsoft.com/office/drawing/2014/main" id="{04B9BD48-38A8-8C73-64B3-D68345CCC267}"/>
                    </a:ext>
                  </a:extLst>
                </p:cNvPr>
                <p:cNvSpPr/>
                <p:nvPr/>
              </p:nvSpPr>
              <p:spPr>
                <a:xfrm>
                  <a:off x="4115358" y="2095500"/>
                  <a:ext cx="1059949" cy="742682"/>
                </a:xfrm>
                <a:custGeom>
                  <a:avLst/>
                  <a:gdLst>
                    <a:gd name="connsiteX0" fmla="*/ 0 w 1059949"/>
                    <a:gd name="connsiteY0" fmla="*/ 234315 h 742682"/>
                    <a:gd name="connsiteX1" fmla="*/ 260661 w 1059949"/>
                    <a:gd name="connsiteY1" fmla="*/ 57150 h 742682"/>
                    <a:gd name="connsiteX2" fmla="*/ 184555 w 1059949"/>
                    <a:gd name="connsiteY2" fmla="*/ 0 h 742682"/>
                    <a:gd name="connsiteX3" fmla="*/ 260661 w 1059949"/>
                    <a:gd name="connsiteY3" fmla="*/ 57150 h 742682"/>
                    <a:gd name="connsiteX4" fmla="*/ 0 w 1059949"/>
                    <a:gd name="connsiteY4" fmla="*/ 234315 h 7426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59949" h="742682">
                      <a:moveTo>
                        <a:pt x="0" y="234315"/>
                      </a:moveTo>
                      <a:cubicBezTo>
                        <a:pt x="1320428" y="966788"/>
                        <a:pt x="1406998" y="907733"/>
                        <a:pt x="260661" y="57150"/>
                      </a:cubicBezTo>
                      <a:lnTo>
                        <a:pt x="184555" y="0"/>
                      </a:lnTo>
                      <a:lnTo>
                        <a:pt x="260661" y="57150"/>
                      </a:lnTo>
                      <a:cubicBezTo>
                        <a:pt x="1406998" y="907733"/>
                        <a:pt x="1320428" y="966788"/>
                        <a:pt x="0" y="234315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0" name="Freeform 1369">
                  <a:extLst>
                    <a:ext uri="{FF2B5EF4-FFF2-40B4-BE49-F238E27FC236}">
                      <a16:creationId xmlns:a16="http://schemas.microsoft.com/office/drawing/2014/main" id="{8DA4DC7E-C673-DE0B-8FEB-83E9A6AEC1BB}"/>
                    </a:ext>
                  </a:extLst>
                </p:cNvPr>
                <p:cNvSpPr/>
                <p:nvPr/>
              </p:nvSpPr>
              <p:spPr>
                <a:xfrm>
                  <a:off x="5593704" y="1248727"/>
                  <a:ext cx="2608510" cy="3011804"/>
                </a:xfrm>
                <a:custGeom>
                  <a:avLst/>
                  <a:gdLst>
                    <a:gd name="connsiteX0" fmla="*/ 2608511 w 2608510"/>
                    <a:gd name="connsiteY0" fmla="*/ 3011805 h 3011804"/>
                    <a:gd name="connsiteX1" fmla="*/ 20929 w 2608510"/>
                    <a:gd name="connsiteY1" fmla="*/ 92393 h 3011804"/>
                    <a:gd name="connsiteX2" fmla="*/ 0 w 2608510"/>
                    <a:gd name="connsiteY2" fmla="*/ 0 h 3011804"/>
                    <a:gd name="connsiteX3" fmla="*/ 20929 w 2608510"/>
                    <a:gd name="connsiteY3" fmla="*/ 92393 h 3011804"/>
                    <a:gd name="connsiteX4" fmla="*/ 2608511 w 2608510"/>
                    <a:gd name="connsiteY4" fmla="*/ 3011805 h 3011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08510" h="3011804">
                      <a:moveTo>
                        <a:pt x="2608511" y="3011805"/>
                      </a:moveTo>
                      <a:cubicBezTo>
                        <a:pt x="1204367" y="2457450"/>
                        <a:pt x="341523" y="1484948"/>
                        <a:pt x="20929" y="92393"/>
                      </a:cubicBezTo>
                      <a:lnTo>
                        <a:pt x="0" y="0"/>
                      </a:lnTo>
                      <a:lnTo>
                        <a:pt x="20929" y="92393"/>
                      </a:lnTo>
                      <a:cubicBezTo>
                        <a:pt x="341523" y="1484948"/>
                        <a:pt x="1204367" y="2457450"/>
                        <a:pt x="2608511" y="3011805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1" name="Freeform 1370">
                  <a:extLst>
                    <a:ext uri="{FF2B5EF4-FFF2-40B4-BE49-F238E27FC236}">
                      <a16:creationId xmlns:a16="http://schemas.microsoft.com/office/drawing/2014/main" id="{68CD2C57-E933-F125-D1E3-83691A2E252E}"/>
                    </a:ext>
                  </a:extLst>
                </p:cNvPr>
                <p:cNvSpPr/>
                <p:nvPr/>
              </p:nvSpPr>
              <p:spPr>
                <a:xfrm>
                  <a:off x="4776523" y="1622107"/>
                  <a:ext cx="3424740" cy="2640329"/>
                </a:xfrm>
                <a:custGeom>
                  <a:avLst/>
                  <a:gdLst>
                    <a:gd name="connsiteX0" fmla="*/ 3424740 w 3424740"/>
                    <a:gd name="connsiteY0" fmla="*/ 2640330 h 2640329"/>
                    <a:gd name="connsiteX1" fmla="*/ 56128 w 3424740"/>
                    <a:gd name="connsiteY1" fmla="*/ 77152 h 2640329"/>
                    <a:gd name="connsiteX2" fmla="*/ 0 w 3424740"/>
                    <a:gd name="connsiteY2" fmla="*/ 0 h 2640329"/>
                    <a:gd name="connsiteX3" fmla="*/ 56128 w 3424740"/>
                    <a:gd name="connsiteY3" fmla="*/ 77152 h 2640329"/>
                    <a:gd name="connsiteX4" fmla="*/ 3424740 w 3424740"/>
                    <a:gd name="connsiteY4" fmla="*/ 2640330 h 26403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24740" h="2640329">
                      <a:moveTo>
                        <a:pt x="3424740" y="2640330"/>
                      </a:moveTo>
                      <a:cubicBezTo>
                        <a:pt x="2020597" y="2085023"/>
                        <a:pt x="898043" y="1230630"/>
                        <a:pt x="56128" y="77152"/>
                      </a:cubicBezTo>
                      <a:lnTo>
                        <a:pt x="0" y="0"/>
                      </a:lnTo>
                      <a:lnTo>
                        <a:pt x="56128" y="77152"/>
                      </a:lnTo>
                      <a:cubicBezTo>
                        <a:pt x="898043" y="1230630"/>
                        <a:pt x="2020597" y="2085023"/>
                        <a:pt x="3424740" y="2640330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2" name="Freeform 1371">
                  <a:extLst>
                    <a:ext uri="{FF2B5EF4-FFF2-40B4-BE49-F238E27FC236}">
                      <a16:creationId xmlns:a16="http://schemas.microsoft.com/office/drawing/2014/main" id="{D195BA07-733A-94FA-E0D4-B4A2F3A21DD5}"/>
                    </a:ext>
                  </a:extLst>
                </p:cNvPr>
                <p:cNvSpPr/>
                <p:nvPr/>
              </p:nvSpPr>
              <p:spPr>
                <a:xfrm>
                  <a:off x="5055259" y="1175385"/>
                  <a:ext cx="1286180" cy="1223877"/>
                </a:xfrm>
                <a:custGeom>
                  <a:avLst/>
                  <a:gdLst>
                    <a:gd name="connsiteX0" fmla="*/ 1286180 w 1286180"/>
                    <a:gd name="connsiteY0" fmla="*/ 0 h 1223877"/>
                    <a:gd name="connsiteX1" fmla="*/ 44712 w 1286180"/>
                    <a:gd name="connsiteY1" fmla="*/ 357188 h 1223877"/>
                    <a:gd name="connsiteX2" fmla="*/ 0 w 1286180"/>
                    <a:gd name="connsiteY2" fmla="*/ 273367 h 1223877"/>
                    <a:gd name="connsiteX3" fmla="*/ 44712 w 1286180"/>
                    <a:gd name="connsiteY3" fmla="*/ 357188 h 1223877"/>
                    <a:gd name="connsiteX4" fmla="*/ 1286180 w 1286180"/>
                    <a:gd name="connsiteY4" fmla="*/ 0 h 12238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6180" h="1223877">
                      <a:moveTo>
                        <a:pt x="1286180" y="0"/>
                      </a:moveTo>
                      <a:cubicBezTo>
                        <a:pt x="1122554" y="1502093"/>
                        <a:pt x="708731" y="1621155"/>
                        <a:pt x="44712" y="357188"/>
                      </a:cubicBezTo>
                      <a:lnTo>
                        <a:pt x="0" y="273367"/>
                      </a:lnTo>
                      <a:lnTo>
                        <a:pt x="44712" y="357188"/>
                      </a:lnTo>
                      <a:cubicBezTo>
                        <a:pt x="708731" y="1621155"/>
                        <a:pt x="1123505" y="1503045"/>
                        <a:pt x="1286180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3" name="Freeform 1372">
                  <a:extLst>
                    <a:ext uri="{FF2B5EF4-FFF2-40B4-BE49-F238E27FC236}">
                      <a16:creationId xmlns:a16="http://schemas.microsoft.com/office/drawing/2014/main" id="{0C93A585-ACE3-1EC5-7697-273ACA0BE131}"/>
                    </a:ext>
                  </a:extLst>
                </p:cNvPr>
                <p:cNvSpPr/>
                <p:nvPr/>
              </p:nvSpPr>
              <p:spPr>
                <a:xfrm>
                  <a:off x="4775572" y="1175385"/>
                  <a:ext cx="1567769" cy="1275031"/>
                </a:xfrm>
                <a:custGeom>
                  <a:avLst/>
                  <a:gdLst>
                    <a:gd name="connsiteX0" fmla="*/ 1567770 w 1567769"/>
                    <a:gd name="connsiteY0" fmla="*/ 0 h 1275031"/>
                    <a:gd name="connsiteX1" fmla="*/ 56128 w 1567769"/>
                    <a:gd name="connsiteY1" fmla="*/ 523875 h 1275031"/>
                    <a:gd name="connsiteX2" fmla="*/ 0 w 1567769"/>
                    <a:gd name="connsiteY2" fmla="*/ 446723 h 1275031"/>
                    <a:gd name="connsiteX3" fmla="*/ 56128 w 1567769"/>
                    <a:gd name="connsiteY3" fmla="*/ 523875 h 1275031"/>
                    <a:gd name="connsiteX4" fmla="*/ 1567770 w 1567769"/>
                    <a:gd name="connsiteY4" fmla="*/ 0 h 1275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67769" h="1275031">
                      <a:moveTo>
                        <a:pt x="1567770" y="0"/>
                      </a:moveTo>
                      <a:cubicBezTo>
                        <a:pt x="1403192" y="1502093"/>
                        <a:pt x="898994" y="1677353"/>
                        <a:pt x="56128" y="523875"/>
                      </a:cubicBezTo>
                      <a:lnTo>
                        <a:pt x="0" y="446723"/>
                      </a:lnTo>
                      <a:lnTo>
                        <a:pt x="56128" y="523875"/>
                      </a:lnTo>
                      <a:cubicBezTo>
                        <a:pt x="898994" y="1676400"/>
                        <a:pt x="1403192" y="1502093"/>
                        <a:pt x="1567770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4" name="Freeform 1373">
                  <a:extLst>
                    <a:ext uri="{FF2B5EF4-FFF2-40B4-BE49-F238E27FC236}">
                      <a16:creationId xmlns:a16="http://schemas.microsoft.com/office/drawing/2014/main" id="{36E820B2-82B3-6D4E-C3A4-C25F6A49F7BE}"/>
                    </a:ext>
                  </a:extLst>
                </p:cNvPr>
                <p:cNvSpPr/>
                <p:nvPr/>
              </p:nvSpPr>
              <p:spPr>
                <a:xfrm>
                  <a:off x="4645241" y="1175385"/>
                  <a:ext cx="1700003" cy="1307098"/>
                </a:xfrm>
                <a:custGeom>
                  <a:avLst/>
                  <a:gdLst>
                    <a:gd name="connsiteX0" fmla="*/ 1700003 w 1700003"/>
                    <a:gd name="connsiteY0" fmla="*/ 0 h 1307098"/>
                    <a:gd name="connsiteX1" fmla="*/ 61836 w 1700003"/>
                    <a:gd name="connsiteY1" fmla="*/ 621982 h 1307098"/>
                    <a:gd name="connsiteX2" fmla="*/ 0 w 1700003"/>
                    <a:gd name="connsiteY2" fmla="*/ 549593 h 1307098"/>
                    <a:gd name="connsiteX3" fmla="*/ 61836 w 1700003"/>
                    <a:gd name="connsiteY3" fmla="*/ 621982 h 1307098"/>
                    <a:gd name="connsiteX4" fmla="*/ 1700003 w 1700003"/>
                    <a:gd name="connsiteY4" fmla="*/ 0 h 1307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00003" h="1307098">
                      <a:moveTo>
                        <a:pt x="1700003" y="0"/>
                      </a:moveTo>
                      <a:cubicBezTo>
                        <a:pt x="1533523" y="1502093"/>
                        <a:pt x="987467" y="1709737"/>
                        <a:pt x="61836" y="621982"/>
                      </a:cubicBezTo>
                      <a:lnTo>
                        <a:pt x="0" y="549593"/>
                      </a:lnTo>
                      <a:lnTo>
                        <a:pt x="61836" y="621982"/>
                      </a:lnTo>
                      <a:cubicBezTo>
                        <a:pt x="987467" y="1709737"/>
                        <a:pt x="1533523" y="1502093"/>
                        <a:pt x="1700003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5" name="Freeform 1374">
                  <a:extLst>
                    <a:ext uri="{FF2B5EF4-FFF2-40B4-BE49-F238E27FC236}">
                      <a16:creationId xmlns:a16="http://schemas.microsoft.com/office/drawing/2014/main" id="{B2608333-08B5-77C0-3512-932713FEE959}"/>
                    </a:ext>
                  </a:extLst>
                </p:cNvPr>
                <p:cNvSpPr/>
                <p:nvPr/>
              </p:nvSpPr>
              <p:spPr>
                <a:xfrm>
                  <a:off x="3958391" y="1449704"/>
                  <a:ext cx="1457762" cy="2726054"/>
                </a:xfrm>
                <a:custGeom>
                  <a:avLst/>
                  <a:gdLst>
                    <a:gd name="connsiteX0" fmla="*/ 0 w 1457762"/>
                    <a:gd name="connsiteY0" fmla="*/ 2726055 h 2726054"/>
                    <a:gd name="connsiteX1" fmla="*/ 1139678 w 1457762"/>
                    <a:gd name="connsiteY1" fmla="*/ 83820 h 2726054"/>
                    <a:gd name="connsiteX2" fmla="*/ 1094966 w 1457762"/>
                    <a:gd name="connsiteY2" fmla="*/ 0 h 2726054"/>
                    <a:gd name="connsiteX3" fmla="*/ 1139678 w 1457762"/>
                    <a:gd name="connsiteY3" fmla="*/ 83820 h 2726054"/>
                    <a:gd name="connsiteX4" fmla="*/ 0 w 1457762"/>
                    <a:gd name="connsiteY4" fmla="*/ 2726055 h 2726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57762" h="2726054">
                      <a:moveTo>
                        <a:pt x="0" y="2726055"/>
                      </a:moveTo>
                      <a:cubicBezTo>
                        <a:pt x="1425073" y="2227898"/>
                        <a:pt x="1804648" y="1346835"/>
                        <a:pt x="1139678" y="83820"/>
                      </a:cubicBezTo>
                      <a:lnTo>
                        <a:pt x="1094966" y="0"/>
                      </a:lnTo>
                      <a:lnTo>
                        <a:pt x="1139678" y="83820"/>
                      </a:lnTo>
                      <a:cubicBezTo>
                        <a:pt x="1805599" y="1347788"/>
                        <a:pt x="1426024" y="2228850"/>
                        <a:pt x="0" y="2726055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6" name="Freeform 1375">
                  <a:extLst>
                    <a:ext uri="{FF2B5EF4-FFF2-40B4-BE49-F238E27FC236}">
                      <a16:creationId xmlns:a16="http://schemas.microsoft.com/office/drawing/2014/main" id="{F638524C-8C0D-17BA-1F1A-205D770AC54A}"/>
                    </a:ext>
                  </a:extLst>
                </p:cNvPr>
                <p:cNvSpPr/>
                <p:nvPr/>
              </p:nvSpPr>
              <p:spPr>
                <a:xfrm>
                  <a:off x="3957439" y="1326832"/>
                  <a:ext cx="1591670" cy="2847022"/>
                </a:xfrm>
                <a:custGeom>
                  <a:avLst/>
                  <a:gdLst>
                    <a:gd name="connsiteX0" fmla="*/ 0 w 1591670"/>
                    <a:gd name="connsiteY0" fmla="*/ 2847023 h 2847022"/>
                    <a:gd name="connsiteX1" fmla="*/ 1403192 w 1591670"/>
                    <a:gd name="connsiteY1" fmla="*/ 89535 h 2847022"/>
                    <a:gd name="connsiteX2" fmla="*/ 1370847 w 1591670"/>
                    <a:gd name="connsiteY2" fmla="*/ 0 h 2847022"/>
                    <a:gd name="connsiteX3" fmla="*/ 1403192 w 1591670"/>
                    <a:gd name="connsiteY3" fmla="*/ 89535 h 2847022"/>
                    <a:gd name="connsiteX4" fmla="*/ 0 w 1591670"/>
                    <a:gd name="connsiteY4" fmla="*/ 2847023 h 28470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91670" h="2847022">
                      <a:moveTo>
                        <a:pt x="0" y="2847023"/>
                      </a:moveTo>
                      <a:cubicBezTo>
                        <a:pt x="1426024" y="2350770"/>
                        <a:pt x="1893121" y="1431608"/>
                        <a:pt x="1403192" y="89535"/>
                      </a:cubicBezTo>
                      <a:lnTo>
                        <a:pt x="1370847" y="0"/>
                      </a:lnTo>
                      <a:lnTo>
                        <a:pt x="1403192" y="89535"/>
                      </a:lnTo>
                      <a:cubicBezTo>
                        <a:pt x="1894072" y="1431608"/>
                        <a:pt x="1426024" y="2350770"/>
                        <a:pt x="0" y="2847023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7" name="Freeform 1376">
                  <a:extLst>
                    <a:ext uri="{FF2B5EF4-FFF2-40B4-BE49-F238E27FC236}">
                      <a16:creationId xmlns:a16="http://schemas.microsoft.com/office/drawing/2014/main" id="{4A795A52-779D-91DD-9667-51B73228CCF8}"/>
                    </a:ext>
                  </a:extLst>
                </p:cNvPr>
                <p:cNvSpPr/>
                <p:nvPr/>
              </p:nvSpPr>
              <p:spPr>
                <a:xfrm>
                  <a:off x="3956488" y="3789441"/>
                  <a:ext cx="1099464" cy="382508"/>
                </a:xfrm>
                <a:custGeom>
                  <a:avLst/>
                  <a:gdLst>
                    <a:gd name="connsiteX0" fmla="*/ 0 w 1099464"/>
                    <a:gd name="connsiteY0" fmla="*/ 382509 h 382508"/>
                    <a:gd name="connsiteX1" fmla="*/ 116061 w 1099464"/>
                    <a:gd name="connsiteY1" fmla="*/ 339646 h 382508"/>
                    <a:gd name="connsiteX2" fmla="*/ 25686 w 1099464"/>
                    <a:gd name="connsiteY2" fmla="*/ 371079 h 382508"/>
                    <a:gd name="connsiteX3" fmla="*/ 116061 w 1099464"/>
                    <a:gd name="connsiteY3" fmla="*/ 339646 h 382508"/>
                    <a:gd name="connsiteX4" fmla="*/ 0 w 1099464"/>
                    <a:gd name="connsiteY4" fmla="*/ 382509 h 382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9464" h="382508">
                      <a:moveTo>
                        <a:pt x="0" y="382509"/>
                      </a:moveTo>
                      <a:cubicBezTo>
                        <a:pt x="1426024" y="-112791"/>
                        <a:pt x="1465028" y="-127079"/>
                        <a:pt x="116061" y="339646"/>
                      </a:cubicBezTo>
                      <a:lnTo>
                        <a:pt x="25686" y="371079"/>
                      </a:lnTo>
                      <a:lnTo>
                        <a:pt x="116061" y="339646"/>
                      </a:lnTo>
                      <a:cubicBezTo>
                        <a:pt x="1465028" y="-127079"/>
                        <a:pt x="1426024" y="-112791"/>
                        <a:pt x="0" y="382509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8" name="Freeform 1377">
                  <a:extLst>
                    <a:ext uri="{FF2B5EF4-FFF2-40B4-BE49-F238E27FC236}">
                      <a16:creationId xmlns:a16="http://schemas.microsoft.com/office/drawing/2014/main" id="{D403A5CB-6225-FA2A-3025-9E6957DB7FB5}"/>
                    </a:ext>
                  </a:extLst>
                </p:cNvPr>
                <p:cNvSpPr/>
                <p:nvPr/>
              </p:nvSpPr>
              <p:spPr>
                <a:xfrm>
                  <a:off x="5051454" y="1450657"/>
                  <a:ext cx="2258425" cy="3891914"/>
                </a:xfrm>
                <a:custGeom>
                  <a:avLst/>
                  <a:gdLst>
                    <a:gd name="connsiteX0" fmla="*/ 2258426 w 2258425"/>
                    <a:gd name="connsiteY0" fmla="*/ 3891915 h 3891914"/>
                    <a:gd name="connsiteX1" fmla="*/ 44712 w 2258425"/>
                    <a:gd name="connsiteY1" fmla="*/ 83820 h 3891914"/>
                    <a:gd name="connsiteX2" fmla="*/ 0 w 2258425"/>
                    <a:gd name="connsiteY2" fmla="*/ 0 h 3891914"/>
                    <a:gd name="connsiteX3" fmla="*/ 44712 w 2258425"/>
                    <a:gd name="connsiteY3" fmla="*/ 83820 h 3891914"/>
                    <a:gd name="connsiteX4" fmla="*/ 2258426 w 2258425"/>
                    <a:gd name="connsiteY4" fmla="*/ 3891915 h 3891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58425" h="3891914">
                      <a:moveTo>
                        <a:pt x="2258426" y="3891915"/>
                      </a:moveTo>
                      <a:cubicBezTo>
                        <a:pt x="1448855" y="2616518"/>
                        <a:pt x="711585" y="1346835"/>
                        <a:pt x="44712" y="83820"/>
                      </a:cubicBezTo>
                      <a:lnTo>
                        <a:pt x="0" y="0"/>
                      </a:lnTo>
                      <a:lnTo>
                        <a:pt x="44712" y="83820"/>
                      </a:lnTo>
                      <a:cubicBezTo>
                        <a:pt x="711585" y="1346835"/>
                        <a:pt x="1449807" y="2616518"/>
                        <a:pt x="2258426" y="3891915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9" name="Freeform 1378">
                  <a:extLst>
                    <a:ext uri="{FF2B5EF4-FFF2-40B4-BE49-F238E27FC236}">
                      <a16:creationId xmlns:a16="http://schemas.microsoft.com/office/drawing/2014/main" id="{2DF98E2D-49B5-BA7C-FA61-60CCE12C2148}"/>
                    </a:ext>
                  </a:extLst>
                </p:cNvPr>
                <p:cNvSpPr/>
                <p:nvPr/>
              </p:nvSpPr>
              <p:spPr>
                <a:xfrm>
                  <a:off x="5189395" y="1383029"/>
                  <a:ext cx="2118582" cy="3960495"/>
                </a:xfrm>
                <a:custGeom>
                  <a:avLst/>
                  <a:gdLst>
                    <a:gd name="connsiteX0" fmla="*/ 2118583 w 2118582"/>
                    <a:gd name="connsiteY0" fmla="*/ 3960495 h 3960495"/>
                    <a:gd name="connsiteX1" fmla="*/ 39004 w 2118582"/>
                    <a:gd name="connsiteY1" fmla="*/ 86678 h 3960495"/>
                    <a:gd name="connsiteX2" fmla="*/ 0 w 2118582"/>
                    <a:gd name="connsiteY2" fmla="*/ 0 h 3960495"/>
                    <a:gd name="connsiteX3" fmla="*/ 39004 w 2118582"/>
                    <a:gd name="connsiteY3" fmla="*/ 86678 h 3960495"/>
                    <a:gd name="connsiteX4" fmla="*/ 2118583 w 2118582"/>
                    <a:gd name="connsiteY4" fmla="*/ 3960495 h 39604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18582" h="3960495">
                      <a:moveTo>
                        <a:pt x="2118583" y="3960495"/>
                      </a:moveTo>
                      <a:cubicBezTo>
                        <a:pt x="1310914" y="2684145"/>
                        <a:pt x="617405" y="1392555"/>
                        <a:pt x="39004" y="86678"/>
                      </a:cubicBezTo>
                      <a:lnTo>
                        <a:pt x="0" y="0"/>
                      </a:lnTo>
                      <a:lnTo>
                        <a:pt x="39004" y="86678"/>
                      </a:lnTo>
                      <a:cubicBezTo>
                        <a:pt x="617405" y="1392555"/>
                        <a:pt x="1309963" y="2684145"/>
                        <a:pt x="2118583" y="3960495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0" name="Freeform 1379">
                  <a:extLst>
                    <a:ext uri="{FF2B5EF4-FFF2-40B4-BE49-F238E27FC236}">
                      <a16:creationId xmlns:a16="http://schemas.microsoft.com/office/drawing/2014/main" id="{065C403F-282E-6D9E-FBD5-EEBF67D19494}"/>
                    </a:ext>
                  </a:extLst>
                </p:cNvPr>
                <p:cNvSpPr/>
                <p:nvPr/>
              </p:nvSpPr>
              <p:spPr>
                <a:xfrm>
                  <a:off x="4558672" y="1248727"/>
                  <a:ext cx="1169733" cy="3844290"/>
                </a:xfrm>
                <a:custGeom>
                  <a:avLst/>
                  <a:gdLst>
                    <a:gd name="connsiteX0" fmla="*/ 0 w 1169733"/>
                    <a:gd name="connsiteY0" fmla="*/ 3844290 h 3844290"/>
                    <a:gd name="connsiteX1" fmla="*/ 1054059 w 1169733"/>
                    <a:gd name="connsiteY1" fmla="*/ 92393 h 3844290"/>
                    <a:gd name="connsiteX2" fmla="*/ 1032179 w 1169733"/>
                    <a:gd name="connsiteY2" fmla="*/ 0 h 3844290"/>
                    <a:gd name="connsiteX3" fmla="*/ 1054059 w 1169733"/>
                    <a:gd name="connsiteY3" fmla="*/ 92393 h 3844290"/>
                    <a:gd name="connsiteX4" fmla="*/ 0 w 1169733"/>
                    <a:gd name="connsiteY4" fmla="*/ 3844290 h 3844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69733" h="3844290">
                      <a:moveTo>
                        <a:pt x="0" y="3844290"/>
                      </a:moveTo>
                      <a:cubicBezTo>
                        <a:pt x="1024568" y="2734628"/>
                        <a:pt x="1376556" y="1483995"/>
                        <a:pt x="1054059" y="92393"/>
                      </a:cubicBezTo>
                      <a:lnTo>
                        <a:pt x="1032179" y="0"/>
                      </a:lnTo>
                      <a:lnTo>
                        <a:pt x="1054059" y="92393"/>
                      </a:lnTo>
                      <a:cubicBezTo>
                        <a:pt x="1376556" y="1483995"/>
                        <a:pt x="1024568" y="2734628"/>
                        <a:pt x="0" y="3844290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1" name="Freeform 1380">
                  <a:extLst>
                    <a:ext uri="{FF2B5EF4-FFF2-40B4-BE49-F238E27FC236}">
                      <a16:creationId xmlns:a16="http://schemas.microsoft.com/office/drawing/2014/main" id="{7F267D7D-9848-CD62-5F5F-589AD15D9EF4}"/>
                    </a:ext>
                  </a:extLst>
                </p:cNvPr>
                <p:cNvSpPr/>
                <p:nvPr/>
              </p:nvSpPr>
              <p:spPr>
                <a:xfrm>
                  <a:off x="4556769" y="1383982"/>
                  <a:ext cx="983538" cy="3708082"/>
                </a:xfrm>
                <a:custGeom>
                  <a:avLst/>
                  <a:gdLst>
                    <a:gd name="connsiteX0" fmla="*/ 0 w 983538"/>
                    <a:gd name="connsiteY0" fmla="*/ 3708083 h 3708082"/>
                    <a:gd name="connsiteX1" fmla="*/ 669727 w 983538"/>
                    <a:gd name="connsiteY1" fmla="*/ 86677 h 3708082"/>
                    <a:gd name="connsiteX2" fmla="*/ 630723 w 983538"/>
                    <a:gd name="connsiteY2" fmla="*/ 0 h 3708082"/>
                    <a:gd name="connsiteX3" fmla="*/ 669727 w 983538"/>
                    <a:gd name="connsiteY3" fmla="*/ 86677 h 3708082"/>
                    <a:gd name="connsiteX4" fmla="*/ 0 w 983538"/>
                    <a:gd name="connsiteY4" fmla="*/ 3708083 h 3708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538" h="3708082">
                      <a:moveTo>
                        <a:pt x="0" y="3708083"/>
                      </a:moveTo>
                      <a:cubicBezTo>
                        <a:pt x="1026471" y="2599373"/>
                        <a:pt x="1249079" y="1392555"/>
                        <a:pt x="669727" y="86677"/>
                      </a:cubicBezTo>
                      <a:lnTo>
                        <a:pt x="630723" y="0"/>
                      </a:lnTo>
                      <a:lnTo>
                        <a:pt x="669727" y="86677"/>
                      </a:lnTo>
                      <a:cubicBezTo>
                        <a:pt x="1249079" y="1392555"/>
                        <a:pt x="1025520" y="2599373"/>
                        <a:pt x="0" y="3708083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2" name="Freeform 1381">
                  <a:extLst>
                    <a:ext uri="{FF2B5EF4-FFF2-40B4-BE49-F238E27FC236}">
                      <a16:creationId xmlns:a16="http://schemas.microsoft.com/office/drawing/2014/main" id="{359E5FE1-4AB1-EF54-76AA-A396F2869DF5}"/>
                    </a:ext>
                  </a:extLst>
                </p:cNvPr>
                <p:cNvSpPr/>
                <p:nvPr/>
              </p:nvSpPr>
              <p:spPr>
                <a:xfrm>
                  <a:off x="4425487" y="1940242"/>
                  <a:ext cx="885472" cy="3149917"/>
                </a:xfrm>
                <a:custGeom>
                  <a:avLst/>
                  <a:gdLst>
                    <a:gd name="connsiteX0" fmla="*/ 129379 w 885472"/>
                    <a:gd name="connsiteY0" fmla="*/ 3149918 h 3149917"/>
                    <a:gd name="connsiteX1" fmla="*/ 71349 w 885472"/>
                    <a:gd name="connsiteY1" fmla="*/ 63817 h 3149917"/>
                    <a:gd name="connsiteX2" fmla="*/ 0 w 885472"/>
                    <a:gd name="connsiteY2" fmla="*/ 0 h 3149917"/>
                    <a:gd name="connsiteX3" fmla="*/ 71349 w 885472"/>
                    <a:gd name="connsiteY3" fmla="*/ 63817 h 3149917"/>
                    <a:gd name="connsiteX4" fmla="*/ 129379 w 885472"/>
                    <a:gd name="connsiteY4" fmla="*/ 3149918 h 3149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5472" h="3149917">
                      <a:moveTo>
                        <a:pt x="129379" y="3149918"/>
                      </a:moveTo>
                      <a:cubicBezTo>
                        <a:pt x="1156801" y="2042160"/>
                        <a:pt x="1136824" y="1013460"/>
                        <a:pt x="71349" y="63817"/>
                      </a:cubicBezTo>
                      <a:lnTo>
                        <a:pt x="0" y="0"/>
                      </a:lnTo>
                      <a:lnTo>
                        <a:pt x="71349" y="63817"/>
                      </a:lnTo>
                      <a:cubicBezTo>
                        <a:pt x="1136824" y="1014413"/>
                        <a:pt x="1155850" y="2043113"/>
                        <a:pt x="129379" y="3149918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3" name="Freeform 1382">
                  <a:extLst>
                    <a:ext uri="{FF2B5EF4-FFF2-40B4-BE49-F238E27FC236}">
                      <a16:creationId xmlns:a16="http://schemas.microsoft.com/office/drawing/2014/main" id="{B2C70BCF-D82D-A3EB-18E9-C3C2B33790D1}"/>
                    </a:ext>
                  </a:extLst>
                </p:cNvPr>
                <p:cNvSpPr/>
                <p:nvPr/>
              </p:nvSpPr>
              <p:spPr>
                <a:xfrm>
                  <a:off x="4553915" y="1326832"/>
                  <a:ext cx="1043496" cy="3761422"/>
                </a:xfrm>
                <a:custGeom>
                  <a:avLst/>
                  <a:gdLst>
                    <a:gd name="connsiteX0" fmla="*/ 0 w 1043496"/>
                    <a:gd name="connsiteY0" fmla="*/ 3761423 h 3761422"/>
                    <a:gd name="connsiteX1" fmla="*/ 804814 w 1043496"/>
                    <a:gd name="connsiteY1" fmla="*/ 89535 h 3761422"/>
                    <a:gd name="connsiteX2" fmla="*/ 772469 w 1043496"/>
                    <a:gd name="connsiteY2" fmla="*/ 0 h 3761422"/>
                    <a:gd name="connsiteX3" fmla="*/ 804814 w 1043496"/>
                    <a:gd name="connsiteY3" fmla="*/ 89535 h 3761422"/>
                    <a:gd name="connsiteX4" fmla="*/ 0 w 1043496"/>
                    <a:gd name="connsiteY4" fmla="*/ 3761423 h 3761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3496" h="3761422">
                      <a:moveTo>
                        <a:pt x="0" y="3761423"/>
                      </a:moveTo>
                      <a:cubicBezTo>
                        <a:pt x="1028374" y="2654618"/>
                        <a:pt x="1296645" y="1430655"/>
                        <a:pt x="804814" y="89535"/>
                      </a:cubicBezTo>
                      <a:lnTo>
                        <a:pt x="772469" y="0"/>
                      </a:lnTo>
                      <a:lnTo>
                        <a:pt x="804814" y="89535"/>
                      </a:lnTo>
                      <a:cubicBezTo>
                        <a:pt x="1296645" y="1430655"/>
                        <a:pt x="1028374" y="2654618"/>
                        <a:pt x="0" y="3761423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4" name="Freeform 1383">
                  <a:extLst>
                    <a:ext uri="{FF2B5EF4-FFF2-40B4-BE49-F238E27FC236}">
                      <a16:creationId xmlns:a16="http://schemas.microsoft.com/office/drawing/2014/main" id="{E8948B42-CA34-2FFD-9E1C-1103EC5C5600}"/>
                    </a:ext>
                  </a:extLst>
                </p:cNvPr>
                <p:cNvSpPr/>
                <p:nvPr/>
              </p:nvSpPr>
              <p:spPr>
                <a:xfrm>
                  <a:off x="4298962" y="2098357"/>
                  <a:ext cx="983204" cy="2988945"/>
                </a:xfrm>
                <a:custGeom>
                  <a:avLst/>
                  <a:gdLst>
                    <a:gd name="connsiteX0" fmla="*/ 253050 w 983204"/>
                    <a:gd name="connsiteY0" fmla="*/ 2988945 h 2988945"/>
                    <a:gd name="connsiteX1" fmla="*/ 76105 w 983204"/>
                    <a:gd name="connsiteY1" fmla="*/ 56197 h 2988945"/>
                    <a:gd name="connsiteX2" fmla="*/ 0 w 983204"/>
                    <a:gd name="connsiteY2" fmla="*/ 0 h 2988945"/>
                    <a:gd name="connsiteX3" fmla="*/ 76105 w 983204"/>
                    <a:gd name="connsiteY3" fmla="*/ 56197 h 2988945"/>
                    <a:gd name="connsiteX4" fmla="*/ 253050 w 983204"/>
                    <a:gd name="connsiteY4" fmla="*/ 2988945 h 2988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3204" h="2988945">
                      <a:moveTo>
                        <a:pt x="253050" y="2988945"/>
                      </a:moveTo>
                      <a:cubicBezTo>
                        <a:pt x="1282375" y="1883093"/>
                        <a:pt x="1223393" y="905827"/>
                        <a:pt x="76105" y="56197"/>
                      </a:cubicBezTo>
                      <a:lnTo>
                        <a:pt x="0" y="0"/>
                      </a:lnTo>
                      <a:lnTo>
                        <a:pt x="76105" y="56197"/>
                      </a:lnTo>
                      <a:cubicBezTo>
                        <a:pt x="1223393" y="905827"/>
                        <a:pt x="1282375" y="1883093"/>
                        <a:pt x="253050" y="2988945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5" name="Freeform 1384">
                  <a:extLst>
                    <a:ext uri="{FF2B5EF4-FFF2-40B4-BE49-F238E27FC236}">
                      <a16:creationId xmlns:a16="http://schemas.microsoft.com/office/drawing/2014/main" id="{4041A199-9F8F-02CE-CE2C-63C185E6A069}"/>
                    </a:ext>
                  </a:extLst>
                </p:cNvPr>
                <p:cNvSpPr/>
                <p:nvPr/>
              </p:nvSpPr>
              <p:spPr>
                <a:xfrm>
                  <a:off x="4551061" y="4232954"/>
                  <a:ext cx="793838" cy="852442"/>
                </a:xfrm>
                <a:custGeom>
                  <a:avLst/>
                  <a:gdLst>
                    <a:gd name="connsiteX0" fmla="*/ 0 w 793838"/>
                    <a:gd name="connsiteY0" fmla="*/ 852443 h 852442"/>
                    <a:gd name="connsiteX1" fmla="*/ 81813 w 793838"/>
                    <a:gd name="connsiteY1" fmla="*/ 759098 h 852442"/>
                    <a:gd name="connsiteX2" fmla="*/ 17124 w 793838"/>
                    <a:gd name="connsiteY2" fmla="*/ 828630 h 852442"/>
                    <a:gd name="connsiteX3" fmla="*/ 81813 w 793838"/>
                    <a:gd name="connsiteY3" fmla="*/ 759098 h 852442"/>
                    <a:gd name="connsiteX4" fmla="*/ 0 w 793838"/>
                    <a:gd name="connsiteY4" fmla="*/ 852443 h 8524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3838" h="852442">
                      <a:moveTo>
                        <a:pt x="0" y="852443"/>
                      </a:moveTo>
                      <a:cubicBezTo>
                        <a:pt x="1030276" y="-252457"/>
                        <a:pt x="1057864" y="-282937"/>
                        <a:pt x="81813" y="759098"/>
                      </a:cubicBezTo>
                      <a:lnTo>
                        <a:pt x="17124" y="828630"/>
                      </a:lnTo>
                      <a:lnTo>
                        <a:pt x="81813" y="759098"/>
                      </a:lnTo>
                      <a:cubicBezTo>
                        <a:pt x="1057864" y="-282937"/>
                        <a:pt x="1030276" y="-252457"/>
                        <a:pt x="0" y="852443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6" name="Freeform 1385">
                  <a:extLst>
                    <a:ext uri="{FF2B5EF4-FFF2-40B4-BE49-F238E27FC236}">
                      <a16:creationId xmlns:a16="http://schemas.microsoft.com/office/drawing/2014/main" id="{2A476D12-F401-5E43-1CDD-A9E79D7716EF}"/>
                    </a:ext>
                  </a:extLst>
                </p:cNvPr>
                <p:cNvSpPr/>
                <p:nvPr/>
              </p:nvSpPr>
              <p:spPr>
                <a:xfrm>
                  <a:off x="5048600" y="1450657"/>
                  <a:ext cx="668386" cy="4161472"/>
                </a:xfrm>
                <a:custGeom>
                  <a:avLst/>
                  <a:gdLst>
                    <a:gd name="connsiteX0" fmla="*/ 438557 w 668386"/>
                    <a:gd name="connsiteY0" fmla="*/ 4161473 h 4161472"/>
                    <a:gd name="connsiteX1" fmla="*/ 44712 w 668386"/>
                    <a:gd name="connsiteY1" fmla="*/ 83820 h 4161472"/>
                    <a:gd name="connsiteX2" fmla="*/ 0 w 668386"/>
                    <a:gd name="connsiteY2" fmla="*/ 0 h 4161472"/>
                    <a:gd name="connsiteX3" fmla="*/ 44712 w 668386"/>
                    <a:gd name="connsiteY3" fmla="*/ 83820 h 4161472"/>
                    <a:gd name="connsiteX4" fmla="*/ 438557 w 668386"/>
                    <a:gd name="connsiteY4" fmla="*/ 4161473 h 4161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386" h="4161472">
                      <a:moveTo>
                        <a:pt x="438557" y="4161473"/>
                      </a:moveTo>
                      <a:cubicBezTo>
                        <a:pt x="843818" y="2706053"/>
                        <a:pt x="713488" y="1346835"/>
                        <a:pt x="44712" y="83820"/>
                      </a:cubicBezTo>
                      <a:lnTo>
                        <a:pt x="0" y="0"/>
                      </a:lnTo>
                      <a:lnTo>
                        <a:pt x="44712" y="83820"/>
                      </a:lnTo>
                      <a:cubicBezTo>
                        <a:pt x="712536" y="1345883"/>
                        <a:pt x="843818" y="2705100"/>
                        <a:pt x="438557" y="4161473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7" name="Freeform 1386">
                  <a:extLst>
                    <a:ext uri="{FF2B5EF4-FFF2-40B4-BE49-F238E27FC236}">
                      <a16:creationId xmlns:a16="http://schemas.microsoft.com/office/drawing/2014/main" id="{3311BAC2-C9EA-D956-74EE-6A2DC4923DD0}"/>
                    </a:ext>
                  </a:extLst>
                </p:cNvPr>
                <p:cNvSpPr/>
                <p:nvPr/>
              </p:nvSpPr>
              <p:spPr>
                <a:xfrm>
                  <a:off x="5185589" y="1384935"/>
                  <a:ext cx="551427" cy="4227195"/>
                </a:xfrm>
                <a:custGeom>
                  <a:avLst/>
                  <a:gdLst>
                    <a:gd name="connsiteX0" fmla="*/ 299665 w 551427"/>
                    <a:gd name="connsiteY0" fmla="*/ 4227195 h 4227195"/>
                    <a:gd name="connsiteX1" fmla="*/ 39004 w 551427"/>
                    <a:gd name="connsiteY1" fmla="*/ 86677 h 4227195"/>
                    <a:gd name="connsiteX2" fmla="*/ 0 w 551427"/>
                    <a:gd name="connsiteY2" fmla="*/ 0 h 4227195"/>
                    <a:gd name="connsiteX3" fmla="*/ 39004 w 551427"/>
                    <a:gd name="connsiteY3" fmla="*/ 86677 h 4227195"/>
                    <a:gd name="connsiteX4" fmla="*/ 299665 w 551427"/>
                    <a:gd name="connsiteY4" fmla="*/ 4227195 h 4227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1427" h="4227195">
                      <a:moveTo>
                        <a:pt x="299665" y="4227195"/>
                      </a:moveTo>
                      <a:cubicBezTo>
                        <a:pt x="706829" y="2771775"/>
                        <a:pt x="620259" y="1391603"/>
                        <a:pt x="39004" y="86677"/>
                      </a:cubicBezTo>
                      <a:lnTo>
                        <a:pt x="0" y="0"/>
                      </a:lnTo>
                      <a:lnTo>
                        <a:pt x="39004" y="86677"/>
                      </a:lnTo>
                      <a:cubicBezTo>
                        <a:pt x="619307" y="1391603"/>
                        <a:pt x="705877" y="2771775"/>
                        <a:pt x="299665" y="4227195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8" name="Freeform 1387">
                  <a:extLst>
                    <a:ext uri="{FF2B5EF4-FFF2-40B4-BE49-F238E27FC236}">
                      <a16:creationId xmlns:a16="http://schemas.microsoft.com/office/drawing/2014/main" id="{CEF511C7-D6EC-980F-5C36-986B970AC9E9}"/>
                    </a:ext>
                  </a:extLst>
                </p:cNvPr>
                <p:cNvSpPr/>
                <p:nvPr/>
              </p:nvSpPr>
              <p:spPr>
                <a:xfrm>
                  <a:off x="4926831" y="1521142"/>
                  <a:ext cx="773542" cy="4090034"/>
                </a:xfrm>
                <a:custGeom>
                  <a:avLst/>
                  <a:gdLst>
                    <a:gd name="connsiteX0" fmla="*/ 556520 w 773542"/>
                    <a:gd name="connsiteY0" fmla="*/ 4090035 h 4090034"/>
                    <a:gd name="connsiteX1" fmla="*/ 49468 w 773542"/>
                    <a:gd name="connsiteY1" fmla="*/ 80963 h 4090034"/>
                    <a:gd name="connsiteX2" fmla="*/ 0 w 773542"/>
                    <a:gd name="connsiteY2" fmla="*/ 0 h 4090034"/>
                    <a:gd name="connsiteX3" fmla="*/ 49468 w 773542"/>
                    <a:gd name="connsiteY3" fmla="*/ 80963 h 4090034"/>
                    <a:gd name="connsiteX4" fmla="*/ 556520 w 773542"/>
                    <a:gd name="connsiteY4" fmla="*/ 4090035 h 4090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3542" h="4090034">
                      <a:moveTo>
                        <a:pt x="556520" y="4090035"/>
                      </a:moveTo>
                      <a:cubicBezTo>
                        <a:pt x="964635" y="2635568"/>
                        <a:pt x="796252" y="1299210"/>
                        <a:pt x="49468" y="80963"/>
                      </a:cubicBezTo>
                      <a:lnTo>
                        <a:pt x="0" y="0"/>
                      </a:lnTo>
                      <a:lnTo>
                        <a:pt x="49468" y="80963"/>
                      </a:lnTo>
                      <a:cubicBezTo>
                        <a:pt x="796252" y="1298258"/>
                        <a:pt x="965587" y="2634615"/>
                        <a:pt x="556520" y="4090035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9" name="Freeform 1388">
                  <a:extLst>
                    <a:ext uri="{FF2B5EF4-FFF2-40B4-BE49-F238E27FC236}">
                      <a16:creationId xmlns:a16="http://schemas.microsoft.com/office/drawing/2014/main" id="{C5C105B5-7148-19CD-20C7-6D23E5AA449C}"/>
                    </a:ext>
                  </a:extLst>
                </p:cNvPr>
                <p:cNvSpPr/>
                <p:nvPr/>
              </p:nvSpPr>
              <p:spPr>
                <a:xfrm>
                  <a:off x="5323530" y="1328737"/>
                  <a:ext cx="437035" cy="4282439"/>
                </a:xfrm>
                <a:custGeom>
                  <a:avLst/>
                  <a:gdLst>
                    <a:gd name="connsiteX0" fmla="*/ 157919 w 437035"/>
                    <a:gd name="connsiteY0" fmla="*/ 4282440 h 4282439"/>
                    <a:gd name="connsiteX1" fmla="*/ 33296 w 437035"/>
                    <a:gd name="connsiteY1" fmla="*/ 89535 h 4282439"/>
                    <a:gd name="connsiteX2" fmla="*/ 0 w 437035"/>
                    <a:gd name="connsiteY2" fmla="*/ 0 h 4282439"/>
                    <a:gd name="connsiteX3" fmla="*/ 33296 w 437035"/>
                    <a:gd name="connsiteY3" fmla="*/ 89535 h 4282439"/>
                    <a:gd name="connsiteX4" fmla="*/ 157919 w 437035"/>
                    <a:gd name="connsiteY4" fmla="*/ 4282440 h 4282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035" h="4282439">
                      <a:moveTo>
                        <a:pt x="157919" y="4282440"/>
                      </a:moveTo>
                      <a:cubicBezTo>
                        <a:pt x="567936" y="2827973"/>
                        <a:pt x="526078" y="1430655"/>
                        <a:pt x="33296" y="89535"/>
                      </a:cubicBezTo>
                      <a:lnTo>
                        <a:pt x="0" y="0"/>
                      </a:lnTo>
                      <a:lnTo>
                        <a:pt x="33296" y="89535"/>
                      </a:lnTo>
                      <a:cubicBezTo>
                        <a:pt x="526078" y="1430655"/>
                        <a:pt x="567936" y="2827973"/>
                        <a:pt x="157919" y="4282440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0" name="Freeform 1389">
                  <a:extLst>
                    <a:ext uri="{FF2B5EF4-FFF2-40B4-BE49-F238E27FC236}">
                      <a16:creationId xmlns:a16="http://schemas.microsoft.com/office/drawing/2014/main" id="{AEFF1039-3BA4-FCDF-F242-5777C4576689}"/>
                    </a:ext>
                  </a:extLst>
                </p:cNvPr>
                <p:cNvSpPr/>
                <p:nvPr/>
              </p:nvSpPr>
              <p:spPr>
                <a:xfrm>
                  <a:off x="4298011" y="2100262"/>
                  <a:ext cx="1344099" cy="3509962"/>
                </a:xfrm>
                <a:custGeom>
                  <a:avLst/>
                  <a:gdLst>
                    <a:gd name="connsiteX0" fmla="*/ 1181536 w 1344099"/>
                    <a:gd name="connsiteY0" fmla="*/ 3509963 h 3509962"/>
                    <a:gd name="connsiteX1" fmla="*/ 76105 w 1344099"/>
                    <a:gd name="connsiteY1" fmla="*/ 56197 h 3509962"/>
                    <a:gd name="connsiteX2" fmla="*/ 0 w 1344099"/>
                    <a:gd name="connsiteY2" fmla="*/ 0 h 3509962"/>
                    <a:gd name="connsiteX3" fmla="*/ 76105 w 1344099"/>
                    <a:gd name="connsiteY3" fmla="*/ 56197 h 3509962"/>
                    <a:gd name="connsiteX4" fmla="*/ 1181536 w 1344099"/>
                    <a:gd name="connsiteY4" fmla="*/ 3509963 h 3509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4099" h="3509962">
                      <a:moveTo>
                        <a:pt x="1181536" y="3509963"/>
                      </a:moveTo>
                      <a:cubicBezTo>
                        <a:pt x="1592504" y="2055495"/>
                        <a:pt x="1224345" y="904875"/>
                        <a:pt x="76105" y="56197"/>
                      </a:cubicBezTo>
                      <a:lnTo>
                        <a:pt x="0" y="0"/>
                      </a:lnTo>
                      <a:lnTo>
                        <a:pt x="76105" y="56197"/>
                      </a:lnTo>
                      <a:cubicBezTo>
                        <a:pt x="1224345" y="904875"/>
                        <a:pt x="1592504" y="2055495"/>
                        <a:pt x="1181536" y="3509963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1" name="Freeform 1390">
                  <a:extLst>
                    <a:ext uri="{FF2B5EF4-FFF2-40B4-BE49-F238E27FC236}">
                      <a16:creationId xmlns:a16="http://schemas.microsoft.com/office/drawing/2014/main" id="{6640DC1A-93A1-D759-BF60-B70650639BB9}"/>
                    </a:ext>
                  </a:extLst>
                </p:cNvPr>
                <p:cNvSpPr/>
                <p:nvPr/>
              </p:nvSpPr>
              <p:spPr>
                <a:xfrm>
                  <a:off x="5184638" y="1384935"/>
                  <a:ext cx="2393512" cy="1130109"/>
                </a:xfrm>
                <a:custGeom>
                  <a:avLst/>
                  <a:gdLst>
                    <a:gd name="connsiteX0" fmla="*/ 2393513 w 2393512"/>
                    <a:gd name="connsiteY0" fmla="*/ 329565 h 1130109"/>
                    <a:gd name="connsiteX1" fmla="*/ 39004 w 2393512"/>
                    <a:gd name="connsiteY1" fmla="*/ 86677 h 1130109"/>
                    <a:gd name="connsiteX2" fmla="*/ 0 w 2393512"/>
                    <a:gd name="connsiteY2" fmla="*/ 0 h 1130109"/>
                    <a:gd name="connsiteX3" fmla="*/ 39004 w 2393512"/>
                    <a:gd name="connsiteY3" fmla="*/ 86677 h 1130109"/>
                    <a:gd name="connsiteX4" fmla="*/ 2393513 w 2393512"/>
                    <a:gd name="connsiteY4" fmla="*/ 329565 h 11301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93512" h="1130109">
                      <a:moveTo>
                        <a:pt x="2393513" y="329565"/>
                      </a:moveTo>
                      <a:cubicBezTo>
                        <a:pt x="1406046" y="1472565"/>
                        <a:pt x="621210" y="1391603"/>
                        <a:pt x="39004" y="86677"/>
                      </a:cubicBezTo>
                      <a:lnTo>
                        <a:pt x="0" y="0"/>
                      </a:lnTo>
                      <a:lnTo>
                        <a:pt x="39004" y="86677"/>
                      </a:lnTo>
                      <a:cubicBezTo>
                        <a:pt x="621210" y="1391603"/>
                        <a:pt x="1406046" y="1472565"/>
                        <a:pt x="2393513" y="329565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2" name="Freeform 1391">
                  <a:extLst>
                    <a:ext uri="{FF2B5EF4-FFF2-40B4-BE49-F238E27FC236}">
                      <a16:creationId xmlns:a16="http://schemas.microsoft.com/office/drawing/2014/main" id="{40059CF3-BFE9-AA9C-EF6D-AE8A8A44F42C}"/>
                    </a:ext>
                  </a:extLst>
                </p:cNvPr>
                <p:cNvSpPr/>
                <p:nvPr/>
              </p:nvSpPr>
              <p:spPr>
                <a:xfrm>
                  <a:off x="6817169" y="1716404"/>
                  <a:ext cx="761933" cy="881036"/>
                </a:xfrm>
                <a:custGeom>
                  <a:avLst/>
                  <a:gdLst>
                    <a:gd name="connsiteX0" fmla="*/ 761934 w 761933"/>
                    <a:gd name="connsiteY0" fmla="*/ 0 h 881036"/>
                    <a:gd name="connsiteX1" fmla="*/ 683926 w 761933"/>
                    <a:gd name="connsiteY1" fmla="*/ 96203 h 881036"/>
                    <a:gd name="connsiteX2" fmla="*/ 746712 w 761933"/>
                    <a:gd name="connsiteY2" fmla="*/ 24765 h 881036"/>
                    <a:gd name="connsiteX3" fmla="*/ 683926 w 761933"/>
                    <a:gd name="connsiteY3" fmla="*/ 96203 h 881036"/>
                    <a:gd name="connsiteX4" fmla="*/ 761934 w 761933"/>
                    <a:gd name="connsiteY4" fmla="*/ 0 h 8810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933" h="881036">
                      <a:moveTo>
                        <a:pt x="761934" y="0"/>
                      </a:moveTo>
                      <a:cubicBezTo>
                        <a:pt x="-226485" y="1142048"/>
                        <a:pt x="-253122" y="1173480"/>
                        <a:pt x="683926" y="96203"/>
                      </a:cubicBezTo>
                      <a:lnTo>
                        <a:pt x="746712" y="24765"/>
                      </a:lnTo>
                      <a:lnTo>
                        <a:pt x="683926" y="96203"/>
                      </a:lnTo>
                      <a:cubicBezTo>
                        <a:pt x="-253122" y="1173480"/>
                        <a:pt x="-227436" y="1142048"/>
                        <a:pt x="761934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3" name="Freeform 1392">
                  <a:extLst>
                    <a:ext uri="{FF2B5EF4-FFF2-40B4-BE49-F238E27FC236}">
                      <a16:creationId xmlns:a16="http://schemas.microsoft.com/office/drawing/2014/main" id="{D1E39A6F-5321-7C46-28C5-05F2A78C3242}"/>
                    </a:ext>
                  </a:extLst>
                </p:cNvPr>
                <p:cNvSpPr/>
                <p:nvPr/>
              </p:nvSpPr>
              <p:spPr>
                <a:xfrm>
                  <a:off x="5711668" y="1223010"/>
                  <a:ext cx="1869337" cy="1260620"/>
                </a:xfrm>
                <a:custGeom>
                  <a:avLst/>
                  <a:gdLst>
                    <a:gd name="connsiteX0" fmla="*/ 1869337 w 1869337"/>
                    <a:gd name="connsiteY0" fmla="*/ 494348 h 1260620"/>
                    <a:gd name="connsiteX1" fmla="*/ 16172 w 1869337"/>
                    <a:gd name="connsiteY1" fmla="*/ 94298 h 1260620"/>
                    <a:gd name="connsiteX2" fmla="*/ 0 w 1869337"/>
                    <a:gd name="connsiteY2" fmla="*/ 0 h 1260620"/>
                    <a:gd name="connsiteX3" fmla="*/ 16172 w 1869337"/>
                    <a:gd name="connsiteY3" fmla="*/ 94298 h 1260620"/>
                    <a:gd name="connsiteX4" fmla="*/ 1869337 w 1869337"/>
                    <a:gd name="connsiteY4" fmla="*/ 494348 h 1260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9337" h="1260620">
                      <a:moveTo>
                        <a:pt x="1869337" y="494348"/>
                      </a:moveTo>
                      <a:cubicBezTo>
                        <a:pt x="879017" y="1635443"/>
                        <a:pt x="261612" y="1502093"/>
                        <a:pt x="16172" y="94298"/>
                      </a:cubicBezTo>
                      <a:lnTo>
                        <a:pt x="0" y="0"/>
                      </a:lnTo>
                      <a:lnTo>
                        <a:pt x="16172" y="94298"/>
                      </a:lnTo>
                      <a:cubicBezTo>
                        <a:pt x="261612" y="1502093"/>
                        <a:pt x="879017" y="1635443"/>
                        <a:pt x="1869337" y="494348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4" name="Freeform 1393">
                  <a:extLst>
                    <a:ext uri="{FF2B5EF4-FFF2-40B4-BE49-F238E27FC236}">
                      <a16:creationId xmlns:a16="http://schemas.microsoft.com/office/drawing/2014/main" id="{7D463BBD-22D7-8B4E-012E-CE94D91AF998}"/>
                    </a:ext>
                  </a:extLst>
                </p:cNvPr>
                <p:cNvSpPr/>
                <p:nvPr/>
              </p:nvSpPr>
              <p:spPr>
                <a:xfrm>
                  <a:off x="5046697" y="1452562"/>
                  <a:ext cx="3268724" cy="2423159"/>
                </a:xfrm>
                <a:custGeom>
                  <a:avLst/>
                  <a:gdLst>
                    <a:gd name="connsiteX0" fmla="*/ 3268724 w 3268724"/>
                    <a:gd name="connsiteY0" fmla="*/ 2423160 h 2423159"/>
                    <a:gd name="connsiteX1" fmla="*/ 44712 w 3268724"/>
                    <a:gd name="connsiteY1" fmla="*/ 83820 h 2423159"/>
                    <a:gd name="connsiteX2" fmla="*/ 0 w 3268724"/>
                    <a:gd name="connsiteY2" fmla="*/ 0 h 2423159"/>
                    <a:gd name="connsiteX3" fmla="*/ 44712 w 3268724"/>
                    <a:gd name="connsiteY3" fmla="*/ 83820 h 2423159"/>
                    <a:gd name="connsiteX4" fmla="*/ 3268724 w 3268724"/>
                    <a:gd name="connsiteY4" fmla="*/ 2423160 h 2423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68724" h="2423159">
                      <a:moveTo>
                        <a:pt x="3268724" y="2423160"/>
                      </a:moveTo>
                      <a:cubicBezTo>
                        <a:pt x="1788476" y="2125028"/>
                        <a:pt x="714439" y="1345883"/>
                        <a:pt x="44712" y="83820"/>
                      </a:cubicBezTo>
                      <a:lnTo>
                        <a:pt x="0" y="0"/>
                      </a:lnTo>
                      <a:lnTo>
                        <a:pt x="44712" y="83820"/>
                      </a:lnTo>
                      <a:cubicBezTo>
                        <a:pt x="713488" y="1345883"/>
                        <a:pt x="1788476" y="2125980"/>
                        <a:pt x="3268724" y="2423160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5" name="Freeform 1394">
                  <a:extLst>
                    <a:ext uri="{FF2B5EF4-FFF2-40B4-BE49-F238E27FC236}">
                      <a16:creationId xmlns:a16="http://schemas.microsoft.com/office/drawing/2014/main" id="{6F800518-D72A-9E2F-F4E9-37DD56BB6D51}"/>
                    </a:ext>
                  </a:extLst>
                </p:cNvPr>
                <p:cNvSpPr/>
                <p:nvPr/>
              </p:nvSpPr>
              <p:spPr>
                <a:xfrm>
                  <a:off x="5588948" y="1248727"/>
                  <a:ext cx="2726473" cy="2628900"/>
                </a:xfrm>
                <a:custGeom>
                  <a:avLst/>
                  <a:gdLst>
                    <a:gd name="connsiteX0" fmla="*/ 2726474 w 2726473"/>
                    <a:gd name="connsiteY0" fmla="*/ 2628900 h 2628900"/>
                    <a:gd name="connsiteX1" fmla="*/ 21880 w 2726473"/>
                    <a:gd name="connsiteY1" fmla="*/ 92393 h 2628900"/>
                    <a:gd name="connsiteX2" fmla="*/ 0 w 2726473"/>
                    <a:gd name="connsiteY2" fmla="*/ 0 h 2628900"/>
                    <a:gd name="connsiteX3" fmla="*/ 21880 w 2726473"/>
                    <a:gd name="connsiteY3" fmla="*/ 92393 h 2628900"/>
                    <a:gd name="connsiteX4" fmla="*/ 2726474 w 2726473"/>
                    <a:gd name="connsiteY4" fmla="*/ 2628900 h 2628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26473" h="2628900">
                      <a:moveTo>
                        <a:pt x="2726474" y="2628900"/>
                      </a:moveTo>
                      <a:cubicBezTo>
                        <a:pt x="1247176" y="2329815"/>
                        <a:pt x="345328" y="1483995"/>
                        <a:pt x="21880" y="92393"/>
                      </a:cubicBezTo>
                      <a:lnTo>
                        <a:pt x="0" y="0"/>
                      </a:lnTo>
                      <a:lnTo>
                        <a:pt x="21880" y="92393"/>
                      </a:lnTo>
                      <a:cubicBezTo>
                        <a:pt x="345328" y="1483995"/>
                        <a:pt x="1247176" y="2328863"/>
                        <a:pt x="2726474" y="2628900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6" name="Freeform 1395">
                  <a:extLst>
                    <a:ext uri="{FF2B5EF4-FFF2-40B4-BE49-F238E27FC236}">
                      <a16:creationId xmlns:a16="http://schemas.microsoft.com/office/drawing/2014/main" id="{11E0C67E-483F-CF94-D3C9-CDAEC7A2BCC3}"/>
                    </a:ext>
                  </a:extLst>
                </p:cNvPr>
                <p:cNvSpPr/>
                <p:nvPr/>
              </p:nvSpPr>
              <p:spPr>
                <a:xfrm>
                  <a:off x="5811556" y="1208722"/>
                  <a:ext cx="2502914" cy="2670809"/>
                </a:xfrm>
                <a:custGeom>
                  <a:avLst/>
                  <a:gdLst>
                    <a:gd name="connsiteX0" fmla="*/ 2502915 w 2502914"/>
                    <a:gd name="connsiteY0" fmla="*/ 2670810 h 2670809"/>
                    <a:gd name="connsiteX1" fmla="*/ 12367 w 2502914"/>
                    <a:gd name="connsiteY1" fmla="*/ 94298 h 2670809"/>
                    <a:gd name="connsiteX2" fmla="*/ 0 w 2502914"/>
                    <a:gd name="connsiteY2" fmla="*/ 0 h 2670809"/>
                    <a:gd name="connsiteX3" fmla="*/ 12367 w 2502914"/>
                    <a:gd name="connsiteY3" fmla="*/ 94298 h 2670809"/>
                    <a:gd name="connsiteX4" fmla="*/ 2502915 w 2502914"/>
                    <a:gd name="connsiteY4" fmla="*/ 2670810 h 26708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02914" h="2670809">
                      <a:moveTo>
                        <a:pt x="2502915" y="2670810"/>
                      </a:moveTo>
                      <a:cubicBezTo>
                        <a:pt x="1023617" y="2369820"/>
                        <a:pt x="193117" y="1511618"/>
                        <a:pt x="12367" y="94298"/>
                      </a:cubicBezTo>
                      <a:lnTo>
                        <a:pt x="0" y="0"/>
                      </a:lnTo>
                      <a:lnTo>
                        <a:pt x="12367" y="94298"/>
                      </a:lnTo>
                      <a:cubicBezTo>
                        <a:pt x="194069" y="1511618"/>
                        <a:pt x="1023617" y="2370772"/>
                        <a:pt x="2502915" y="2670810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7" name="Freeform 1396">
                  <a:extLst>
                    <a:ext uri="{FF2B5EF4-FFF2-40B4-BE49-F238E27FC236}">
                      <a16:creationId xmlns:a16="http://schemas.microsoft.com/office/drawing/2014/main" id="{7C73CEE1-BB56-7D66-24E0-9E070CEB4D54}"/>
                    </a:ext>
                  </a:extLst>
                </p:cNvPr>
                <p:cNvSpPr/>
                <p:nvPr/>
              </p:nvSpPr>
              <p:spPr>
                <a:xfrm>
                  <a:off x="4644290" y="1727835"/>
                  <a:ext cx="3670180" cy="2154555"/>
                </a:xfrm>
                <a:custGeom>
                  <a:avLst/>
                  <a:gdLst>
                    <a:gd name="connsiteX0" fmla="*/ 3670180 w 3670180"/>
                    <a:gd name="connsiteY0" fmla="*/ 2154555 h 2154555"/>
                    <a:gd name="connsiteX1" fmla="*/ 61836 w 3670180"/>
                    <a:gd name="connsiteY1" fmla="*/ 72390 h 2154555"/>
                    <a:gd name="connsiteX2" fmla="*/ 0 w 3670180"/>
                    <a:gd name="connsiteY2" fmla="*/ 0 h 2154555"/>
                    <a:gd name="connsiteX3" fmla="*/ 61836 w 3670180"/>
                    <a:gd name="connsiteY3" fmla="*/ 72390 h 2154555"/>
                    <a:gd name="connsiteX4" fmla="*/ 3670180 w 3670180"/>
                    <a:gd name="connsiteY4" fmla="*/ 2154555 h 21545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70180" h="2154555">
                      <a:moveTo>
                        <a:pt x="3670180" y="2154555"/>
                      </a:moveTo>
                      <a:cubicBezTo>
                        <a:pt x="2190883" y="1852612"/>
                        <a:pt x="988418" y="1158240"/>
                        <a:pt x="61836" y="72390"/>
                      </a:cubicBezTo>
                      <a:lnTo>
                        <a:pt x="0" y="0"/>
                      </a:lnTo>
                      <a:lnTo>
                        <a:pt x="61836" y="72390"/>
                      </a:lnTo>
                      <a:cubicBezTo>
                        <a:pt x="988418" y="1159193"/>
                        <a:pt x="2191834" y="1852612"/>
                        <a:pt x="3670180" y="2154555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8" name="Freeform 1397">
                  <a:extLst>
                    <a:ext uri="{FF2B5EF4-FFF2-40B4-BE49-F238E27FC236}">
                      <a16:creationId xmlns:a16="http://schemas.microsoft.com/office/drawing/2014/main" id="{DE665000-37A8-C38D-7541-750C057F5E2E}"/>
                    </a:ext>
                  </a:extLst>
                </p:cNvPr>
                <p:cNvSpPr/>
                <p:nvPr/>
              </p:nvSpPr>
              <p:spPr>
                <a:xfrm>
                  <a:off x="4773669" y="1624012"/>
                  <a:ext cx="1180410" cy="4066222"/>
                </a:xfrm>
                <a:custGeom>
                  <a:avLst/>
                  <a:gdLst>
                    <a:gd name="connsiteX0" fmla="*/ 1162509 w 1180410"/>
                    <a:gd name="connsiteY0" fmla="*/ 4066223 h 4066222"/>
                    <a:gd name="connsiteX1" fmla="*/ 56128 w 1180410"/>
                    <a:gd name="connsiteY1" fmla="*/ 77152 h 4066222"/>
                    <a:gd name="connsiteX2" fmla="*/ 0 w 1180410"/>
                    <a:gd name="connsiteY2" fmla="*/ 0 h 4066222"/>
                    <a:gd name="connsiteX3" fmla="*/ 56128 w 1180410"/>
                    <a:gd name="connsiteY3" fmla="*/ 77152 h 4066222"/>
                    <a:gd name="connsiteX4" fmla="*/ 1162509 w 1180410"/>
                    <a:gd name="connsiteY4" fmla="*/ 4066223 h 40662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0410" h="4066222">
                      <a:moveTo>
                        <a:pt x="1162509" y="4066223"/>
                      </a:moveTo>
                      <a:cubicBezTo>
                        <a:pt x="1269057" y="2558415"/>
                        <a:pt x="899946" y="1228725"/>
                        <a:pt x="56128" y="77152"/>
                      </a:cubicBezTo>
                      <a:lnTo>
                        <a:pt x="0" y="0"/>
                      </a:lnTo>
                      <a:lnTo>
                        <a:pt x="56128" y="77152"/>
                      </a:lnTo>
                      <a:cubicBezTo>
                        <a:pt x="899946" y="1228725"/>
                        <a:pt x="1269057" y="2558415"/>
                        <a:pt x="1162509" y="4066223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9" name="Freeform 1398">
                  <a:extLst>
                    <a:ext uri="{FF2B5EF4-FFF2-40B4-BE49-F238E27FC236}">
                      <a16:creationId xmlns:a16="http://schemas.microsoft.com/office/drawing/2014/main" id="{F65FB93E-A26D-9A13-D7A5-551FC3CC8D28}"/>
                    </a:ext>
                  </a:extLst>
                </p:cNvPr>
                <p:cNvSpPr/>
                <p:nvPr/>
              </p:nvSpPr>
              <p:spPr>
                <a:xfrm>
                  <a:off x="4295157" y="2102167"/>
                  <a:ext cx="1652922" cy="3588067"/>
                </a:xfrm>
                <a:custGeom>
                  <a:avLst/>
                  <a:gdLst>
                    <a:gd name="connsiteX0" fmla="*/ 1639119 w 1652922"/>
                    <a:gd name="connsiteY0" fmla="*/ 3588068 h 3588067"/>
                    <a:gd name="connsiteX1" fmla="*/ 77057 w 1652922"/>
                    <a:gd name="connsiteY1" fmla="*/ 56198 h 3588067"/>
                    <a:gd name="connsiteX2" fmla="*/ 0 w 1652922"/>
                    <a:gd name="connsiteY2" fmla="*/ 0 h 3588067"/>
                    <a:gd name="connsiteX3" fmla="*/ 77057 w 1652922"/>
                    <a:gd name="connsiteY3" fmla="*/ 56198 h 3588067"/>
                    <a:gd name="connsiteX4" fmla="*/ 1639119 w 1652922"/>
                    <a:gd name="connsiteY4" fmla="*/ 3588068 h 35880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52922" h="3588067">
                      <a:moveTo>
                        <a:pt x="1639119" y="3588068"/>
                      </a:moveTo>
                      <a:cubicBezTo>
                        <a:pt x="1746618" y="2080260"/>
                        <a:pt x="1226247" y="902970"/>
                        <a:pt x="77057" y="56198"/>
                      </a:cubicBezTo>
                      <a:lnTo>
                        <a:pt x="0" y="0"/>
                      </a:lnTo>
                      <a:lnTo>
                        <a:pt x="77057" y="56198"/>
                      </a:lnTo>
                      <a:cubicBezTo>
                        <a:pt x="1226247" y="903923"/>
                        <a:pt x="1746618" y="2081213"/>
                        <a:pt x="1639119" y="3588068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0" name="Freeform 1399">
                  <a:extLst>
                    <a:ext uri="{FF2B5EF4-FFF2-40B4-BE49-F238E27FC236}">
                      <a16:creationId xmlns:a16="http://schemas.microsoft.com/office/drawing/2014/main" id="{2DD0ACE7-53A8-1E42-2F5F-398FE72B29A9}"/>
                    </a:ext>
                  </a:extLst>
                </p:cNvPr>
                <p:cNvSpPr/>
                <p:nvPr/>
              </p:nvSpPr>
              <p:spPr>
                <a:xfrm>
                  <a:off x="5045746" y="1453514"/>
                  <a:ext cx="3106048" cy="1343380"/>
                </a:xfrm>
                <a:custGeom>
                  <a:avLst/>
                  <a:gdLst>
                    <a:gd name="connsiteX0" fmla="*/ 3106049 w 3106048"/>
                    <a:gd name="connsiteY0" fmla="*/ 1025843 h 1343380"/>
                    <a:gd name="connsiteX1" fmla="*/ 44712 w 3106048"/>
                    <a:gd name="connsiteY1" fmla="*/ 83820 h 1343380"/>
                    <a:gd name="connsiteX2" fmla="*/ 0 w 3106048"/>
                    <a:gd name="connsiteY2" fmla="*/ 0 h 1343380"/>
                    <a:gd name="connsiteX3" fmla="*/ 44712 w 3106048"/>
                    <a:gd name="connsiteY3" fmla="*/ 83820 h 1343380"/>
                    <a:gd name="connsiteX4" fmla="*/ 3106049 w 3106048"/>
                    <a:gd name="connsiteY4" fmla="*/ 1025843 h 134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06048" h="1343380">
                      <a:moveTo>
                        <a:pt x="3106049" y="1025843"/>
                      </a:moveTo>
                      <a:cubicBezTo>
                        <a:pt x="1735202" y="1659255"/>
                        <a:pt x="715390" y="1344930"/>
                        <a:pt x="44712" y="83820"/>
                      </a:cubicBezTo>
                      <a:lnTo>
                        <a:pt x="0" y="0"/>
                      </a:lnTo>
                      <a:lnTo>
                        <a:pt x="44712" y="83820"/>
                      </a:lnTo>
                      <a:cubicBezTo>
                        <a:pt x="715390" y="1344930"/>
                        <a:pt x="1735202" y="1659255"/>
                        <a:pt x="3106049" y="1025843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1" name="Freeform 1400">
                  <a:extLst>
                    <a:ext uri="{FF2B5EF4-FFF2-40B4-BE49-F238E27FC236}">
                      <a16:creationId xmlns:a16="http://schemas.microsoft.com/office/drawing/2014/main" id="{653A1C14-5EBA-873D-8F5F-47691927812B}"/>
                    </a:ext>
                  </a:extLst>
                </p:cNvPr>
                <p:cNvSpPr/>
                <p:nvPr/>
              </p:nvSpPr>
              <p:spPr>
                <a:xfrm>
                  <a:off x="5587045" y="1249679"/>
                  <a:ext cx="2565701" cy="1527487"/>
                </a:xfrm>
                <a:custGeom>
                  <a:avLst/>
                  <a:gdLst>
                    <a:gd name="connsiteX0" fmla="*/ 2565702 w 2565701"/>
                    <a:gd name="connsiteY0" fmla="*/ 1231583 h 1527487"/>
                    <a:gd name="connsiteX1" fmla="*/ 21880 w 2565701"/>
                    <a:gd name="connsiteY1" fmla="*/ 92393 h 1527487"/>
                    <a:gd name="connsiteX2" fmla="*/ 0 w 2565701"/>
                    <a:gd name="connsiteY2" fmla="*/ 0 h 1527487"/>
                    <a:gd name="connsiteX3" fmla="*/ 21880 w 2565701"/>
                    <a:gd name="connsiteY3" fmla="*/ 92393 h 1527487"/>
                    <a:gd name="connsiteX4" fmla="*/ 2565702 w 2565701"/>
                    <a:gd name="connsiteY4" fmla="*/ 1231583 h 15274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65701" h="1527487">
                      <a:moveTo>
                        <a:pt x="2565702" y="1231583"/>
                      </a:moveTo>
                      <a:cubicBezTo>
                        <a:pt x="1194854" y="1863090"/>
                        <a:pt x="346279" y="1483995"/>
                        <a:pt x="21880" y="92393"/>
                      </a:cubicBezTo>
                      <a:lnTo>
                        <a:pt x="0" y="0"/>
                      </a:lnTo>
                      <a:lnTo>
                        <a:pt x="21880" y="92393"/>
                      </a:lnTo>
                      <a:cubicBezTo>
                        <a:pt x="346279" y="1483995"/>
                        <a:pt x="1194854" y="1863090"/>
                        <a:pt x="2565702" y="1231583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2" name="Freeform 1401">
                  <a:extLst>
                    <a:ext uri="{FF2B5EF4-FFF2-40B4-BE49-F238E27FC236}">
                      <a16:creationId xmlns:a16="http://schemas.microsoft.com/office/drawing/2014/main" id="{4147F599-F981-EBC1-6DF2-07FD0E8B7F9B}"/>
                    </a:ext>
                  </a:extLst>
                </p:cNvPr>
                <p:cNvSpPr/>
                <p:nvPr/>
              </p:nvSpPr>
              <p:spPr>
                <a:xfrm>
                  <a:off x="5043843" y="1453514"/>
                  <a:ext cx="2591386" cy="3637597"/>
                </a:xfrm>
                <a:custGeom>
                  <a:avLst/>
                  <a:gdLst>
                    <a:gd name="connsiteX0" fmla="*/ 2591387 w 2591386"/>
                    <a:gd name="connsiteY0" fmla="*/ 3637598 h 3637597"/>
                    <a:gd name="connsiteX1" fmla="*/ 44712 w 2591386"/>
                    <a:gd name="connsiteY1" fmla="*/ 83820 h 3637597"/>
                    <a:gd name="connsiteX2" fmla="*/ 0 w 2591386"/>
                    <a:gd name="connsiteY2" fmla="*/ 0 h 3637597"/>
                    <a:gd name="connsiteX3" fmla="*/ 44712 w 2591386"/>
                    <a:gd name="connsiteY3" fmla="*/ 83820 h 3637597"/>
                    <a:gd name="connsiteX4" fmla="*/ 2591387 w 2591386"/>
                    <a:gd name="connsiteY4" fmla="*/ 3637598 h 3637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91386" h="3637597">
                      <a:moveTo>
                        <a:pt x="2591387" y="3637598"/>
                      </a:moveTo>
                      <a:cubicBezTo>
                        <a:pt x="1564916" y="2528888"/>
                        <a:pt x="716342" y="1344930"/>
                        <a:pt x="44712" y="83820"/>
                      </a:cubicBezTo>
                      <a:lnTo>
                        <a:pt x="0" y="0"/>
                      </a:lnTo>
                      <a:lnTo>
                        <a:pt x="44712" y="83820"/>
                      </a:lnTo>
                      <a:cubicBezTo>
                        <a:pt x="716342" y="1343978"/>
                        <a:pt x="1564916" y="2528888"/>
                        <a:pt x="2591387" y="3637598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3" name="Freeform 1402">
                  <a:extLst>
                    <a:ext uri="{FF2B5EF4-FFF2-40B4-BE49-F238E27FC236}">
                      <a16:creationId xmlns:a16="http://schemas.microsoft.com/office/drawing/2014/main" id="{2C1CEE62-A825-8701-9EE1-14774E71BE36}"/>
                    </a:ext>
                  </a:extLst>
                </p:cNvPr>
                <p:cNvSpPr/>
                <p:nvPr/>
              </p:nvSpPr>
              <p:spPr>
                <a:xfrm>
                  <a:off x="5584191" y="1250632"/>
                  <a:ext cx="2049135" cy="3842385"/>
                </a:xfrm>
                <a:custGeom>
                  <a:avLst/>
                  <a:gdLst>
                    <a:gd name="connsiteX0" fmla="*/ 2049136 w 2049135"/>
                    <a:gd name="connsiteY0" fmla="*/ 3842385 h 3842385"/>
                    <a:gd name="connsiteX1" fmla="*/ 21880 w 2049135"/>
                    <a:gd name="connsiteY1" fmla="*/ 92392 h 3842385"/>
                    <a:gd name="connsiteX2" fmla="*/ 0 w 2049135"/>
                    <a:gd name="connsiteY2" fmla="*/ 0 h 3842385"/>
                    <a:gd name="connsiteX3" fmla="*/ 21880 w 2049135"/>
                    <a:gd name="connsiteY3" fmla="*/ 92392 h 3842385"/>
                    <a:gd name="connsiteX4" fmla="*/ 2049136 w 2049135"/>
                    <a:gd name="connsiteY4" fmla="*/ 3842385 h 3842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49135" h="3842385">
                      <a:moveTo>
                        <a:pt x="2049136" y="3842385"/>
                      </a:moveTo>
                      <a:cubicBezTo>
                        <a:pt x="1023617" y="2732723"/>
                        <a:pt x="348182" y="1483043"/>
                        <a:pt x="21880" y="92392"/>
                      </a:cubicBezTo>
                      <a:lnTo>
                        <a:pt x="0" y="0"/>
                      </a:lnTo>
                      <a:lnTo>
                        <a:pt x="21880" y="92392"/>
                      </a:lnTo>
                      <a:cubicBezTo>
                        <a:pt x="348182" y="1483043"/>
                        <a:pt x="1023617" y="2733675"/>
                        <a:pt x="2049136" y="3842385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4" name="Freeform 1403">
                  <a:extLst>
                    <a:ext uri="{FF2B5EF4-FFF2-40B4-BE49-F238E27FC236}">
                      <a16:creationId xmlns:a16="http://schemas.microsoft.com/office/drawing/2014/main" id="{46654486-8303-E716-6120-143039C0540A}"/>
                    </a:ext>
                  </a:extLst>
                </p:cNvPr>
                <p:cNvSpPr/>
                <p:nvPr/>
              </p:nvSpPr>
              <p:spPr>
                <a:xfrm>
                  <a:off x="5182735" y="1385887"/>
                  <a:ext cx="2449640" cy="3708082"/>
                </a:xfrm>
                <a:custGeom>
                  <a:avLst/>
                  <a:gdLst>
                    <a:gd name="connsiteX0" fmla="*/ 2449641 w 2449640"/>
                    <a:gd name="connsiteY0" fmla="*/ 3708083 h 3708082"/>
                    <a:gd name="connsiteX1" fmla="*/ 39004 w 2449640"/>
                    <a:gd name="connsiteY1" fmla="*/ 86677 h 3708082"/>
                    <a:gd name="connsiteX2" fmla="*/ 0 w 2449640"/>
                    <a:gd name="connsiteY2" fmla="*/ 0 h 3708082"/>
                    <a:gd name="connsiteX3" fmla="*/ 39004 w 2449640"/>
                    <a:gd name="connsiteY3" fmla="*/ 86677 h 3708082"/>
                    <a:gd name="connsiteX4" fmla="*/ 2449641 w 2449640"/>
                    <a:gd name="connsiteY4" fmla="*/ 3708083 h 3708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49640" h="3708082">
                      <a:moveTo>
                        <a:pt x="2449641" y="3708083"/>
                      </a:moveTo>
                      <a:cubicBezTo>
                        <a:pt x="1425072" y="2597468"/>
                        <a:pt x="622161" y="1390650"/>
                        <a:pt x="39004" y="86677"/>
                      </a:cubicBezTo>
                      <a:lnTo>
                        <a:pt x="0" y="0"/>
                      </a:lnTo>
                      <a:lnTo>
                        <a:pt x="39004" y="86677"/>
                      </a:lnTo>
                      <a:cubicBezTo>
                        <a:pt x="622161" y="1390650"/>
                        <a:pt x="1426024" y="2597468"/>
                        <a:pt x="2449641" y="3708083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5" name="Freeform 1404">
                  <a:extLst>
                    <a:ext uri="{FF2B5EF4-FFF2-40B4-BE49-F238E27FC236}">
                      <a16:creationId xmlns:a16="http://schemas.microsoft.com/office/drawing/2014/main" id="{E5D2F810-37A2-D820-CE83-6AC69D247D9D}"/>
                    </a:ext>
                  </a:extLst>
                </p:cNvPr>
                <p:cNvSpPr/>
                <p:nvPr/>
              </p:nvSpPr>
              <p:spPr>
                <a:xfrm>
                  <a:off x="3924143" y="1249679"/>
                  <a:ext cx="1692611" cy="2709862"/>
                </a:xfrm>
                <a:custGeom>
                  <a:avLst/>
                  <a:gdLst>
                    <a:gd name="connsiteX0" fmla="*/ 1548744 w 1692611"/>
                    <a:gd name="connsiteY0" fmla="*/ 0 h 2709862"/>
                    <a:gd name="connsiteX1" fmla="*/ 92278 w 1692611"/>
                    <a:gd name="connsiteY1" fmla="*/ 2687003 h 2709862"/>
                    <a:gd name="connsiteX2" fmla="*/ 0 w 1692611"/>
                    <a:gd name="connsiteY2" fmla="*/ 2709863 h 2709862"/>
                    <a:gd name="connsiteX3" fmla="*/ 92278 w 1692611"/>
                    <a:gd name="connsiteY3" fmla="*/ 2687003 h 2709862"/>
                    <a:gd name="connsiteX4" fmla="*/ 1548744 w 1692611"/>
                    <a:gd name="connsiteY4" fmla="*/ 0 h 27098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92611" h="2709862">
                      <a:moveTo>
                        <a:pt x="1548744" y="0"/>
                      </a:moveTo>
                      <a:cubicBezTo>
                        <a:pt x="1964469" y="1452563"/>
                        <a:pt x="1479298" y="2348865"/>
                        <a:pt x="92278" y="2687003"/>
                      </a:cubicBezTo>
                      <a:lnTo>
                        <a:pt x="0" y="2709863"/>
                      </a:lnTo>
                      <a:lnTo>
                        <a:pt x="92278" y="2687003"/>
                      </a:lnTo>
                      <a:cubicBezTo>
                        <a:pt x="1478346" y="2348865"/>
                        <a:pt x="1964469" y="1452563"/>
                        <a:pt x="1548744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6" name="Freeform 1405">
                  <a:extLst>
                    <a:ext uri="{FF2B5EF4-FFF2-40B4-BE49-F238E27FC236}">
                      <a16:creationId xmlns:a16="http://schemas.microsoft.com/office/drawing/2014/main" id="{642E676D-1AD1-9A89-EA0B-0ECB0A66DEC3}"/>
                    </a:ext>
                  </a:extLst>
                </p:cNvPr>
                <p:cNvSpPr/>
                <p:nvPr/>
              </p:nvSpPr>
              <p:spPr>
                <a:xfrm>
                  <a:off x="3984076" y="1248727"/>
                  <a:ext cx="1636512" cy="1649121"/>
                </a:xfrm>
                <a:custGeom>
                  <a:avLst/>
                  <a:gdLst>
                    <a:gd name="connsiteX0" fmla="*/ 1490714 w 1636512"/>
                    <a:gd name="connsiteY0" fmla="*/ 0 h 1649121"/>
                    <a:gd name="connsiteX1" fmla="*/ 89424 w 1636512"/>
                    <a:gd name="connsiteY1" fmla="*/ 1478280 h 1649121"/>
                    <a:gd name="connsiteX2" fmla="*/ 0 w 1636512"/>
                    <a:gd name="connsiteY2" fmla="*/ 1446848 h 1649121"/>
                    <a:gd name="connsiteX3" fmla="*/ 89424 w 1636512"/>
                    <a:gd name="connsiteY3" fmla="*/ 1478280 h 1649121"/>
                    <a:gd name="connsiteX4" fmla="*/ 1490714 w 1636512"/>
                    <a:gd name="connsiteY4" fmla="*/ 0 h 1649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36512" h="1649121">
                      <a:moveTo>
                        <a:pt x="1490714" y="0"/>
                      </a:moveTo>
                      <a:cubicBezTo>
                        <a:pt x="1904536" y="1453515"/>
                        <a:pt x="1437440" y="1945958"/>
                        <a:pt x="89424" y="1478280"/>
                      </a:cubicBezTo>
                      <a:lnTo>
                        <a:pt x="0" y="1446848"/>
                      </a:lnTo>
                      <a:lnTo>
                        <a:pt x="89424" y="1478280"/>
                      </a:lnTo>
                      <a:cubicBezTo>
                        <a:pt x="1437440" y="1945958"/>
                        <a:pt x="1904536" y="1453515"/>
                        <a:pt x="1490714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7" name="Freeform 1406">
                  <a:extLst>
                    <a:ext uri="{FF2B5EF4-FFF2-40B4-BE49-F238E27FC236}">
                      <a16:creationId xmlns:a16="http://schemas.microsoft.com/office/drawing/2014/main" id="{71B381A4-04D7-2308-9423-9FC6FF658AB4}"/>
                    </a:ext>
                  </a:extLst>
                </p:cNvPr>
                <p:cNvSpPr/>
                <p:nvPr/>
              </p:nvSpPr>
              <p:spPr>
                <a:xfrm>
                  <a:off x="4294206" y="1248727"/>
                  <a:ext cx="1346159" cy="1378250"/>
                </a:xfrm>
                <a:custGeom>
                  <a:avLst/>
                  <a:gdLst>
                    <a:gd name="connsiteX0" fmla="*/ 1182487 w 1346159"/>
                    <a:gd name="connsiteY0" fmla="*/ 0 h 1378250"/>
                    <a:gd name="connsiteX1" fmla="*/ 77057 w 1346159"/>
                    <a:gd name="connsiteY1" fmla="*/ 911543 h 1378250"/>
                    <a:gd name="connsiteX2" fmla="*/ 0 w 1346159"/>
                    <a:gd name="connsiteY2" fmla="*/ 855345 h 1378250"/>
                    <a:gd name="connsiteX3" fmla="*/ 77057 w 1346159"/>
                    <a:gd name="connsiteY3" fmla="*/ 911543 h 1378250"/>
                    <a:gd name="connsiteX4" fmla="*/ 1182487 w 1346159"/>
                    <a:gd name="connsiteY4" fmla="*/ 0 h 1378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6159" h="1378250">
                      <a:moveTo>
                        <a:pt x="1182487" y="0"/>
                      </a:moveTo>
                      <a:cubicBezTo>
                        <a:pt x="1595358" y="1453515"/>
                        <a:pt x="1227199" y="1757363"/>
                        <a:pt x="77057" y="911543"/>
                      </a:cubicBezTo>
                      <a:lnTo>
                        <a:pt x="0" y="855345"/>
                      </a:lnTo>
                      <a:lnTo>
                        <a:pt x="77057" y="911543"/>
                      </a:lnTo>
                      <a:cubicBezTo>
                        <a:pt x="1227199" y="1757363"/>
                        <a:pt x="1595358" y="1453515"/>
                        <a:pt x="1182487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8" name="Freeform 1407">
                  <a:extLst>
                    <a:ext uri="{FF2B5EF4-FFF2-40B4-BE49-F238E27FC236}">
                      <a16:creationId xmlns:a16="http://schemas.microsoft.com/office/drawing/2014/main" id="{8C3E3E70-6994-C7C3-8948-8DECA58CEF68}"/>
                    </a:ext>
                  </a:extLst>
                </p:cNvPr>
                <p:cNvSpPr/>
                <p:nvPr/>
              </p:nvSpPr>
              <p:spPr>
                <a:xfrm>
                  <a:off x="5478595" y="1247775"/>
                  <a:ext cx="2695080" cy="3006090"/>
                </a:xfrm>
                <a:custGeom>
                  <a:avLst/>
                  <a:gdLst>
                    <a:gd name="connsiteX0" fmla="*/ 0 w 2695080"/>
                    <a:gd name="connsiteY0" fmla="*/ 0 h 3006090"/>
                    <a:gd name="connsiteX1" fmla="*/ 2606608 w 2695080"/>
                    <a:gd name="connsiteY1" fmla="*/ 2970848 h 3006090"/>
                    <a:gd name="connsiteX2" fmla="*/ 2695081 w 2695080"/>
                    <a:gd name="connsiteY2" fmla="*/ 3006090 h 3006090"/>
                    <a:gd name="connsiteX3" fmla="*/ 2606608 w 2695080"/>
                    <a:gd name="connsiteY3" fmla="*/ 2970848 h 3006090"/>
                    <a:gd name="connsiteX4" fmla="*/ 0 w 2695080"/>
                    <a:gd name="connsiteY4" fmla="*/ 0 h 3006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95080" h="3006090">
                      <a:moveTo>
                        <a:pt x="0" y="0"/>
                      </a:moveTo>
                      <a:cubicBezTo>
                        <a:pt x="410969" y="1454468"/>
                        <a:pt x="1280472" y="2444115"/>
                        <a:pt x="2606608" y="2970848"/>
                      </a:cubicBezTo>
                      <a:lnTo>
                        <a:pt x="2695081" y="3006090"/>
                      </a:lnTo>
                      <a:lnTo>
                        <a:pt x="2606608" y="2970848"/>
                      </a:lnTo>
                      <a:cubicBezTo>
                        <a:pt x="1279521" y="2444115"/>
                        <a:pt x="410969" y="1454468"/>
                        <a:pt x="0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9" name="Freeform 1408">
                  <a:extLst>
                    <a:ext uri="{FF2B5EF4-FFF2-40B4-BE49-F238E27FC236}">
                      <a16:creationId xmlns:a16="http://schemas.microsoft.com/office/drawing/2014/main" id="{F9684FCB-5738-ECBF-E164-F3933E37B229}"/>
                    </a:ext>
                  </a:extLst>
                </p:cNvPr>
                <p:cNvSpPr/>
                <p:nvPr/>
              </p:nvSpPr>
              <p:spPr>
                <a:xfrm>
                  <a:off x="4569136" y="1246822"/>
                  <a:ext cx="1094370" cy="3815714"/>
                </a:xfrm>
                <a:custGeom>
                  <a:avLst/>
                  <a:gdLst>
                    <a:gd name="connsiteX0" fmla="*/ 912313 w 1094370"/>
                    <a:gd name="connsiteY0" fmla="*/ 0 h 3815714"/>
                    <a:gd name="connsiteX1" fmla="*/ 64690 w 1094370"/>
                    <a:gd name="connsiteY1" fmla="*/ 3746183 h 3815714"/>
                    <a:gd name="connsiteX2" fmla="*/ 0 w 1094370"/>
                    <a:gd name="connsiteY2" fmla="*/ 3815715 h 3815714"/>
                    <a:gd name="connsiteX3" fmla="*/ 64690 w 1094370"/>
                    <a:gd name="connsiteY3" fmla="*/ 3746183 h 3815714"/>
                    <a:gd name="connsiteX4" fmla="*/ 912313 w 1094370"/>
                    <a:gd name="connsiteY4" fmla="*/ 0 h 3815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4370" h="3815714">
                      <a:moveTo>
                        <a:pt x="912313" y="0"/>
                      </a:moveTo>
                      <a:cubicBezTo>
                        <a:pt x="1322330" y="1454468"/>
                        <a:pt x="1039789" y="2703195"/>
                        <a:pt x="64690" y="3746183"/>
                      </a:cubicBezTo>
                      <a:lnTo>
                        <a:pt x="0" y="3815715"/>
                      </a:lnTo>
                      <a:lnTo>
                        <a:pt x="64690" y="3746183"/>
                      </a:lnTo>
                      <a:cubicBezTo>
                        <a:pt x="1039789" y="2703195"/>
                        <a:pt x="1322330" y="1454468"/>
                        <a:pt x="912313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0" name="Freeform 1409">
                  <a:extLst>
                    <a:ext uri="{FF2B5EF4-FFF2-40B4-BE49-F238E27FC236}">
                      <a16:creationId xmlns:a16="http://schemas.microsoft.com/office/drawing/2014/main" id="{944CB8E2-822D-AF04-B784-E375169DE7B0}"/>
                    </a:ext>
                  </a:extLst>
                </p:cNvPr>
                <p:cNvSpPr/>
                <p:nvPr/>
              </p:nvSpPr>
              <p:spPr>
                <a:xfrm>
                  <a:off x="5483352" y="1246822"/>
                  <a:ext cx="2803530" cy="2631757"/>
                </a:xfrm>
                <a:custGeom>
                  <a:avLst/>
                  <a:gdLst>
                    <a:gd name="connsiteX0" fmla="*/ 0 w 2803530"/>
                    <a:gd name="connsiteY0" fmla="*/ 0 h 2631757"/>
                    <a:gd name="connsiteX1" fmla="*/ 2710302 w 2803530"/>
                    <a:gd name="connsiteY1" fmla="*/ 2612708 h 2631757"/>
                    <a:gd name="connsiteX2" fmla="*/ 2803530 w 2803530"/>
                    <a:gd name="connsiteY2" fmla="*/ 2631758 h 2631757"/>
                    <a:gd name="connsiteX3" fmla="*/ 2710302 w 2803530"/>
                    <a:gd name="connsiteY3" fmla="*/ 2612708 h 2631757"/>
                    <a:gd name="connsiteX4" fmla="*/ 0 w 2803530"/>
                    <a:gd name="connsiteY4" fmla="*/ 0 h 26317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03530" h="2631757">
                      <a:moveTo>
                        <a:pt x="0" y="0"/>
                      </a:moveTo>
                      <a:cubicBezTo>
                        <a:pt x="409066" y="1454468"/>
                        <a:pt x="1311866" y="2326005"/>
                        <a:pt x="2710302" y="2612708"/>
                      </a:cubicBezTo>
                      <a:lnTo>
                        <a:pt x="2803530" y="2631758"/>
                      </a:lnTo>
                      <a:lnTo>
                        <a:pt x="2710302" y="2612708"/>
                      </a:lnTo>
                      <a:cubicBezTo>
                        <a:pt x="1312817" y="2326005"/>
                        <a:pt x="409066" y="1455420"/>
                        <a:pt x="0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1" name="Freeform 1410">
                  <a:extLst>
                    <a:ext uri="{FF2B5EF4-FFF2-40B4-BE49-F238E27FC236}">
                      <a16:creationId xmlns:a16="http://schemas.microsoft.com/office/drawing/2014/main" id="{34E8A586-6BBB-4387-5D06-44FC7182D8E7}"/>
                    </a:ext>
                  </a:extLst>
                </p:cNvPr>
                <p:cNvSpPr/>
                <p:nvPr/>
              </p:nvSpPr>
              <p:spPr>
                <a:xfrm>
                  <a:off x="3919387" y="1362075"/>
                  <a:ext cx="1533419" cy="2579369"/>
                </a:xfrm>
                <a:custGeom>
                  <a:avLst/>
                  <a:gdLst>
                    <a:gd name="connsiteX0" fmla="*/ 1246225 w 1533419"/>
                    <a:gd name="connsiteY0" fmla="*/ 0 h 2579369"/>
                    <a:gd name="connsiteX1" fmla="*/ 92278 w 1533419"/>
                    <a:gd name="connsiteY1" fmla="*/ 2557463 h 2579369"/>
                    <a:gd name="connsiteX2" fmla="*/ 0 w 1533419"/>
                    <a:gd name="connsiteY2" fmla="*/ 2579370 h 2579369"/>
                    <a:gd name="connsiteX3" fmla="*/ 92278 w 1533419"/>
                    <a:gd name="connsiteY3" fmla="*/ 2557463 h 2579369"/>
                    <a:gd name="connsiteX4" fmla="*/ 1246225 w 1533419"/>
                    <a:gd name="connsiteY4" fmla="*/ 0 h 25793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3419" h="2579369">
                      <a:moveTo>
                        <a:pt x="1246225" y="0"/>
                      </a:moveTo>
                      <a:cubicBezTo>
                        <a:pt x="1866484" y="1378268"/>
                        <a:pt x="1482152" y="2230755"/>
                        <a:pt x="92278" y="2557463"/>
                      </a:cubicBezTo>
                      <a:lnTo>
                        <a:pt x="0" y="2579370"/>
                      </a:lnTo>
                      <a:lnTo>
                        <a:pt x="92278" y="2557463"/>
                      </a:lnTo>
                      <a:cubicBezTo>
                        <a:pt x="1481200" y="2229803"/>
                        <a:pt x="1865532" y="1377315"/>
                        <a:pt x="1246225" y="0"/>
                      </a:cubicBezTo>
                      <a:close/>
                    </a:path>
                  </a:pathLst>
                </a:custGeom>
                <a:solidFill>
                  <a:srgbClr val="C4D2E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2" name="Freeform 1411">
                  <a:extLst>
                    <a:ext uri="{FF2B5EF4-FFF2-40B4-BE49-F238E27FC236}">
                      <a16:creationId xmlns:a16="http://schemas.microsoft.com/office/drawing/2014/main" id="{FB6B3CF2-0934-9DCF-3612-6B5FCA86FA8B}"/>
                    </a:ext>
                  </a:extLst>
                </p:cNvPr>
                <p:cNvSpPr/>
                <p:nvPr/>
              </p:nvSpPr>
              <p:spPr>
                <a:xfrm>
                  <a:off x="4903048" y="1433512"/>
                  <a:ext cx="658563" cy="1036456"/>
                </a:xfrm>
                <a:custGeom>
                  <a:avLst/>
                  <a:gdLst>
                    <a:gd name="connsiteX0" fmla="*/ 0 w 658563"/>
                    <a:gd name="connsiteY0" fmla="*/ 68580 h 1036456"/>
                    <a:gd name="connsiteX1" fmla="*/ 224511 w 658563"/>
                    <a:gd name="connsiteY1" fmla="*/ 84773 h 1036456"/>
                    <a:gd name="connsiteX2" fmla="*/ 181702 w 658563"/>
                    <a:gd name="connsiteY2" fmla="*/ 0 h 1036456"/>
                    <a:gd name="connsiteX3" fmla="*/ 224511 w 658563"/>
                    <a:gd name="connsiteY3" fmla="*/ 84773 h 1036456"/>
                    <a:gd name="connsiteX4" fmla="*/ 0 w 658563"/>
                    <a:gd name="connsiteY4" fmla="*/ 68580 h 1036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8563" h="1036456">
                      <a:moveTo>
                        <a:pt x="0" y="68580"/>
                      </a:moveTo>
                      <a:cubicBezTo>
                        <a:pt x="795301" y="1353503"/>
                        <a:pt x="869504" y="1358265"/>
                        <a:pt x="224511" y="84773"/>
                      </a:cubicBezTo>
                      <a:lnTo>
                        <a:pt x="181702" y="0"/>
                      </a:lnTo>
                      <a:lnTo>
                        <a:pt x="224511" y="84773"/>
                      </a:lnTo>
                      <a:cubicBezTo>
                        <a:pt x="870455" y="1359218"/>
                        <a:pt x="795301" y="1353503"/>
                        <a:pt x="0" y="68580"/>
                      </a:cubicBezTo>
                      <a:close/>
                    </a:path>
                  </a:pathLst>
                </a:custGeom>
                <a:solidFill>
                  <a:srgbClr val="6F83A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3" name="Freeform 1412">
                  <a:extLst>
                    <a:ext uri="{FF2B5EF4-FFF2-40B4-BE49-F238E27FC236}">
                      <a16:creationId xmlns:a16="http://schemas.microsoft.com/office/drawing/2014/main" id="{2365DEF7-4157-729F-0D92-C80CCEBEB280}"/>
                    </a:ext>
                  </a:extLst>
                </p:cNvPr>
                <p:cNvSpPr/>
                <p:nvPr/>
              </p:nvSpPr>
              <p:spPr>
                <a:xfrm>
                  <a:off x="4906854" y="1243012"/>
                  <a:ext cx="858026" cy="1182777"/>
                </a:xfrm>
                <a:custGeom>
                  <a:avLst/>
                  <a:gdLst>
                    <a:gd name="connsiteX0" fmla="*/ 0 w 858026"/>
                    <a:gd name="connsiteY0" fmla="*/ 257175 h 1182777"/>
                    <a:gd name="connsiteX1" fmla="*/ 730611 w 858026"/>
                    <a:gd name="connsiteY1" fmla="*/ 93345 h 1182777"/>
                    <a:gd name="connsiteX2" fmla="*/ 710634 w 858026"/>
                    <a:gd name="connsiteY2" fmla="*/ 0 h 1182777"/>
                    <a:gd name="connsiteX3" fmla="*/ 730611 w 858026"/>
                    <a:gd name="connsiteY3" fmla="*/ 93345 h 1182777"/>
                    <a:gd name="connsiteX4" fmla="*/ 0 w 858026"/>
                    <a:gd name="connsiteY4" fmla="*/ 257175 h 1182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8026" h="1182777">
                      <a:moveTo>
                        <a:pt x="0" y="257175"/>
                      </a:moveTo>
                      <a:cubicBezTo>
                        <a:pt x="792447" y="1543050"/>
                        <a:pt x="1035984" y="1488758"/>
                        <a:pt x="730611" y="93345"/>
                      </a:cubicBezTo>
                      <a:lnTo>
                        <a:pt x="710634" y="0"/>
                      </a:lnTo>
                      <a:lnTo>
                        <a:pt x="730611" y="93345"/>
                      </a:lnTo>
                      <a:cubicBezTo>
                        <a:pt x="1035984" y="1488758"/>
                        <a:pt x="792447" y="1544003"/>
                        <a:pt x="0" y="257175"/>
                      </a:cubicBezTo>
                      <a:close/>
                    </a:path>
                  </a:pathLst>
                </a:custGeom>
                <a:solidFill>
                  <a:srgbClr val="6F83A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4" name="Freeform 1413">
                  <a:extLst>
                    <a:ext uri="{FF2B5EF4-FFF2-40B4-BE49-F238E27FC236}">
                      <a16:creationId xmlns:a16="http://schemas.microsoft.com/office/drawing/2014/main" id="{8AD28702-2D7A-DF8E-9540-CF3FA4A3B26F}"/>
                    </a:ext>
                  </a:extLst>
                </p:cNvPr>
                <p:cNvSpPr/>
                <p:nvPr/>
              </p:nvSpPr>
              <p:spPr>
                <a:xfrm>
                  <a:off x="4331307" y="1371600"/>
                  <a:ext cx="1193764" cy="3477577"/>
                </a:xfrm>
                <a:custGeom>
                  <a:avLst/>
                  <a:gdLst>
                    <a:gd name="connsiteX0" fmla="*/ 0 w 1193764"/>
                    <a:gd name="connsiteY0" fmla="*/ 3477578 h 3477577"/>
                    <a:gd name="connsiteX1" fmla="*/ 920875 w 1193764"/>
                    <a:gd name="connsiteY1" fmla="*/ 87630 h 3477577"/>
                    <a:gd name="connsiteX2" fmla="*/ 883773 w 1193764"/>
                    <a:gd name="connsiteY2" fmla="*/ 0 h 3477577"/>
                    <a:gd name="connsiteX3" fmla="*/ 920875 w 1193764"/>
                    <a:gd name="connsiteY3" fmla="*/ 87630 h 3477577"/>
                    <a:gd name="connsiteX4" fmla="*/ 0 w 1193764"/>
                    <a:gd name="connsiteY4" fmla="*/ 3477578 h 34775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3764" h="3477577">
                      <a:moveTo>
                        <a:pt x="0" y="3477578"/>
                      </a:moveTo>
                      <a:cubicBezTo>
                        <a:pt x="1176779" y="2530793"/>
                        <a:pt x="1483103" y="1401128"/>
                        <a:pt x="920875" y="87630"/>
                      </a:cubicBezTo>
                      <a:lnTo>
                        <a:pt x="883773" y="0"/>
                      </a:lnTo>
                      <a:lnTo>
                        <a:pt x="920875" y="87630"/>
                      </a:lnTo>
                      <a:cubicBezTo>
                        <a:pt x="1483103" y="1400175"/>
                        <a:pt x="1176779" y="2530793"/>
                        <a:pt x="0" y="3477578"/>
                      </a:cubicBezTo>
                      <a:close/>
                    </a:path>
                  </a:pathLst>
                </a:custGeom>
                <a:solidFill>
                  <a:srgbClr val="74B0A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5" name="Freeform 1414">
                  <a:extLst>
                    <a:ext uri="{FF2B5EF4-FFF2-40B4-BE49-F238E27FC236}">
                      <a16:creationId xmlns:a16="http://schemas.microsoft.com/office/drawing/2014/main" id="{8045FC0D-7899-549E-F30E-308D3672FB75}"/>
                    </a:ext>
                  </a:extLst>
                </p:cNvPr>
                <p:cNvSpPr/>
                <p:nvPr/>
              </p:nvSpPr>
              <p:spPr>
                <a:xfrm>
                  <a:off x="4328453" y="1921192"/>
                  <a:ext cx="932955" cy="2925127"/>
                </a:xfrm>
                <a:custGeom>
                  <a:avLst/>
                  <a:gdLst>
                    <a:gd name="connsiteX0" fmla="*/ 0 w 932955"/>
                    <a:gd name="connsiteY0" fmla="*/ 2925128 h 2925127"/>
                    <a:gd name="connsiteX1" fmla="*/ 185507 w 932955"/>
                    <a:gd name="connsiteY1" fmla="*/ 63817 h 2925127"/>
                    <a:gd name="connsiteX2" fmla="*/ 115109 w 932955"/>
                    <a:gd name="connsiteY2" fmla="*/ 0 h 2925127"/>
                    <a:gd name="connsiteX3" fmla="*/ 185507 w 932955"/>
                    <a:gd name="connsiteY3" fmla="*/ 63817 h 2925127"/>
                    <a:gd name="connsiteX4" fmla="*/ 0 w 932955"/>
                    <a:gd name="connsiteY4" fmla="*/ 2925128 h 29251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32955" h="2925127">
                      <a:moveTo>
                        <a:pt x="0" y="2925128"/>
                      </a:moveTo>
                      <a:cubicBezTo>
                        <a:pt x="1178682" y="1980248"/>
                        <a:pt x="1240517" y="1026795"/>
                        <a:pt x="185507" y="63817"/>
                      </a:cubicBezTo>
                      <a:lnTo>
                        <a:pt x="115109" y="0"/>
                      </a:lnTo>
                      <a:lnTo>
                        <a:pt x="185507" y="63817"/>
                      </a:lnTo>
                      <a:cubicBezTo>
                        <a:pt x="1239566" y="1026795"/>
                        <a:pt x="1177730" y="1980248"/>
                        <a:pt x="0" y="2925128"/>
                      </a:cubicBezTo>
                      <a:close/>
                    </a:path>
                  </a:pathLst>
                </a:custGeom>
                <a:solidFill>
                  <a:srgbClr val="74B0A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6" name="Freeform 1415">
                  <a:extLst>
                    <a:ext uri="{FF2B5EF4-FFF2-40B4-BE49-F238E27FC236}">
                      <a16:creationId xmlns:a16="http://schemas.microsoft.com/office/drawing/2014/main" id="{BE8128FB-F266-224C-A9A5-055B6647C0DE}"/>
                    </a:ext>
                  </a:extLst>
                </p:cNvPr>
                <p:cNvSpPr/>
                <p:nvPr/>
              </p:nvSpPr>
              <p:spPr>
                <a:xfrm>
                  <a:off x="4325599" y="4113392"/>
                  <a:ext cx="908251" cy="729117"/>
                </a:xfrm>
                <a:custGeom>
                  <a:avLst/>
                  <a:gdLst>
                    <a:gd name="connsiteX0" fmla="*/ 0 w 908251"/>
                    <a:gd name="connsiteY0" fmla="*/ 729117 h 729117"/>
                    <a:gd name="connsiteX1" fmla="*/ 89424 w 908251"/>
                    <a:gd name="connsiteY1" fmla="*/ 642440 h 729117"/>
                    <a:gd name="connsiteX2" fmla="*/ 14270 w 908251"/>
                    <a:gd name="connsiteY2" fmla="*/ 701495 h 729117"/>
                    <a:gd name="connsiteX3" fmla="*/ 89424 w 908251"/>
                    <a:gd name="connsiteY3" fmla="*/ 642440 h 729117"/>
                    <a:gd name="connsiteX4" fmla="*/ 0 w 908251"/>
                    <a:gd name="connsiteY4" fmla="*/ 729117 h 729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8251" h="729117">
                      <a:moveTo>
                        <a:pt x="0" y="729117"/>
                      </a:moveTo>
                      <a:cubicBezTo>
                        <a:pt x="1179633" y="-212905"/>
                        <a:pt x="1210075" y="-242433"/>
                        <a:pt x="89424" y="642440"/>
                      </a:cubicBezTo>
                      <a:lnTo>
                        <a:pt x="14270" y="701495"/>
                      </a:lnTo>
                      <a:lnTo>
                        <a:pt x="89424" y="642440"/>
                      </a:lnTo>
                      <a:cubicBezTo>
                        <a:pt x="1210075" y="-242433"/>
                        <a:pt x="1180584" y="-212905"/>
                        <a:pt x="0" y="729117"/>
                      </a:cubicBezTo>
                      <a:close/>
                    </a:path>
                  </a:pathLst>
                </a:custGeom>
                <a:solidFill>
                  <a:srgbClr val="74B0A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7" name="Freeform 1416">
                  <a:extLst>
                    <a:ext uri="{FF2B5EF4-FFF2-40B4-BE49-F238E27FC236}">
                      <a16:creationId xmlns:a16="http://schemas.microsoft.com/office/drawing/2014/main" id="{9B36FE81-9433-4B87-F728-39BC76E5C526}"/>
                    </a:ext>
                  </a:extLst>
                </p:cNvPr>
                <p:cNvSpPr/>
                <p:nvPr/>
              </p:nvSpPr>
              <p:spPr>
                <a:xfrm>
                  <a:off x="4792696" y="1303972"/>
                  <a:ext cx="819618" cy="1167482"/>
                </a:xfrm>
                <a:custGeom>
                  <a:avLst/>
                  <a:gdLst>
                    <a:gd name="connsiteX0" fmla="*/ 513711 w 819618"/>
                    <a:gd name="connsiteY0" fmla="*/ 0 h 1167482"/>
                    <a:gd name="connsiteX1" fmla="*/ 55176 w 819618"/>
                    <a:gd name="connsiteY1" fmla="*/ 382905 h 1167482"/>
                    <a:gd name="connsiteX2" fmla="*/ 0 w 819618"/>
                    <a:gd name="connsiteY2" fmla="*/ 305753 h 1167482"/>
                    <a:gd name="connsiteX3" fmla="*/ 55176 w 819618"/>
                    <a:gd name="connsiteY3" fmla="*/ 382905 h 1167482"/>
                    <a:gd name="connsiteX4" fmla="*/ 513711 w 819618"/>
                    <a:gd name="connsiteY4" fmla="*/ 0 h 11674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19618" h="1167482">
                      <a:moveTo>
                        <a:pt x="513711" y="0"/>
                      </a:moveTo>
                      <a:cubicBezTo>
                        <a:pt x="1039789" y="1416368"/>
                        <a:pt x="887578" y="1544003"/>
                        <a:pt x="55176" y="382905"/>
                      </a:cubicBezTo>
                      <a:lnTo>
                        <a:pt x="0" y="305753"/>
                      </a:lnTo>
                      <a:lnTo>
                        <a:pt x="55176" y="382905"/>
                      </a:lnTo>
                      <a:cubicBezTo>
                        <a:pt x="886627" y="1544003"/>
                        <a:pt x="1039789" y="1416368"/>
                        <a:pt x="513711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8" name="Freeform 1417">
                  <a:extLst>
                    <a:ext uri="{FF2B5EF4-FFF2-40B4-BE49-F238E27FC236}">
                      <a16:creationId xmlns:a16="http://schemas.microsoft.com/office/drawing/2014/main" id="{7CE4C450-F835-56D1-BBCA-AB8DA0218FEA}"/>
                    </a:ext>
                  </a:extLst>
                </p:cNvPr>
                <p:cNvSpPr/>
                <p:nvPr/>
              </p:nvSpPr>
              <p:spPr>
                <a:xfrm>
                  <a:off x="4343674" y="1303020"/>
                  <a:ext cx="1217581" cy="3515677"/>
                </a:xfrm>
                <a:custGeom>
                  <a:avLst/>
                  <a:gdLst>
                    <a:gd name="connsiteX0" fmla="*/ 967489 w 1217581"/>
                    <a:gd name="connsiteY0" fmla="*/ 0 h 3515677"/>
                    <a:gd name="connsiteX1" fmla="*/ 74203 w 1217581"/>
                    <a:gd name="connsiteY1" fmla="*/ 3456623 h 3515677"/>
                    <a:gd name="connsiteX2" fmla="*/ 0 w 1217581"/>
                    <a:gd name="connsiteY2" fmla="*/ 3515678 h 3515677"/>
                    <a:gd name="connsiteX3" fmla="*/ 74203 w 1217581"/>
                    <a:gd name="connsiteY3" fmla="*/ 3456623 h 3515677"/>
                    <a:gd name="connsiteX4" fmla="*/ 967489 w 1217581"/>
                    <a:gd name="connsiteY4" fmla="*/ 0 h 3515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17581" h="3515677">
                      <a:moveTo>
                        <a:pt x="967489" y="0"/>
                      </a:moveTo>
                      <a:cubicBezTo>
                        <a:pt x="1490713" y="1417320"/>
                        <a:pt x="1192951" y="2569845"/>
                        <a:pt x="74203" y="3456623"/>
                      </a:cubicBezTo>
                      <a:lnTo>
                        <a:pt x="0" y="3515678"/>
                      </a:lnTo>
                      <a:lnTo>
                        <a:pt x="74203" y="3456623"/>
                      </a:lnTo>
                      <a:cubicBezTo>
                        <a:pt x="1192951" y="2569845"/>
                        <a:pt x="1490713" y="1418273"/>
                        <a:pt x="967489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19" name="Freeform 1418">
                  <a:extLst>
                    <a:ext uri="{FF2B5EF4-FFF2-40B4-BE49-F238E27FC236}">
                      <a16:creationId xmlns:a16="http://schemas.microsoft.com/office/drawing/2014/main" id="{513EF59F-5990-16E7-EABF-8B971901F2C6}"/>
                    </a:ext>
                  </a:extLst>
                </p:cNvPr>
                <p:cNvSpPr/>
                <p:nvPr/>
              </p:nvSpPr>
              <p:spPr>
                <a:xfrm>
                  <a:off x="5170368" y="1243012"/>
                  <a:ext cx="617369" cy="4254817"/>
                </a:xfrm>
                <a:custGeom>
                  <a:avLst/>
                  <a:gdLst>
                    <a:gd name="connsiteX0" fmla="*/ 0 w 617369"/>
                    <a:gd name="connsiteY0" fmla="*/ 4254818 h 4254817"/>
                    <a:gd name="connsiteX1" fmla="*/ 463291 w 617369"/>
                    <a:gd name="connsiteY1" fmla="*/ 93345 h 4254817"/>
                    <a:gd name="connsiteX2" fmla="*/ 442362 w 617369"/>
                    <a:gd name="connsiteY2" fmla="*/ 0 h 4254817"/>
                    <a:gd name="connsiteX3" fmla="*/ 463291 w 617369"/>
                    <a:gd name="connsiteY3" fmla="*/ 93345 h 4254817"/>
                    <a:gd name="connsiteX4" fmla="*/ 0 w 617369"/>
                    <a:gd name="connsiteY4" fmla="*/ 4254818 h 42548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17369" h="4254817">
                      <a:moveTo>
                        <a:pt x="0" y="4254818"/>
                      </a:moveTo>
                      <a:cubicBezTo>
                        <a:pt x="617405" y="2875598"/>
                        <a:pt x="771518" y="1488758"/>
                        <a:pt x="463291" y="93345"/>
                      </a:cubicBezTo>
                      <a:lnTo>
                        <a:pt x="442362" y="0"/>
                      </a:lnTo>
                      <a:lnTo>
                        <a:pt x="463291" y="93345"/>
                      </a:lnTo>
                      <a:cubicBezTo>
                        <a:pt x="771518" y="1488758"/>
                        <a:pt x="617405" y="2875598"/>
                        <a:pt x="0" y="4254818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0" name="Freeform 1419">
                  <a:extLst>
                    <a:ext uri="{FF2B5EF4-FFF2-40B4-BE49-F238E27FC236}">
                      <a16:creationId xmlns:a16="http://schemas.microsoft.com/office/drawing/2014/main" id="{885D8B90-4176-3CC3-46A8-ACE692603D99}"/>
                    </a:ext>
                  </a:extLst>
                </p:cNvPr>
                <p:cNvSpPr/>
                <p:nvPr/>
              </p:nvSpPr>
              <p:spPr>
                <a:xfrm>
                  <a:off x="4945858" y="1509712"/>
                  <a:ext cx="646282" cy="3986212"/>
                </a:xfrm>
                <a:custGeom>
                  <a:avLst/>
                  <a:gdLst>
                    <a:gd name="connsiteX0" fmla="*/ 220705 w 646282"/>
                    <a:gd name="connsiteY0" fmla="*/ 3986213 h 3986212"/>
                    <a:gd name="connsiteX1" fmla="*/ 48517 w 646282"/>
                    <a:gd name="connsiteY1" fmla="*/ 81915 h 3986212"/>
                    <a:gd name="connsiteX2" fmla="*/ 0 w 646282"/>
                    <a:gd name="connsiteY2" fmla="*/ 0 h 3986212"/>
                    <a:gd name="connsiteX3" fmla="*/ 48517 w 646282"/>
                    <a:gd name="connsiteY3" fmla="*/ 81915 h 3986212"/>
                    <a:gd name="connsiteX4" fmla="*/ 220705 w 646282"/>
                    <a:gd name="connsiteY4" fmla="*/ 3986213 h 3986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46282" h="3986212">
                      <a:moveTo>
                        <a:pt x="220705" y="3986213"/>
                      </a:moveTo>
                      <a:cubicBezTo>
                        <a:pt x="840964" y="2607945"/>
                        <a:pt x="782934" y="1306830"/>
                        <a:pt x="48517" y="81915"/>
                      </a:cubicBezTo>
                      <a:lnTo>
                        <a:pt x="0" y="0"/>
                      </a:lnTo>
                      <a:lnTo>
                        <a:pt x="48517" y="81915"/>
                      </a:lnTo>
                      <a:cubicBezTo>
                        <a:pt x="782934" y="1306830"/>
                        <a:pt x="840013" y="2607945"/>
                        <a:pt x="220705" y="3986213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1" name="Freeform 1420">
                  <a:extLst>
                    <a:ext uri="{FF2B5EF4-FFF2-40B4-BE49-F238E27FC236}">
                      <a16:creationId xmlns:a16="http://schemas.microsoft.com/office/drawing/2014/main" id="{9464F467-B873-F02E-3C3D-BCF8A4C636FE}"/>
                    </a:ext>
                  </a:extLst>
                </p:cNvPr>
                <p:cNvSpPr/>
                <p:nvPr/>
              </p:nvSpPr>
              <p:spPr>
                <a:xfrm>
                  <a:off x="4441660" y="1924050"/>
                  <a:ext cx="1067095" cy="3569969"/>
                </a:xfrm>
                <a:custGeom>
                  <a:avLst/>
                  <a:gdLst>
                    <a:gd name="connsiteX0" fmla="*/ 721098 w 1067095"/>
                    <a:gd name="connsiteY0" fmla="*/ 3569970 h 3569969"/>
                    <a:gd name="connsiteX1" fmla="*/ 70397 w 1067095"/>
                    <a:gd name="connsiteY1" fmla="*/ 63817 h 3569969"/>
                    <a:gd name="connsiteX2" fmla="*/ 0 w 1067095"/>
                    <a:gd name="connsiteY2" fmla="*/ 0 h 3569969"/>
                    <a:gd name="connsiteX3" fmla="*/ 70397 w 1067095"/>
                    <a:gd name="connsiteY3" fmla="*/ 63817 h 3569969"/>
                    <a:gd name="connsiteX4" fmla="*/ 721098 w 1067095"/>
                    <a:gd name="connsiteY4" fmla="*/ 3569970 h 3569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67095" h="3569969">
                      <a:moveTo>
                        <a:pt x="721098" y="3569970"/>
                      </a:moveTo>
                      <a:cubicBezTo>
                        <a:pt x="1343259" y="2193608"/>
                        <a:pt x="1126359" y="1023938"/>
                        <a:pt x="70397" y="63817"/>
                      </a:cubicBezTo>
                      <a:lnTo>
                        <a:pt x="0" y="0"/>
                      </a:lnTo>
                      <a:lnTo>
                        <a:pt x="70397" y="63817"/>
                      </a:lnTo>
                      <a:cubicBezTo>
                        <a:pt x="1126359" y="1024890"/>
                        <a:pt x="1343259" y="2193608"/>
                        <a:pt x="721098" y="3569970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2" name="Freeform 1421">
                  <a:extLst>
                    <a:ext uri="{FF2B5EF4-FFF2-40B4-BE49-F238E27FC236}">
                      <a16:creationId xmlns:a16="http://schemas.microsoft.com/office/drawing/2014/main" id="{EC3BAAD6-61FF-80FA-F0B8-3C9FBED44EB7}"/>
                    </a:ext>
                  </a:extLst>
                </p:cNvPr>
                <p:cNvSpPr/>
                <p:nvPr/>
              </p:nvSpPr>
              <p:spPr>
                <a:xfrm>
                  <a:off x="3951732" y="1372552"/>
                  <a:ext cx="1536836" cy="1524987"/>
                </a:xfrm>
                <a:custGeom>
                  <a:avLst/>
                  <a:gdLst>
                    <a:gd name="connsiteX0" fmla="*/ 0 w 1536836"/>
                    <a:gd name="connsiteY0" fmla="*/ 1328738 h 1524987"/>
                    <a:gd name="connsiteX1" fmla="*/ 1296645 w 1536836"/>
                    <a:gd name="connsiteY1" fmla="*/ 87630 h 1524987"/>
                    <a:gd name="connsiteX2" fmla="*/ 1258592 w 1536836"/>
                    <a:gd name="connsiteY2" fmla="*/ 0 h 1524987"/>
                    <a:gd name="connsiteX3" fmla="*/ 1296645 w 1536836"/>
                    <a:gd name="connsiteY3" fmla="*/ 87630 h 1524987"/>
                    <a:gd name="connsiteX4" fmla="*/ 0 w 1536836"/>
                    <a:gd name="connsiteY4" fmla="*/ 1328738 h 15249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6836" h="1524987">
                      <a:moveTo>
                        <a:pt x="0" y="1328738"/>
                      </a:moveTo>
                      <a:cubicBezTo>
                        <a:pt x="1429829" y="1813560"/>
                        <a:pt x="1861727" y="1400175"/>
                        <a:pt x="1296645" y="87630"/>
                      </a:cubicBezTo>
                      <a:lnTo>
                        <a:pt x="1258592" y="0"/>
                      </a:lnTo>
                      <a:lnTo>
                        <a:pt x="1296645" y="87630"/>
                      </a:lnTo>
                      <a:cubicBezTo>
                        <a:pt x="1861727" y="1399223"/>
                        <a:pt x="1429829" y="1813560"/>
                        <a:pt x="0" y="1328738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3" name="Freeform 1422">
                  <a:extLst>
                    <a:ext uri="{FF2B5EF4-FFF2-40B4-BE49-F238E27FC236}">
                      <a16:creationId xmlns:a16="http://schemas.microsoft.com/office/drawing/2014/main" id="{768DAE0D-7BBF-948B-6E2A-65C9DAB3DDEF}"/>
                    </a:ext>
                  </a:extLst>
                </p:cNvPr>
                <p:cNvSpPr/>
                <p:nvPr/>
              </p:nvSpPr>
              <p:spPr>
                <a:xfrm>
                  <a:off x="3952683" y="1511617"/>
                  <a:ext cx="1414164" cy="1394380"/>
                </a:xfrm>
                <a:custGeom>
                  <a:avLst/>
                  <a:gdLst>
                    <a:gd name="connsiteX0" fmla="*/ 0 w 1414164"/>
                    <a:gd name="connsiteY0" fmla="*/ 1185863 h 1394380"/>
                    <a:gd name="connsiteX1" fmla="*/ 1037887 w 1414164"/>
                    <a:gd name="connsiteY1" fmla="*/ 81915 h 1394380"/>
                    <a:gd name="connsiteX2" fmla="*/ 988418 w 1414164"/>
                    <a:gd name="connsiteY2" fmla="*/ 0 h 1394380"/>
                    <a:gd name="connsiteX3" fmla="*/ 1037887 w 1414164"/>
                    <a:gd name="connsiteY3" fmla="*/ 81915 h 1394380"/>
                    <a:gd name="connsiteX4" fmla="*/ 0 w 1414164"/>
                    <a:gd name="connsiteY4" fmla="*/ 1185863 h 1394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14164" h="1394380">
                      <a:moveTo>
                        <a:pt x="0" y="1185863"/>
                      </a:moveTo>
                      <a:cubicBezTo>
                        <a:pt x="1428878" y="1673543"/>
                        <a:pt x="1774206" y="1305878"/>
                        <a:pt x="1037887" y="81915"/>
                      </a:cubicBezTo>
                      <a:lnTo>
                        <a:pt x="988418" y="0"/>
                      </a:lnTo>
                      <a:lnTo>
                        <a:pt x="1037887" y="81915"/>
                      </a:lnTo>
                      <a:cubicBezTo>
                        <a:pt x="1775157" y="1305878"/>
                        <a:pt x="1428878" y="1673543"/>
                        <a:pt x="0" y="1185863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4" name="Freeform 1423">
                  <a:extLst>
                    <a:ext uri="{FF2B5EF4-FFF2-40B4-BE49-F238E27FC236}">
                      <a16:creationId xmlns:a16="http://schemas.microsoft.com/office/drawing/2014/main" id="{6B44D47D-E06D-284E-2155-CC87A8EC27CE}"/>
                    </a:ext>
                  </a:extLst>
                </p:cNvPr>
                <p:cNvSpPr/>
                <p:nvPr/>
              </p:nvSpPr>
              <p:spPr>
                <a:xfrm>
                  <a:off x="3859454" y="1243964"/>
                  <a:ext cx="1850011" cy="1882033"/>
                </a:xfrm>
                <a:custGeom>
                  <a:avLst/>
                  <a:gdLst>
                    <a:gd name="connsiteX0" fmla="*/ 0 w 1850011"/>
                    <a:gd name="connsiteY0" fmla="*/ 1830705 h 1882033"/>
                    <a:gd name="connsiteX1" fmla="*/ 1769449 w 1850011"/>
                    <a:gd name="connsiteY1" fmla="*/ 93345 h 1882033"/>
                    <a:gd name="connsiteX2" fmla="*/ 1748520 w 1850011"/>
                    <a:gd name="connsiteY2" fmla="*/ 0 h 1882033"/>
                    <a:gd name="connsiteX3" fmla="*/ 1769449 w 1850011"/>
                    <a:gd name="connsiteY3" fmla="*/ 93345 h 1882033"/>
                    <a:gd name="connsiteX4" fmla="*/ 0 w 1850011"/>
                    <a:gd name="connsiteY4" fmla="*/ 1830705 h 1882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50011" h="1882033">
                      <a:moveTo>
                        <a:pt x="0" y="1830705"/>
                      </a:moveTo>
                      <a:cubicBezTo>
                        <a:pt x="1490714" y="2066925"/>
                        <a:pt x="2080530" y="1487805"/>
                        <a:pt x="1769449" y="93345"/>
                      </a:cubicBezTo>
                      <a:lnTo>
                        <a:pt x="1748520" y="0"/>
                      </a:lnTo>
                      <a:lnTo>
                        <a:pt x="1769449" y="93345"/>
                      </a:lnTo>
                      <a:cubicBezTo>
                        <a:pt x="2080530" y="1487805"/>
                        <a:pt x="1490714" y="2066925"/>
                        <a:pt x="0" y="1830705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5" name="Freeform 1424">
                  <a:extLst>
                    <a:ext uri="{FF2B5EF4-FFF2-40B4-BE49-F238E27FC236}">
                      <a16:creationId xmlns:a16="http://schemas.microsoft.com/office/drawing/2014/main" id="{301A3F01-E53F-B412-0CBC-7A7D1E77F911}"/>
                    </a:ext>
                  </a:extLst>
                </p:cNvPr>
                <p:cNvSpPr/>
                <p:nvPr/>
              </p:nvSpPr>
              <p:spPr>
                <a:xfrm>
                  <a:off x="3860405" y="1374457"/>
                  <a:ext cx="1619187" cy="1750801"/>
                </a:xfrm>
                <a:custGeom>
                  <a:avLst/>
                  <a:gdLst>
                    <a:gd name="connsiteX0" fmla="*/ 0 w 1619187"/>
                    <a:gd name="connsiteY0" fmla="*/ 1695450 h 1750801"/>
                    <a:gd name="connsiteX1" fmla="*/ 1384166 w 1619187"/>
                    <a:gd name="connsiteY1" fmla="*/ 87630 h 1750801"/>
                    <a:gd name="connsiteX2" fmla="*/ 1346113 w 1619187"/>
                    <a:gd name="connsiteY2" fmla="*/ 0 h 1750801"/>
                    <a:gd name="connsiteX3" fmla="*/ 1384166 w 1619187"/>
                    <a:gd name="connsiteY3" fmla="*/ 87630 h 1750801"/>
                    <a:gd name="connsiteX4" fmla="*/ 0 w 1619187"/>
                    <a:gd name="connsiteY4" fmla="*/ 1695450 h 17508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19187" h="1750801">
                      <a:moveTo>
                        <a:pt x="0" y="1695450"/>
                      </a:moveTo>
                      <a:cubicBezTo>
                        <a:pt x="1490714" y="1934527"/>
                        <a:pt x="1952102" y="1399223"/>
                        <a:pt x="1384166" y="87630"/>
                      </a:cubicBezTo>
                      <a:lnTo>
                        <a:pt x="1346113" y="0"/>
                      </a:lnTo>
                      <a:lnTo>
                        <a:pt x="1384166" y="87630"/>
                      </a:lnTo>
                      <a:cubicBezTo>
                        <a:pt x="1952102" y="1398270"/>
                        <a:pt x="1490714" y="1934527"/>
                        <a:pt x="0" y="1695450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6" name="Freeform 1425">
                  <a:extLst>
                    <a:ext uri="{FF2B5EF4-FFF2-40B4-BE49-F238E27FC236}">
                      <a16:creationId xmlns:a16="http://schemas.microsoft.com/office/drawing/2014/main" id="{DF7C628C-FC5D-A471-F047-3EC76FB43C26}"/>
                    </a:ext>
                  </a:extLst>
                </p:cNvPr>
                <p:cNvSpPr/>
                <p:nvPr/>
              </p:nvSpPr>
              <p:spPr>
                <a:xfrm>
                  <a:off x="3861356" y="1926907"/>
                  <a:ext cx="1306740" cy="1212338"/>
                </a:xfrm>
                <a:custGeom>
                  <a:avLst/>
                  <a:gdLst>
                    <a:gd name="connsiteX0" fmla="*/ 0 w 1306740"/>
                    <a:gd name="connsiteY0" fmla="*/ 1139190 h 1212338"/>
                    <a:gd name="connsiteX1" fmla="*/ 647847 w 1306740"/>
                    <a:gd name="connsiteY1" fmla="*/ 63817 h 1212338"/>
                    <a:gd name="connsiteX2" fmla="*/ 577449 w 1306740"/>
                    <a:gd name="connsiteY2" fmla="*/ 0 h 1212338"/>
                    <a:gd name="connsiteX3" fmla="*/ 647847 w 1306740"/>
                    <a:gd name="connsiteY3" fmla="*/ 63817 h 1212338"/>
                    <a:gd name="connsiteX4" fmla="*/ 0 w 1306740"/>
                    <a:gd name="connsiteY4" fmla="*/ 1139190 h 12123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6740" h="1212338">
                      <a:moveTo>
                        <a:pt x="0" y="1139190"/>
                      </a:moveTo>
                      <a:cubicBezTo>
                        <a:pt x="1489762" y="1381125"/>
                        <a:pt x="1705711" y="1022985"/>
                        <a:pt x="647847" y="63817"/>
                      </a:cubicBezTo>
                      <a:lnTo>
                        <a:pt x="577449" y="0"/>
                      </a:lnTo>
                      <a:lnTo>
                        <a:pt x="647847" y="63817"/>
                      </a:lnTo>
                      <a:cubicBezTo>
                        <a:pt x="1705711" y="1022985"/>
                        <a:pt x="1489762" y="1381125"/>
                        <a:pt x="0" y="1139190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7" name="Freeform 1426">
                  <a:extLst>
                    <a:ext uri="{FF2B5EF4-FFF2-40B4-BE49-F238E27FC236}">
                      <a16:creationId xmlns:a16="http://schemas.microsoft.com/office/drawing/2014/main" id="{CED07968-D5BF-1C16-2449-8645A946A23C}"/>
                    </a:ext>
                  </a:extLst>
                </p:cNvPr>
                <p:cNvSpPr/>
                <p:nvPr/>
              </p:nvSpPr>
              <p:spPr>
                <a:xfrm>
                  <a:off x="3861356" y="1612582"/>
                  <a:ext cx="1432354" cy="1512773"/>
                </a:xfrm>
                <a:custGeom>
                  <a:avLst/>
                  <a:gdLst>
                    <a:gd name="connsiteX0" fmla="*/ 0 w 1432354"/>
                    <a:gd name="connsiteY0" fmla="*/ 1448752 h 1512773"/>
                    <a:gd name="connsiteX1" fmla="*/ 983662 w 1432354"/>
                    <a:gd name="connsiteY1" fmla="*/ 77152 h 1512773"/>
                    <a:gd name="connsiteX2" fmla="*/ 928485 w 1432354"/>
                    <a:gd name="connsiteY2" fmla="*/ 0 h 1512773"/>
                    <a:gd name="connsiteX3" fmla="*/ 983662 w 1432354"/>
                    <a:gd name="connsiteY3" fmla="*/ 77152 h 1512773"/>
                    <a:gd name="connsiteX4" fmla="*/ 0 w 1432354"/>
                    <a:gd name="connsiteY4" fmla="*/ 1448752 h 1512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32354" h="1512773">
                      <a:moveTo>
                        <a:pt x="0" y="1448752"/>
                      </a:moveTo>
                      <a:cubicBezTo>
                        <a:pt x="1489762" y="1693545"/>
                        <a:pt x="1817015" y="1236345"/>
                        <a:pt x="983662" y="77152"/>
                      </a:cubicBezTo>
                      <a:lnTo>
                        <a:pt x="928485" y="0"/>
                      </a:lnTo>
                      <a:lnTo>
                        <a:pt x="983662" y="77152"/>
                      </a:lnTo>
                      <a:cubicBezTo>
                        <a:pt x="1817015" y="1236345"/>
                        <a:pt x="1489762" y="1693545"/>
                        <a:pt x="0" y="1448752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8" name="Freeform 1427">
                  <a:extLst>
                    <a:ext uri="{FF2B5EF4-FFF2-40B4-BE49-F238E27FC236}">
                      <a16:creationId xmlns:a16="http://schemas.microsoft.com/office/drawing/2014/main" id="{E6DAA707-4F65-789E-9F7A-ACAD6A9697B8}"/>
                    </a:ext>
                  </a:extLst>
                </p:cNvPr>
                <p:cNvSpPr/>
                <p:nvPr/>
              </p:nvSpPr>
              <p:spPr>
                <a:xfrm>
                  <a:off x="3862308" y="2678429"/>
                  <a:ext cx="1173600" cy="505807"/>
                </a:xfrm>
                <a:custGeom>
                  <a:avLst/>
                  <a:gdLst>
                    <a:gd name="connsiteX0" fmla="*/ 0 w 1173600"/>
                    <a:gd name="connsiteY0" fmla="*/ 379095 h 505807"/>
                    <a:gd name="connsiteX1" fmla="*/ 216900 w 1173600"/>
                    <a:gd name="connsiteY1" fmla="*/ 32385 h 505807"/>
                    <a:gd name="connsiteX2" fmla="*/ 127477 w 1173600"/>
                    <a:gd name="connsiteY2" fmla="*/ 0 h 505807"/>
                    <a:gd name="connsiteX3" fmla="*/ 216900 w 1173600"/>
                    <a:gd name="connsiteY3" fmla="*/ 32385 h 505807"/>
                    <a:gd name="connsiteX4" fmla="*/ 0 w 1173600"/>
                    <a:gd name="connsiteY4" fmla="*/ 379095 h 5058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3600" h="505807">
                      <a:moveTo>
                        <a:pt x="0" y="379095"/>
                      </a:moveTo>
                      <a:cubicBezTo>
                        <a:pt x="1488811" y="626745"/>
                        <a:pt x="1561111" y="511492"/>
                        <a:pt x="216900" y="32385"/>
                      </a:cubicBezTo>
                      <a:lnTo>
                        <a:pt x="127477" y="0"/>
                      </a:lnTo>
                      <a:lnTo>
                        <a:pt x="216900" y="32385"/>
                      </a:lnTo>
                      <a:cubicBezTo>
                        <a:pt x="1561111" y="511492"/>
                        <a:pt x="1488811" y="626745"/>
                        <a:pt x="0" y="379095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29" name="Freeform 1428">
                  <a:extLst>
                    <a:ext uri="{FF2B5EF4-FFF2-40B4-BE49-F238E27FC236}">
                      <a16:creationId xmlns:a16="http://schemas.microsoft.com/office/drawing/2014/main" id="{11736738-BCCF-D927-73CA-D3A491A8A68E}"/>
                    </a:ext>
                  </a:extLst>
                </p:cNvPr>
                <p:cNvSpPr/>
                <p:nvPr/>
              </p:nvSpPr>
              <p:spPr>
                <a:xfrm>
                  <a:off x="4605286" y="1435417"/>
                  <a:ext cx="902210" cy="1092744"/>
                </a:xfrm>
                <a:custGeom>
                  <a:avLst/>
                  <a:gdLst>
                    <a:gd name="connsiteX0" fmla="*/ 0 w 902210"/>
                    <a:gd name="connsiteY0" fmla="*/ 287655 h 1092744"/>
                    <a:gd name="connsiteX1" fmla="*/ 518468 w 902210"/>
                    <a:gd name="connsiteY1" fmla="*/ 84773 h 1092744"/>
                    <a:gd name="connsiteX2" fmla="*/ 475658 w 902210"/>
                    <a:gd name="connsiteY2" fmla="*/ 0 h 1092744"/>
                    <a:gd name="connsiteX3" fmla="*/ 518468 w 902210"/>
                    <a:gd name="connsiteY3" fmla="*/ 84773 h 1092744"/>
                    <a:gd name="connsiteX4" fmla="*/ 0 w 902210"/>
                    <a:gd name="connsiteY4" fmla="*/ 287655 h 10927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2210" h="1092744">
                      <a:moveTo>
                        <a:pt x="0" y="287655"/>
                      </a:moveTo>
                      <a:cubicBezTo>
                        <a:pt x="994126" y="1424940"/>
                        <a:pt x="1166314" y="1357313"/>
                        <a:pt x="518468" y="84773"/>
                      </a:cubicBezTo>
                      <a:lnTo>
                        <a:pt x="475658" y="0"/>
                      </a:lnTo>
                      <a:lnTo>
                        <a:pt x="518468" y="84773"/>
                      </a:lnTo>
                      <a:cubicBezTo>
                        <a:pt x="1166314" y="1357313"/>
                        <a:pt x="994126" y="1424940"/>
                        <a:pt x="0" y="287655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0" name="Freeform 1429">
                  <a:extLst>
                    <a:ext uri="{FF2B5EF4-FFF2-40B4-BE49-F238E27FC236}">
                      <a16:creationId xmlns:a16="http://schemas.microsoft.com/office/drawing/2014/main" id="{0F3E5295-5A9E-9DDF-9353-E924797CE57A}"/>
                    </a:ext>
                  </a:extLst>
                </p:cNvPr>
                <p:cNvSpPr/>
                <p:nvPr/>
              </p:nvSpPr>
              <p:spPr>
                <a:xfrm>
                  <a:off x="4608140" y="1377314"/>
                  <a:ext cx="944728" cy="1138400"/>
                </a:xfrm>
                <a:custGeom>
                  <a:avLst/>
                  <a:gdLst>
                    <a:gd name="connsiteX0" fmla="*/ 0 w 944728"/>
                    <a:gd name="connsiteY0" fmla="*/ 342900 h 1138400"/>
                    <a:gd name="connsiteX1" fmla="*/ 632626 w 944728"/>
                    <a:gd name="connsiteY1" fmla="*/ 87630 h 1138400"/>
                    <a:gd name="connsiteX2" fmla="*/ 594573 w 944728"/>
                    <a:gd name="connsiteY2" fmla="*/ 0 h 1138400"/>
                    <a:gd name="connsiteX3" fmla="*/ 632626 w 944728"/>
                    <a:gd name="connsiteY3" fmla="*/ 87630 h 1138400"/>
                    <a:gd name="connsiteX4" fmla="*/ 0 w 944728"/>
                    <a:gd name="connsiteY4" fmla="*/ 342900 h 1138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44728" h="1138400">
                      <a:moveTo>
                        <a:pt x="0" y="342900"/>
                      </a:moveTo>
                      <a:cubicBezTo>
                        <a:pt x="991272" y="1482090"/>
                        <a:pt x="1202464" y="1397318"/>
                        <a:pt x="632626" y="87630"/>
                      </a:cubicBezTo>
                      <a:lnTo>
                        <a:pt x="594573" y="0"/>
                      </a:lnTo>
                      <a:lnTo>
                        <a:pt x="632626" y="87630"/>
                      </a:lnTo>
                      <a:cubicBezTo>
                        <a:pt x="1202464" y="1397318"/>
                        <a:pt x="992223" y="1483043"/>
                        <a:pt x="0" y="342900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1" name="Freeform 1430">
                  <a:extLst>
                    <a:ext uri="{FF2B5EF4-FFF2-40B4-BE49-F238E27FC236}">
                      <a16:creationId xmlns:a16="http://schemas.microsoft.com/office/drawing/2014/main" id="{43D382C9-9C1D-C5BD-D556-9D1AE82AB1D4}"/>
                    </a:ext>
                  </a:extLst>
                </p:cNvPr>
                <p:cNvSpPr/>
                <p:nvPr/>
              </p:nvSpPr>
              <p:spPr>
                <a:xfrm>
                  <a:off x="4611945" y="1615439"/>
                  <a:ext cx="804549" cy="951828"/>
                </a:xfrm>
                <a:custGeom>
                  <a:avLst/>
                  <a:gdLst>
                    <a:gd name="connsiteX0" fmla="*/ 0 w 804549"/>
                    <a:gd name="connsiteY0" fmla="*/ 101918 h 951828"/>
                    <a:gd name="connsiteX1" fmla="*/ 230219 w 804549"/>
                    <a:gd name="connsiteY1" fmla="*/ 77152 h 951828"/>
                    <a:gd name="connsiteX2" fmla="*/ 174091 w 804549"/>
                    <a:gd name="connsiteY2" fmla="*/ 0 h 951828"/>
                    <a:gd name="connsiteX3" fmla="*/ 230219 w 804549"/>
                    <a:gd name="connsiteY3" fmla="*/ 77152 h 951828"/>
                    <a:gd name="connsiteX4" fmla="*/ 0 w 804549"/>
                    <a:gd name="connsiteY4" fmla="*/ 101918 h 951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4549" h="951828">
                      <a:moveTo>
                        <a:pt x="0" y="101918"/>
                      </a:moveTo>
                      <a:cubicBezTo>
                        <a:pt x="989369" y="1243013"/>
                        <a:pt x="1066426" y="1234440"/>
                        <a:pt x="230219" y="77152"/>
                      </a:cubicBezTo>
                      <a:lnTo>
                        <a:pt x="174091" y="0"/>
                      </a:lnTo>
                      <a:lnTo>
                        <a:pt x="230219" y="77152"/>
                      </a:lnTo>
                      <a:cubicBezTo>
                        <a:pt x="1066426" y="1235393"/>
                        <a:pt x="989369" y="1243013"/>
                        <a:pt x="0" y="101918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2" name="Freeform 1431">
                  <a:extLst>
                    <a:ext uri="{FF2B5EF4-FFF2-40B4-BE49-F238E27FC236}">
                      <a16:creationId xmlns:a16="http://schemas.microsoft.com/office/drawing/2014/main" id="{07F500F6-3E5C-BE39-12F1-04FA0C488A5A}"/>
                    </a:ext>
                  </a:extLst>
                </p:cNvPr>
                <p:cNvSpPr/>
                <p:nvPr/>
              </p:nvSpPr>
              <p:spPr>
                <a:xfrm>
                  <a:off x="4614799" y="1322070"/>
                  <a:ext cx="996492" cy="1180102"/>
                </a:xfrm>
                <a:custGeom>
                  <a:avLst/>
                  <a:gdLst>
                    <a:gd name="connsiteX0" fmla="*/ 0 w 996492"/>
                    <a:gd name="connsiteY0" fmla="*/ 392430 h 1180102"/>
                    <a:gd name="connsiteX1" fmla="*/ 760102 w 996492"/>
                    <a:gd name="connsiteY1" fmla="*/ 89535 h 1180102"/>
                    <a:gd name="connsiteX2" fmla="*/ 727757 w 996492"/>
                    <a:gd name="connsiteY2" fmla="*/ 0 h 1180102"/>
                    <a:gd name="connsiteX3" fmla="*/ 760102 w 996492"/>
                    <a:gd name="connsiteY3" fmla="*/ 89535 h 1180102"/>
                    <a:gd name="connsiteX4" fmla="*/ 0 w 996492"/>
                    <a:gd name="connsiteY4" fmla="*/ 392430 h 1180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92" h="1180102">
                      <a:moveTo>
                        <a:pt x="0" y="392430"/>
                      </a:moveTo>
                      <a:cubicBezTo>
                        <a:pt x="987467" y="1535430"/>
                        <a:pt x="1240517" y="1434465"/>
                        <a:pt x="760102" y="89535"/>
                      </a:cubicBezTo>
                      <a:lnTo>
                        <a:pt x="727757" y="0"/>
                      </a:lnTo>
                      <a:lnTo>
                        <a:pt x="760102" y="89535"/>
                      </a:lnTo>
                      <a:cubicBezTo>
                        <a:pt x="1241468" y="1434465"/>
                        <a:pt x="987467" y="1535430"/>
                        <a:pt x="0" y="392430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3" name="Freeform 1432">
                  <a:extLst>
                    <a:ext uri="{FF2B5EF4-FFF2-40B4-BE49-F238E27FC236}">
                      <a16:creationId xmlns:a16="http://schemas.microsoft.com/office/drawing/2014/main" id="{4513DF19-CD5C-D0C0-6AB4-85A0DECC7E0E}"/>
                    </a:ext>
                  </a:extLst>
                </p:cNvPr>
                <p:cNvSpPr/>
                <p:nvPr/>
              </p:nvSpPr>
              <p:spPr>
                <a:xfrm>
                  <a:off x="3892750" y="1711642"/>
                  <a:ext cx="1334718" cy="1417763"/>
                </a:xfrm>
                <a:custGeom>
                  <a:avLst/>
                  <a:gdLst>
                    <a:gd name="connsiteX0" fmla="*/ 725855 w 1334718"/>
                    <a:gd name="connsiteY0" fmla="*/ 0 h 1417763"/>
                    <a:gd name="connsiteX1" fmla="*/ 94180 w 1334718"/>
                    <a:gd name="connsiteY1" fmla="*/ 1354455 h 1417763"/>
                    <a:gd name="connsiteX2" fmla="*/ 0 w 1334718"/>
                    <a:gd name="connsiteY2" fmla="*/ 1338263 h 1417763"/>
                    <a:gd name="connsiteX3" fmla="*/ 94180 w 1334718"/>
                    <a:gd name="connsiteY3" fmla="*/ 1354455 h 1417763"/>
                    <a:gd name="connsiteX4" fmla="*/ 725855 w 1334718"/>
                    <a:gd name="connsiteY4" fmla="*/ 0 h 14177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34718" h="1417763">
                      <a:moveTo>
                        <a:pt x="725855" y="0"/>
                      </a:moveTo>
                      <a:cubicBezTo>
                        <a:pt x="1711419" y="1144905"/>
                        <a:pt x="1500227" y="1596390"/>
                        <a:pt x="94180" y="1354455"/>
                      </a:cubicBezTo>
                      <a:lnTo>
                        <a:pt x="0" y="1338263"/>
                      </a:lnTo>
                      <a:lnTo>
                        <a:pt x="94180" y="1354455"/>
                      </a:lnTo>
                      <a:cubicBezTo>
                        <a:pt x="1500227" y="1596390"/>
                        <a:pt x="1711419" y="1144905"/>
                        <a:pt x="725855" y="0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4" name="Freeform 1433">
                  <a:extLst>
                    <a:ext uri="{FF2B5EF4-FFF2-40B4-BE49-F238E27FC236}">
                      <a16:creationId xmlns:a16="http://schemas.microsoft.com/office/drawing/2014/main" id="{FE0B6469-186C-1435-A879-057B2AB9D476}"/>
                    </a:ext>
                  </a:extLst>
                </p:cNvPr>
                <p:cNvSpPr/>
                <p:nvPr/>
              </p:nvSpPr>
              <p:spPr>
                <a:xfrm>
                  <a:off x="3833768" y="3502056"/>
                  <a:ext cx="1178400" cy="443198"/>
                </a:xfrm>
                <a:custGeom>
                  <a:avLst/>
                  <a:gdLst>
                    <a:gd name="connsiteX0" fmla="*/ 0 w 1178400"/>
                    <a:gd name="connsiteY0" fmla="*/ 12669 h 443198"/>
                    <a:gd name="connsiteX1" fmla="*/ 179799 w 1178400"/>
                    <a:gd name="connsiteY1" fmla="*/ 421291 h 443198"/>
                    <a:gd name="connsiteX2" fmla="*/ 87521 w 1178400"/>
                    <a:gd name="connsiteY2" fmla="*/ 443199 h 443198"/>
                    <a:gd name="connsiteX3" fmla="*/ 179799 w 1178400"/>
                    <a:gd name="connsiteY3" fmla="*/ 421291 h 443198"/>
                    <a:gd name="connsiteX4" fmla="*/ 0 w 1178400"/>
                    <a:gd name="connsiteY4" fmla="*/ 12669 h 443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8400" h="443198">
                      <a:moveTo>
                        <a:pt x="0" y="12669"/>
                      </a:moveTo>
                      <a:cubicBezTo>
                        <a:pt x="1508788" y="-44481"/>
                        <a:pt x="1568722" y="91726"/>
                        <a:pt x="179799" y="421291"/>
                      </a:cubicBezTo>
                      <a:lnTo>
                        <a:pt x="87521" y="443199"/>
                      </a:lnTo>
                      <a:lnTo>
                        <a:pt x="179799" y="421291"/>
                      </a:lnTo>
                      <a:cubicBezTo>
                        <a:pt x="1567770" y="91726"/>
                        <a:pt x="1507837" y="-44481"/>
                        <a:pt x="0" y="12669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5" name="Freeform 1434">
                  <a:extLst>
                    <a:ext uri="{FF2B5EF4-FFF2-40B4-BE49-F238E27FC236}">
                      <a16:creationId xmlns:a16="http://schemas.microsoft.com/office/drawing/2014/main" id="{DEB25C7D-FAAF-CD54-322D-62C02AAB4D59}"/>
                    </a:ext>
                  </a:extLst>
                </p:cNvPr>
                <p:cNvSpPr/>
                <p:nvPr/>
              </p:nvSpPr>
              <p:spPr>
                <a:xfrm>
                  <a:off x="3833768" y="2683192"/>
                  <a:ext cx="1195952" cy="827722"/>
                </a:xfrm>
                <a:custGeom>
                  <a:avLst/>
                  <a:gdLst>
                    <a:gd name="connsiteX0" fmla="*/ 0 w 1195952"/>
                    <a:gd name="connsiteY0" fmla="*/ 827723 h 827722"/>
                    <a:gd name="connsiteX1" fmla="*/ 244488 w 1195952"/>
                    <a:gd name="connsiteY1" fmla="*/ 31433 h 827722"/>
                    <a:gd name="connsiteX2" fmla="*/ 155065 w 1195952"/>
                    <a:gd name="connsiteY2" fmla="*/ 0 h 827722"/>
                    <a:gd name="connsiteX3" fmla="*/ 244488 w 1195952"/>
                    <a:gd name="connsiteY3" fmla="*/ 31433 h 827722"/>
                    <a:gd name="connsiteX4" fmla="*/ 0 w 1195952"/>
                    <a:gd name="connsiteY4" fmla="*/ 827723 h 8277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5952" h="827722">
                      <a:moveTo>
                        <a:pt x="0" y="827723"/>
                      </a:moveTo>
                      <a:cubicBezTo>
                        <a:pt x="1508788" y="773430"/>
                        <a:pt x="1589650" y="507683"/>
                        <a:pt x="244488" y="31433"/>
                      </a:cubicBezTo>
                      <a:lnTo>
                        <a:pt x="155065" y="0"/>
                      </a:lnTo>
                      <a:lnTo>
                        <a:pt x="244488" y="31433"/>
                      </a:lnTo>
                      <a:cubicBezTo>
                        <a:pt x="1589650" y="507683"/>
                        <a:pt x="1507837" y="773430"/>
                        <a:pt x="0" y="827723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6" name="Freeform 1435">
                  <a:extLst>
                    <a:ext uri="{FF2B5EF4-FFF2-40B4-BE49-F238E27FC236}">
                      <a16:creationId xmlns:a16="http://schemas.microsoft.com/office/drawing/2014/main" id="{FE9DD041-838D-8000-86D7-9AAAF07FA3EA}"/>
                    </a:ext>
                  </a:extLst>
                </p:cNvPr>
                <p:cNvSpPr/>
                <p:nvPr/>
              </p:nvSpPr>
              <p:spPr>
                <a:xfrm>
                  <a:off x="4265666" y="1930717"/>
                  <a:ext cx="979681" cy="807325"/>
                </a:xfrm>
                <a:custGeom>
                  <a:avLst/>
                  <a:gdLst>
                    <a:gd name="connsiteX0" fmla="*/ 0 w 979681"/>
                    <a:gd name="connsiteY0" fmla="*/ 163830 h 807325"/>
                    <a:gd name="connsiteX1" fmla="*/ 240683 w 979681"/>
                    <a:gd name="connsiteY1" fmla="*/ 63817 h 807325"/>
                    <a:gd name="connsiteX2" fmla="*/ 170286 w 979681"/>
                    <a:gd name="connsiteY2" fmla="*/ 0 h 807325"/>
                    <a:gd name="connsiteX3" fmla="*/ 240683 w 979681"/>
                    <a:gd name="connsiteY3" fmla="*/ 63817 h 807325"/>
                    <a:gd name="connsiteX4" fmla="*/ 0 w 979681"/>
                    <a:gd name="connsiteY4" fmla="*/ 163830 h 807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79681" h="807325">
                      <a:moveTo>
                        <a:pt x="0" y="163830"/>
                      </a:moveTo>
                      <a:cubicBezTo>
                        <a:pt x="1219588" y="1053465"/>
                        <a:pt x="1300450" y="1020128"/>
                        <a:pt x="240683" y="63817"/>
                      </a:cubicBezTo>
                      <a:lnTo>
                        <a:pt x="170286" y="0"/>
                      </a:lnTo>
                      <a:lnTo>
                        <a:pt x="240683" y="63817"/>
                      </a:lnTo>
                      <a:cubicBezTo>
                        <a:pt x="1300450" y="1020128"/>
                        <a:pt x="1220539" y="1054418"/>
                        <a:pt x="0" y="163830"/>
                      </a:cubicBezTo>
                      <a:close/>
                    </a:path>
                  </a:pathLst>
                </a:custGeom>
                <a:solidFill>
                  <a:srgbClr val="EFE09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7" name="Freeform 1436">
                  <a:extLst>
                    <a:ext uri="{FF2B5EF4-FFF2-40B4-BE49-F238E27FC236}">
                      <a16:creationId xmlns:a16="http://schemas.microsoft.com/office/drawing/2014/main" id="{F3FA2A00-DEB1-723E-1BB9-D3AB9FD5EBF1}"/>
                    </a:ext>
                  </a:extLst>
                </p:cNvPr>
                <p:cNvSpPr/>
                <p:nvPr/>
              </p:nvSpPr>
              <p:spPr>
                <a:xfrm>
                  <a:off x="3891799" y="2090737"/>
                  <a:ext cx="1225131" cy="1055423"/>
                </a:xfrm>
                <a:custGeom>
                  <a:avLst/>
                  <a:gdLst>
                    <a:gd name="connsiteX0" fmla="*/ 376721 w 1225131"/>
                    <a:gd name="connsiteY0" fmla="*/ 0 h 1055423"/>
                    <a:gd name="connsiteX1" fmla="*/ 94180 w 1225131"/>
                    <a:gd name="connsiteY1" fmla="*/ 979170 h 1055423"/>
                    <a:gd name="connsiteX2" fmla="*/ 0 w 1225131"/>
                    <a:gd name="connsiteY2" fmla="*/ 962978 h 1055423"/>
                    <a:gd name="connsiteX3" fmla="*/ 94180 w 1225131"/>
                    <a:gd name="connsiteY3" fmla="*/ 979170 h 1055423"/>
                    <a:gd name="connsiteX4" fmla="*/ 376721 w 1225131"/>
                    <a:gd name="connsiteY4" fmla="*/ 0 h 1055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5131" h="1055423">
                      <a:moveTo>
                        <a:pt x="376721" y="0"/>
                      </a:moveTo>
                      <a:cubicBezTo>
                        <a:pt x="1595358" y="892493"/>
                        <a:pt x="1501178" y="1218248"/>
                        <a:pt x="94180" y="979170"/>
                      </a:cubicBezTo>
                      <a:lnTo>
                        <a:pt x="0" y="962978"/>
                      </a:lnTo>
                      <a:lnTo>
                        <a:pt x="94180" y="979170"/>
                      </a:lnTo>
                      <a:cubicBezTo>
                        <a:pt x="1501178" y="1219200"/>
                        <a:pt x="1595358" y="892493"/>
                        <a:pt x="376721" y="0"/>
                      </a:cubicBezTo>
                      <a:close/>
                    </a:path>
                  </a:pathLst>
                </a:custGeom>
                <a:solidFill>
                  <a:srgbClr val="EFE09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8" name="Freeform 1437">
                  <a:extLst>
                    <a:ext uri="{FF2B5EF4-FFF2-40B4-BE49-F238E27FC236}">
                      <a16:creationId xmlns:a16="http://schemas.microsoft.com/office/drawing/2014/main" id="{F887BDD3-E920-EB4C-7707-BF9E23FC1211}"/>
                    </a:ext>
                  </a:extLst>
                </p:cNvPr>
                <p:cNvSpPr/>
                <p:nvPr/>
              </p:nvSpPr>
              <p:spPr>
                <a:xfrm>
                  <a:off x="5076188" y="1436370"/>
                  <a:ext cx="1725688" cy="4146232"/>
                </a:xfrm>
                <a:custGeom>
                  <a:avLst/>
                  <a:gdLst>
                    <a:gd name="connsiteX0" fmla="*/ 1725689 w 1725688"/>
                    <a:gd name="connsiteY0" fmla="*/ 4146232 h 4146232"/>
                    <a:gd name="connsiteX1" fmla="*/ 43761 w 1725688"/>
                    <a:gd name="connsiteY1" fmla="*/ 84772 h 4146232"/>
                    <a:gd name="connsiteX2" fmla="*/ 0 w 1725688"/>
                    <a:gd name="connsiteY2" fmla="*/ 0 h 4146232"/>
                    <a:gd name="connsiteX3" fmla="*/ 43761 w 1725688"/>
                    <a:gd name="connsiteY3" fmla="*/ 84772 h 4146232"/>
                    <a:gd name="connsiteX4" fmla="*/ 1725689 w 1725688"/>
                    <a:gd name="connsiteY4" fmla="*/ 4146232 h 41462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688" h="4146232">
                      <a:moveTo>
                        <a:pt x="1725689" y="4146232"/>
                      </a:moveTo>
                      <a:cubicBezTo>
                        <a:pt x="1254787" y="2710815"/>
                        <a:pt x="694461" y="1356360"/>
                        <a:pt x="43761" y="84772"/>
                      </a:cubicBezTo>
                      <a:lnTo>
                        <a:pt x="0" y="0"/>
                      </a:lnTo>
                      <a:lnTo>
                        <a:pt x="43761" y="84772"/>
                      </a:lnTo>
                      <a:cubicBezTo>
                        <a:pt x="694461" y="1356360"/>
                        <a:pt x="1254787" y="2709862"/>
                        <a:pt x="1725689" y="4146232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39" name="Freeform 1438">
                  <a:extLst>
                    <a:ext uri="{FF2B5EF4-FFF2-40B4-BE49-F238E27FC236}">
                      <a16:creationId xmlns:a16="http://schemas.microsoft.com/office/drawing/2014/main" id="{33D237ED-3B9D-EE2C-E523-85235723E097}"/>
                    </a:ext>
                  </a:extLst>
                </p:cNvPr>
                <p:cNvSpPr/>
                <p:nvPr/>
              </p:nvSpPr>
              <p:spPr>
                <a:xfrm>
                  <a:off x="5338751" y="1323022"/>
                  <a:ext cx="1459319" cy="4261484"/>
                </a:xfrm>
                <a:custGeom>
                  <a:avLst/>
                  <a:gdLst>
                    <a:gd name="connsiteX0" fmla="*/ 1459320 w 1459319"/>
                    <a:gd name="connsiteY0" fmla="*/ 4261485 h 4261484"/>
                    <a:gd name="connsiteX1" fmla="*/ 32345 w 1459319"/>
                    <a:gd name="connsiteY1" fmla="*/ 89535 h 4261484"/>
                    <a:gd name="connsiteX2" fmla="*/ 0 w 1459319"/>
                    <a:gd name="connsiteY2" fmla="*/ 0 h 4261484"/>
                    <a:gd name="connsiteX3" fmla="*/ 32345 w 1459319"/>
                    <a:gd name="connsiteY3" fmla="*/ 89535 h 4261484"/>
                    <a:gd name="connsiteX4" fmla="*/ 1459320 w 1459319"/>
                    <a:gd name="connsiteY4" fmla="*/ 4261485 h 4261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59319" h="4261484">
                      <a:moveTo>
                        <a:pt x="1459320" y="4261485"/>
                      </a:moveTo>
                      <a:cubicBezTo>
                        <a:pt x="991272" y="2825115"/>
                        <a:pt x="515614" y="1434465"/>
                        <a:pt x="32345" y="89535"/>
                      </a:cubicBezTo>
                      <a:lnTo>
                        <a:pt x="0" y="0"/>
                      </a:lnTo>
                      <a:lnTo>
                        <a:pt x="32345" y="89535"/>
                      </a:lnTo>
                      <a:cubicBezTo>
                        <a:pt x="515614" y="1433512"/>
                        <a:pt x="991272" y="2824163"/>
                        <a:pt x="1459320" y="4261485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0" name="Freeform 1439">
                  <a:extLst>
                    <a:ext uri="{FF2B5EF4-FFF2-40B4-BE49-F238E27FC236}">
                      <a16:creationId xmlns:a16="http://schemas.microsoft.com/office/drawing/2014/main" id="{3688C86E-B1DB-7236-A90E-3825F1584F05}"/>
                    </a:ext>
                  </a:extLst>
                </p:cNvPr>
                <p:cNvSpPr/>
                <p:nvPr/>
              </p:nvSpPr>
              <p:spPr>
                <a:xfrm>
                  <a:off x="4111553" y="1711642"/>
                  <a:ext cx="1172022" cy="1060827"/>
                </a:xfrm>
                <a:custGeom>
                  <a:avLst/>
                  <a:gdLst>
                    <a:gd name="connsiteX0" fmla="*/ 0 w 1172022"/>
                    <a:gd name="connsiteY0" fmla="*/ 624840 h 1060827"/>
                    <a:gd name="connsiteX1" fmla="*/ 609794 w 1172022"/>
                    <a:gd name="connsiteY1" fmla="*/ 73343 h 1060827"/>
                    <a:gd name="connsiteX2" fmla="*/ 548910 w 1172022"/>
                    <a:gd name="connsiteY2" fmla="*/ 0 h 1060827"/>
                    <a:gd name="connsiteX3" fmla="*/ 609794 w 1172022"/>
                    <a:gd name="connsiteY3" fmla="*/ 73343 h 1060827"/>
                    <a:gd name="connsiteX4" fmla="*/ 0 w 1172022"/>
                    <a:gd name="connsiteY4" fmla="*/ 624840 h 10608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2022" h="1060827">
                      <a:moveTo>
                        <a:pt x="0" y="624840"/>
                      </a:moveTo>
                      <a:cubicBezTo>
                        <a:pt x="1322330" y="1352550"/>
                        <a:pt x="1525912" y="1169670"/>
                        <a:pt x="609794" y="73343"/>
                      </a:cubicBezTo>
                      <a:lnTo>
                        <a:pt x="548910" y="0"/>
                      </a:lnTo>
                      <a:lnTo>
                        <a:pt x="609794" y="73343"/>
                      </a:lnTo>
                      <a:cubicBezTo>
                        <a:pt x="1525912" y="1168718"/>
                        <a:pt x="1322330" y="1352550"/>
                        <a:pt x="0" y="624840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1" name="Freeform 1440">
                  <a:extLst>
                    <a:ext uri="{FF2B5EF4-FFF2-40B4-BE49-F238E27FC236}">
                      <a16:creationId xmlns:a16="http://schemas.microsoft.com/office/drawing/2014/main" id="{FA0A1597-61FE-9FB7-71CC-B143B4C8B71E}"/>
                    </a:ext>
                  </a:extLst>
                </p:cNvPr>
                <p:cNvSpPr/>
                <p:nvPr/>
              </p:nvSpPr>
              <p:spPr>
                <a:xfrm>
                  <a:off x="5072383" y="1438275"/>
                  <a:ext cx="3132686" cy="2814637"/>
                </a:xfrm>
                <a:custGeom>
                  <a:avLst/>
                  <a:gdLst>
                    <a:gd name="connsiteX0" fmla="*/ 3132686 w 3132686"/>
                    <a:gd name="connsiteY0" fmla="*/ 2814638 h 2814637"/>
                    <a:gd name="connsiteX1" fmla="*/ 43761 w 3132686"/>
                    <a:gd name="connsiteY1" fmla="*/ 84773 h 2814637"/>
                    <a:gd name="connsiteX2" fmla="*/ 0 w 3132686"/>
                    <a:gd name="connsiteY2" fmla="*/ 0 h 2814637"/>
                    <a:gd name="connsiteX3" fmla="*/ 43761 w 3132686"/>
                    <a:gd name="connsiteY3" fmla="*/ 84773 h 2814637"/>
                    <a:gd name="connsiteX4" fmla="*/ 3132686 w 3132686"/>
                    <a:gd name="connsiteY4" fmla="*/ 2814638 h 28146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32686" h="2814637">
                      <a:moveTo>
                        <a:pt x="3132686" y="2814638"/>
                      </a:moveTo>
                      <a:cubicBezTo>
                        <a:pt x="1726640" y="2265045"/>
                        <a:pt x="697315" y="1355408"/>
                        <a:pt x="43761" y="84773"/>
                      </a:cubicBezTo>
                      <a:lnTo>
                        <a:pt x="0" y="0"/>
                      </a:lnTo>
                      <a:lnTo>
                        <a:pt x="43761" y="84773"/>
                      </a:lnTo>
                      <a:cubicBezTo>
                        <a:pt x="696364" y="1355408"/>
                        <a:pt x="1726640" y="2265045"/>
                        <a:pt x="3132686" y="2814638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2" name="Freeform 1441">
                  <a:extLst>
                    <a:ext uri="{FF2B5EF4-FFF2-40B4-BE49-F238E27FC236}">
                      <a16:creationId xmlns:a16="http://schemas.microsoft.com/office/drawing/2014/main" id="{A9A09840-B312-B71D-390A-A9825FE83D22}"/>
                    </a:ext>
                  </a:extLst>
                </p:cNvPr>
                <p:cNvSpPr/>
                <p:nvPr/>
              </p:nvSpPr>
              <p:spPr>
                <a:xfrm>
                  <a:off x="4938247" y="1513522"/>
                  <a:ext cx="3265870" cy="2743199"/>
                </a:xfrm>
                <a:custGeom>
                  <a:avLst/>
                  <a:gdLst>
                    <a:gd name="connsiteX0" fmla="*/ 3265870 w 3265870"/>
                    <a:gd name="connsiteY0" fmla="*/ 2743200 h 2743199"/>
                    <a:gd name="connsiteX1" fmla="*/ 49469 w 3265870"/>
                    <a:gd name="connsiteY1" fmla="*/ 81915 h 2743199"/>
                    <a:gd name="connsiteX2" fmla="*/ 0 w 3265870"/>
                    <a:gd name="connsiteY2" fmla="*/ 0 h 2743199"/>
                    <a:gd name="connsiteX3" fmla="*/ 49469 w 3265870"/>
                    <a:gd name="connsiteY3" fmla="*/ 81915 h 2743199"/>
                    <a:gd name="connsiteX4" fmla="*/ 3265870 w 3265870"/>
                    <a:gd name="connsiteY4" fmla="*/ 2743200 h 27431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65870" h="2743199">
                      <a:moveTo>
                        <a:pt x="3265870" y="2743200"/>
                      </a:moveTo>
                      <a:cubicBezTo>
                        <a:pt x="1860776" y="2190750"/>
                        <a:pt x="788642" y="1303973"/>
                        <a:pt x="49469" y="81915"/>
                      </a:cubicBezTo>
                      <a:lnTo>
                        <a:pt x="0" y="0"/>
                      </a:lnTo>
                      <a:lnTo>
                        <a:pt x="49469" y="81915"/>
                      </a:lnTo>
                      <a:cubicBezTo>
                        <a:pt x="788642" y="1303973"/>
                        <a:pt x="1860776" y="2190750"/>
                        <a:pt x="3265870" y="2743200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3" name="Freeform 1442">
                  <a:extLst>
                    <a:ext uri="{FF2B5EF4-FFF2-40B4-BE49-F238E27FC236}">
                      <a16:creationId xmlns:a16="http://schemas.microsoft.com/office/drawing/2014/main" id="{34A4ED70-8FEE-C05A-452F-61B82EF6CA84}"/>
                    </a:ext>
                  </a:extLst>
                </p:cNvPr>
                <p:cNvSpPr/>
                <p:nvPr/>
              </p:nvSpPr>
              <p:spPr>
                <a:xfrm>
                  <a:off x="5604169" y="1175385"/>
                  <a:ext cx="733465" cy="1169529"/>
                </a:xfrm>
                <a:custGeom>
                  <a:avLst/>
                  <a:gdLst>
                    <a:gd name="connsiteX0" fmla="*/ 733465 w 733465"/>
                    <a:gd name="connsiteY0" fmla="*/ 0 h 1169529"/>
                    <a:gd name="connsiteX1" fmla="*/ 20929 w 733465"/>
                    <a:gd name="connsiteY1" fmla="*/ 162877 h 1169529"/>
                    <a:gd name="connsiteX2" fmla="*/ 0 w 733465"/>
                    <a:gd name="connsiteY2" fmla="*/ 69532 h 1169529"/>
                    <a:gd name="connsiteX3" fmla="*/ 20929 w 733465"/>
                    <a:gd name="connsiteY3" fmla="*/ 162877 h 1169529"/>
                    <a:gd name="connsiteX4" fmla="*/ 733465 w 733465"/>
                    <a:gd name="connsiteY4" fmla="*/ 0 h 11695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3465" h="1169529">
                      <a:moveTo>
                        <a:pt x="733465" y="0"/>
                      </a:moveTo>
                      <a:cubicBezTo>
                        <a:pt x="572693" y="1503045"/>
                        <a:pt x="334864" y="1557337"/>
                        <a:pt x="20929" y="162877"/>
                      </a:cubicBezTo>
                      <a:lnTo>
                        <a:pt x="0" y="69532"/>
                      </a:lnTo>
                      <a:lnTo>
                        <a:pt x="20929" y="162877"/>
                      </a:lnTo>
                      <a:cubicBezTo>
                        <a:pt x="334864" y="1556385"/>
                        <a:pt x="571741" y="1502093"/>
                        <a:pt x="733465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4" name="Freeform 1443">
                  <a:extLst>
                    <a:ext uri="{FF2B5EF4-FFF2-40B4-BE49-F238E27FC236}">
                      <a16:creationId xmlns:a16="http://schemas.microsoft.com/office/drawing/2014/main" id="{63106DF3-9120-AC7F-CB06-5B02605563B0}"/>
                    </a:ext>
                  </a:extLst>
                </p:cNvPr>
                <p:cNvSpPr/>
                <p:nvPr/>
              </p:nvSpPr>
              <p:spPr>
                <a:xfrm>
                  <a:off x="3960293" y="1379220"/>
                  <a:ext cx="1523137" cy="2804160"/>
                </a:xfrm>
                <a:custGeom>
                  <a:avLst/>
                  <a:gdLst>
                    <a:gd name="connsiteX0" fmla="*/ 0 w 1523137"/>
                    <a:gd name="connsiteY0" fmla="*/ 2804160 h 2804160"/>
                    <a:gd name="connsiteX1" fmla="*/ 1276667 w 1523137"/>
                    <a:gd name="connsiteY1" fmla="*/ 87630 h 2804160"/>
                    <a:gd name="connsiteX2" fmla="*/ 1238615 w 1523137"/>
                    <a:gd name="connsiteY2" fmla="*/ 0 h 2804160"/>
                    <a:gd name="connsiteX3" fmla="*/ 1276667 w 1523137"/>
                    <a:gd name="connsiteY3" fmla="*/ 87630 h 2804160"/>
                    <a:gd name="connsiteX4" fmla="*/ 0 w 1523137"/>
                    <a:gd name="connsiteY4" fmla="*/ 2804160 h 2804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3137" h="2804160">
                      <a:moveTo>
                        <a:pt x="0" y="2804160"/>
                      </a:moveTo>
                      <a:cubicBezTo>
                        <a:pt x="1423170" y="2301240"/>
                        <a:pt x="1849360" y="1395413"/>
                        <a:pt x="1276667" y="87630"/>
                      </a:cubicBezTo>
                      <a:lnTo>
                        <a:pt x="1238615" y="0"/>
                      </a:lnTo>
                      <a:lnTo>
                        <a:pt x="1276667" y="87630"/>
                      </a:lnTo>
                      <a:cubicBezTo>
                        <a:pt x="1849360" y="1396365"/>
                        <a:pt x="1424121" y="2302193"/>
                        <a:pt x="0" y="2804160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5" name="Freeform 1444">
                  <a:extLst>
                    <a:ext uri="{FF2B5EF4-FFF2-40B4-BE49-F238E27FC236}">
                      <a16:creationId xmlns:a16="http://schemas.microsoft.com/office/drawing/2014/main" id="{ABBE613B-9BBB-6707-9A39-1528149DADC2}"/>
                    </a:ext>
                  </a:extLst>
                </p:cNvPr>
                <p:cNvSpPr/>
                <p:nvPr/>
              </p:nvSpPr>
              <p:spPr>
                <a:xfrm>
                  <a:off x="3959342" y="1516379"/>
                  <a:ext cx="1405037" cy="2662237"/>
                </a:xfrm>
                <a:custGeom>
                  <a:avLst/>
                  <a:gdLst>
                    <a:gd name="connsiteX0" fmla="*/ 0 w 1405037"/>
                    <a:gd name="connsiteY0" fmla="*/ 2662238 h 2662237"/>
                    <a:gd name="connsiteX1" fmla="*/ 1024568 w 1405037"/>
                    <a:gd name="connsiteY1" fmla="*/ 80963 h 2662237"/>
                    <a:gd name="connsiteX2" fmla="*/ 975100 w 1405037"/>
                    <a:gd name="connsiteY2" fmla="*/ 0 h 2662237"/>
                    <a:gd name="connsiteX3" fmla="*/ 1024568 w 1405037"/>
                    <a:gd name="connsiteY3" fmla="*/ 80963 h 2662237"/>
                    <a:gd name="connsiteX4" fmla="*/ 0 w 1405037"/>
                    <a:gd name="connsiteY4" fmla="*/ 2662238 h 26622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5037" h="2662237">
                      <a:moveTo>
                        <a:pt x="0" y="2662238"/>
                      </a:moveTo>
                      <a:cubicBezTo>
                        <a:pt x="1424121" y="2162175"/>
                        <a:pt x="1765644" y="1302068"/>
                        <a:pt x="1024568" y="80963"/>
                      </a:cubicBezTo>
                      <a:lnTo>
                        <a:pt x="975100" y="0"/>
                      </a:lnTo>
                      <a:lnTo>
                        <a:pt x="1024568" y="80963"/>
                      </a:lnTo>
                      <a:cubicBezTo>
                        <a:pt x="1765644" y="1302068"/>
                        <a:pt x="1424121" y="2162175"/>
                        <a:pt x="0" y="2662238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6" name="Freeform 1445">
                  <a:extLst>
                    <a:ext uri="{FF2B5EF4-FFF2-40B4-BE49-F238E27FC236}">
                      <a16:creationId xmlns:a16="http://schemas.microsoft.com/office/drawing/2014/main" id="{1C735E81-0364-F828-FB6E-93B21DD8F8C7}"/>
                    </a:ext>
                  </a:extLst>
                </p:cNvPr>
                <p:cNvSpPr/>
                <p:nvPr/>
              </p:nvSpPr>
              <p:spPr>
                <a:xfrm>
                  <a:off x="3986930" y="2687002"/>
                  <a:ext cx="1645707" cy="2927984"/>
                </a:xfrm>
                <a:custGeom>
                  <a:avLst/>
                  <a:gdLst>
                    <a:gd name="connsiteX0" fmla="*/ 1507837 w 1645707"/>
                    <a:gd name="connsiteY0" fmla="*/ 2927985 h 2927984"/>
                    <a:gd name="connsiteX1" fmla="*/ 89424 w 1645707"/>
                    <a:gd name="connsiteY1" fmla="*/ 31432 h 2927984"/>
                    <a:gd name="connsiteX2" fmla="*/ 0 w 1645707"/>
                    <a:gd name="connsiteY2" fmla="*/ 0 h 2927984"/>
                    <a:gd name="connsiteX3" fmla="*/ 89424 w 1645707"/>
                    <a:gd name="connsiteY3" fmla="*/ 31432 h 2927984"/>
                    <a:gd name="connsiteX4" fmla="*/ 1507837 w 1645707"/>
                    <a:gd name="connsiteY4" fmla="*/ 2927985 h 29279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45707" h="2927984">
                      <a:moveTo>
                        <a:pt x="1507837" y="2927985"/>
                      </a:moveTo>
                      <a:cubicBezTo>
                        <a:pt x="1908341" y="1470660"/>
                        <a:pt x="1436488" y="505778"/>
                        <a:pt x="89424" y="31432"/>
                      </a:cubicBezTo>
                      <a:lnTo>
                        <a:pt x="0" y="0"/>
                      </a:lnTo>
                      <a:lnTo>
                        <a:pt x="89424" y="31432"/>
                      </a:lnTo>
                      <a:cubicBezTo>
                        <a:pt x="1435537" y="504825"/>
                        <a:pt x="1908341" y="1470660"/>
                        <a:pt x="1507837" y="2927985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7" name="Freeform 1446">
                  <a:extLst>
                    <a:ext uri="{FF2B5EF4-FFF2-40B4-BE49-F238E27FC236}">
                      <a16:creationId xmlns:a16="http://schemas.microsoft.com/office/drawing/2014/main" id="{9BBCD7AC-4246-2A92-C500-589EE97CA702}"/>
                    </a:ext>
                  </a:extLst>
                </p:cNvPr>
                <p:cNvSpPr/>
                <p:nvPr/>
              </p:nvSpPr>
              <p:spPr>
                <a:xfrm>
                  <a:off x="3891799" y="3057525"/>
                  <a:ext cx="1734413" cy="2555557"/>
                </a:xfrm>
                <a:custGeom>
                  <a:avLst/>
                  <a:gdLst>
                    <a:gd name="connsiteX0" fmla="*/ 1599163 w 1734413"/>
                    <a:gd name="connsiteY0" fmla="*/ 2555558 h 2555557"/>
                    <a:gd name="connsiteX1" fmla="*/ 94180 w 1734413"/>
                    <a:gd name="connsiteY1" fmla="*/ 16193 h 2555557"/>
                    <a:gd name="connsiteX2" fmla="*/ 0 w 1734413"/>
                    <a:gd name="connsiteY2" fmla="*/ 0 h 2555557"/>
                    <a:gd name="connsiteX3" fmla="*/ 94180 w 1734413"/>
                    <a:gd name="connsiteY3" fmla="*/ 16193 h 2555557"/>
                    <a:gd name="connsiteX4" fmla="*/ 1599163 w 1734413"/>
                    <a:gd name="connsiteY4" fmla="*/ 2555558 h 25555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34413" h="2555557">
                      <a:moveTo>
                        <a:pt x="1599163" y="2555558"/>
                      </a:moveTo>
                      <a:cubicBezTo>
                        <a:pt x="2002522" y="1099185"/>
                        <a:pt x="1501178" y="252413"/>
                        <a:pt x="94180" y="16193"/>
                      </a:cubicBezTo>
                      <a:lnTo>
                        <a:pt x="0" y="0"/>
                      </a:lnTo>
                      <a:lnTo>
                        <a:pt x="94180" y="16193"/>
                      </a:lnTo>
                      <a:cubicBezTo>
                        <a:pt x="1501178" y="253365"/>
                        <a:pt x="2003473" y="1099185"/>
                        <a:pt x="1599163" y="2555558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8" name="Freeform 1447">
                  <a:extLst>
                    <a:ext uri="{FF2B5EF4-FFF2-40B4-BE49-F238E27FC236}">
                      <a16:creationId xmlns:a16="http://schemas.microsoft.com/office/drawing/2014/main" id="{5C9C6D3A-0A71-DB42-A08D-A21F883E46FB}"/>
                    </a:ext>
                  </a:extLst>
                </p:cNvPr>
                <p:cNvSpPr/>
                <p:nvPr/>
              </p:nvSpPr>
              <p:spPr>
                <a:xfrm>
                  <a:off x="5334946" y="1324927"/>
                  <a:ext cx="2981426" cy="2547937"/>
                </a:xfrm>
                <a:custGeom>
                  <a:avLst/>
                  <a:gdLst>
                    <a:gd name="connsiteX0" fmla="*/ 2981427 w 2981426"/>
                    <a:gd name="connsiteY0" fmla="*/ 2547938 h 2547937"/>
                    <a:gd name="connsiteX1" fmla="*/ 32345 w 2981426"/>
                    <a:gd name="connsiteY1" fmla="*/ 89535 h 2547937"/>
                    <a:gd name="connsiteX2" fmla="*/ 0 w 2981426"/>
                    <a:gd name="connsiteY2" fmla="*/ 0 h 2547937"/>
                    <a:gd name="connsiteX3" fmla="*/ 32345 w 2981426"/>
                    <a:gd name="connsiteY3" fmla="*/ 89535 h 2547937"/>
                    <a:gd name="connsiteX4" fmla="*/ 2981427 w 2981426"/>
                    <a:gd name="connsiteY4" fmla="*/ 2547938 h 2547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81426" h="2547937">
                      <a:moveTo>
                        <a:pt x="2981427" y="2547938"/>
                      </a:moveTo>
                      <a:cubicBezTo>
                        <a:pt x="1501178" y="2252663"/>
                        <a:pt x="518468" y="1432560"/>
                        <a:pt x="32345" y="89535"/>
                      </a:cubicBezTo>
                      <a:lnTo>
                        <a:pt x="0" y="0"/>
                      </a:lnTo>
                      <a:lnTo>
                        <a:pt x="32345" y="89535"/>
                      </a:lnTo>
                      <a:cubicBezTo>
                        <a:pt x="518468" y="1432560"/>
                        <a:pt x="1501178" y="2252663"/>
                        <a:pt x="2981427" y="2547938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9" name="Freeform 1448">
                  <a:extLst>
                    <a:ext uri="{FF2B5EF4-FFF2-40B4-BE49-F238E27FC236}">
                      <a16:creationId xmlns:a16="http://schemas.microsoft.com/office/drawing/2014/main" id="{DBFE7D5A-CABF-D0FA-AD6E-ED5A44283094}"/>
                    </a:ext>
                  </a:extLst>
                </p:cNvPr>
                <p:cNvSpPr/>
                <p:nvPr/>
              </p:nvSpPr>
              <p:spPr>
                <a:xfrm>
                  <a:off x="4433098" y="1933575"/>
                  <a:ext cx="1524039" cy="3757612"/>
                </a:xfrm>
                <a:custGeom>
                  <a:avLst/>
                  <a:gdLst>
                    <a:gd name="connsiteX0" fmla="*/ 1510691 w 1524039"/>
                    <a:gd name="connsiteY0" fmla="*/ 3757613 h 3757612"/>
                    <a:gd name="connsiteX1" fmla="*/ 70398 w 1524039"/>
                    <a:gd name="connsiteY1" fmla="*/ 63817 h 3757612"/>
                    <a:gd name="connsiteX2" fmla="*/ 0 w 1524039"/>
                    <a:gd name="connsiteY2" fmla="*/ 0 h 3757612"/>
                    <a:gd name="connsiteX3" fmla="*/ 70398 w 1524039"/>
                    <a:gd name="connsiteY3" fmla="*/ 63817 h 3757612"/>
                    <a:gd name="connsiteX4" fmla="*/ 1510691 w 1524039"/>
                    <a:gd name="connsiteY4" fmla="*/ 3757613 h 3757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39" h="3757612">
                      <a:moveTo>
                        <a:pt x="1510691" y="3757613"/>
                      </a:moveTo>
                      <a:cubicBezTo>
                        <a:pt x="1611531" y="2249805"/>
                        <a:pt x="1132067" y="1018222"/>
                        <a:pt x="70398" y="63817"/>
                      </a:cubicBezTo>
                      <a:lnTo>
                        <a:pt x="0" y="0"/>
                      </a:lnTo>
                      <a:lnTo>
                        <a:pt x="70398" y="63817"/>
                      </a:lnTo>
                      <a:cubicBezTo>
                        <a:pt x="1132067" y="1018222"/>
                        <a:pt x="1612482" y="2249805"/>
                        <a:pt x="1510691" y="3757613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0" name="Freeform 1449">
                  <a:extLst>
                    <a:ext uri="{FF2B5EF4-FFF2-40B4-BE49-F238E27FC236}">
                      <a16:creationId xmlns:a16="http://schemas.microsoft.com/office/drawing/2014/main" id="{A61DE721-498B-CA4D-BC8F-66F016F318F5}"/>
                    </a:ext>
                  </a:extLst>
                </p:cNvPr>
                <p:cNvSpPr/>
                <p:nvPr/>
              </p:nvSpPr>
              <p:spPr>
                <a:xfrm>
                  <a:off x="5714521" y="1223010"/>
                  <a:ext cx="272013" cy="4467225"/>
                </a:xfrm>
                <a:custGeom>
                  <a:avLst/>
                  <a:gdLst>
                    <a:gd name="connsiteX0" fmla="*/ 225462 w 272013"/>
                    <a:gd name="connsiteY0" fmla="*/ 4467225 h 4467225"/>
                    <a:gd name="connsiteX1" fmla="*/ 16173 w 272013"/>
                    <a:gd name="connsiteY1" fmla="*/ 94298 h 4467225"/>
                    <a:gd name="connsiteX2" fmla="*/ 0 w 272013"/>
                    <a:gd name="connsiteY2" fmla="*/ 0 h 4467225"/>
                    <a:gd name="connsiteX3" fmla="*/ 16173 w 272013"/>
                    <a:gd name="connsiteY3" fmla="*/ 94298 h 4467225"/>
                    <a:gd name="connsiteX4" fmla="*/ 225462 w 272013"/>
                    <a:gd name="connsiteY4" fmla="*/ 4467225 h 4467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72013" h="4467225">
                      <a:moveTo>
                        <a:pt x="225462" y="4467225"/>
                      </a:moveTo>
                      <a:cubicBezTo>
                        <a:pt x="329156" y="2959418"/>
                        <a:pt x="259710" y="1502093"/>
                        <a:pt x="16173" y="94298"/>
                      </a:cubicBezTo>
                      <a:lnTo>
                        <a:pt x="0" y="0"/>
                      </a:lnTo>
                      <a:lnTo>
                        <a:pt x="16173" y="94298"/>
                      </a:lnTo>
                      <a:cubicBezTo>
                        <a:pt x="259710" y="1502093"/>
                        <a:pt x="329156" y="2959418"/>
                        <a:pt x="225462" y="4467225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1" name="Freeform 1450">
                  <a:extLst>
                    <a:ext uri="{FF2B5EF4-FFF2-40B4-BE49-F238E27FC236}">
                      <a16:creationId xmlns:a16="http://schemas.microsoft.com/office/drawing/2014/main" id="{2D9E6FB8-33BC-D795-5A53-78152C74B801}"/>
                    </a:ext>
                  </a:extLst>
                </p:cNvPr>
                <p:cNvSpPr/>
                <p:nvPr/>
              </p:nvSpPr>
              <p:spPr>
                <a:xfrm>
                  <a:off x="4658560" y="1715452"/>
                  <a:ext cx="3492283" cy="1111114"/>
                </a:xfrm>
                <a:custGeom>
                  <a:avLst/>
                  <a:gdLst>
                    <a:gd name="connsiteX0" fmla="*/ 3492284 w 3492283"/>
                    <a:gd name="connsiteY0" fmla="*/ 761048 h 1111114"/>
                    <a:gd name="connsiteX1" fmla="*/ 60884 w 3492283"/>
                    <a:gd name="connsiteY1" fmla="*/ 73343 h 1111114"/>
                    <a:gd name="connsiteX2" fmla="*/ 0 w 3492283"/>
                    <a:gd name="connsiteY2" fmla="*/ 0 h 1111114"/>
                    <a:gd name="connsiteX3" fmla="*/ 60884 w 3492283"/>
                    <a:gd name="connsiteY3" fmla="*/ 73343 h 1111114"/>
                    <a:gd name="connsiteX4" fmla="*/ 3492284 w 3492283"/>
                    <a:gd name="connsiteY4" fmla="*/ 761048 h 1111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92283" h="1111114">
                      <a:moveTo>
                        <a:pt x="3492284" y="761048"/>
                      </a:moveTo>
                      <a:cubicBezTo>
                        <a:pt x="2122388" y="1396365"/>
                        <a:pt x="978905" y="1166813"/>
                        <a:pt x="60884" y="73343"/>
                      </a:cubicBezTo>
                      <a:lnTo>
                        <a:pt x="0" y="0"/>
                      </a:lnTo>
                      <a:lnTo>
                        <a:pt x="60884" y="73343"/>
                      </a:lnTo>
                      <a:cubicBezTo>
                        <a:pt x="978905" y="1166813"/>
                        <a:pt x="2122388" y="1396365"/>
                        <a:pt x="3492284" y="761048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2" name="Freeform 1451">
                  <a:extLst>
                    <a:ext uri="{FF2B5EF4-FFF2-40B4-BE49-F238E27FC236}">
                      <a16:creationId xmlns:a16="http://schemas.microsoft.com/office/drawing/2014/main" id="{574233CD-C760-5AC7-B500-0A44696B1809}"/>
                    </a:ext>
                  </a:extLst>
                </p:cNvPr>
                <p:cNvSpPr/>
                <p:nvPr/>
              </p:nvSpPr>
              <p:spPr>
                <a:xfrm>
                  <a:off x="3985979" y="2690812"/>
                  <a:ext cx="3654959" cy="2395537"/>
                </a:xfrm>
                <a:custGeom>
                  <a:avLst/>
                  <a:gdLst>
                    <a:gd name="connsiteX0" fmla="*/ 3654959 w 3654959"/>
                    <a:gd name="connsiteY0" fmla="*/ 2395538 h 2395537"/>
                    <a:gd name="connsiteX1" fmla="*/ 89424 w 3654959"/>
                    <a:gd name="connsiteY1" fmla="*/ 31433 h 2395537"/>
                    <a:gd name="connsiteX2" fmla="*/ 0 w 3654959"/>
                    <a:gd name="connsiteY2" fmla="*/ 0 h 2395537"/>
                    <a:gd name="connsiteX3" fmla="*/ 89424 w 3654959"/>
                    <a:gd name="connsiteY3" fmla="*/ 31433 h 2395537"/>
                    <a:gd name="connsiteX4" fmla="*/ 3654959 w 3654959"/>
                    <a:gd name="connsiteY4" fmla="*/ 2395538 h 2395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54959" h="2395537">
                      <a:moveTo>
                        <a:pt x="3654959" y="2395538"/>
                      </a:moveTo>
                      <a:cubicBezTo>
                        <a:pt x="2624683" y="1290638"/>
                        <a:pt x="1436489" y="502920"/>
                        <a:pt x="89424" y="31433"/>
                      </a:cubicBezTo>
                      <a:lnTo>
                        <a:pt x="0" y="0"/>
                      </a:lnTo>
                      <a:lnTo>
                        <a:pt x="89424" y="31433"/>
                      </a:lnTo>
                      <a:cubicBezTo>
                        <a:pt x="1436489" y="502920"/>
                        <a:pt x="2624683" y="1290638"/>
                        <a:pt x="3654959" y="2395538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3" name="Freeform 1452">
                  <a:extLst>
                    <a:ext uri="{FF2B5EF4-FFF2-40B4-BE49-F238E27FC236}">
                      <a16:creationId xmlns:a16="http://schemas.microsoft.com/office/drawing/2014/main" id="{8E4E8097-EB2E-1E46-AE42-1ADBD7F2FF50}"/>
                    </a:ext>
                  </a:extLst>
                </p:cNvPr>
                <p:cNvSpPr/>
                <p:nvPr/>
              </p:nvSpPr>
              <p:spPr>
                <a:xfrm>
                  <a:off x="4655706" y="1718310"/>
                  <a:ext cx="2982377" cy="3370897"/>
                </a:xfrm>
                <a:custGeom>
                  <a:avLst/>
                  <a:gdLst>
                    <a:gd name="connsiteX0" fmla="*/ 2982378 w 2982377"/>
                    <a:gd name="connsiteY0" fmla="*/ 3370897 h 3370897"/>
                    <a:gd name="connsiteX1" fmla="*/ 60884 w 2982377"/>
                    <a:gd name="connsiteY1" fmla="*/ 72390 h 3370897"/>
                    <a:gd name="connsiteX2" fmla="*/ 0 w 2982377"/>
                    <a:gd name="connsiteY2" fmla="*/ 0 h 3370897"/>
                    <a:gd name="connsiteX3" fmla="*/ 60884 w 2982377"/>
                    <a:gd name="connsiteY3" fmla="*/ 72390 h 3370897"/>
                    <a:gd name="connsiteX4" fmla="*/ 2982378 w 2982377"/>
                    <a:gd name="connsiteY4" fmla="*/ 3370897 h 3370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982377" h="3370897">
                      <a:moveTo>
                        <a:pt x="2982378" y="3370897"/>
                      </a:moveTo>
                      <a:cubicBezTo>
                        <a:pt x="1954956" y="2264093"/>
                        <a:pt x="980808" y="1164908"/>
                        <a:pt x="60884" y="72390"/>
                      </a:cubicBezTo>
                      <a:lnTo>
                        <a:pt x="0" y="0"/>
                      </a:lnTo>
                      <a:lnTo>
                        <a:pt x="60884" y="72390"/>
                      </a:lnTo>
                      <a:cubicBezTo>
                        <a:pt x="980808" y="1164908"/>
                        <a:pt x="1954956" y="2264093"/>
                        <a:pt x="2982378" y="3370897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4" name="Freeform 1453">
                  <a:extLst>
                    <a:ext uri="{FF2B5EF4-FFF2-40B4-BE49-F238E27FC236}">
                      <a16:creationId xmlns:a16="http://schemas.microsoft.com/office/drawing/2014/main" id="{4667DFD7-303E-60A7-FC6F-5B5069464FA0}"/>
                    </a:ext>
                  </a:extLst>
                </p:cNvPr>
                <p:cNvSpPr/>
                <p:nvPr/>
              </p:nvSpPr>
              <p:spPr>
                <a:xfrm>
                  <a:off x="4430244" y="1936432"/>
                  <a:ext cx="3925133" cy="1354931"/>
                </a:xfrm>
                <a:custGeom>
                  <a:avLst/>
                  <a:gdLst>
                    <a:gd name="connsiteX0" fmla="*/ 3925133 w 3925133"/>
                    <a:gd name="connsiteY0" fmla="*/ 1340168 h 1354931"/>
                    <a:gd name="connsiteX1" fmla="*/ 71349 w 3925133"/>
                    <a:gd name="connsiteY1" fmla="*/ 63817 h 1354931"/>
                    <a:gd name="connsiteX2" fmla="*/ 0 w 3925133"/>
                    <a:gd name="connsiteY2" fmla="*/ 0 h 1354931"/>
                    <a:gd name="connsiteX3" fmla="*/ 71349 w 3925133"/>
                    <a:gd name="connsiteY3" fmla="*/ 63817 h 1354931"/>
                    <a:gd name="connsiteX4" fmla="*/ 3925133 w 3925133"/>
                    <a:gd name="connsiteY4" fmla="*/ 1340168 h 13549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925133" h="1354931">
                      <a:moveTo>
                        <a:pt x="3925133" y="1340168"/>
                      </a:moveTo>
                      <a:cubicBezTo>
                        <a:pt x="2419199" y="1442085"/>
                        <a:pt x="1133970" y="1016318"/>
                        <a:pt x="71349" y="63817"/>
                      </a:cubicBezTo>
                      <a:lnTo>
                        <a:pt x="0" y="0"/>
                      </a:lnTo>
                      <a:lnTo>
                        <a:pt x="71349" y="63817"/>
                      </a:lnTo>
                      <a:cubicBezTo>
                        <a:pt x="1134921" y="1016318"/>
                        <a:pt x="2419199" y="1442085"/>
                        <a:pt x="3925133" y="1340168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5" name="Freeform 1454">
                  <a:extLst>
                    <a:ext uri="{FF2B5EF4-FFF2-40B4-BE49-F238E27FC236}">
                      <a16:creationId xmlns:a16="http://schemas.microsoft.com/office/drawing/2014/main" id="{789B22FF-DFDD-E79A-1889-0771DA3ECE1F}"/>
                    </a:ext>
                  </a:extLst>
                </p:cNvPr>
                <p:cNvSpPr/>
                <p:nvPr/>
              </p:nvSpPr>
              <p:spPr>
                <a:xfrm>
                  <a:off x="4650949" y="1721167"/>
                  <a:ext cx="3704427" cy="1572558"/>
                </a:xfrm>
                <a:custGeom>
                  <a:avLst/>
                  <a:gdLst>
                    <a:gd name="connsiteX0" fmla="*/ 3704428 w 3704427"/>
                    <a:gd name="connsiteY0" fmla="*/ 1560195 h 1572558"/>
                    <a:gd name="connsiteX1" fmla="*/ 61836 w 3704427"/>
                    <a:gd name="connsiteY1" fmla="*/ 72390 h 1572558"/>
                    <a:gd name="connsiteX2" fmla="*/ 0 w 3704427"/>
                    <a:gd name="connsiteY2" fmla="*/ 0 h 1572558"/>
                    <a:gd name="connsiteX3" fmla="*/ 61836 w 3704427"/>
                    <a:gd name="connsiteY3" fmla="*/ 72390 h 1572558"/>
                    <a:gd name="connsiteX4" fmla="*/ 3704428 w 3704427"/>
                    <a:gd name="connsiteY4" fmla="*/ 1560195 h 15725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04427" h="1572558">
                      <a:moveTo>
                        <a:pt x="3704428" y="1560195"/>
                      </a:moveTo>
                      <a:cubicBezTo>
                        <a:pt x="2198493" y="1659255"/>
                        <a:pt x="983662" y="1163003"/>
                        <a:pt x="61836" y="72390"/>
                      </a:cubicBezTo>
                      <a:lnTo>
                        <a:pt x="0" y="0"/>
                      </a:lnTo>
                      <a:lnTo>
                        <a:pt x="61836" y="72390"/>
                      </a:lnTo>
                      <a:cubicBezTo>
                        <a:pt x="983662" y="1163003"/>
                        <a:pt x="2198493" y="1658302"/>
                        <a:pt x="3704428" y="1560195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6" name="Freeform 1455">
                  <a:extLst>
                    <a:ext uri="{FF2B5EF4-FFF2-40B4-BE49-F238E27FC236}">
                      <a16:creationId xmlns:a16="http://schemas.microsoft.com/office/drawing/2014/main" id="{D2B1934A-3E7E-D753-1E20-F11D459CB037}"/>
                    </a:ext>
                  </a:extLst>
                </p:cNvPr>
                <p:cNvSpPr/>
                <p:nvPr/>
              </p:nvSpPr>
              <p:spPr>
                <a:xfrm>
                  <a:off x="5465277" y="1251585"/>
                  <a:ext cx="2100507" cy="1250331"/>
                </a:xfrm>
                <a:custGeom>
                  <a:avLst/>
                  <a:gdLst>
                    <a:gd name="connsiteX0" fmla="*/ 0 w 2100507"/>
                    <a:gd name="connsiteY0" fmla="*/ 0 h 1250331"/>
                    <a:gd name="connsiteX1" fmla="*/ 2037721 w 2100507"/>
                    <a:gd name="connsiteY1" fmla="*/ 562928 h 1250331"/>
                    <a:gd name="connsiteX2" fmla="*/ 2100507 w 2100507"/>
                    <a:gd name="connsiteY2" fmla="*/ 491490 h 1250331"/>
                    <a:gd name="connsiteX3" fmla="*/ 2037721 w 2100507"/>
                    <a:gd name="connsiteY3" fmla="*/ 562928 h 1250331"/>
                    <a:gd name="connsiteX4" fmla="*/ 0 w 2100507"/>
                    <a:gd name="connsiteY4" fmla="*/ 0 h 12503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00507" h="1250331">
                      <a:moveTo>
                        <a:pt x="0" y="0"/>
                      </a:moveTo>
                      <a:cubicBezTo>
                        <a:pt x="420482" y="1451610"/>
                        <a:pt x="1099722" y="1639253"/>
                        <a:pt x="2037721" y="562928"/>
                      </a:cubicBezTo>
                      <a:lnTo>
                        <a:pt x="2100507" y="491490"/>
                      </a:lnTo>
                      <a:lnTo>
                        <a:pt x="2037721" y="562928"/>
                      </a:lnTo>
                      <a:cubicBezTo>
                        <a:pt x="1099722" y="1639253"/>
                        <a:pt x="419530" y="1451610"/>
                        <a:pt x="0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7" name="Freeform 1456">
                  <a:extLst>
                    <a:ext uri="{FF2B5EF4-FFF2-40B4-BE49-F238E27FC236}">
                      <a16:creationId xmlns:a16="http://schemas.microsoft.com/office/drawing/2014/main" id="{B908D359-56A9-90BC-0359-719B8E863421}"/>
                    </a:ext>
                  </a:extLst>
                </p:cNvPr>
                <p:cNvSpPr/>
                <p:nvPr/>
              </p:nvSpPr>
              <p:spPr>
                <a:xfrm>
                  <a:off x="5470033" y="1250632"/>
                  <a:ext cx="2857755" cy="2050278"/>
                </a:xfrm>
                <a:custGeom>
                  <a:avLst/>
                  <a:gdLst>
                    <a:gd name="connsiteX0" fmla="*/ 0 w 2857755"/>
                    <a:gd name="connsiteY0" fmla="*/ 0 h 2050278"/>
                    <a:gd name="connsiteX1" fmla="*/ 2762624 w 2857755"/>
                    <a:gd name="connsiteY1" fmla="*/ 2042160 h 2050278"/>
                    <a:gd name="connsiteX2" fmla="*/ 2857755 w 2857755"/>
                    <a:gd name="connsiteY2" fmla="*/ 2036445 h 2050278"/>
                    <a:gd name="connsiteX3" fmla="*/ 2762624 w 2857755"/>
                    <a:gd name="connsiteY3" fmla="*/ 2042160 h 2050278"/>
                    <a:gd name="connsiteX4" fmla="*/ 0 w 2857755"/>
                    <a:gd name="connsiteY4" fmla="*/ 0 h 2050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7755" h="2050278">
                      <a:moveTo>
                        <a:pt x="0" y="0"/>
                      </a:moveTo>
                      <a:cubicBezTo>
                        <a:pt x="417628" y="1452563"/>
                        <a:pt x="1338503" y="2133600"/>
                        <a:pt x="2762624" y="2042160"/>
                      </a:cubicBezTo>
                      <a:lnTo>
                        <a:pt x="2857755" y="2036445"/>
                      </a:lnTo>
                      <a:lnTo>
                        <a:pt x="2762624" y="2042160"/>
                      </a:lnTo>
                      <a:cubicBezTo>
                        <a:pt x="1338503" y="2132648"/>
                        <a:pt x="417628" y="1451610"/>
                        <a:pt x="0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8" name="Freeform 1457">
                  <a:extLst>
                    <a:ext uri="{FF2B5EF4-FFF2-40B4-BE49-F238E27FC236}">
                      <a16:creationId xmlns:a16="http://schemas.microsoft.com/office/drawing/2014/main" id="{560415F1-830D-A3CA-DEE8-B36B88F22264}"/>
                    </a:ext>
                  </a:extLst>
                </p:cNvPr>
                <p:cNvSpPr/>
                <p:nvPr/>
              </p:nvSpPr>
              <p:spPr>
                <a:xfrm>
                  <a:off x="3912728" y="1508760"/>
                  <a:ext cx="1420182" cy="2404109"/>
                </a:xfrm>
                <a:custGeom>
                  <a:avLst/>
                  <a:gdLst>
                    <a:gd name="connsiteX0" fmla="*/ 980808 w 1420182"/>
                    <a:gd name="connsiteY0" fmla="*/ 0 h 2404109"/>
                    <a:gd name="connsiteX1" fmla="*/ 93229 w 1420182"/>
                    <a:gd name="connsiteY1" fmla="*/ 2383155 h 2404109"/>
                    <a:gd name="connsiteX2" fmla="*/ 0 w 1420182"/>
                    <a:gd name="connsiteY2" fmla="*/ 2404110 h 2404109"/>
                    <a:gd name="connsiteX3" fmla="*/ 93229 w 1420182"/>
                    <a:gd name="connsiteY3" fmla="*/ 2383155 h 2404109"/>
                    <a:gd name="connsiteX4" fmla="*/ 980808 w 1420182"/>
                    <a:gd name="connsiteY4" fmla="*/ 0 h 24041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20182" h="2404109">
                      <a:moveTo>
                        <a:pt x="980808" y="0"/>
                      </a:moveTo>
                      <a:cubicBezTo>
                        <a:pt x="1782768" y="1280160"/>
                        <a:pt x="1486908" y="2074545"/>
                        <a:pt x="93229" y="2383155"/>
                      </a:cubicBezTo>
                      <a:lnTo>
                        <a:pt x="0" y="2404110"/>
                      </a:lnTo>
                      <a:lnTo>
                        <a:pt x="93229" y="2383155"/>
                      </a:lnTo>
                      <a:cubicBezTo>
                        <a:pt x="1486908" y="2075497"/>
                        <a:pt x="1782768" y="1281112"/>
                        <a:pt x="980808" y="0"/>
                      </a:cubicBezTo>
                      <a:close/>
                    </a:path>
                  </a:pathLst>
                </a:custGeom>
                <a:solidFill>
                  <a:srgbClr val="6F83A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9" name="Freeform 1458">
                  <a:extLst>
                    <a:ext uri="{FF2B5EF4-FFF2-40B4-BE49-F238E27FC236}">
                      <a16:creationId xmlns:a16="http://schemas.microsoft.com/office/drawing/2014/main" id="{63938F24-49B3-DB2B-09C4-29572B83EF21}"/>
                    </a:ext>
                  </a:extLst>
                </p:cNvPr>
                <p:cNvSpPr/>
                <p:nvPr/>
              </p:nvSpPr>
              <p:spPr>
                <a:xfrm>
                  <a:off x="4898292" y="1367789"/>
                  <a:ext cx="705993" cy="1087315"/>
                </a:xfrm>
                <a:custGeom>
                  <a:avLst/>
                  <a:gdLst>
                    <a:gd name="connsiteX0" fmla="*/ 0 w 705993"/>
                    <a:gd name="connsiteY0" fmla="*/ 137160 h 1087315"/>
                    <a:gd name="connsiteX1" fmla="*/ 363403 w 705993"/>
                    <a:gd name="connsiteY1" fmla="*/ 87630 h 1087315"/>
                    <a:gd name="connsiteX2" fmla="*/ 326302 w 705993"/>
                    <a:gd name="connsiteY2" fmla="*/ 0 h 1087315"/>
                    <a:gd name="connsiteX3" fmla="*/ 363403 w 705993"/>
                    <a:gd name="connsiteY3" fmla="*/ 87630 h 1087315"/>
                    <a:gd name="connsiteX4" fmla="*/ 0 w 705993"/>
                    <a:gd name="connsiteY4" fmla="*/ 137160 h 1087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5993" h="1087315">
                      <a:moveTo>
                        <a:pt x="0" y="137160"/>
                      </a:moveTo>
                      <a:cubicBezTo>
                        <a:pt x="798155" y="1420178"/>
                        <a:pt x="919923" y="1403033"/>
                        <a:pt x="363403" y="87630"/>
                      </a:cubicBezTo>
                      <a:lnTo>
                        <a:pt x="326302" y="0"/>
                      </a:lnTo>
                      <a:lnTo>
                        <a:pt x="363403" y="87630"/>
                      </a:lnTo>
                      <a:cubicBezTo>
                        <a:pt x="918972" y="1403985"/>
                        <a:pt x="798155" y="1420178"/>
                        <a:pt x="0" y="137160"/>
                      </a:cubicBezTo>
                      <a:close/>
                    </a:path>
                  </a:pathLst>
                </a:custGeom>
                <a:solidFill>
                  <a:srgbClr val="6F83A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0" name="Freeform 1459">
                  <a:extLst>
                    <a:ext uri="{FF2B5EF4-FFF2-40B4-BE49-F238E27FC236}">
                      <a16:creationId xmlns:a16="http://schemas.microsoft.com/office/drawing/2014/main" id="{A45951DE-AA49-8886-9809-81AB3D82D808}"/>
                    </a:ext>
                  </a:extLst>
                </p:cNvPr>
                <p:cNvSpPr/>
                <p:nvPr/>
              </p:nvSpPr>
              <p:spPr>
                <a:xfrm>
                  <a:off x="3914630" y="3780742"/>
                  <a:ext cx="1226668" cy="1072245"/>
                </a:xfrm>
                <a:custGeom>
                  <a:avLst/>
                  <a:gdLst>
                    <a:gd name="connsiteX0" fmla="*/ 420482 w 1226668"/>
                    <a:gd name="connsiteY0" fmla="*/ 1072245 h 1072245"/>
                    <a:gd name="connsiteX1" fmla="*/ 93229 w 1226668"/>
                    <a:gd name="connsiteY1" fmla="*/ 115935 h 1072245"/>
                    <a:gd name="connsiteX2" fmla="*/ 0 w 1226668"/>
                    <a:gd name="connsiteY2" fmla="*/ 136890 h 1072245"/>
                    <a:gd name="connsiteX3" fmla="*/ 93229 w 1226668"/>
                    <a:gd name="connsiteY3" fmla="*/ 115935 h 1072245"/>
                    <a:gd name="connsiteX4" fmla="*/ 420482 w 1226668"/>
                    <a:gd name="connsiteY4" fmla="*/ 1072245 h 1072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26668" h="1072245">
                      <a:moveTo>
                        <a:pt x="420482" y="1072245"/>
                      </a:moveTo>
                      <a:cubicBezTo>
                        <a:pt x="1594407" y="122602"/>
                        <a:pt x="1485957" y="-196485"/>
                        <a:pt x="93229" y="115935"/>
                      </a:cubicBezTo>
                      <a:lnTo>
                        <a:pt x="0" y="136890"/>
                      </a:lnTo>
                      <a:lnTo>
                        <a:pt x="93229" y="115935"/>
                      </a:lnTo>
                      <a:cubicBezTo>
                        <a:pt x="1485957" y="-196485"/>
                        <a:pt x="1595358" y="122602"/>
                        <a:pt x="420482" y="1072245"/>
                      </a:cubicBezTo>
                      <a:close/>
                    </a:path>
                  </a:pathLst>
                </a:custGeom>
                <a:solidFill>
                  <a:srgbClr val="74B0A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1" name="Freeform 1460">
                  <a:extLst>
                    <a:ext uri="{FF2B5EF4-FFF2-40B4-BE49-F238E27FC236}">
                      <a16:creationId xmlns:a16="http://schemas.microsoft.com/office/drawing/2014/main" id="{B25ACC4F-7D70-2A6D-178F-2C3757C44539}"/>
                    </a:ext>
                  </a:extLst>
                </p:cNvPr>
                <p:cNvSpPr/>
                <p:nvPr/>
              </p:nvSpPr>
              <p:spPr>
                <a:xfrm>
                  <a:off x="3915581" y="3815063"/>
                  <a:ext cx="1544550" cy="1687528"/>
                </a:xfrm>
                <a:custGeom>
                  <a:avLst/>
                  <a:gdLst>
                    <a:gd name="connsiteX0" fmla="*/ 1265251 w 1544550"/>
                    <a:gd name="connsiteY0" fmla="*/ 1687529 h 1687528"/>
                    <a:gd name="connsiteX1" fmla="*/ 93229 w 1544550"/>
                    <a:gd name="connsiteY1" fmla="*/ 88281 h 1687528"/>
                    <a:gd name="connsiteX2" fmla="*/ 0 w 1544550"/>
                    <a:gd name="connsiteY2" fmla="*/ 109236 h 1687528"/>
                    <a:gd name="connsiteX3" fmla="*/ 93229 w 1544550"/>
                    <a:gd name="connsiteY3" fmla="*/ 88281 h 1687528"/>
                    <a:gd name="connsiteX4" fmla="*/ 1265251 w 1544550"/>
                    <a:gd name="connsiteY4" fmla="*/ 1687529 h 16875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44550" h="1687528">
                      <a:moveTo>
                        <a:pt x="1265251" y="1687529"/>
                      </a:moveTo>
                      <a:cubicBezTo>
                        <a:pt x="1875045" y="305451"/>
                        <a:pt x="1484054" y="-227949"/>
                        <a:pt x="93229" y="88281"/>
                      </a:cubicBezTo>
                      <a:lnTo>
                        <a:pt x="0" y="109236"/>
                      </a:lnTo>
                      <a:lnTo>
                        <a:pt x="93229" y="88281"/>
                      </a:lnTo>
                      <a:cubicBezTo>
                        <a:pt x="1485005" y="-227949"/>
                        <a:pt x="1875997" y="305451"/>
                        <a:pt x="1265251" y="1687529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2" name="Freeform 1461">
                  <a:extLst>
                    <a:ext uri="{FF2B5EF4-FFF2-40B4-BE49-F238E27FC236}">
                      <a16:creationId xmlns:a16="http://schemas.microsoft.com/office/drawing/2014/main" id="{AF534F47-FD19-351B-7E4F-1E58EBD65A53}"/>
                    </a:ext>
                  </a:extLst>
                </p:cNvPr>
                <p:cNvSpPr/>
                <p:nvPr/>
              </p:nvSpPr>
              <p:spPr>
                <a:xfrm>
                  <a:off x="5175125" y="1369695"/>
                  <a:ext cx="482067" cy="4130040"/>
                </a:xfrm>
                <a:custGeom>
                  <a:avLst/>
                  <a:gdLst>
                    <a:gd name="connsiteX0" fmla="*/ 0 w 482067"/>
                    <a:gd name="connsiteY0" fmla="*/ 4130040 h 4130040"/>
                    <a:gd name="connsiteX1" fmla="*/ 81813 w 482067"/>
                    <a:gd name="connsiteY1" fmla="*/ 87630 h 4130040"/>
                    <a:gd name="connsiteX2" fmla="*/ 44712 w 482067"/>
                    <a:gd name="connsiteY2" fmla="*/ 0 h 4130040"/>
                    <a:gd name="connsiteX3" fmla="*/ 81813 w 482067"/>
                    <a:gd name="connsiteY3" fmla="*/ 87630 h 4130040"/>
                    <a:gd name="connsiteX4" fmla="*/ 0 w 482067"/>
                    <a:gd name="connsiteY4" fmla="*/ 4130040 h 41300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2067" h="4130040">
                      <a:moveTo>
                        <a:pt x="0" y="4130040"/>
                      </a:moveTo>
                      <a:cubicBezTo>
                        <a:pt x="613599" y="2749868"/>
                        <a:pt x="641187" y="1402080"/>
                        <a:pt x="81813" y="87630"/>
                      </a:cubicBezTo>
                      <a:lnTo>
                        <a:pt x="44712" y="0"/>
                      </a:lnTo>
                      <a:lnTo>
                        <a:pt x="81813" y="87630"/>
                      </a:lnTo>
                      <a:cubicBezTo>
                        <a:pt x="641187" y="1402080"/>
                        <a:pt x="614550" y="2749868"/>
                        <a:pt x="0" y="4130040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3" name="Freeform 1462">
                  <a:extLst>
                    <a:ext uri="{FF2B5EF4-FFF2-40B4-BE49-F238E27FC236}">
                      <a16:creationId xmlns:a16="http://schemas.microsoft.com/office/drawing/2014/main" id="{3045F9A8-4DBE-D92A-1C43-DFCBEFFA5F15}"/>
                    </a:ext>
                  </a:extLst>
                </p:cNvPr>
                <p:cNvSpPr/>
                <p:nvPr/>
              </p:nvSpPr>
              <p:spPr>
                <a:xfrm>
                  <a:off x="3949829" y="1907857"/>
                  <a:ext cx="1239570" cy="1038866"/>
                </a:xfrm>
                <a:custGeom>
                  <a:avLst/>
                  <a:gdLst>
                    <a:gd name="connsiteX0" fmla="*/ 0 w 1239570"/>
                    <a:gd name="connsiteY0" fmla="*/ 799147 h 1038866"/>
                    <a:gd name="connsiteX1" fmla="*/ 576498 w 1239570"/>
                    <a:gd name="connsiteY1" fmla="*/ 64770 h 1038866"/>
                    <a:gd name="connsiteX2" fmla="*/ 507052 w 1239570"/>
                    <a:gd name="connsiteY2" fmla="*/ 0 h 1038866"/>
                    <a:gd name="connsiteX3" fmla="*/ 576498 w 1239570"/>
                    <a:gd name="connsiteY3" fmla="*/ 64770 h 1038866"/>
                    <a:gd name="connsiteX4" fmla="*/ 0 w 1239570"/>
                    <a:gd name="connsiteY4" fmla="*/ 799147 h 1038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9570" h="1038866">
                      <a:moveTo>
                        <a:pt x="0" y="799147"/>
                      </a:moveTo>
                      <a:cubicBezTo>
                        <a:pt x="1430780" y="1280160"/>
                        <a:pt x="1622947" y="1035368"/>
                        <a:pt x="576498" y="64770"/>
                      </a:cubicBezTo>
                      <a:lnTo>
                        <a:pt x="507052" y="0"/>
                      </a:lnTo>
                      <a:lnTo>
                        <a:pt x="576498" y="64770"/>
                      </a:lnTo>
                      <a:cubicBezTo>
                        <a:pt x="1622947" y="1036320"/>
                        <a:pt x="1430780" y="1281112"/>
                        <a:pt x="0" y="799147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4" name="Freeform 1463">
                  <a:extLst>
                    <a:ext uri="{FF2B5EF4-FFF2-40B4-BE49-F238E27FC236}">
                      <a16:creationId xmlns:a16="http://schemas.microsoft.com/office/drawing/2014/main" id="{DCC02E62-D0F2-161C-61C2-567D6872A8B3}"/>
                    </a:ext>
                  </a:extLst>
                </p:cNvPr>
                <p:cNvSpPr/>
                <p:nvPr/>
              </p:nvSpPr>
              <p:spPr>
                <a:xfrm>
                  <a:off x="3833768" y="3019425"/>
                  <a:ext cx="1172031" cy="501015"/>
                </a:xfrm>
                <a:custGeom>
                  <a:avLst/>
                  <a:gdLst>
                    <a:gd name="connsiteX0" fmla="*/ 0 w 1172031"/>
                    <a:gd name="connsiteY0" fmla="*/ 501015 h 501015"/>
                    <a:gd name="connsiteX1" fmla="*/ 157919 w 1172031"/>
                    <a:gd name="connsiteY1" fmla="*/ 17145 h 501015"/>
                    <a:gd name="connsiteX2" fmla="*/ 64690 w 1172031"/>
                    <a:gd name="connsiteY2" fmla="*/ 0 h 501015"/>
                    <a:gd name="connsiteX3" fmla="*/ 157919 w 1172031"/>
                    <a:gd name="connsiteY3" fmla="*/ 17145 h 501015"/>
                    <a:gd name="connsiteX4" fmla="*/ 0 w 1172031"/>
                    <a:gd name="connsiteY4" fmla="*/ 501015 h 5010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72031" h="501015">
                      <a:moveTo>
                        <a:pt x="0" y="501015"/>
                      </a:moveTo>
                      <a:cubicBezTo>
                        <a:pt x="1507837" y="440055"/>
                        <a:pt x="1561111" y="279082"/>
                        <a:pt x="157919" y="17145"/>
                      </a:cubicBezTo>
                      <a:lnTo>
                        <a:pt x="64690" y="0"/>
                      </a:lnTo>
                      <a:lnTo>
                        <a:pt x="157919" y="17145"/>
                      </a:lnTo>
                      <a:cubicBezTo>
                        <a:pt x="1561111" y="279082"/>
                        <a:pt x="1507837" y="440055"/>
                        <a:pt x="0" y="501015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5" name="Freeform 1464">
                  <a:extLst>
                    <a:ext uri="{FF2B5EF4-FFF2-40B4-BE49-F238E27FC236}">
                      <a16:creationId xmlns:a16="http://schemas.microsoft.com/office/drawing/2014/main" id="{A7280B8A-3770-6B58-A70B-FD0FEA47B34A}"/>
                    </a:ext>
                  </a:extLst>
                </p:cNvPr>
                <p:cNvSpPr/>
                <p:nvPr/>
              </p:nvSpPr>
              <p:spPr>
                <a:xfrm>
                  <a:off x="3917484" y="2098357"/>
                  <a:ext cx="1202869" cy="1831657"/>
                </a:xfrm>
                <a:custGeom>
                  <a:avLst/>
                  <a:gdLst>
                    <a:gd name="connsiteX0" fmla="*/ 345328 w 1202869"/>
                    <a:gd name="connsiteY0" fmla="*/ 0 h 1831657"/>
                    <a:gd name="connsiteX1" fmla="*/ 92278 w 1202869"/>
                    <a:gd name="connsiteY1" fmla="*/ 1810702 h 1831657"/>
                    <a:gd name="connsiteX2" fmla="*/ 0 w 1202869"/>
                    <a:gd name="connsiteY2" fmla="*/ 1831658 h 1831657"/>
                    <a:gd name="connsiteX3" fmla="*/ 92278 w 1202869"/>
                    <a:gd name="connsiteY3" fmla="*/ 1810702 h 1831657"/>
                    <a:gd name="connsiteX4" fmla="*/ 345328 w 1202869"/>
                    <a:gd name="connsiteY4" fmla="*/ 0 h 18316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2869" h="1831657">
                      <a:moveTo>
                        <a:pt x="345328" y="0"/>
                      </a:moveTo>
                      <a:cubicBezTo>
                        <a:pt x="1567770" y="886777"/>
                        <a:pt x="1483103" y="1490662"/>
                        <a:pt x="92278" y="1810702"/>
                      </a:cubicBezTo>
                      <a:lnTo>
                        <a:pt x="0" y="1831658"/>
                      </a:lnTo>
                      <a:lnTo>
                        <a:pt x="92278" y="1810702"/>
                      </a:lnTo>
                      <a:cubicBezTo>
                        <a:pt x="1483103" y="1490662"/>
                        <a:pt x="1567770" y="886777"/>
                        <a:pt x="345328" y="0"/>
                      </a:cubicBezTo>
                      <a:close/>
                    </a:path>
                  </a:pathLst>
                </a:custGeom>
                <a:solidFill>
                  <a:srgbClr val="EFE09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6" name="Freeform 1465">
                  <a:extLst>
                    <a:ext uri="{FF2B5EF4-FFF2-40B4-BE49-F238E27FC236}">
                      <a16:creationId xmlns:a16="http://schemas.microsoft.com/office/drawing/2014/main" id="{A67CD85E-83FA-8D46-42F6-64810D311203}"/>
                    </a:ext>
                  </a:extLst>
                </p:cNvPr>
                <p:cNvSpPr/>
                <p:nvPr/>
              </p:nvSpPr>
              <p:spPr>
                <a:xfrm>
                  <a:off x="4452124" y="1911667"/>
                  <a:ext cx="2355460" cy="3669030"/>
                </a:xfrm>
                <a:custGeom>
                  <a:avLst/>
                  <a:gdLst>
                    <a:gd name="connsiteX0" fmla="*/ 2355460 w 2355460"/>
                    <a:gd name="connsiteY0" fmla="*/ 3669030 h 3669030"/>
                    <a:gd name="connsiteX1" fmla="*/ 70398 w 2355460"/>
                    <a:gd name="connsiteY1" fmla="*/ 64770 h 3669030"/>
                    <a:gd name="connsiteX2" fmla="*/ 0 w 2355460"/>
                    <a:gd name="connsiteY2" fmla="*/ 0 h 3669030"/>
                    <a:gd name="connsiteX3" fmla="*/ 70398 w 2355460"/>
                    <a:gd name="connsiteY3" fmla="*/ 64770 h 3669030"/>
                    <a:gd name="connsiteX4" fmla="*/ 2355460 w 2355460"/>
                    <a:gd name="connsiteY4" fmla="*/ 3669030 h 3669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55460" h="3669030">
                      <a:moveTo>
                        <a:pt x="2355460" y="3669030"/>
                      </a:moveTo>
                      <a:cubicBezTo>
                        <a:pt x="1880753" y="2234565"/>
                        <a:pt x="1119700" y="1032510"/>
                        <a:pt x="70398" y="64770"/>
                      </a:cubicBezTo>
                      <a:lnTo>
                        <a:pt x="0" y="0"/>
                      </a:lnTo>
                      <a:lnTo>
                        <a:pt x="70398" y="64770"/>
                      </a:lnTo>
                      <a:cubicBezTo>
                        <a:pt x="1119700" y="1033463"/>
                        <a:pt x="1881705" y="2234565"/>
                        <a:pt x="2355460" y="3669030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7" name="Freeform 1466">
                  <a:extLst>
                    <a:ext uri="{FF2B5EF4-FFF2-40B4-BE49-F238E27FC236}">
                      <a16:creationId xmlns:a16="http://schemas.microsoft.com/office/drawing/2014/main" id="{E2B26EC7-1E20-675F-D6B9-D57B252DC499}"/>
                    </a:ext>
                  </a:extLst>
                </p:cNvPr>
                <p:cNvSpPr/>
                <p:nvPr/>
              </p:nvSpPr>
              <p:spPr>
                <a:xfrm>
                  <a:off x="3897506" y="3025140"/>
                  <a:ext cx="4314221" cy="1210627"/>
                </a:xfrm>
                <a:custGeom>
                  <a:avLst/>
                  <a:gdLst>
                    <a:gd name="connsiteX0" fmla="*/ 4314222 w 4314221"/>
                    <a:gd name="connsiteY0" fmla="*/ 1210628 h 1210627"/>
                    <a:gd name="connsiteX1" fmla="*/ 93229 w 4314221"/>
                    <a:gd name="connsiteY1" fmla="*/ 17145 h 1210627"/>
                    <a:gd name="connsiteX2" fmla="*/ 0 w 4314221"/>
                    <a:gd name="connsiteY2" fmla="*/ 0 h 1210627"/>
                    <a:gd name="connsiteX3" fmla="*/ 93229 w 4314221"/>
                    <a:gd name="connsiteY3" fmla="*/ 17145 h 1210627"/>
                    <a:gd name="connsiteX4" fmla="*/ 4314222 w 4314221"/>
                    <a:gd name="connsiteY4" fmla="*/ 1210628 h 1210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14221" h="1210627">
                      <a:moveTo>
                        <a:pt x="4314222" y="1210628"/>
                      </a:moveTo>
                      <a:cubicBezTo>
                        <a:pt x="2903419" y="672465"/>
                        <a:pt x="1496422" y="274320"/>
                        <a:pt x="93229" y="17145"/>
                      </a:cubicBezTo>
                      <a:lnTo>
                        <a:pt x="0" y="0"/>
                      </a:lnTo>
                      <a:lnTo>
                        <a:pt x="93229" y="17145"/>
                      </a:lnTo>
                      <a:cubicBezTo>
                        <a:pt x="1496422" y="274320"/>
                        <a:pt x="2903419" y="672465"/>
                        <a:pt x="4314222" y="1210628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8" name="Freeform 1467">
                  <a:extLst>
                    <a:ext uri="{FF2B5EF4-FFF2-40B4-BE49-F238E27FC236}">
                      <a16:creationId xmlns:a16="http://schemas.microsoft.com/office/drawing/2014/main" id="{4BBC1A8D-9A1D-8F32-23B5-7F930813CCF3}"/>
                    </a:ext>
                  </a:extLst>
                </p:cNvPr>
                <p:cNvSpPr/>
                <p:nvPr/>
              </p:nvSpPr>
              <p:spPr>
                <a:xfrm>
                  <a:off x="4674732" y="1701164"/>
                  <a:ext cx="3535093" cy="2541269"/>
                </a:xfrm>
                <a:custGeom>
                  <a:avLst/>
                  <a:gdLst>
                    <a:gd name="connsiteX0" fmla="*/ 3535093 w 3535093"/>
                    <a:gd name="connsiteY0" fmla="*/ 2541270 h 2541269"/>
                    <a:gd name="connsiteX1" fmla="*/ 60884 w 3535093"/>
                    <a:gd name="connsiteY1" fmla="*/ 73343 h 2541269"/>
                    <a:gd name="connsiteX2" fmla="*/ 0 w 3535093"/>
                    <a:gd name="connsiteY2" fmla="*/ 0 h 2541269"/>
                    <a:gd name="connsiteX3" fmla="*/ 60884 w 3535093"/>
                    <a:gd name="connsiteY3" fmla="*/ 73343 h 2541269"/>
                    <a:gd name="connsiteX4" fmla="*/ 3535093 w 3535093"/>
                    <a:gd name="connsiteY4" fmla="*/ 2541270 h 254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35093" h="2541269">
                      <a:moveTo>
                        <a:pt x="3535093" y="2541270"/>
                      </a:moveTo>
                      <a:cubicBezTo>
                        <a:pt x="2126193" y="1999298"/>
                        <a:pt x="968440" y="1176338"/>
                        <a:pt x="60884" y="73343"/>
                      </a:cubicBezTo>
                      <a:lnTo>
                        <a:pt x="0" y="0"/>
                      </a:lnTo>
                      <a:lnTo>
                        <a:pt x="60884" y="73343"/>
                      </a:lnTo>
                      <a:cubicBezTo>
                        <a:pt x="968440" y="1176338"/>
                        <a:pt x="2126193" y="1998345"/>
                        <a:pt x="3535093" y="2541270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9" name="Freeform 1468">
                  <a:extLst>
                    <a:ext uri="{FF2B5EF4-FFF2-40B4-BE49-F238E27FC236}">
                      <a16:creationId xmlns:a16="http://schemas.microsoft.com/office/drawing/2014/main" id="{6F9D8462-B6C2-EDED-7EA1-E1FBF70D54F2}"/>
                    </a:ext>
                  </a:extLst>
                </p:cNvPr>
                <p:cNvSpPr/>
                <p:nvPr/>
              </p:nvSpPr>
              <p:spPr>
                <a:xfrm>
                  <a:off x="4145800" y="2334577"/>
                  <a:ext cx="4061171" cy="1913572"/>
                </a:xfrm>
                <a:custGeom>
                  <a:avLst/>
                  <a:gdLst>
                    <a:gd name="connsiteX0" fmla="*/ 4061172 w 4061171"/>
                    <a:gd name="connsiteY0" fmla="*/ 1913573 h 1913572"/>
                    <a:gd name="connsiteX1" fmla="*/ 82765 w 4061171"/>
                    <a:gd name="connsiteY1" fmla="*/ 46672 h 1913572"/>
                    <a:gd name="connsiteX2" fmla="*/ 0 w 4061171"/>
                    <a:gd name="connsiteY2" fmla="*/ 0 h 1913572"/>
                    <a:gd name="connsiteX3" fmla="*/ 82765 w 4061171"/>
                    <a:gd name="connsiteY3" fmla="*/ 46672 h 1913572"/>
                    <a:gd name="connsiteX4" fmla="*/ 4061172 w 4061171"/>
                    <a:gd name="connsiteY4" fmla="*/ 1913573 h 1913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61171" h="1913572">
                      <a:moveTo>
                        <a:pt x="4061172" y="1913573"/>
                      </a:moveTo>
                      <a:cubicBezTo>
                        <a:pt x="2654174" y="1367790"/>
                        <a:pt x="1328038" y="744855"/>
                        <a:pt x="82765" y="46672"/>
                      </a:cubicBezTo>
                      <a:lnTo>
                        <a:pt x="0" y="0"/>
                      </a:lnTo>
                      <a:lnTo>
                        <a:pt x="82765" y="46672"/>
                      </a:lnTo>
                      <a:cubicBezTo>
                        <a:pt x="1328038" y="744855"/>
                        <a:pt x="2654174" y="1367790"/>
                        <a:pt x="4061172" y="1913573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0" name="Freeform 1469">
                  <a:extLst>
                    <a:ext uri="{FF2B5EF4-FFF2-40B4-BE49-F238E27FC236}">
                      <a16:creationId xmlns:a16="http://schemas.microsoft.com/office/drawing/2014/main" id="{F189C89E-4A15-55B8-F4A8-6387619BFCBB}"/>
                    </a:ext>
                  </a:extLst>
                </p:cNvPr>
                <p:cNvSpPr/>
                <p:nvPr/>
              </p:nvSpPr>
              <p:spPr>
                <a:xfrm>
                  <a:off x="5348264" y="1174432"/>
                  <a:ext cx="984612" cy="1189213"/>
                </a:xfrm>
                <a:custGeom>
                  <a:avLst/>
                  <a:gdLst>
                    <a:gd name="connsiteX0" fmla="*/ 984613 w 984612"/>
                    <a:gd name="connsiteY0" fmla="*/ 0 h 1189213"/>
                    <a:gd name="connsiteX1" fmla="*/ 31394 w 984612"/>
                    <a:gd name="connsiteY1" fmla="*/ 235268 h 1189213"/>
                    <a:gd name="connsiteX2" fmla="*/ 0 w 984612"/>
                    <a:gd name="connsiteY2" fmla="*/ 145733 h 1189213"/>
                    <a:gd name="connsiteX3" fmla="*/ 31394 w 984612"/>
                    <a:gd name="connsiteY3" fmla="*/ 235268 h 1189213"/>
                    <a:gd name="connsiteX4" fmla="*/ 984613 w 984612"/>
                    <a:gd name="connsiteY4" fmla="*/ 0 h 11892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4612" h="1189213">
                      <a:moveTo>
                        <a:pt x="984613" y="0"/>
                      </a:moveTo>
                      <a:cubicBezTo>
                        <a:pt x="826694" y="1503045"/>
                        <a:pt x="508954" y="1581150"/>
                        <a:pt x="31394" y="235268"/>
                      </a:cubicBezTo>
                      <a:lnTo>
                        <a:pt x="0" y="145733"/>
                      </a:lnTo>
                      <a:lnTo>
                        <a:pt x="31394" y="235268"/>
                      </a:lnTo>
                      <a:cubicBezTo>
                        <a:pt x="508954" y="1581150"/>
                        <a:pt x="826694" y="1503045"/>
                        <a:pt x="984613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1" name="Freeform 1470">
                  <a:extLst>
                    <a:ext uri="{FF2B5EF4-FFF2-40B4-BE49-F238E27FC236}">
                      <a16:creationId xmlns:a16="http://schemas.microsoft.com/office/drawing/2014/main" id="{055D49D4-2CA0-EE0F-2753-5CF27D7D9E32}"/>
                    </a:ext>
                  </a:extLst>
                </p:cNvPr>
                <p:cNvSpPr/>
                <p:nvPr/>
              </p:nvSpPr>
              <p:spPr>
                <a:xfrm>
                  <a:off x="3965050" y="1599247"/>
                  <a:ext cx="1350084" cy="2594609"/>
                </a:xfrm>
                <a:custGeom>
                  <a:avLst/>
                  <a:gdLst>
                    <a:gd name="connsiteX0" fmla="*/ 0 w 1350084"/>
                    <a:gd name="connsiteY0" fmla="*/ 2594610 h 2594609"/>
                    <a:gd name="connsiteX1" fmla="*/ 898043 w 1350084"/>
                    <a:gd name="connsiteY1" fmla="*/ 78105 h 2594609"/>
                    <a:gd name="connsiteX2" fmla="*/ 842867 w 1350084"/>
                    <a:gd name="connsiteY2" fmla="*/ 0 h 2594609"/>
                    <a:gd name="connsiteX3" fmla="*/ 898043 w 1350084"/>
                    <a:gd name="connsiteY3" fmla="*/ 78105 h 2594609"/>
                    <a:gd name="connsiteX4" fmla="*/ 0 w 1350084"/>
                    <a:gd name="connsiteY4" fmla="*/ 2594610 h 2594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50084" h="2594609">
                      <a:moveTo>
                        <a:pt x="0" y="2594610"/>
                      </a:moveTo>
                      <a:cubicBezTo>
                        <a:pt x="1421267" y="2085022"/>
                        <a:pt x="1719981" y="1245870"/>
                        <a:pt x="898043" y="78105"/>
                      </a:cubicBezTo>
                      <a:lnTo>
                        <a:pt x="842867" y="0"/>
                      </a:lnTo>
                      <a:lnTo>
                        <a:pt x="898043" y="78105"/>
                      </a:lnTo>
                      <a:cubicBezTo>
                        <a:pt x="1719981" y="1245870"/>
                        <a:pt x="1421267" y="2085022"/>
                        <a:pt x="0" y="2594610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2" name="Freeform 1471">
                  <a:extLst>
                    <a:ext uri="{FF2B5EF4-FFF2-40B4-BE49-F238E27FC236}">
                      <a16:creationId xmlns:a16="http://schemas.microsoft.com/office/drawing/2014/main" id="{BBF974C0-5717-7FA4-B56D-1941F7BFC15B}"/>
                    </a:ext>
                  </a:extLst>
                </p:cNvPr>
                <p:cNvSpPr/>
                <p:nvPr/>
              </p:nvSpPr>
              <p:spPr>
                <a:xfrm>
                  <a:off x="3962196" y="1704975"/>
                  <a:ext cx="1300703" cy="2483167"/>
                </a:xfrm>
                <a:custGeom>
                  <a:avLst/>
                  <a:gdLst>
                    <a:gd name="connsiteX0" fmla="*/ 0 w 1300703"/>
                    <a:gd name="connsiteY0" fmla="*/ 2483168 h 2483167"/>
                    <a:gd name="connsiteX1" fmla="*/ 767713 w 1300703"/>
                    <a:gd name="connsiteY1" fmla="*/ 73342 h 2483167"/>
                    <a:gd name="connsiteX2" fmla="*/ 706828 w 1300703"/>
                    <a:gd name="connsiteY2" fmla="*/ 0 h 2483167"/>
                    <a:gd name="connsiteX3" fmla="*/ 767713 w 1300703"/>
                    <a:gd name="connsiteY3" fmla="*/ 73342 h 2483167"/>
                    <a:gd name="connsiteX4" fmla="*/ 0 w 1300703"/>
                    <a:gd name="connsiteY4" fmla="*/ 2483168 h 2483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00703" h="2483167">
                      <a:moveTo>
                        <a:pt x="0" y="2483168"/>
                      </a:moveTo>
                      <a:cubicBezTo>
                        <a:pt x="1422219" y="1977390"/>
                        <a:pt x="1678123" y="1174433"/>
                        <a:pt x="767713" y="73342"/>
                      </a:cubicBezTo>
                      <a:lnTo>
                        <a:pt x="706828" y="0"/>
                      </a:lnTo>
                      <a:lnTo>
                        <a:pt x="767713" y="73342"/>
                      </a:lnTo>
                      <a:cubicBezTo>
                        <a:pt x="1678123" y="1173480"/>
                        <a:pt x="1422219" y="1976438"/>
                        <a:pt x="0" y="2483168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3" name="Freeform 1472">
                  <a:extLst>
                    <a:ext uri="{FF2B5EF4-FFF2-40B4-BE49-F238E27FC236}">
                      <a16:creationId xmlns:a16="http://schemas.microsoft.com/office/drawing/2014/main" id="{5BB6170E-8A01-8855-B801-DA8A6C81355A}"/>
                    </a:ext>
                  </a:extLst>
                </p:cNvPr>
                <p:cNvSpPr/>
                <p:nvPr/>
              </p:nvSpPr>
              <p:spPr>
                <a:xfrm>
                  <a:off x="4949663" y="1506854"/>
                  <a:ext cx="2374486" cy="3826192"/>
                </a:xfrm>
                <a:custGeom>
                  <a:avLst/>
                  <a:gdLst>
                    <a:gd name="connsiteX0" fmla="*/ 2374487 w 2374486"/>
                    <a:gd name="connsiteY0" fmla="*/ 3826193 h 3826192"/>
                    <a:gd name="connsiteX1" fmla="*/ 48517 w 2374486"/>
                    <a:gd name="connsiteY1" fmla="*/ 81915 h 3826192"/>
                    <a:gd name="connsiteX2" fmla="*/ 0 w 2374486"/>
                    <a:gd name="connsiteY2" fmla="*/ 0 h 3826192"/>
                    <a:gd name="connsiteX3" fmla="*/ 48517 w 2374486"/>
                    <a:gd name="connsiteY3" fmla="*/ 81915 h 3826192"/>
                    <a:gd name="connsiteX4" fmla="*/ 2374487 w 2374486"/>
                    <a:gd name="connsiteY4" fmla="*/ 3826193 h 3826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74486" h="3826192">
                      <a:moveTo>
                        <a:pt x="2374487" y="3826193"/>
                      </a:moveTo>
                      <a:cubicBezTo>
                        <a:pt x="1555403" y="2556510"/>
                        <a:pt x="780080" y="1308735"/>
                        <a:pt x="48517" y="81915"/>
                      </a:cubicBezTo>
                      <a:lnTo>
                        <a:pt x="0" y="0"/>
                      </a:lnTo>
                      <a:lnTo>
                        <a:pt x="48517" y="81915"/>
                      </a:lnTo>
                      <a:cubicBezTo>
                        <a:pt x="780080" y="1308735"/>
                        <a:pt x="1555403" y="2556510"/>
                        <a:pt x="2374487" y="3826193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4" name="Freeform 1473">
                  <a:extLst>
                    <a:ext uri="{FF2B5EF4-FFF2-40B4-BE49-F238E27FC236}">
                      <a16:creationId xmlns:a16="http://schemas.microsoft.com/office/drawing/2014/main" id="{9215DE86-A162-12A7-067E-0DAC7C1E54C3}"/>
                    </a:ext>
                  </a:extLst>
                </p:cNvPr>
                <p:cNvSpPr/>
                <p:nvPr/>
              </p:nvSpPr>
              <p:spPr>
                <a:xfrm>
                  <a:off x="4447368" y="1916429"/>
                  <a:ext cx="2871074" cy="3420427"/>
                </a:xfrm>
                <a:custGeom>
                  <a:avLst/>
                  <a:gdLst>
                    <a:gd name="connsiteX0" fmla="*/ 2871074 w 2871074"/>
                    <a:gd name="connsiteY0" fmla="*/ 3420428 h 3420427"/>
                    <a:gd name="connsiteX1" fmla="*/ 70398 w 2871074"/>
                    <a:gd name="connsiteY1" fmla="*/ 64770 h 3420427"/>
                    <a:gd name="connsiteX2" fmla="*/ 0 w 2871074"/>
                    <a:gd name="connsiteY2" fmla="*/ 0 h 3420427"/>
                    <a:gd name="connsiteX3" fmla="*/ 70398 w 2871074"/>
                    <a:gd name="connsiteY3" fmla="*/ 64770 h 3420427"/>
                    <a:gd name="connsiteX4" fmla="*/ 2871074 w 2871074"/>
                    <a:gd name="connsiteY4" fmla="*/ 3420428 h 3420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71074" h="3420427">
                      <a:moveTo>
                        <a:pt x="2871074" y="3420428"/>
                      </a:moveTo>
                      <a:cubicBezTo>
                        <a:pt x="2055796" y="2148840"/>
                        <a:pt x="1122554" y="1029653"/>
                        <a:pt x="70398" y="64770"/>
                      </a:cubicBezTo>
                      <a:lnTo>
                        <a:pt x="0" y="0"/>
                      </a:lnTo>
                      <a:lnTo>
                        <a:pt x="70398" y="64770"/>
                      </a:lnTo>
                      <a:cubicBezTo>
                        <a:pt x="1122554" y="1029653"/>
                        <a:pt x="2055796" y="2148840"/>
                        <a:pt x="2871074" y="3420428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5" name="Freeform 1474">
                  <a:extLst>
                    <a:ext uri="{FF2B5EF4-FFF2-40B4-BE49-F238E27FC236}">
                      <a16:creationId xmlns:a16="http://schemas.microsoft.com/office/drawing/2014/main" id="{38127DBB-5A6D-C8D8-8053-D69C65E543F7}"/>
                    </a:ext>
                  </a:extLst>
                </p:cNvPr>
                <p:cNvSpPr/>
                <p:nvPr/>
              </p:nvSpPr>
              <p:spPr>
                <a:xfrm>
                  <a:off x="6685448" y="4359287"/>
                  <a:ext cx="628237" cy="981379"/>
                </a:xfrm>
                <a:custGeom>
                  <a:avLst/>
                  <a:gdLst>
                    <a:gd name="connsiteX0" fmla="*/ 628237 w 628237"/>
                    <a:gd name="connsiteY0" fmla="*/ 981380 h 981379"/>
                    <a:gd name="connsiteX1" fmla="*/ 553083 w 628237"/>
                    <a:gd name="connsiteY1" fmla="*/ 882320 h 981379"/>
                    <a:gd name="connsiteX2" fmla="*/ 603503 w 628237"/>
                    <a:gd name="connsiteY2" fmla="*/ 963282 h 981379"/>
                    <a:gd name="connsiteX3" fmla="*/ 553083 w 628237"/>
                    <a:gd name="connsiteY3" fmla="*/ 882320 h 981379"/>
                    <a:gd name="connsiteX4" fmla="*/ 628237 w 628237"/>
                    <a:gd name="connsiteY4" fmla="*/ 981380 h 9813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28237" h="981379">
                      <a:moveTo>
                        <a:pt x="628237" y="981380"/>
                      </a:moveTo>
                      <a:cubicBezTo>
                        <a:pt x="-183236" y="-293065"/>
                        <a:pt x="-207970" y="-325450"/>
                        <a:pt x="553083" y="882320"/>
                      </a:cubicBezTo>
                      <a:lnTo>
                        <a:pt x="603503" y="963282"/>
                      </a:lnTo>
                      <a:lnTo>
                        <a:pt x="553083" y="882320"/>
                      </a:lnTo>
                      <a:cubicBezTo>
                        <a:pt x="-208922" y="-326403"/>
                        <a:pt x="-183236" y="-293065"/>
                        <a:pt x="628237" y="981380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6" name="Freeform 1475">
                  <a:extLst>
                    <a:ext uri="{FF2B5EF4-FFF2-40B4-BE49-F238E27FC236}">
                      <a16:creationId xmlns:a16="http://schemas.microsoft.com/office/drawing/2014/main" id="{707B78FC-BCB6-7594-7184-7C7779FC3D91}"/>
                    </a:ext>
                  </a:extLst>
                </p:cNvPr>
                <p:cNvSpPr/>
                <p:nvPr/>
              </p:nvSpPr>
              <p:spPr>
                <a:xfrm>
                  <a:off x="3919387" y="3805115"/>
                  <a:ext cx="1293163" cy="1290759"/>
                </a:xfrm>
                <a:custGeom>
                  <a:avLst/>
                  <a:gdLst>
                    <a:gd name="connsiteX0" fmla="*/ 642139 w 1293163"/>
                    <a:gd name="connsiteY0" fmla="*/ 1290759 h 1290759"/>
                    <a:gd name="connsiteX1" fmla="*/ 92278 w 1293163"/>
                    <a:gd name="connsiteY1" fmla="*/ 109659 h 1290759"/>
                    <a:gd name="connsiteX2" fmla="*/ 0 w 1293163"/>
                    <a:gd name="connsiteY2" fmla="*/ 131567 h 1290759"/>
                    <a:gd name="connsiteX3" fmla="*/ 92278 w 1293163"/>
                    <a:gd name="connsiteY3" fmla="*/ 109659 h 1290759"/>
                    <a:gd name="connsiteX4" fmla="*/ 642139 w 1293163"/>
                    <a:gd name="connsiteY4" fmla="*/ 1290759 h 1290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93163" h="1290759">
                      <a:moveTo>
                        <a:pt x="642139" y="1290759"/>
                      </a:moveTo>
                      <a:cubicBezTo>
                        <a:pt x="1664805" y="179192"/>
                        <a:pt x="1481200" y="-214191"/>
                        <a:pt x="92278" y="109659"/>
                      </a:cubicBezTo>
                      <a:lnTo>
                        <a:pt x="0" y="131567"/>
                      </a:lnTo>
                      <a:lnTo>
                        <a:pt x="92278" y="109659"/>
                      </a:lnTo>
                      <a:cubicBezTo>
                        <a:pt x="1482152" y="-214191"/>
                        <a:pt x="1665756" y="179192"/>
                        <a:pt x="642139" y="1290759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7" name="Freeform 1476">
                  <a:extLst>
                    <a:ext uri="{FF2B5EF4-FFF2-40B4-BE49-F238E27FC236}">
                      <a16:creationId xmlns:a16="http://schemas.microsoft.com/office/drawing/2014/main" id="{CFA4B2F8-77BE-E98D-59D3-5D0D3775CDF4}"/>
                    </a:ext>
                  </a:extLst>
                </p:cNvPr>
                <p:cNvSpPr/>
                <p:nvPr/>
              </p:nvSpPr>
              <p:spPr>
                <a:xfrm>
                  <a:off x="4142946" y="2340292"/>
                  <a:ext cx="1504556" cy="3277552"/>
                </a:xfrm>
                <a:custGeom>
                  <a:avLst/>
                  <a:gdLst>
                    <a:gd name="connsiteX0" fmla="*/ 1363237 w 1504556"/>
                    <a:gd name="connsiteY0" fmla="*/ 3277553 h 3277552"/>
                    <a:gd name="connsiteX1" fmla="*/ 82765 w 1504556"/>
                    <a:gd name="connsiteY1" fmla="*/ 46673 h 3277552"/>
                    <a:gd name="connsiteX2" fmla="*/ 0 w 1504556"/>
                    <a:gd name="connsiteY2" fmla="*/ 0 h 3277552"/>
                    <a:gd name="connsiteX3" fmla="*/ 82765 w 1504556"/>
                    <a:gd name="connsiteY3" fmla="*/ 46673 h 3277552"/>
                    <a:gd name="connsiteX4" fmla="*/ 1363237 w 1504556"/>
                    <a:gd name="connsiteY4" fmla="*/ 3277553 h 3277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04556" h="3277552">
                      <a:moveTo>
                        <a:pt x="1363237" y="3277553"/>
                      </a:moveTo>
                      <a:cubicBezTo>
                        <a:pt x="1756131" y="1818323"/>
                        <a:pt x="1329941" y="741045"/>
                        <a:pt x="82765" y="46673"/>
                      </a:cubicBezTo>
                      <a:lnTo>
                        <a:pt x="0" y="0"/>
                      </a:lnTo>
                      <a:lnTo>
                        <a:pt x="82765" y="46673"/>
                      </a:lnTo>
                      <a:cubicBezTo>
                        <a:pt x="1329941" y="741998"/>
                        <a:pt x="1756131" y="1818323"/>
                        <a:pt x="1363237" y="3277553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8" name="Freeform 1477">
                  <a:extLst>
                    <a:ext uri="{FF2B5EF4-FFF2-40B4-BE49-F238E27FC236}">
                      <a16:creationId xmlns:a16="http://schemas.microsoft.com/office/drawing/2014/main" id="{DBCAB590-77AC-EE82-9334-F0ED934F57AF}"/>
                    </a:ext>
                  </a:extLst>
                </p:cNvPr>
                <p:cNvSpPr/>
                <p:nvPr/>
              </p:nvSpPr>
              <p:spPr>
                <a:xfrm>
                  <a:off x="5475741" y="4489609"/>
                  <a:ext cx="322736" cy="1126330"/>
                </a:xfrm>
                <a:custGeom>
                  <a:avLst/>
                  <a:gdLst>
                    <a:gd name="connsiteX0" fmla="*/ 23783 w 322736"/>
                    <a:gd name="connsiteY0" fmla="*/ 1126331 h 1126330"/>
                    <a:gd name="connsiteX1" fmla="*/ 26637 w 322736"/>
                    <a:gd name="connsiteY1" fmla="*/ 998696 h 1126330"/>
                    <a:gd name="connsiteX2" fmla="*/ 0 w 322736"/>
                    <a:gd name="connsiteY2" fmla="*/ 1090136 h 1126330"/>
                    <a:gd name="connsiteX3" fmla="*/ 26637 w 322736"/>
                    <a:gd name="connsiteY3" fmla="*/ 998696 h 1126330"/>
                    <a:gd name="connsiteX4" fmla="*/ 23783 w 322736"/>
                    <a:gd name="connsiteY4" fmla="*/ 1126331 h 1126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2736" h="1126330">
                      <a:moveTo>
                        <a:pt x="23783" y="1126331"/>
                      </a:moveTo>
                      <a:cubicBezTo>
                        <a:pt x="421434" y="-331947"/>
                        <a:pt x="422385" y="-373857"/>
                        <a:pt x="26637" y="998696"/>
                      </a:cubicBezTo>
                      <a:lnTo>
                        <a:pt x="0" y="1090136"/>
                      </a:lnTo>
                      <a:lnTo>
                        <a:pt x="26637" y="998696"/>
                      </a:lnTo>
                      <a:cubicBezTo>
                        <a:pt x="421434" y="-373857"/>
                        <a:pt x="420482" y="-331947"/>
                        <a:pt x="23783" y="1126331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9" name="Freeform 1478">
                  <a:extLst>
                    <a:ext uri="{FF2B5EF4-FFF2-40B4-BE49-F238E27FC236}">
                      <a16:creationId xmlns:a16="http://schemas.microsoft.com/office/drawing/2014/main" id="{211F0B4B-C831-990C-27C4-E0E60F2AB983}"/>
                    </a:ext>
                  </a:extLst>
                </p:cNvPr>
                <p:cNvSpPr/>
                <p:nvPr/>
              </p:nvSpPr>
              <p:spPr>
                <a:xfrm>
                  <a:off x="5088555" y="1430654"/>
                  <a:ext cx="2485790" cy="1093151"/>
                </a:xfrm>
                <a:custGeom>
                  <a:avLst/>
                  <a:gdLst>
                    <a:gd name="connsiteX0" fmla="*/ 2485791 w 2485790"/>
                    <a:gd name="connsiteY0" fmla="*/ 280988 h 1093151"/>
                    <a:gd name="connsiteX1" fmla="*/ 42809 w 2485790"/>
                    <a:gd name="connsiteY1" fmla="*/ 84773 h 1093151"/>
                    <a:gd name="connsiteX2" fmla="*/ 0 w 2485790"/>
                    <a:gd name="connsiteY2" fmla="*/ 0 h 1093151"/>
                    <a:gd name="connsiteX3" fmla="*/ 42809 w 2485790"/>
                    <a:gd name="connsiteY3" fmla="*/ 84773 h 1093151"/>
                    <a:gd name="connsiteX4" fmla="*/ 2485791 w 2485790"/>
                    <a:gd name="connsiteY4" fmla="*/ 280988 h 10931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85790" h="1093151">
                      <a:moveTo>
                        <a:pt x="2485791" y="280988"/>
                      </a:moveTo>
                      <a:cubicBezTo>
                        <a:pt x="1500226" y="1425893"/>
                        <a:pt x="685899" y="1360170"/>
                        <a:pt x="42809" y="84773"/>
                      </a:cubicBezTo>
                      <a:lnTo>
                        <a:pt x="0" y="0"/>
                      </a:lnTo>
                      <a:lnTo>
                        <a:pt x="42809" y="84773"/>
                      </a:lnTo>
                      <a:cubicBezTo>
                        <a:pt x="685899" y="1360170"/>
                        <a:pt x="1500226" y="1425893"/>
                        <a:pt x="2485791" y="280988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0" name="Freeform 1479">
                  <a:extLst>
                    <a:ext uri="{FF2B5EF4-FFF2-40B4-BE49-F238E27FC236}">
                      <a16:creationId xmlns:a16="http://schemas.microsoft.com/office/drawing/2014/main" id="{BF90B53B-AB59-0DD7-BDBD-ABBD6DC6BD91}"/>
                    </a:ext>
                  </a:extLst>
                </p:cNvPr>
                <p:cNvSpPr/>
                <p:nvPr/>
              </p:nvSpPr>
              <p:spPr>
                <a:xfrm>
                  <a:off x="3895604" y="3030855"/>
                  <a:ext cx="4422671" cy="829627"/>
                </a:xfrm>
                <a:custGeom>
                  <a:avLst/>
                  <a:gdLst>
                    <a:gd name="connsiteX0" fmla="*/ 4422672 w 4422671"/>
                    <a:gd name="connsiteY0" fmla="*/ 829627 h 829627"/>
                    <a:gd name="connsiteX1" fmla="*/ 93229 w 4422671"/>
                    <a:gd name="connsiteY1" fmla="*/ 17145 h 829627"/>
                    <a:gd name="connsiteX2" fmla="*/ 0 w 4422671"/>
                    <a:gd name="connsiteY2" fmla="*/ 0 h 829627"/>
                    <a:gd name="connsiteX3" fmla="*/ 93229 w 4422671"/>
                    <a:gd name="connsiteY3" fmla="*/ 17145 h 829627"/>
                    <a:gd name="connsiteX4" fmla="*/ 4422672 w 4422671"/>
                    <a:gd name="connsiteY4" fmla="*/ 829627 h 829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22671" h="829627">
                      <a:moveTo>
                        <a:pt x="4422672" y="829627"/>
                      </a:moveTo>
                      <a:cubicBezTo>
                        <a:pt x="2940520" y="541972"/>
                        <a:pt x="1497373" y="270510"/>
                        <a:pt x="93229" y="17145"/>
                      </a:cubicBezTo>
                      <a:lnTo>
                        <a:pt x="0" y="0"/>
                      </a:lnTo>
                      <a:lnTo>
                        <a:pt x="93229" y="17145"/>
                      </a:lnTo>
                      <a:cubicBezTo>
                        <a:pt x="1497373" y="270510"/>
                        <a:pt x="2940520" y="541020"/>
                        <a:pt x="4422672" y="829627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1" name="Freeform 1480">
                  <a:extLst>
                    <a:ext uri="{FF2B5EF4-FFF2-40B4-BE49-F238E27FC236}">
                      <a16:creationId xmlns:a16="http://schemas.microsoft.com/office/drawing/2014/main" id="{68BF98DF-44B6-6E61-EB67-7AA598AD41B9}"/>
                    </a:ext>
                  </a:extLst>
                </p:cNvPr>
                <p:cNvSpPr/>
                <p:nvPr/>
              </p:nvSpPr>
              <p:spPr>
                <a:xfrm>
                  <a:off x="4302767" y="2092642"/>
                  <a:ext cx="4014556" cy="1774507"/>
                </a:xfrm>
                <a:custGeom>
                  <a:avLst/>
                  <a:gdLst>
                    <a:gd name="connsiteX0" fmla="*/ 4014557 w 4014556"/>
                    <a:gd name="connsiteY0" fmla="*/ 1774508 h 1774507"/>
                    <a:gd name="connsiteX1" fmla="*/ 76105 w 4014556"/>
                    <a:gd name="connsiteY1" fmla="*/ 57150 h 1774507"/>
                    <a:gd name="connsiteX2" fmla="*/ 0 w 4014556"/>
                    <a:gd name="connsiteY2" fmla="*/ 0 h 1774507"/>
                    <a:gd name="connsiteX3" fmla="*/ 76105 w 4014556"/>
                    <a:gd name="connsiteY3" fmla="*/ 57150 h 1774507"/>
                    <a:gd name="connsiteX4" fmla="*/ 4014557 w 4014556"/>
                    <a:gd name="connsiteY4" fmla="*/ 1774508 h 17745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14556" h="1774507">
                      <a:moveTo>
                        <a:pt x="4014557" y="1774508"/>
                      </a:moveTo>
                      <a:cubicBezTo>
                        <a:pt x="2533357" y="1482090"/>
                        <a:pt x="1220539" y="909638"/>
                        <a:pt x="76105" y="57150"/>
                      </a:cubicBezTo>
                      <a:lnTo>
                        <a:pt x="0" y="0"/>
                      </a:lnTo>
                      <a:lnTo>
                        <a:pt x="76105" y="57150"/>
                      </a:lnTo>
                      <a:cubicBezTo>
                        <a:pt x="1221491" y="909638"/>
                        <a:pt x="2534308" y="1482090"/>
                        <a:pt x="4014557" y="1774508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2" name="Freeform 1481">
                  <a:extLst>
                    <a:ext uri="{FF2B5EF4-FFF2-40B4-BE49-F238E27FC236}">
                      <a16:creationId xmlns:a16="http://schemas.microsoft.com/office/drawing/2014/main" id="{1A81A462-A73C-D181-B1B8-94171BE9D8D1}"/>
                    </a:ext>
                  </a:extLst>
                </p:cNvPr>
                <p:cNvSpPr/>
                <p:nvPr/>
              </p:nvSpPr>
              <p:spPr>
                <a:xfrm>
                  <a:off x="3895604" y="3038475"/>
                  <a:ext cx="2069258" cy="2652712"/>
                </a:xfrm>
                <a:custGeom>
                  <a:avLst/>
                  <a:gdLst>
                    <a:gd name="connsiteX0" fmla="*/ 2060552 w 2069258"/>
                    <a:gd name="connsiteY0" fmla="*/ 2652713 h 2652712"/>
                    <a:gd name="connsiteX1" fmla="*/ 93229 w 2069258"/>
                    <a:gd name="connsiteY1" fmla="*/ 16193 h 2652712"/>
                    <a:gd name="connsiteX2" fmla="*/ 0 w 2069258"/>
                    <a:gd name="connsiteY2" fmla="*/ 0 h 2652712"/>
                    <a:gd name="connsiteX3" fmla="*/ 93229 w 2069258"/>
                    <a:gd name="connsiteY3" fmla="*/ 16193 h 2652712"/>
                    <a:gd name="connsiteX4" fmla="*/ 2060552 w 2069258"/>
                    <a:gd name="connsiteY4" fmla="*/ 2652713 h 265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69258" h="2652712">
                      <a:moveTo>
                        <a:pt x="2060552" y="2652713"/>
                      </a:moveTo>
                      <a:cubicBezTo>
                        <a:pt x="2153781" y="1143953"/>
                        <a:pt x="1498324" y="265747"/>
                        <a:pt x="93229" y="16193"/>
                      </a:cubicBezTo>
                      <a:lnTo>
                        <a:pt x="0" y="0"/>
                      </a:lnTo>
                      <a:lnTo>
                        <a:pt x="93229" y="16193"/>
                      </a:lnTo>
                      <a:cubicBezTo>
                        <a:pt x="1498324" y="265747"/>
                        <a:pt x="2153781" y="1144905"/>
                        <a:pt x="2060552" y="2652713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3" name="Freeform 1482">
                  <a:extLst>
                    <a:ext uri="{FF2B5EF4-FFF2-40B4-BE49-F238E27FC236}">
                      <a16:creationId xmlns:a16="http://schemas.microsoft.com/office/drawing/2014/main" id="{517930F8-9AC7-2DAE-1CF0-DC1E26B6E10F}"/>
                    </a:ext>
                  </a:extLst>
                </p:cNvPr>
                <p:cNvSpPr/>
                <p:nvPr/>
              </p:nvSpPr>
              <p:spPr>
                <a:xfrm>
                  <a:off x="4665219" y="1708785"/>
                  <a:ext cx="1298506" cy="3982402"/>
                </a:xfrm>
                <a:custGeom>
                  <a:avLst/>
                  <a:gdLst>
                    <a:gd name="connsiteX0" fmla="*/ 1284278 w 1298506"/>
                    <a:gd name="connsiteY0" fmla="*/ 3982403 h 3982402"/>
                    <a:gd name="connsiteX1" fmla="*/ 60884 w 1298506"/>
                    <a:gd name="connsiteY1" fmla="*/ 73342 h 3982402"/>
                    <a:gd name="connsiteX2" fmla="*/ 0 w 1298506"/>
                    <a:gd name="connsiteY2" fmla="*/ 0 h 3982402"/>
                    <a:gd name="connsiteX3" fmla="*/ 60884 w 1298506"/>
                    <a:gd name="connsiteY3" fmla="*/ 73342 h 3982402"/>
                    <a:gd name="connsiteX4" fmla="*/ 1284278 w 1298506"/>
                    <a:gd name="connsiteY4" fmla="*/ 3982403 h 3982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98506" h="3982402">
                      <a:moveTo>
                        <a:pt x="1284278" y="3982403"/>
                      </a:moveTo>
                      <a:cubicBezTo>
                        <a:pt x="1382263" y="2474595"/>
                        <a:pt x="974148" y="1171575"/>
                        <a:pt x="60884" y="73342"/>
                      </a:cubicBezTo>
                      <a:lnTo>
                        <a:pt x="0" y="0"/>
                      </a:lnTo>
                      <a:lnTo>
                        <a:pt x="60884" y="73342"/>
                      </a:lnTo>
                      <a:cubicBezTo>
                        <a:pt x="974148" y="1170623"/>
                        <a:pt x="1382263" y="2473643"/>
                        <a:pt x="1284278" y="3982403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4" name="Freeform 1483">
                  <a:extLst>
                    <a:ext uri="{FF2B5EF4-FFF2-40B4-BE49-F238E27FC236}">
                      <a16:creationId xmlns:a16="http://schemas.microsoft.com/office/drawing/2014/main" id="{4342D87F-BE3F-1DC6-47E4-857EE8D59585}"/>
                    </a:ext>
                  </a:extLst>
                </p:cNvPr>
                <p:cNvSpPr/>
                <p:nvPr/>
              </p:nvSpPr>
              <p:spPr>
                <a:xfrm>
                  <a:off x="4802209" y="1603057"/>
                  <a:ext cx="3345781" cy="1207352"/>
                </a:xfrm>
                <a:custGeom>
                  <a:avLst/>
                  <a:gdLst>
                    <a:gd name="connsiteX0" fmla="*/ 3345781 w 3345781"/>
                    <a:gd name="connsiteY0" fmla="*/ 868680 h 1207352"/>
                    <a:gd name="connsiteX1" fmla="*/ 55176 w 3345781"/>
                    <a:gd name="connsiteY1" fmla="*/ 78105 h 1207352"/>
                    <a:gd name="connsiteX2" fmla="*/ 0 w 3345781"/>
                    <a:gd name="connsiteY2" fmla="*/ 0 h 1207352"/>
                    <a:gd name="connsiteX3" fmla="*/ 55176 w 3345781"/>
                    <a:gd name="connsiteY3" fmla="*/ 78105 h 1207352"/>
                    <a:gd name="connsiteX4" fmla="*/ 3345781 w 3345781"/>
                    <a:gd name="connsiteY4" fmla="*/ 868680 h 1207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5781" h="1207352">
                      <a:moveTo>
                        <a:pt x="3345781" y="868680"/>
                      </a:moveTo>
                      <a:cubicBezTo>
                        <a:pt x="1977788" y="1506855"/>
                        <a:pt x="880919" y="1243013"/>
                        <a:pt x="55176" y="78105"/>
                      </a:cubicBezTo>
                      <a:lnTo>
                        <a:pt x="0" y="0"/>
                      </a:lnTo>
                      <a:lnTo>
                        <a:pt x="55176" y="78105"/>
                      </a:lnTo>
                      <a:cubicBezTo>
                        <a:pt x="880919" y="1243013"/>
                        <a:pt x="1977788" y="1506855"/>
                        <a:pt x="3345781" y="86868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5" name="Freeform 1484">
                  <a:extLst>
                    <a:ext uri="{FF2B5EF4-FFF2-40B4-BE49-F238E27FC236}">
                      <a16:creationId xmlns:a16="http://schemas.microsoft.com/office/drawing/2014/main" id="{016C1DD9-64D8-12BC-B7E8-3B101C88BE26}"/>
                    </a:ext>
                  </a:extLst>
                </p:cNvPr>
                <p:cNvSpPr/>
                <p:nvPr/>
              </p:nvSpPr>
              <p:spPr>
                <a:xfrm>
                  <a:off x="4797452" y="1606867"/>
                  <a:ext cx="2852047" cy="3470910"/>
                </a:xfrm>
                <a:custGeom>
                  <a:avLst/>
                  <a:gdLst>
                    <a:gd name="connsiteX0" fmla="*/ 2852048 w 2852047"/>
                    <a:gd name="connsiteY0" fmla="*/ 3470910 h 3470910"/>
                    <a:gd name="connsiteX1" fmla="*/ 55176 w 2852047"/>
                    <a:gd name="connsiteY1" fmla="*/ 77153 h 3470910"/>
                    <a:gd name="connsiteX2" fmla="*/ 0 w 2852047"/>
                    <a:gd name="connsiteY2" fmla="*/ 0 h 3470910"/>
                    <a:gd name="connsiteX3" fmla="*/ 55176 w 2852047"/>
                    <a:gd name="connsiteY3" fmla="*/ 77153 h 3470910"/>
                    <a:gd name="connsiteX4" fmla="*/ 2852048 w 2852047"/>
                    <a:gd name="connsiteY4" fmla="*/ 3470910 h 3470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52047" h="3470910">
                      <a:moveTo>
                        <a:pt x="2852048" y="3470910"/>
                      </a:moveTo>
                      <a:cubicBezTo>
                        <a:pt x="1816064" y="2371725"/>
                        <a:pt x="883773" y="1240155"/>
                        <a:pt x="55176" y="77153"/>
                      </a:cubicBezTo>
                      <a:lnTo>
                        <a:pt x="0" y="0"/>
                      </a:lnTo>
                      <a:lnTo>
                        <a:pt x="55176" y="77153"/>
                      </a:lnTo>
                      <a:cubicBezTo>
                        <a:pt x="883773" y="1240155"/>
                        <a:pt x="1816064" y="2371725"/>
                        <a:pt x="2852048" y="3470910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6" name="Freeform 1485">
                  <a:extLst>
                    <a:ext uri="{FF2B5EF4-FFF2-40B4-BE49-F238E27FC236}">
                      <a16:creationId xmlns:a16="http://schemas.microsoft.com/office/drawing/2014/main" id="{3350DD42-E3C9-7C4D-4B63-9D10B4DBBBC8}"/>
                    </a:ext>
                  </a:extLst>
                </p:cNvPr>
                <p:cNvSpPr/>
                <p:nvPr/>
              </p:nvSpPr>
              <p:spPr>
                <a:xfrm>
                  <a:off x="6844092" y="4236386"/>
                  <a:ext cx="800651" cy="846153"/>
                </a:xfrm>
                <a:custGeom>
                  <a:avLst/>
                  <a:gdLst>
                    <a:gd name="connsiteX0" fmla="*/ 800651 w 800651"/>
                    <a:gd name="connsiteY0" fmla="*/ 846153 h 846153"/>
                    <a:gd name="connsiteX1" fmla="*/ 700763 w 800651"/>
                    <a:gd name="connsiteY1" fmla="*/ 769953 h 846153"/>
                    <a:gd name="connsiteX2" fmla="*/ 765452 w 800651"/>
                    <a:gd name="connsiteY2" fmla="*/ 840438 h 846153"/>
                    <a:gd name="connsiteX3" fmla="*/ 700763 w 800651"/>
                    <a:gd name="connsiteY3" fmla="*/ 769953 h 846153"/>
                    <a:gd name="connsiteX4" fmla="*/ 800651 w 800651"/>
                    <a:gd name="connsiteY4" fmla="*/ 846153 h 8461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0651" h="846153">
                      <a:moveTo>
                        <a:pt x="800651" y="846153"/>
                      </a:moveTo>
                      <a:cubicBezTo>
                        <a:pt x="-231528" y="-255889"/>
                        <a:pt x="-264824" y="-281607"/>
                        <a:pt x="700763" y="769953"/>
                      </a:cubicBezTo>
                      <a:lnTo>
                        <a:pt x="765452" y="840438"/>
                      </a:lnTo>
                      <a:lnTo>
                        <a:pt x="700763" y="769953"/>
                      </a:lnTo>
                      <a:cubicBezTo>
                        <a:pt x="-265775" y="-281607"/>
                        <a:pt x="-232479" y="-255889"/>
                        <a:pt x="800651" y="846153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7" name="Freeform 1486">
                  <a:extLst>
                    <a:ext uri="{FF2B5EF4-FFF2-40B4-BE49-F238E27FC236}">
                      <a16:creationId xmlns:a16="http://schemas.microsoft.com/office/drawing/2014/main" id="{3DF4362A-92AF-71E4-2C32-CB8839063978}"/>
                    </a:ext>
                  </a:extLst>
                </p:cNvPr>
                <p:cNvSpPr/>
                <p:nvPr/>
              </p:nvSpPr>
              <p:spPr>
                <a:xfrm>
                  <a:off x="3892750" y="3044190"/>
                  <a:ext cx="4461675" cy="274298"/>
                </a:xfrm>
                <a:custGeom>
                  <a:avLst/>
                  <a:gdLst>
                    <a:gd name="connsiteX0" fmla="*/ 4461676 w 4461675"/>
                    <a:gd name="connsiteY0" fmla="*/ 226695 h 274298"/>
                    <a:gd name="connsiteX1" fmla="*/ 94180 w 4461675"/>
                    <a:gd name="connsiteY1" fmla="*/ 16192 h 274298"/>
                    <a:gd name="connsiteX2" fmla="*/ 0 w 4461675"/>
                    <a:gd name="connsiteY2" fmla="*/ 0 h 274298"/>
                    <a:gd name="connsiteX3" fmla="*/ 94180 w 4461675"/>
                    <a:gd name="connsiteY3" fmla="*/ 16192 h 274298"/>
                    <a:gd name="connsiteX4" fmla="*/ 4461676 w 4461675"/>
                    <a:gd name="connsiteY4" fmla="*/ 226695 h 2742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461675" h="274298">
                      <a:moveTo>
                        <a:pt x="4461676" y="226695"/>
                      </a:moveTo>
                      <a:cubicBezTo>
                        <a:pt x="2955741" y="331470"/>
                        <a:pt x="1500227" y="261938"/>
                        <a:pt x="94180" y="16192"/>
                      </a:cubicBezTo>
                      <a:lnTo>
                        <a:pt x="0" y="0"/>
                      </a:lnTo>
                      <a:lnTo>
                        <a:pt x="94180" y="16192"/>
                      </a:lnTo>
                      <a:cubicBezTo>
                        <a:pt x="1500227" y="261938"/>
                        <a:pt x="2955741" y="332422"/>
                        <a:pt x="4461676" y="226695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8" name="Freeform 1487">
                  <a:extLst>
                    <a:ext uri="{FF2B5EF4-FFF2-40B4-BE49-F238E27FC236}">
                      <a16:creationId xmlns:a16="http://schemas.microsoft.com/office/drawing/2014/main" id="{17467632-AC99-2A6B-EF77-58F6650F40F4}"/>
                    </a:ext>
                  </a:extLst>
                </p:cNvPr>
                <p:cNvSpPr/>
                <p:nvPr/>
              </p:nvSpPr>
              <p:spPr>
                <a:xfrm>
                  <a:off x="5453861" y="1255395"/>
                  <a:ext cx="335358" cy="4326254"/>
                </a:xfrm>
                <a:custGeom>
                  <a:avLst/>
                  <a:gdLst>
                    <a:gd name="connsiteX0" fmla="*/ 0 w 335358"/>
                    <a:gd name="connsiteY0" fmla="*/ 0 h 4326254"/>
                    <a:gd name="connsiteX1" fmla="*/ 55176 w 335358"/>
                    <a:gd name="connsiteY1" fmla="*/ 4234815 h 4326254"/>
                    <a:gd name="connsiteX2" fmla="*/ 29491 w 335358"/>
                    <a:gd name="connsiteY2" fmla="*/ 4326255 h 4326254"/>
                    <a:gd name="connsiteX3" fmla="*/ 55176 w 335358"/>
                    <a:gd name="connsiteY3" fmla="*/ 4234815 h 4326254"/>
                    <a:gd name="connsiteX4" fmla="*/ 0 w 335358"/>
                    <a:gd name="connsiteY4" fmla="*/ 0 h 4326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5358" h="4326254">
                      <a:moveTo>
                        <a:pt x="0" y="0"/>
                      </a:moveTo>
                      <a:cubicBezTo>
                        <a:pt x="428093" y="1449705"/>
                        <a:pt x="446168" y="2861310"/>
                        <a:pt x="55176" y="4234815"/>
                      </a:cubicBezTo>
                      <a:lnTo>
                        <a:pt x="29491" y="4326255"/>
                      </a:lnTo>
                      <a:lnTo>
                        <a:pt x="55176" y="4234815"/>
                      </a:lnTo>
                      <a:cubicBezTo>
                        <a:pt x="446168" y="2861310"/>
                        <a:pt x="428093" y="1448752"/>
                        <a:pt x="0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9" name="Freeform 1488">
                  <a:extLst>
                    <a:ext uri="{FF2B5EF4-FFF2-40B4-BE49-F238E27FC236}">
                      <a16:creationId xmlns:a16="http://schemas.microsoft.com/office/drawing/2014/main" id="{EA4586BF-8155-CF5C-F943-FEE05E75478A}"/>
                    </a:ext>
                  </a:extLst>
                </p:cNvPr>
                <p:cNvSpPr/>
                <p:nvPr/>
              </p:nvSpPr>
              <p:spPr>
                <a:xfrm>
                  <a:off x="5460520" y="1253489"/>
                  <a:ext cx="2668443" cy="1543600"/>
                </a:xfrm>
                <a:custGeom>
                  <a:avLst/>
                  <a:gdLst>
                    <a:gd name="connsiteX0" fmla="*/ 0 w 2668443"/>
                    <a:gd name="connsiteY0" fmla="*/ 0 h 1543600"/>
                    <a:gd name="connsiteX1" fmla="*/ 2581873 w 2668443"/>
                    <a:gd name="connsiteY1" fmla="*/ 1283970 h 1543600"/>
                    <a:gd name="connsiteX2" fmla="*/ 2668444 w 2668443"/>
                    <a:gd name="connsiteY2" fmla="*/ 1243965 h 1543600"/>
                    <a:gd name="connsiteX3" fmla="*/ 2581873 w 2668443"/>
                    <a:gd name="connsiteY3" fmla="*/ 1283970 h 1543600"/>
                    <a:gd name="connsiteX4" fmla="*/ 0 w 2668443"/>
                    <a:gd name="connsiteY4" fmla="*/ 0 h 1543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668443" h="1543600">
                      <a:moveTo>
                        <a:pt x="0" y="0"/>
                      </a:moveTo>
                      <a:cubicBezTo>
                        <a:pt x="423336" y="1450658"/>
                        <a:pt x="1284278" y="1878330"/>
                        <a:pt x="2581873" y="1283970"/>
                      </a:cubicBezTo>
                      <a:lnTo>
                        <a:pt x="2668444" y="1243965"/>
                      </a:lnTo>
                      <a:lnTo>
                        <a:pt x="2581873" y="1283970"/>
                      </a:lnTo>
                      <a:cubicBezTo>
                        <a:pt x="1284278" y="1879283"/>
                        <a:pt x="424287" y="1450658"/>
                        <a:pt x="0" y="0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0" name="Freeform 1489">
                  <a:extLst>
                    <a:ext uri="{FF2B5EF4-FFF2-40B4-BE49-F238E27FC236}">
                      <a16:creationId xmlns:a16="http://schemas.microsoft.com/office/drawing/2014/main" id="{B2DAF733-92D5-8A62-A109-97015C895B98}"/>
                    </a:ext>
                  </a:extLst>
                </p:cNvPr>
                <p:cNvSpPr/>
                <p:nvPr/>
              </p:nvSpPr>
              <p:spPr>
                <a:xfrm>
                  <a:off x="3857551" y="3088957"/>
                  <a:ext cx="1157203" cy="815340"/>
                </a:xfrm>
                <a:custGeom>
                  <a:avLst/>
                  <a:gdLst>
                    <a:gd name="connsiteX0" fmla="*/ 0 w 1157203"/>
                    <a:gd name="connsiteY0" fmla="*/ 0 h 815340"/>
                    <a:gd name="connsiteX1" fmla="*/ 146503 w 1157203"/>
                    <a:gd name="connsiteY1" fmla="*/ 795338 h 815340"/>
                    <a:gd name="connsiteX2" fmla="*/ 53274 w 1157203"/>
                    <a:gd name="connsiteY2" fmla="*/ 815340 h 815340"/>
                    <a:gd name="connsiteX3" fmla="*/ 146503 w 1157203"/>
                    <a:gd name="connsiteY3" fmla="*/ 795338 h 815340"/>
                    <a:gd name="connsiteX4" fmla="*/ 0 w 1157203"/>
                    <a:gd name="connsiteY4" fmla="*/ 0 h 8153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7203" h="815340">
                      <a:moveTo>
                        <a:pt x="0" y="0"/>
                      </a:moveTo>
                      <a:cubicBezTo>
                        <a:pt x="1492616" y="226695"/>
                        <a:pt x="1541133" y="491490"/>
                        <a:pt x="146503" y="795338"/>
                      </a:cubicBezTo>
                      <a:lnTo>
                        <a:pt x="53274" y="815340"/>
                      </a:lnTo>
                      <a:lnTo>
                        <a:pt x="146503" y="795338"/>
                      </a:lnTo>
                      <a:cubicBezTo>
                        <a:pt x="1541133" y="491490"/>
                        <a:pt x="1491665" y="226695"/>
                        <a:pt x="0" y="0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1" name="Freeform 1490">
                  <a:extLst>
                    <a:ext uri="{FF2B5EF4-FFF2-40B4-BE49-F238E27FC236}">
                      <a16:creationId xmlns:a16="http://schemas.microsoft.com/office/drawing/2014/main" id="{471FAAB5-A7A1-8319-F279-CED656747341}"/>
                    </a:ext>
                  </a:extLst>
                </p:cNvPr>
                <p:cNvSpPr/>
                <p:nvPr/>
              </p:nvSpPr>
              <p:spPr>
                <a:xfrm>
                  <a:off x="3858502" y="3003232"/>
                  <a:ext cx="1153946" cy="237739"/>
                </a:xfrm>
                <a:custGeom>
                  <a:avLst/>
                  <a:gdLst>
                    <a:gd name="connsiteX0" fmla="*/ 0 w 1153946"/>
                    <a:gd name="connsiteY0" fmla="*/ 77152 h 237739"/>
                    <a:gd name="connsiteX1" fmla="*/ 136038 w 1153946"/>
                    <a:gd name="connsiteY1" fmla="*/ 18098 h 237739"/>
                    <a:gd name="connsiteX2" fmla="*/ 42809 w 1153946"/>
                    <a:gd name="connsiteY2" fmla="*/ 0 h 237739"/>
                    <a:gd name="connsiteX3" fmla="*/ 136038 w 1153946"/>
                    <a:gd name="connsiteY3" fmla="*/ 18098 h 237739"/>
                    <a:gd name="connsiteX4" fmla="*/ 0 w 1153946"/>
                    <a:gd name="connsiteY4" fmla="*/ 77152 h 237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53946" h="237739">
                      <a:moveTo>
                        <a:pt x="0" y="77152"/>
                      </a:moveTo>
                      <a:cubicBezTo>
                        <a:pt x="1491665" y="309562"/>
                        <a:pt x="1536377" y="289560"/>
                        <a:pt x="136038" y="18098"/>
                      </a:cubicBezTo>
                      <a:lnTo>
                        <a:pt x="42809" y="0"/>
                      </a:lnTo>
                      <a:lnTo>
                        <a:pt x="136038" y="18098"/>
                      </a:lnTo>
                      <a:cubicBezTo>
                        <a:pt x="1537328" y="289560"/>
                        <a:pt x="1491665" y="309562"/>
                        <a:pt x="0" y="77152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2" name="Freeform 1491">
                  <a:extLst>
                    <a:ext uri="{FF2B5EF4-FFF2-40B4-BE49-F238E27FC236}">
                      <a16:creationId xmlns:a16="http://schemas.microsoft.com/office/drawing/2014/main" id="{627607AA-601E-927F-EF35-0E345107C117}"/>
                    </a:ext>
                  </a:extLst>
                </p:cNvPr>
                <p:cNvSpPr/>
                <p:nvPr/>
              </p:nvSpPr>
              <p:spPr>
                <a:xfrm>
                  <a:off x="4484469" y="1726882"/>
                  <a:ext cx="852324" cy="908668"/>
                </a:xfrm>
                <a:custGeom>
                  <a:avLst/>
                  <a:gdLst>
                    <a:gd name="connsiteX0" fmla="*/ 116061 w 852324"/>
                    <a:gd name="connsiteY0" fmla="*/ 0 h 908668"/>
                    <a:gd name="connsiteX1" fmla="*/ 68495 w 852324"/>
                    <a:gd name="connsiteY1" fmla="*/ 216217 h 908668"/>
                    <a:gd name="connsiteX2" fmla="*/ 0 w 852324"/>
                    <a:gd name="connsiteY2" fmla="*/ 150495 h 908668"/>
                    <a:gd name="connsiteX3" fmla="*/ 68495 w 852324"/>
                    <a:gd name="connsiteY3" fmla="*/ 216217 h 908668"/>
                    <a:gd name="connsiteX4" fmla="*/ 116061 w 852324"/>
                    <a:gd name="connsiteY4" fmla="*/ 0 h 908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2324" h="908668">
                      <a:moveTo>
                        <a:pt x="116061" y="0"/>
                      </a:moveTo>
                      <a:cubicBezTo>
                        <a:pt x="1113041" y="1134427"/>
                        <a:pt x="1097820" y="1206818"/>
                        <a:pt x="68495" y="216217"/>
                      </a:cubicBezTo>
                      <a:lnTo>
                        <a:pt x="0" y="150495"/>
                      </a:lnTo>
                      <a:lnTo>
                        <a:pt x="68495" y="216217"/>
                      </a:lnTo>
                      <a:cubicBezTo>
                        <a:pt x="1096868" y="1206818"/>
                        <a:pt x="1113041" y="1134427"/>
                        <a:pt x="116061" y="0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3" name="Freeform 1492">
                  <a:extLst>
                    <a:ext uri="{FF2B5EF4-FFF2-40B4-BE49-F238E27FC236}">
                      <a16:creationId xmlns:a16="http://schemas.microsoft.com/office/drawing/2014/main" id="{398F532E-81B4-8706-1E2E-F47DF607E164}"/>
                    </a:ext>
                  </a:extLst>
                </p:cNvPr>
                <p:cNvSpPr/>
                <p:nvPr/>
              </p:nvSpPr>
              <p:spPr>
                <a:xfrm>
                  <a:off x="3833768" y="3521002"/>
                  <a:ext cx="1295236" cy="1281502"/>
                </a:xfrm>
                <a:custGeom>
                  <a:avLst/>
                  <a:gdLst>
                    <a:gd name="connsiteX0" fmla="*/ 0 w 1295236"/>
                    <a:gd name="connsiteY0" fmla="*/ 7058 h 1281502"/>
                    <a:gd name="connsiteX1" fmla="*/ 572693 w 1295236"/>
                    <a:gd name="connsiteY1" fmla="*/ 1223400 h 1281502"/>
                    <a:gd name="connsiteX2" fmla="*/ 497539 w 1295236"/>
                    <a:gd name="connsiteY2" fmla="*/ 1281503 h 1281502"/>
                    <a:gd name="connsiteX3" fmla="*/ 572693 w 1295236"/>
                    <a:gd name="connsiteY3" fmla="*/ 1223400 h 1281502"/>
                    <a:gd name="connsiteX4" fmla="*/ 0 w 1295236"/>
                    <a:gd name="connsiteY4" fmla="*/ 7058 h 12815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95236" h="1281502">
                      <a:moveTo>
                        <a:pt x="0" y="7058"/>
                      </a:moveTo>
                      <a:cubicBezTo>
                        <a:pt x="1507837" y="-58665"/>
                        <a:pt x="1699052" y="347100"/>
                        <a:pt x="572693" y="1223400"/>
                      </a:cubicBezTo>
                      <a:lnTo>
                        <a:pt x="497539" y="1281503"/>
                      </a:lnTo>
                      <a:lnTo>
                        <a:pt x="572693" y="1223400"/>
                      </a:lnTo>
                      <a:cubicBezTo>
                        <a:pt x="1699052" y="346148"/>
                        <a:pt x="1508788" y="-59617"/>
                        <a:pt x="0" y="7058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4" name="Freeform 1493">
                  <a:extLst>
                    <a:ext uri="{FF2B5EF4-FFF2-40B4-BE49-F238E27FC236}">
                      <a16:creationId xmlns:a16="http://schemas.microsoft.com/office/drawing/2014/main" id="{F0176416-F3A2-1206-D23E-33057756E8A0}"/>
                    </a:ext>
                  </a:extLst>
                </p:cNvPr>
                <p:cNvSpPr/>
                <p:nvPr/>
              </p:nvSpPr>
              <p:spPr>
                <a:xfrm>
                  <a:off x="4253299" y="2111692"/>
                  <a:ext cx="962607" cy="2698432"/>
                </a:xfrm>
                <a:custGeom>
                  <a:avLst/>
                  <a:gdLst>
                    <a:gd name="connsiteX0" fmla="*/ 0 w 962607"/>
                    <a:gd name="connsiteY0" fmla="*/ 0 h 2698432"/>
                    <a:gd name="connsiteX1" fmla="*/ 157919 w 962607"/>
                    <a:gd name="connsiteY1" fmla="*/ 2639378 h 2698432"/>
                    <a:gd name="connsiteX2" fmla="*/ 82765 w 962607"/>
                    <a:gd name="connsiteY2" fmla="*/ 2698433 h 2698432"/>
                    <a:gd name="connsiteX3" fmla="*/ 157919 w 962607"/>
                    <a:gd name="connsiteY3" fmla="*/ 2639378 h 2698432"/>
                    <a:gd name="connsiteX4" fmla="*/ 0 w 962607"/>
                    <a:gd name="connsiteY4" fmla="*/ 0 h 26984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2607" h="2698432">
                      <a:moveTo>
                        <a:pt x="0" y="0"/>
                      </a:moveTo>
                      <a:cubicBezTo>
                        <a:pt x="1228150" y="878205"/>
                        <a:pt x="1281424" y="1758315"/>
                        <a:pt x="157919" y="2639378"/>
                      </a:cubicBezTo>
                      <a:lnTo>
                        <a:pt x="82765" y="2698433"/>
                      </a:lnTo>
                      <a:lnTo>
                        <a:pt x="157919" y="2639378"/>
                      </a:lnTo>
                      <a:cubicBezTo>
                        <a:pt x="1281424" y="1758315"/>
                        <a:pt x="1228150" y="878205"/>
                        <a:pt x="0" y="0"/>
                      </a:cubicBezTo>
                      <a:close/>
                    </a:path>
                  </a:pathLst>
                </a:custGeom>
                <a:solidFill>
                  <a:srgbClr val="EFE09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5" name="Freeform 1494">
                  <a:extLst>
                    <a:ext uri="{FF2B5EF4-FFF2-40B4-BE49-F238E27FC236}">
                      <a16:creationId xmlns:a16="http://schemas.microsoft.com/office/drawing/2014/main" id="{3D3931E9-2E4A-EE45-621D-25D116D1AD10}"/>
                    </a:ext>
                  </a:extLst>
                </p:cNvPr>
                <p:cNvSpPr/>
                <p:nvPr/>
              </p:nvSpPr>
              <p:spPr>
                <a:xfrm>
                  <a:off x="3860405" y="2105025"/>
                  <a:ext cx="1246743" cy="1382077"/>
                </a:xfrm>
                <a:custGeom>
                  <a:avLst/>
                  <a:gdLst>
                    <a:gd name="connsiteX0" fmla="*/ 397650 w 1246743"/>
                    <a:gd name="connsiteY0" fmla="*/ 0 h 1382077"/>
                    <a:gd name="connsiteX1" fmla="*/ 95132 w 1246743"/>
                    <a:gd name="connsiteY1" fmla="*/ 1379220 h 1382077"/>
                    <a:gd name="connsiteX2" fmla="*/ 0 w 1246743"/>
                    <a:gd name="connsiteY2" fmla="*/ 1382078 h 1382077"/>
                    <a:gd name="connsiteX3" fmla="*/ 95132 w 1246743"/>
                    <a:gd name="connsiteY3" fmla="*/ 1379220 h 1382077"/>
                    <a:gd name="connsiteX4" fmla="*/ 397650 w 1246743"/>
                    <a:gd name="connsiteY4" fmla="*/ 0 h 13820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46743" h="1382077">
                      <a:moveTo>
                        <a:pt x="397650" y="0"/>
                      </a:moveTo>
                      <a:cubicBezTo>
                        <a:pt x="1622947" y="882968"/>
                        <a:pt x="1522107" y="1343025"/>
                        <a:pt x="95132" y="1379220"/>
                      </a:cubicBezTo>
                      <a:lnTo>
                        <a:pt x="0" y="1382078"/>
                      </a:lnTo>
                      <a:lnTo>
                        <a:pt x="95132" y="1379220"/>
                      </a:lnTo>
                      <a:cubicBezTo>
                        <a:pt x="1522107" y="1343025"/>
                        <a:pt x="1621995" y="882968"/>
                        <a:pt x="397650" y="0"/>
                      </a:cubicBezTo>
                      <a:close/>
                    </a:path>
                  </a:pathLst>
                </a:custGeom>
                <a:solidFill>
                  <a:srgbClr val="EFE09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6" name="Freeform 1495">
                  <a:extLst>
                    <a:ext uri="{FF2B5EF4-FFF2-40B4-BE49-F238E27FC236}">
                      <a16:creationId xmlns:a16="http://schemas.microsoft.com/office/drawing/2014/main" id="{7042DB2C-A115-DC8B-43BD-DFE32816758A}"/>
                    </a:ext>
                  </a:extLst>
                </p:cNvPr>
                <p:cNvSpPr/>
                <p:nvPr/>
              </p:nvSpPr>
              <p:spPr>
                <a:xfrm>
                  <a:off x="4956322" y="1503045"/>
                  <a:ext cx="1866483" cy="4072890"/>
                </a:xfrm>
                <a:custGeom>
                  <a:avLst/>
                  <a:gdLst>
                    <a:gd name="connsiteX0" fmla="*/ 1866483 w 1866483"/>
                    <a:gd name="connsiteY0" fmla="*/ 4072890 h 4072890"/>
                    <a:gd name="connsiteX1" fmla="*/ 48517 w 1866483"/>
                    <a:gd name="connsiteY1" fmla="*/ 81915 h 4072890"/>
                    <a:gd name="connsiteX2" fmla="*/ 0 w 1866483"/>
                    <a:gd name="connsiteY2" fmla="*/ 0 h 4072890"/>
                    <a:gd name="connsiteX3" fmla="*/ 48517 w 1866483"/>
                    <a:gd name="connsiteY3" fmla="*/ 81915 h 4072890"/>
                    <a:gd name="connsiteX4" fmla="*/ 1866483 w 1866483"/>
                    <a:gd name="connsiteY4" fmla="*/ 4072890 h 4072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66483" h="4072890">
                      <a:moveTo>
                        <a:pt x="1866483" y="4072890"/>
                      </a:moveTo>
                      <a:cubicBezTo>
                        <a:pt x="1382263" y="2641283"/>
                        <a:pt x="776274" y="1311593"/>
                        <a:pt x="48517" y="81915"/>
                      </a:cubicBezTo>
                      <a:lnTo>
                        <a:pt x="0" y="0"/>
                      </a:lnTo>
                      <a:lnTo>
                        <a:pt x="48517" y="81915"/>
                      </a:lnTo>
                      <a:cubicBezTo>
                        <a:pt x="776274" y="1310640"/>
                        <a:pt x="1382263" y="2641283"/>
                        <a:pt x="1866483" y="4072890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7" name="Freeform 1496">
                  <a:extLst>
                    <a:ext uri="{FF2B5EF4-FFF2-40B4-BE49-F238E27FC236}">
                      <a16:creationId xmlns:a16="http://schemas.microsoft.com/office/drawing/2014/main" id="{7CAC3CC5-C5C5-48AD-3DD2-D0F7CA6AB18F}"/>
                    </a:ext>
                  </a:extLst>
                </p:cNvPr>
                <p:cNvSpPr/>
                <p:nvPr/>
              </p:nvSpPr>
              <p:spPr>
                <a:xfrm>
                  <a:off x="4680440" y="1696402"/>
                  <a:ext cx="2133803" cy="3882390"/>
                </a:xfrm>
                <a:custGeom>
                  <a:avLst/>
                  <a:gdLst>
                    <a:gd name="connsiteX0" fmla="*/ 2133804 w 2133803"/>
                    <a:gd name="connsiteY0" fmla="*/ 3882390 h 3882390"/>
                    <a:gd name="connsiteX1" fmla="*/ 59933 w 2133803"/>
                    <a:gd name="connsiteY1" fmla="*/ 73343 h 3882390"/>
                    <a:gd name="connsiteX2" fmla="*/ 0 w 2133803"/>
                    <a:gd name="connsiteY2" fmla="*/ 0 h 3882390"/>
                    <a:gd name="connsiteX3" fmla="*/ 59933 w 2133803"/>
                    <a:gd name="connsiteY3" fmla="*/ 73343 h 3882390"/>
                    <a:gd name="connsiteX4" fmla="*/ 2133804 w 2133803"/>
                    <a:gd name="connsiteY4" fmla="*/ 3882390 h 38823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33803" h="3882390">
                      <a:moveTo>
                        <a:pt x="2133804" y="3882390"/>
                      </a:moveTo>
                      <a:cubicBezTo>
                        <a:pt x="1654340" y="2448878"/>
                        <a:pt x="963684" y="1179195"/>
                        <a:pt x="59933" y="73343"/>
                      </a:cubicBezTo>
                      <a:lnTo>
                        <a:pt x="0" y="0"/>
                      </a:lnTo>
                      <a:lnTo>
                        <a:pt x="59933" y="73343"/>
                      </a:lnTo>
                      <a:cubicBezTo>
                        <a:pt x="963684" y="1179195"/>
                        <a:pt x="1654340" y="2448878"/>
                        <a:pt x="2133804" y="3882390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8" name="Freeform 1497">
                  <a:extLst>
                    <a:ext uri="{FF2B5EF4-FFF2-40B4-BE49-F238E27FC236}">
                      <a16:creationId xmlns:a16="http://schemas.microsoft.com/office/drawing/2014/main" id="{1847E19F-B6FF-66CB-D863-3BBE55538F96}"/>
                    </a:ext>
                  </a:extLst>
                </p:cNvPr>
                <p:cNvSpPr/>
                <p:nvPr/>
              </p:nvSpPr>
              <p:spPr>
                <a:xfrm>
                  <a:off x="3997395" y="2349817"/>
                  <a:ext cx="1098434" cy="640269"/>
                </a:xfrm>
                <a:custGeom>
                  <a:avLst/>
                  <a:gdLst>
                    <a:gd name="connsiteX0" fmla="*/ 107499 w 1098434"/>
                    <a:gd name="connsiteY0" fmla="*/ 0 h 640269"/>
                    <a:gd name="connsiteX1" fmla="*/ 89424 w 1098434"/>
                    <a:gd name="connsiteY1" fmla="*/ 340042 h 640269"/>
                    <a:gd name="connsiteX2" fmla="*/ 0 w 1098434"/>
                    <a:gd name="connsiteY2" fmla="*/ 307658 h 640269"/>
                    <a:gd name="connsiteX3" fmla="*/ 89424 w 1098434"/>
                    <a:gd name="connsiteY3" fmla="*/ 340042 h 640269"/>
                    <a:gd name="connsiteX4" fmla="*/ 107499 w 1098434"/>
                    <a:gd name="connsiteY4" fmla="*/ 0 h 640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8434" h="640269">
                      <a:moveTo>
                        <a:pt x="107499" y="0"/>
                      </a:moveTo>
                      <a:cubicBezTo>
                        <a:pt x="1434586" y="719138"/>
                        <a:pt x="1428878" y="832485"/>
                        <a:pt x="89424" y="340042"/>
                      </a:cubicBezTo>
                      <a:lnTo>
                        <a:pt x="0" y="307658"/>
                      </a:lnTo>
                      <a:lnTo>
                        <a:pt x="89424" y="340042"/>
                      </a:lnTo>
                      <a:cubicBezTo>
                        <a:pt x="1428878" y="832485"/>
                        <a:pt x="1434586" y="719138"/>
                        <a:pt x="107499" y="0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9" name="Freeform 1498">
                  <a:extLst>
                    <a:ext uri="{FF2B5EF4-FFF2-40B4-BE49-F238E27FC236}">
                      <a16:creationId xmlns:a16="http://schemas.microsoft.com/office/drawing/2014/main" id="{B267C776-35C5-E015-4CD4-CDE363228B41}"/>
                    </a:ext>
                  </a:extLst>
                </p:cNvPr>
                <p:cNvSpPr/>
                <p:nvPr/>
              </p:nvSpPr>
              <p:spPr>
                <a:xfrm>
                  <a:off x="3861356" y="2342197"/>
                  <a:ext cx="1204352" cy="1152525"/>
                </a:xfrm>
                <a:custGeom>
                  <a:avLst/>
                  <a:gdLst>
                    <a:gd name="connsiteX0" fmla="*/ 247342 w 1204352"/>
                    <a:gd name="connsiteY0" fmla="*/ 0 h 1152525"/>
                    <a:gd name="connsiteX1" fmla="*/ 95132 w 1204352"/>
                    <a:gd name="connsiteY1" fmla="*/ 1149668 h 1152525"/>
                    <a:gd name="connsiteX2" fmla="*/ 0 w 1204352"/>
                    <a:gd name="connsiteY2" fmla="*/ 1152525 h 1152525"/>
                    <a:gd name="connsiteX3" fmla="*/ 95132 w 1204352"/>
                    <a:gd name="connsiteY3" fmla="*/ 1149668 h 1152525"/>
                    <a:gd name="connsiteX4" fmla="*/ 247342 w 1204352"/>
                    <a:gd name="connsiteY4" fmla="*/ 0 h 1152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4352" h="1152525">
                      <a:moveTo>
                        <a:pt x="247342" y="0"/>
                      </a:moveTo>
                      <a:cubicBezTo>
                        <a:pt x="1572527" y="723900"/>
                        <a:pt x="1521156" y="1107758"/>
                        <a:pt x="95132" y="1149668"/>
                      </a:cubicBezTo>
                      <a:lnTo>
                        <a:pt x="0" y="1152525"/>
                      </a:lnTo>
                      <a:lnTo>
                        <a:pt x="95132" y="1149668"/>
                      </a:lnTo>
                      <a:cubicBezTo>
                        <a:pt x="1521156" y="1107758"/>
                        <a:pt x="1572527" y="724853"/>
                        <a:pt x="247342" y="0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0" name="Freeform 1499">
                  <a:extLst>
                    <a:ext uri="{FF2B5EF4-FFF2-40B4-BE49-F238E27FC236}">
                      <a16:creationId xmlns:a16="http://schemas.microsoft.com/office/drawing/2014/main" id="{9735675A-865A-C3B1-5F94-CE1749C62554}"/>
                    </a:ext>
                  </a:extLst>
                </p:cNvPr>
                <p:cNvSpPr/>
                <p:nvPr/>
              </p:nvSpPr>
              <p:spPr>
                <a:xfrm>
                  <a:off x="4322745" y="2066925"/>
                  <a:ext cx="3891836" cy="2162175"/>
                </a:xfrm>
                <a:custGeom>
                  <a:avLst/>
                  <a:gdLst>
                    <a:gd name="connsiteX0" fmla="*/ 3891837 w 3891836"/>
                    <a:gd name="connsiteY0" fmla="*/ 2162175 h 2162175"/>
                    <a:gd name="connsiteX1" fmla="*/ 75154 w 3891836"/>
                    <a:gd name="connsiteY1" fmla="*/ 58103 h 2162175"/>
                    <a:gd name="connsiteX2" fmla="*/ 0 w 3891836"/>
                    <a:gd name="connsiteY2" fmla="*/ 0 h 2162175"/>
                    <a:gd name="connsiteX3" fmla="*/ 75154 w 3891836"/>
                    <a:gd name="connsiteY3" fmla="*/ 58103 h 2162175"/>
                    <a:gd name="connsiteX4" fmla="*/ 3891837 w 3891836"/>
                    <a:gd name="connsiteY4" fmla="*/ 2162175 h 2162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91836" h="2162175">
                      <a:moveTo>
                        <a:pt x="3891837" y="2162175"/>
                      </a:moveTo>
                      <a:cubicBezTo>
                        <a:pt x="2479132" y="1628775"/>
                        <a:pt x="1207221" y="927735"/>
                        <a:pt x="75154" y="58103"/>
                      </a:cubicBezTo>
                      <a:lnTo>
                        <a:pt x="0" y="0"/>
                      </a:lnTo>
                      <a:lnTo>
                        <a:pt x="75154" y="58103"/>
                      </a:lnTo>
                      <a:cubicBezTo>
                        <a:pt x="1207221" y="927735"/>
                        <a:pt x="2480083" y="1628775"/>
                        <a:pt x="3891837" y="2162175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1" name="Freeform 1500">
                  <a:extLst>
                    <a:ext uri="{FF2B5EF4-FFF2-40B4-BE49-F238E27FC236}">
                      <a16:creationId xmlns:a16="http://schemas.microsoft.com/office/drawing/2014/main" id="{B43BF01E-58E4-8805-D7AB-61647FAC4866}"/>
                    </a:ext>
                  </a:extLst>
                </p:cNvPr>
                <p:cNvSpPr/>
                <p:nvPr/>
              </p:nvSpPr>
              <p:spPr>
                <a:xfrm>
                  <a:off x="4317037" y="1173480"/>
                  <a:ext cx="2008229" cy="1431759"/>
                </a:xfrm>
                <a:custGeom>
                  <a:avLst/>
                  <a:gdLst>
                    <a:gd name="connsiteX0" fmla="*/ 2008230 w 2008229"/>
                    <a:gd name="connsiteY0" fmla="*/ 0 h 1431759"/>
                    <a:gd name="connsiteX1" fmla="*/ 76105 w 2008229"/>
                    <a:gd name="connsiteY1" fmla="*/ 957262 h 1431759"/>
                    <a:gd name="connsiteX2" fmla="*/ 0 w 2008229"/>
                    <a:gd name="connsiteY2" fmla="*/ 899160 h 1431759"/>
                    <a:gd name="connsiteX3" fmla="*/ 76105 w 2008229"/>
                    <a:gd name="connsiteY3" fmla="*/ 957262 h 1431759"/>
                    <a:gd name="connsiteX4" fmla="*/ 2008230 w 2008229"/>
                    <a:gd name="connsiteY4" fmla="*/ 0 h 1431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08229" h="1431759">
                      <a:moveTo>
                        <a:pt x="2008230" y="0"/>
                      </a:moveTo>
                      <a:cubicBezTo>
                        <a:pt x="1856019" y="1503998"/>
                        <a:pt x="1211026" y="1823085"/>
                        <a:pt x="76105" y="957262"/>
                      </a:cubicBezTo>
                      <a:lnTo>
                        <a:pt x="0" y="899160"/>
                      </a:lnTo>
                      <a:lnTo>
                        <a:pt x="76105" y="957262"/>
                      </a:lnTo>
                      <a:cubicBezTo>
                        <a:pt x="1211978" y="1822133"/>
                        <a:pt x="1856019" y="1503045"/>
                        <a:pt x="2008230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2" name="Freeform 1501">
                  <a:extLst>
                    <a:ext uri="{FF2B5EF4-FFF2-40B4-BE49-F238E27FC236}">
                      <a16:creationId xmlns:a16="http://schemas.microsoft.com/office/drawing/2014/main" id="{4B80F387-9592-FEC6-C805-D77491AA7B55}"/>
                    </a:ext>
                  </a:extLst>
                </p:cNvPr>
                <p:cNvSpPr/>
                <p:nvPr/>
              </p:nvSpPr>
              <p:spPr>
                <a:xfrm>
                  <a:off x="3969807" y="1883092"/>
                  <a:ext cx="1230008" cy="2326004"/>
                </a:xfrm>
                <a:custGeom>
                  <a:avLst/>
                  <a:gdLst>
                    <a:gd name="connsiteX0" fmla="*/ 0 w 1230008"/>
                    <a:gd name="connsiteY0" fmla="*/ 2326005 h 2326004"/>
                    <a:gd name="connsiteX1" fmla="*/ 577449 w 1230008"/>
                    <a:gd name="connsiteY1" fmla="*/ 65723 h 2326004"/>
                    <a:gd name="connsiteX2" fmla="*/ 508954 w 1230008"/>
                    <a:gd name="connsiteY2" fmla="*/ 0 h 2326004"/>
                    <a:gd name="connsiteX3" fmla="*/ 577449 w 1230008"/>
                    <a:gd name="connsiteY3" fmla="*/ 65723 h 2326004"/>
                    <a:gd name="connsiteX4" fmla="*/ 0 w 1230008"/>
                    <a:gd name="connsiteY4" fmla="*/ 2326005 h 2326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0008" h="2326004">
                      <a:moveTo>
                        <a:pt x="0" y="2326005"/>
                      </a:moveTo>
                      <a:cubicBezTo>
                        <a:pt x="1417462" y="1805940"/>
                        <a:pt x="1609628" y="1052513"/>
                        <a:pt x="577449" y="65723"/>
                      </a:cubicBezTo>
                      <a:lnTo>
                        <a:pt x="508954" y="0"/>
                      </a:lnTo>
                      <a:lnTo>
                        <a:pt x="577449" y="65723"/>
                      </a:lnTo>
                      <a:cubicBezTo>
                        <a:pt x="1609628" y="1052513"/>
                        <a:pt x="1417462" y="1805940"/>
                        <a:pt x="0" y="2326005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3" name="Freeform 1502">
                  <a:extLst>
                    <a:ext uri="{FF2B5EF4-FFF2-40B4-BE49-F238E27FC236}">
                      <a16:creationId xmlns:a16="http://schemas.microsoft.com/office/drawing/2014/main" id="{25FE19F4-F246-C08A-0A19-0FE1A1812083}"/>
                    </a:ext>
                  </a:extLst>
                </p:cNvPr>
                <p:cNvSpPr/>
                <p:nvPr/>
              </p:nvSpPr>
              <p:spPr>
                <a:xfrm>
                  <a:off x="3966953" y="2081212"/>
                  <a:ext cx="1181031" cy="2120265"/>
                </a:xfrm>
                <a:custGeom>
                  <a:avLst/>
                  <a:gdLst>
                    <a:gd name="connsiteX0" fmla="*/ 0 w 1181031"/>
                    <a:gd name="connsiteY0" fmla="*/ 2120265 h 2120265"/>
                    <a:gd name="connsiteX1" fmla="*/ 420482 w 1181031"/>
                    <a:gd name="connsiteY1" fmla="*/ 57150 h 2120265"/>
                    <a:gd name="connsiteX2" fmla="*/ 344377 w 1181031"/>
                    <a:gd name="connsiteY2" fmla="*/ 0 h 2120265"/>
                    <a:gd name="connsiteX3" fmla="*/ 420482 w 1181031"/>
                    <a:gd name="connsiteY3" fmla="*/ 57150 h 2120265"/>
                    <a:gd name="connsiteX4" fmla="*/ 0 w 1181031"/>
                    <a:gd name="connsiteY4" fmla="*/ 2120265 h 2120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81031" h="2120265">
                      <a:moveTo>
                        <a:pt x="0" y="2120265"/>
                      </a:moveTo>
                      <a:cubicBezTo>
                        <a:pt x="1419365" y="1605915"/>
                        <a:pt x="1559208" y="917258"/>
                        <a:pt x="420482" y="57150"/>
                      </a:cubicBezTo>
                      <a:lnTo>
                        <a:pt x="344377" y="0"/>
                      </a:lnTo>
                      <a:lnTo>
                        <a:pt x="420482" y="57150"/>
                      </a:lnTo>
                      <a:cubicBezTo>
                        <a:pt x="1559208" y="918210"/>
                        <a:pt x="1419365" y="1605915"/>
                        <a:pt x="0" y="2120265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4" name="Freeform 1503">
                  <a:extLst>
                    <a:ext uri="{FF2B5EF4-FFF2-40B4-BE49-F238E27FC236}">
                      <a16:creationId xmlns:a16="http://schemas.microsoft.com/office/drawing/2014/main" id="{3807E22C-33FB-D192-BFBB-5F844DF83F7D}"/>
                    </a:ext>
                  </a:extLst>
                </p:cNvPr>
                <p:cNvSpPr/>
                <p:nvPr/>
              </p:nvSpPr>
              <p:spPr>
                <a:xfrm>
                  <a:off x="3976466" y="3929837"/>
                  <a:ext cx="3354342" cy="1399399"/>
                </a:xfrm>
                <a:custGeom>
                  <a:avLst/>
                  <a:gdLst>
                    <a:gd name="connsiteX0" fmla="*/ 3354343 w 3354342"/>
                    <a:gd name="connsiteY0" fmla="*/ 1399400 h 1399399"/>
                    <a:gd name="connsiteX1" fmla="*/ 90375 w 3354342"/>
                    <a:gd name="connsiteY1" fmla="*/ 179247 h 1399399"/>
                    <a:gd name="connsiteX2" fmla="*/ 0 w 3354342"/>
                    <a:gd name="connsiteY2" fmla="*/ 209727 h 1399399"/>
                    <a:gd name="connsiteX3" fmla="*/ 90375 w 3354342"/>
                    <a:gd name="connsiteY3" fmla="*/ 179247 h 1399399"/>
                    <a:gd name="connsiteX4" fmla="*/ 3354343 w 3354342"/>
                    <a:gd name="connsiteY4" fmla="*/ 1399400 h 1399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54342" h="1399399">
                      <a:moveTo>
                        <a:pt x="3354343" y="1399400"/>
                      </a:moveTo>
                      <a:cubicBezTo>
                        <a:pt x="2531454" y="132575"/>
                        <a:pt x="1443148" y="-274143"/>
                        <a:pt x="90375" y="179247"/>
                      </a:cubicBezTo>
                      <a:lnTo>
                        <a:pt x="0" y="209727"/>
                      </a:lnTo>
                      <a:lnTo>
                        <a:pt x="90375" y="179247"/>
                      </a:lnTo>
                      <a:cubicBezTo>
                        <a:pt x="1443148" y="-274143"/>
                        <a:pt x="2531454" y="132575"/>
                        <a:pt x="3354343" y="1399400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5" name="Freeform 1504">
                  <a:extLst>
                    <a:ext uri="{FF2B5EF4-FFF2-40B4-BE49-F238E27FC236}">
                      <a16:creationId xmlns:a16="http://schemas.microsoft.com/office/drawing/2014/main" id="{6786DFB3-13EF-8904-545E-73D1D1B9EC10}"/>
                    </a:ext>
                  </a:extLst>
                </p:cNvPr>
                <p:cNvSpPr/>
                <p:nvPr/>
              </p:nvSpPr>
              <p:spPr>
                <a:xfrm>
                  <a:off x="3900360" y="3011805"/>
                  <a:ext cx="1313066" cy="2095500"/>
                </a:xfrm>
                <a:custGeom>
                  <a:avLst/>
                  <a:gdLst>
                    <a:gd name="connsiteX0" fmla="*/ 673532 w 1313066"/>
                    <a:gd name="connsiteY0" fmla="*/ 2095500 h 2095500"/>
                    <a:gd name="connsiteX1" fmla="*/ 93229 w 1313066"/>
                    <a:gd name="connsiteY1" fmla="*/ 18097 h 2095500"/>
                    <a:gd name="connsiteX2" fmla="*/ 0 w 1313066"/>
                    <a:gd name="connsiteY2" fmla="*/ 0 h 2095500"/>
                    <a:gd name="connsiteX3" fmla="*/ 93229 w 1313066"/>
                    <a:gd name="connsiteY3" fmla="*/ 18097 h 2095500"/>
                    <a:gd name="connsiteX4" fmla="*/ 673532 w 1313066"/>
                    <a:gd name="connsiteY4" fmla="*/ 2095500 h 2095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13066" h="2095500">
                      <a:moveTo>
                        <a:pt x="673532" y="2095500"/>
                      </a:moveTo>
                      <a:cubicBezTo>
                        <a:pt x="1688587" y="977265"/>
                        <a:pt x="1495470" y="284797"/>
                        <a:pt x="93229" y="18097"/>
                      </a:cubicBezTo>
                      <a:lnTo>
                        <a:pt x="0" y="0"/>
                      </a:lnTo>
                      <a:lnTo>
                        <a:pt x="93229" y="18097"/>
                      </a:lnTo>
                      <a:cubicBezTo>
                        <a:pt x="1495470" y="283845"/>
                        <a:pt x="1688587" y="976313"/>
                        <a:pt x="673532" y="2095500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6" name="Freeform 1505">
                  <a:extLst>
                    <a:ext uri="{FF2B5EF4-FFF2-40B4-BE49-F238E27FC236}">
                      <a16:creationId xmlns:a16="http://schemas.microsoft.com/office/drawing/2014/main" id="{4F53C8F0-91DB-7295-2EE0-3893C9CA7363}"/>
                    </a:ext>
                  </a:extLst>
                </p:cNvPr>
                <p:cNvSpPr/>
                <p:nvPr/>
              </p:nvSpPr>
              <p:spPr>
                <a:xfrm>
                  <a:off x="4161972" y="2306002"/>
                  <a:ext cx="1097183" cy="2794634"/>
                </a:xfrm>
                <a:custGeom>
                  <a:avLst/>
                  <a:gdLst>
                    <a:gd name="connsiteX0" fmla="*/ 405261 w 1097183"/>
                    <a:gd name="connsiteY0" fmla="*/ 2794635 h 2794634"/>
                    <a:gd name="connsiteX1" fmla="*/ 82765 w 1097183"/>
                    <a:gd name="connsiteY1" fmla="*/ 47625 h 2794634"/>
                    <a:gd name="connsiteX2" fmla="*/ 0 w 1097183"/>
                    <a:gd name="connsiteY2" fmla="*/ 0 h 2794634"/>
                    <a:gd name="connsiteX3" fmla="*/ 82765 w 1097183"/>
                    <a:gd name="connsiteY3" fmla="*/ 47625 h 2794634"/>
                    <a:gd name="connsiteX4" fmla="*/ 405261 w 1097183"/>
                    <a:gd name="connsiteY4" fmla="*/ 2794635 h 2794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97183" h="2794634">
                      <a:moveTo>
                        <a:pt x="405261" y="2794635"/>
                      </a:moveTo>
                      <a:cubicBezTo>
                        <a:pt x="1424121" y="1680210"/>
                        <a:pt x="1316623" y="763905"/>
                        <a:pt x="82765" y="47625"/>
                      </a:cubicBezTo>
                      <a:lnTo>
                        <a:pt x="0" y="0"/>
                      </a:lnTo>
                      <a:lnTo>
                        <a:pt x="82765" y="47625"/>
                      </a:lnTo>
                      <a:cubicBezTo>
                        <a:pt x="1317574" y="763905"/>
                        <a:pt x="1425073" y="1680210"/>
                        <a:pt x="405261" y="2794635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7" name="Freeform 1506">
                  <a:extLst>
                    <a:ext uri="{FF2B5EF4-FFF2-40B4-BE49-F238E27FC236}">
                      <a16:creationId xmlns:a16="http://schemas.microsoft.com/office/drawing/2014/main" id="{F186970D-169B-32CA-653D-E58D971BDEF6}"/>
                    </a:ext>
                  </a:extLst>
                </p:cNvPr>
                <p:cNvSpPr/>
                <p:nvPr/>
              </p:nvSpPr>
              <p:spPr>
                <a:xfrm>
                  <a:off x="4472102" y="1889759"/>
                  <a:ext cx="1199504" cy="3729990"/>
                </a:xfrm>
                <a:custGeom>
                  <a:avLst/>
                  <a:gdLst>
                    <a:gd name="connsiteX0" fmla="*/ 1040741 w 1199504"/>
                    <a:gd name="connsiteY0" fmla="*/ 3729990 h 3729990"/>
                    <a:gd name="connsiteX1" fmla="*/ 69446 w 1199504"/>
                    <a:gd name="connsiteY1" fmla="*/ 65723 h 3729990"/>
                    <a:gd name="connsiteX2" fmla="*/ 0 w 1199504"/>
                    <a:gd name="connsiteY2" fmla="*/ 0 h 3729990"/>
                    <a:gd name="connsiteX3" fmla="*/ 69446 w 1199504"/>
                    <a:gd name="connsiteY3" fmla="*/ 65723 h 3729990"/>
                    <a:gd name="connsiteX4" fmla="*/ 1040741 w 1199504"/>
                    <a:gd name="connsiteY4" fmla="*/ 3729990 h 37299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9504" h="3729990">
                      <a:moveTo>
                        <a:pt x="1040741" y="3729990"/>
                      </a:moveTo>
                      <a:cubicBezTo>
                        <a:pt x="1428878" y="2269808"/>
                        <a:pt x="1105430" y="1047750"/>
                        <a:pt x="69446" y="65723"/>
                      </a:cubicBezTo>
                      <a:lnTo>
                        <a:pt x="0" y="0"/>
                      </a:lnTo>
                      <a:lnTo>
                        <a:pt x="69446" y="65723"/>
                      </a:lnTo>
                      <a:cubicBezTo>
                        <a:pt x="1105430" y="1048703"/>
                        <a:pt x="1428878" y="2269808"/>
                        <a:pt x="1040741" y="3729990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8" name="Freeform 1507">
                  <a:extLst>
                    <a:ext uri="{FF2B5EF4-FFF2-40B4-BE49-F238E27FC236}">
                      <a16:creationId xmlns:a16="http://schemas.microsoft.com/office/drawing/2014/main" id="{B024B232-2F92-4990-5624-3C9CE1538988}"/>
                    </a:ext>
                  </a:extLst>
                </p:cNvPr>
                <p:cNvSpPr/>
                <p:nvPr/>
              </p:nvSpPr>
              <p:spPr>
                <a:xfrm>
                  <a:off x="4157216" y="2313622"/>
                  <a:ext cx="4162962" cy="1540192"/>
                </a:xfrm>
                <a:custGeom>
                  <a:avLst/>
                  <a:gdLst>
                    <a:gd name="connsiteX0" fmla="*/ 4162962 w 4162962"/>
                    <a:gd name="connsiteY0" fmla="*/ 1540193 h 1540192"/>
                    <a:gd name="connsiteX1" fmla="*/ 82765 w 4162962"/>
                    <a:gd name="connsiteY1" fmla="*/ 47625 h 1540192"/>
                    <a:gd name="connsiteX2" fmla="*/ 0 w 4162962"/>
                    <a:gd name="connsiteY2" fmla="*/ 0 h 1540192"/>
                    <a:gd name="connsiteX3" fmla="*/ 82765 w 4162962"/>
                    <a:gd name="connsiteY3" fmla="*/ 47625 h 1540192"/>
                    <a:gd name="connsiteX4" fmla="*/ 4162962 w 4162962"/>
                    <a:gd name="connsiteY4" fmla="*/ 1540193 h 1540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62962" h="1540192">
                      <a:moveTo>
                        <a:pt x="4162962" y="1540193"/>
                      </a:moveTo>
                      <a:cubicBezTo>
                        <a:pt x="2679859" y="1257300"/>
                        <a:pt x="1320428" y="760095"/>
                        <a:pt x="82765" y="47625"/>
                      </a:cubicBezTo>
                      <a:lnTo>
                        <a:pt x="0" y="0"/>
                      </a:lnTo>
                      <a:lnTo>
                        <a:pt x="82765" y="47625"/>
                      </a:lnTo>
                      <a:cubicBezTo>
                        <a:pt x="1320428" y="759143"/>
                        <a:pt x="2679859" y="1257300"/>
                        <a:pt x="4162962" y="1540193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09" name="Freeform 1508">
                  <a:extLst>
                    <a:ext uri="{FF2B5EF4-FFF2-40B4-BE49-F238E27FC236}">
                      <a16:creationId xmlns:a16="http://schemas.microsoft.com/office/drawing/2014/main" id="{C326740D-6C84-4A61-A3F8-CDDB9F221072}"/>
                    </a:ext>
                  </a:extLst>
                </p:cNvPr>
                <p:cNvSpPr/>
                <p:nvPr/>
              </p:nvSpPr>
              <p:spPr>
                <a:xfrm>
                  <a:off x="5963767" y="3793966"/>
                  <a:ext cx="2322164" cy="1898173"/>
                </a:xfrm>
                <a:custGeom>
                  <a:avLst/>
                  <a:gdLst>
                    <a:gd name="connsiteX0" fmla="*/ 0 w 2322164"/>
                    <a:gd name="connsiteY0" fmla="*/ 1898174 h 1898173"/>
                    <a:gd name="connsiteX1" fmla="*/ 2228935 w 2322164"/>
                    <a:gd name="connsiteY1" fmla="*/ 70326 h 1898173"/>
                    <a:gd name="connsiteX2" fmla="*/ 2322164 w 2322164"/>
                    <a:gd name="connsiteY2" fmla="*/ 89376 h 1898173"/>
                    <a:gd name="connsiteX3" fmla="*/ 2228935 w 2322164"/>
                    <a:gd name="connsiteY3" fmla="*/ 70326 h 1898173"/>
                    <a:gd name="connsiteX4" fmla="*/ 0 w 2322164"/>
                    <a:gd name="connsiteY4" fmla="*/ 1898174 h 1898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22164" h="1898173">
                      <a:moveTo>
                        <a:pt x="0" y="1898174"/>
                      </a:moveTo>
                      <a:cubicBezTo>
                        <a:pt x="88472" y="389414"/>
                        <a:pt x="831451" y="-220186"/>
                        <a:pt x="2228935" y="70326"/>
                      </a:cubicBezTo>
                      <a:lnTo>
                        <a:pt x="2322164" y="89376"/>
                      </a:lnTo>
                      <a:lnTo>
                        <a:pt x="2228935" y="70326"/>
                      </a:lnTo>
                      <a:cubicBezTo>
                        <a:pt x="831451" y="-220186"/>
                        <a:pt x="88472" y="389414"/>
                        <a:pt x="0" y="1898174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0" name="Freeform 1509">
                  <a:extLst>
                    <a:ext uri="{FF2B5EF4-FFF2-40B4-BE49-F238E27FC236}">
                      <a16:creationId xmlns:a16="http://schemas.microsoft.com/office/drawing/2014/main" id="{0CF9AABA-DC26-E722-39F1-DB22F820A361}"/>
                    </a:ext>
                  </a:extLst>
                </p:cNvPr>
                <p:cNvSpPr/>
                <p:nvPr/>
              </p:nvSpPr>
              <p:spPr>
                <a:xfrm>
                  <a:off x="4467345" y="1895475"/>
                  <a:ext cx="3673985" cy="948155"/>
                </a:xfrm>
                <a:custGeom>
                  <a:avLst/>
                  <a:gdLst>
                    <a:gd name="connsiteX0" fmla="*/ 3673985 w 3673985"/>
                    <a:gd name="connsiteY0" fmla="*/ 561022 h 948155"/>
                    <a:gd name="connsiteX1" fmla="*/ 69446 w 3673985"/>
                    <a:gd name="connsiteY1" fmla="*/ 64770 h 948155"/>
                    <a:gd name="connsiteX2" fmla="*/ 0 w 3673985"/>
                    <a:gd name="connsiteY2" fmla="*/ 0 h 948155"/>
                    <a:gd name="connsiteX3" fmla="*/ 69446 w 3673985"/>
                    <a:gd name="connsiteY3" fmla="*/ 64770 h 948155"/>
                    <a:gd name="connsiteX4" fmla="*/ 3673985 w 3673985"/>
                    <a:gd name="connsiteY4" fmla="*/ 561022 h 9481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73985" h="948155">
                      <a:moveTo>
                        <a:pt x="3673985" y="561022"/>
                      </a:moveTo>
                      <a:cubicBezTo>
                        <a:pt x="2310749" y="1208723"/>
                        <a:pt x="1108284" y="1043940"/>
                        <a:pt x="69446" y="64770"/>
                      </a:cubicBezTo>
                      <a:lnTo>
                        <a:pt x="0" y="0"/>
                      </a:lnTo>
                      <a:lnTo>
                        <a:pt x="69446" y="64770"/>
                      </a:lnTo>
                      <a:cubicBezTo>
                        <a:pt x="1109235" y="1042988"/>
                        <a:pt x="2310749" y="1208723"/>
                        <a:pt x="3673985" y="561022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1" name="Freeform 1510">
                  <a:extLst>
                    <a:ext uri="{FF2B5EF4-FFF2-40B4-BE49-F238E27FC236}">
                      <a16:creationId xmlns:a16="http://schemas.microsoft.com/office/drawing/2014/main" id="{C9579295-34F7-9F62-EE66-15583390A003}"/>
                    </a:ext>
                  </a:extLst>
                </p:cNvPr>
                <p:cNvSpPr/>
                <p:nvPr/>
              </p:nvSpPr>
              <p:spPr>
                <a:xfrm>
                  <a:off x="3994541" y="2465070"/>
                  <a:ext cx="4150595" cy="548132"/>
                </a:xfrm>
                <a:custGeom>
                  <a:avLst/>
                  <a:gdLst>
                    <a:gd name="connsiteX0" fmla="*/ 4150595 w 4150595"/>
                    <a:gd name="connsiteY0" fmla="*/ 0 h 548132"/>
                    <a:gd name="connsiteX1" fmla="*/ 89424 w 4150595"/>
                    <a:gd name="connsiteY1" fmla="*/ 232410 h 548132"/>
                    <a:gd name="connsiteX2" fmla="*/ 0 w 4150595"/>
                    <a:gd name="connsiteY2" fmla="*/ 200025 h 548132"/>
                    <a:gd name="connsiteX3" fmla="*/ 89424 w 4150595"/>
                    <a:gd name="connsiteY3" fmla="*/ 232410 h 548132"/>
                    <a:gd name="connsiteX4" fmla="*/ 4150595 w 4150595"/>
                    <a:gd name="connsiteY4" fmla="*/ 0 h 548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50595" h="548132">
                      <a:moveTo>
                        <a:pt x="4150595" y="0"/>
                      </a:moveTo>
                      <a:cubicBezTo>
                        <a:pt x="2784504" y="642937"/>
                        <a:pt x="1430780" y="720090"/>
                        <a:pt x="89424" y="232410"/>
                      </a:cubicBezTo>
                      <a:lnTo>
                        <a:pt x="0" y="200025"/>
                      </a:lnTo>
                      <a:lnTo>
                        <a:pt x="89424" y="232410"/>
                      </a:lnTo>
                      <a:cubicBezTo>
                        <a:pt x="1430780" y="720090"/>
                        <a:pt x="2784504" y="642937"/>
                        <a:pt x="4150595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2" name="Freeform 1511">
                  <a:extLst>
                    <a:ext uri="{FF2B5EF4-FFF2-40B4-BE49-F238E27FC236}">
                      <a16:creationId xmlns:a16="http://schemas.microsoft.com/office/drawing/2014/main" id="{E193DAED-1D0C-4C80-7F8F-8E68763F9B9B}"/>
                    </a:ext>
                  </a:extLst>
                </p:cNvPr>
                <p:cNvSpPr/>
                <p:nvPr/>
              </p:nvSpPr>
              <p:spPr>
                <a:xfrm>
                  <a:off x="4461637" y="1902142"/>
                  <a:ext cx="3205937" cy="3159442"/>
                </a:xfrm>
                <a:custGeom>
                  <a:avLst/>
                  <a:gdLst>
                    <a:gd name="connsiteX0" fmla="*/ 3205938 w 3205937"/>
                    <a:gd name="connsiteY0" fmla="*/ 3159443 h 3159442"/>
                    <a:gd name="connsiteX1" fmla="*/ 69446 w 3205937"/>
                    <a:gd name="connsiteY1" fmla="*/ 64770 h 3159442"/>
                    <a:gd name="connsiteX2" fmla="*/ 0 w 3205937"/>
                    <a:gd name="connsiteY2" fmla="*/ 0 h 3159442"/>
                    <a:gd name="connsiteX3" fmla="*/ 69446 w 3205937"/>
                    <a:gd name="connsiteY3" fmla="*/ 64770 h 3159442"/>
                    <a:gd name="connsiteX4" fmla="*/ 3205938 w 3205937"/>
                    <a:gd name="connsiteY4" fmla="*/ 3159443 h 31594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05937" h="3159442">
                      <a:moveTo>
                        <a:pt x="3205938" y="3159443"/>
                      </a:moveTo>
                      <a:cubicBezTo>
                        <a:pt x="2158538" y="2071688"/>
                        <a:pt x="1113041" y="1040130"/>
                        <a:pt x="69446" y="64770"/>
                      </a:cubicBezTo>
                      <a:lnTo>
                        <a:pt x="0" y="0"/>
                      </a:lnTo>
                      <a:lnTo>
                        <a:pt x="69446" y="64770"/>
                      </a:lnTo>
                      <a:cubicBezTo>
                        <a:pt x="1113041" y="1039178"/>
                        <a:pt x="2158538" y="2070735"/>
                        <a:pt x="3205938" y="3159443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3" name="Freeform 1512">
                  <a:extLst>
                    <a:ext uri="{FF2B5EF4-FFF2-40B4-BE49-F238E27FC236}">
                      <a16:creationId xmlns:a16="http://schemas.microsoft.com/office/drawing/2014/main" id="{4DB91A94-E1A6-D2FE-C694-26554F01C946}"/>
                    </a:ext>
                  </a:extLst>
                </p:cNvPr>
                <p:cNvSpPr/>
                <p:nvPr/>
              </p:nvSpPr>
              <p:spPr>
                <a:xfrm>
                  <a:off x="4153411" y="2320290"/>
                  <a:ext cx="3507504" cy="2747009"/>
                </a:xfrm>
                <a:custGeom>
                  <a:avLst/>
                  <a:gdLst>
                    <a:gd name="connsiteX0" fmla="*/ 3507505 w 3507504"/>
                    <a:gd name="connsiteY0" fmla="*/ 2747010 h 2747009"/>
                    <a:gd name="connsiteX1" fmla="*/ 82765 w 3507504"/>
                    <a:gd name="connsiteY1" fmla="*/ 47625 h 2747009"/>
                    <a:gd name="connsiteX2" fmla="*/ 0 w 3507504"/>
                    <a:gd name="connsiteY2" fmla="*/ 0 h 2747009"/>
                    <a:gd name="connsiteX3" fmla="*/ 82765 w 3507504"/>
                    <a:gd name="connsiteY3" fmla="*/ 47625 h 2747009"/>
                    <a:gd name="connsiteX4" fmla="*/ 3507505 w 3507504"/>
                    <a:gd name="connsiteY4" fmla="*/ 2747010 h 27470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07504" h="2747009">
                      <a:moveTo>
                        <a:pt x="3507505" y="2747010"/>
                      </a:moveTo>
                      <a:cubicBezTo>
                        <a:pt x="2463910" y="1654492"/>
                        <a:pt x="1322330" y="755332"/>
                        <a:pt x="82765" y="47625"/>
                      </a:cubicBezTo>
                      <a:lnTo>
                        <a:pt x="0" y="0"/>
                      </a:lnTo>
                      <a:lnTo>
                        <a:pt x="82765" y="47625"/>
                      </a:lnTo>
                      <a:cubicBezTo>
                        <a:pt x="1322330" y="755332"/>
                        <a:pt x="2463910" y="1654492"/>
                        <a:pt x="3507505" y="2747010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4" name="Freeform 1513">
                  <a:extLst>
                    <a:ext uri="{FF2B5EF4-FFF2-40B4-BE49-F238E27FC236}">
                      <a16:creationId xmlns:a16="http://schemas.microsoft.com/office/drawing/2014/main" id="{BD7394B7-9C5A-3872-97BD-286095A41D92}"/>
                    </a:ext>
                  </a:extLst>
                </p:cNvPr>
                <p:cNvSpPr/>
                <p:nvPr/>
              </p:nvSpPr>
              <p:spPr>
                <a:xfrm>
                  <a:off x="3978368" y="3913958"/>
                  <a:ext cx="3676839" cy="1159056"/>
                </a:xfrm>
                <a:custGeom>
                  <a:avLst/>
                  <a:gdLst>
                    <a:gd name="connsiteX0" fmla="*/ 3676840 w 3676839"/>
                    <a:gd name="connsiteY0" fmla="*/ 1159057 h 1159056"/>
                    <a:gd name="connsiteX1" fmla="*/ 90375 w 3676839"/>
                    <a:gd name="connsiteY1" fmla="*/ 202747 h 1159056"/>
                    <a:gd name="connsiteX2" fmla="*/ 0 w 3676839"/>
                    <a:gd name="connsiteY2" fmla="*/ 233227 h 1159056"/>
                    <a:gd name="connsiteX3" fmla="*/ 90375 w 3676839"/>
                    <a:gd name="connsiteY3" fmla="*/ 202747 h 1159056"/>
                    <a:gd name="connsiteX4" fmla="*/ 3676840 w 3676839"/>
                    <a:gd name="connsiteY4" fmla="*/ 1159057 h 11590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676839" h="1159056">
                      <a:moveTo>
                        <a:pt x="3676840" y="1159057"/>
                      </a:moveTo>
                      <a:cubicBezTo>
                        <a:pt x="2638002" y="62729"/>
                        <a:pt x="1442196" y="-255406"/>
                        <a:pt x="90375" y="202747"/>
                      </a:cubicBezTo>
                      <a:lnTo>
                        <a:pt x="0" y="233227"/>
                      </a:lnTo>
                      <a:lnTo>
                        <a:pt x="90375" y="202747"/>
                      </a:lnTo>
                      <a:cubicBezTo>
                        <a:pt x="1442196" y="-255406"/>
                        <a:pt x="2637050" y="62729"/>
                        <a:pt x="3676840" y="1159057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5" name="Freeform 1514">
                  <a:extLst>
                    <a:ext uri="{FF2B5EF4-FFF2-40B4-BE49-F238E27FC236}">
                      <a16:creationId xmlns:a16="http://schemas.microsoft.com/office/drawing/2014/main" id="{EC0C7E92-42E0-9466-7FCE-FD39315695B2}"/>
                    </a:ext>
                  </a:extLst>
                </p:cNvPr>
                <p:cNvSpPr/>
                <p:nvPr/>
              </p:nvSpPr>
              <p:spPr>
                <a:xfrm>
                  <a:off x="3992638" y="2672715"/>
                  <a:ext cx="4359884" cy="605754"/>
                </a:xfrm>
                <a:custGeom>
                  <a:avLst/>
                  <a:gdLst>
                    <a:gd name="connsiteX0" fmla="*/ 4359885 w 4359884"/>
                    <a:gd name="connsiteY0" fmla="*/ 565785 h 605754"/>
                    <a:gd name="connsiteX1" fmla="*/ 89424 w 4359884"/>
                    <a:gd name="connsiteY1" fmla="*/ 32385 h 605754"/>
                    <a:gd name="connsiteX2" fmla="*/ 0 w 4359884"/>
                    <a:gd name="connsiteY2" fmla="*/ 0 h 605754"/>
                    <a:gd name="connsiteX3" fmla="*/ 89424 w 4359884"/>
                    <a:gd name="connsiteY3" fmla="*/ 32385 h 605754"/>
                    <a:gd name="connsiteX4" fmla="*/ 4359885 w 4359884"/>
                    <a:gd name="connsiteY4" fmla="*/ 565785 h 605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59884" h="605754">
                      <a:moveTo>
                        <a:pt x="4359885" y="565785"/>
                      </a:moveTo>
                      <a:cubicBezTo>
                        <a:pt x="2855853" y="693420"/>
                        <a:pt x="1432683" y="515303"/>
                        <a:pt x="89424" y="32385"/>
                      </a:cubicBezTo>
                      <a:lnTo>
                        <a:pt x="0" y="0"/>
                      </a:lnTo>
                      <a:lnTo>
                        <a:pt x="89424" y="32385"/>
                      </a:lnTo>
                      <a:cubicBezTo>
                        <a:pt x="1432683" y="515303"/>
                        <a:pt x="2855853" y="692467"/>
                        <a:pt x="4359885" y="565785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6" name="Freeform 1515">
                  <a:extLst>
                    <a:ext uri="{FF2B5EF4-FFF2-40B4-BE49-F238E27FC236}">
                      <a16:creationId xmlns:a16="http://schemas.microsoft.com/office/drawing/2014/main" id="{D731C07A-0794-F796-2323-2594C90F6649}"/>
                    </a:ext>
                  </a:extLst>
                </p:cNvPr>
                <p:cNvSpPr/>
                <p:nvPr/>
              </p:nvSpPr>
              <p:spPr>
                <a:xfrm>
                  <a:off x="4306573" y="2087879"/>
                  <a:ext cx="4045950" cy="1181965"/>
                </a:xfrm>
                <a:custGeom>
                  <a:avLst/>
                  <a:gdLst>
                    <a:gd name="connsiteX0" fmla="*/ 4045951 w 4045950"/>
                    <a:gd name="connsiteY0" fmla="*/ 1159193 h 1181965"/>
                    <a:gd name="connsiteX1" fmla="*/ 76105 w 4045950"/>
                    <a:gd name="connsiteY1" fmla="*/ 57150 h 1181965"/>
                    <a:gd name="connsiteX2" fmla="*/ 0 w 4045950"/>
                    <a:gd name="connsiteY2" fmla="*/ 0 h 1181965"/>
                    <a:gd name="connsiteX3" fmla="*/ 76105 w 4045950"/>
                    <a:gd name="connsiteY3" fmla="*/ 57150 h 1181965"/>
                    <a:gd name="connsiteX4" fmla="*/ 4045951 w 4045950"/>
                    <a:gd name="connsiteY4" fmla="*/ 1159193 h 11819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45950" h="1181965">
                      <a:moveTo>
                        <a:pt x="4045951" y="1159193"/>
                      </a:moveTo>
                      <a:cubicBezTo>
                        <a:pt x="2540967" y="1281113"/>
                        <a:pt x="1217686" y="913448"/>
                        <a:pt x="76105" y="57150"/>
                      </a:cubicBezTo>
                      <a:lnTo>
                        <a:pt x="0" y="0"/>
                      </a:lnTo>
                      <a:lnTo>
                        <a:pt x="76105" y="57150"/>
                      </a:lnTo>
                      <a:cubicBezTo>
                        <a:pt x="1218637" y="913448"/>
                        <a:pt x="2541919" y="1281113"/>
                        <a:pt x="4045951" y="1159193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7" name="Freeform 1516">
                  <a:extLst>
                    <a:ext uri="{FF2B5EF4-FFF2-40B4-BE49-F238E27FC236}">
                      <a16:creationId xmlns:a16="http://schemas.microsoft.com/office/drawing/2014/main" id="{283A0D52-AC56-56B4-7D2A-878823B8E3E4}"/>
                    </a:ext>
                  </a:extLst>
                </p:cNvPr>
                <p:cNvSpPr/>
                <p:nvPr/>
              </p:nvSpPr>
              <p:spPr>
                <a:xfrm>
                  <a:off x="4149605" y="2328862"/>
                  <a:ext cx="4203868" cy="951509"/>
                </a:xfrm>
                <a:custGeom>
                  <a:avLst/>
                  <a:gdLst>
                    <a:gd name="connsiteX0" fmla="*/ 4203869 w 4203868"/>
                    <a:gd name="connsiteY0" fmla="*/ 926782 h 951509"/>
                    <a:gd name="connsiteX1" fmla="*/ 82765 w 4203868"/>
                    <a:gd name="connsiteY1" fmla="*/ 46672 h 951509"/>
                    <a:gd name="connsiteX2" fmla="*/ 0 w 4203868"/>
                    <a:gd name="connsiteY2" fmla="*/ 0 h 951509"/>
                    <a:gd name="connsiteX3" fmla="*/ 82765 w 4203868"/>
                    <a:gd name="connsiteY3" fmla="*/ 46672 h 951509"/>
                    <a:gd name="connsiteX4" fmla="*/ 4203869 w 4203868"/>
                    <a:gd name="connsiteY4" fmla="*/ 926782 h 951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203868" h="951509">
                      <a:moveTo>
                        <a:pt x="4203869" y="926782"/>
                      </a:moveTo>
                      <a:cubicBezTo>
                        <a:pt x="2698886" y="1042988"/>
                        <a:pt x="1325184" y="749618"/>
                        <a:pt x="82765" y="46672"/>
                      </a:cubicBezTo>
                      <a:lnTo>
                        <a:pt x="0" y="0"/>
                      </a:lnTo>
                      <a:lnTo>
                        <a:pt x="82765" y="46672"/>
                      </a:lnTo>
                      <a:cubicBezTo>
                        <a:pt x="1325184" y="749618"/>
                        <a:pt x="2698886" y="1042988"/>
                        <a:pt x="4203869" y="926782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8" name="Freeform 1517">
                  <a:extLst>
                    <a:ext uri="{FF2B5EF4-FFF2-40B4-BE49-F238E27FC236}">
                      <a16:creationId xmlns:a16="http://schemas.microsoft.com/office/drawing/2014/main" id="{FB853C73-7CD2-1E0F-4E67-DCFC7B382355}"/>
                    </a:ext>
                  </a:extLst>
                </p:cNvPr>
                <p:cNvSpPr/>
                <p:nvPr/>
              </p:nvSpPr>
              <p:spPr>
                <a:xfrm>
                  <a:off x="3981222" y="3264217"/>
                  <a:ext cx="4373203" cy="891539"/>
                </a:xfrm>
                <a:custGeom>
                  <a:avLst/>
                  <a:gdLst>
                    <a:gd name="connsiteX0" fmla="*/ 4373204 w 4373203"/>
                    <a:gd name="connsiteY0" fmla="*/ 0 h 891539"/>
                    <a:gd name="connsiteX1" fmla="*/ 90375 w 4373203"/>
                    <a:gd name="connsiteY1" fmla="*/ 861060 h 891539"/>
                    <a:gd name="connsiteX2" fmla="*/ 0 w 4373203"/>
                    <a:gd name="connsiteY2" fmla="*/ 891540 h 891539"/>
                    <a:gd name="connsiteX3" fmla="*/ 90375 w 4373203"/>
                    <a:gd name="connsiteY3" fmla="*/ 861060 h 891539"/>
                    <a:gd name="connsiteX4" fmla="*/ 4373204 w 4373203"/>
                    <a:gd name="connsiteY4" fmla="*/ 0 h 891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3203" h="891539">
                      <a:moveTo>
                        <a:pt x="4373204" y="0"/>
                      </a:moveTo>
                      <a:cubicBezTo>
                        <a:pt x="2868220" y="110490"/>
                        <a:pt x="1440294" y="397192"/>
                        <a:pt x="90375" y="861060"/>
                      </a:cubicBezTo>
                      <a:lnTo>
                        <a:pt x="0" y="891540"/>
                      </a:lnTo>
                      <a:lnTo>
                        <a:pt x="90375" y="861060"/>
                      </a:lnTo>
                      <a:cubicBezTo>
                        <a:pt x="1440294" y="397192"/>
                        <a:pt x="2867269" y="110490"/>
                        <a:pt x="4373204" y="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19" name="Freeform 1518">
                  <a:extLst>
                    <a:ext uri="{FF2B5EF4-FFF2-40B4-BE49-F238E27FC236}">
                      <a16:creationId xmlns:a16="http://schemas.microsoft.com/office/drawing/2014/main" id="{053DB2B4-A4E0-D11A-87E5-0CD7441EBFF8}"/>
                    </a:ext>
                  </a:extLst>
                </p:cNvPr>
                <p:cNvSpPr/>
                <p:nvPr/>
              </p:nvSpPr>
              <p:spPr>
                <a:xfrm>
                  <a:off x="3946975" y="2714625"/>
                  <a:ext cx="1506718" cy="2737485"/>
                </a:xfrm>
                <a:custGeom>
                  <a:avLst/>
                  <a:gdLst>
                    <a:gd name="connsiteX0" fmla="*/ 0 w 1506718"/>
                    <a:gd name="connsiteY0" fmla="*/ 953 h 2737485"/>
                    <a:gd name="connsiteX1" fmla="*/ 0 w 1506718"/>
                    <a:gd name="connsiteY1" fmla="*/ 0 h 2737485"/>
                    <a:gd name="connsiteX2" fmla="*/ 1232907 w 1506718"/>
                    <a:gd name="connsiteY2" fmla="*/ 2651760 h 2737485"/>
                    <a:gd name="connsiteX3" fmla="*/ 1192000 w 1506718"/>
                    <a:gd name="connsiteY3" fmla="*/ 2737485 h 2737485"/>
                    <a:gd name="connsiteX4" fmla="*/ 1231955 w 1506718"/>
                    <a:gd name="connsiteY4" fmla="*/ 2650808 h 2737485"/>
                    <a:gd name="connsiteX5" fmla="*/ 0 w 1506718"/>
                    <a:gd name="connsiteY5" fmla="*/ 953 h 2737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06718" h="2737485">
                      <a:moveTo>
                        <a:pt x="0" y="953"/>
                      </a:moveTo>
                      <a:cubicBezTo>
                        <a:pt x="0" y="953"/>
                        <a:pt x="0" y="953"/>
                        <a:pt x="0" y="0"/>
                      </a:cubicBezTo>
                      <a:cubicBezTo>
                        <a:pt x="1432683" y="476250"/>
                        <a:pt x="1843652" y="1360170"/>
                        <a:pt x="1232907" y="2651760"/>
                      </a:cubicBezTo>
                      <a:lnTo>
                        <a:pt x="1192000" y="2737485"/>
                      </a:lnTo>
                      <a:lnTo>
                        <a:pt x="1231955" y="2650808"/>
                      </a:lnTo>
                      <a:cubicBezTo>
                        <a:pt x="1843652" y="1360170"/>
                        <a:pt x="1432683" y="476250"/>
                        <a:pt x="0" y="953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0" name="Freeform 1519">
                  <a:extLst>
                    <a:ext uri="{FF2B5EF4-FFF2-40B4-BE49-F238E27FC236}">
                      <a16:creationId xmlns:a16="http://schemas.microsoft.com/office/drawing/2014/main" id="{DD2699F0-8BD0-074D-022E-DF2E5E19706D}"/>
                    </a:ext>
                  </a:extLst>
                </p:cNvPr>
                <p:cNvSpPr/>
                <p:nvPr/>
              </p:nvSpPr>
              <p:spPr>
                <a:xfrm>
                  <a:off x="4584357" y="1741170"/>
                  <a:ext cx="944520" cy="3715702"/>
                </a:xfrm>
                <a:custGeom>
                  <a:avLst/>
                  <a:gdLst>
                    <a:gd name="connsiteX0" fmla="*/ 0 w 944520"/>
                    <a:gd name="connsiteY0" fmla="*/ 0 h 3715702"/>
                    <a:gd name="connsiteX1" fmla="*/ 951 w 944520"/>
                    <a:gd name="connsiteY1" fmla="*/ 0 h 3715702"/>
                    <a:gd name="connsiteX2" fmla="*/ 604086 w 944520"/>
                    <a:gd name="connsiteY2" fmla="*/ 3629978 h 3715702"/>
                    <a:gd name="connsiteX3" fmla="*/ 563179 w 944520"/>
                    <a:gd name="connsiteY3" fmla="*/ 3715703 h 3715702"/>
                    <a:gd name="connsiteX4" fmla="*/ 603135 w 944520"/>
                    <a:gd name="connsiteY4" fmla="*/ 3629025 h 3715702"/>
                    <a:gd name="connsiteX5" fmla="*/ 0 w 944520"/>
                    <a:gd name="connsiteY5" fmla="*/ 0 h 3715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44520" h="3715702">
                      <a:moveTo>
                        <a:pt x="0" y="0"/>
                      </a:moveTo>
                      <a:cubicBezTo>
                        <a:pt x="0" y="0"/>
                        <a:pt x="0" y="0"/>
                        <a:pt x="951" y="0"/>
                      </a:cubicBezTo>
                      <a:cubicBezTo>
                        <a:pt x="1007444" y="1125855"/>
                        <a:pt x="1209124" y="2335530"/>
                        <a:pt x="604086" y="3629978"/>
                      </a:cubicBezTo>
                      <a:lnTo>
                        <a:pt x="563179" y="3715703"/>
                      </a:lnTo>
                      <a:lnTo>
                        <a:pt x="603135" y="3629025"/>
                      </a:lnTo>
                      <a:cubicBezTo>
                        <a:pt x="1208172" y="2335530"/>
                        <a:pt x="1007444" y="1125855"/>
                        <a:pt x="0" y="0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1" name="Freeform 1520">
                  <a:extLst>
                    <a:ext uri="{FF2B5EF4-FFF2-40B4-BE49-F238E27FC236}">
                      <a16:creationId xmlns:a16="http://schemas.microsoft.com/office/drawing/2014/main" id="{D9026ADF-FA51-FF43-DAD0-9A616A079059}"/>
                    </a:ext>
                  </a:extLst>
                </p:cNvPr>
                <p:cNvSpPr/>
                <p:nvPr/>
              </p:nvSpPr>
              <p:spPr>
                <a:xfrm>
                  <a:off x="4012616" y="1733550"/>
                  <a:ext cx="1226616" cy="1163621"/>
                </a:xfrm>
                <a:custGeom>
                  <a:avLst/>
                  <a:gdLst>
                    <a:gd name="connsiteX0" fmla="*/ 580303 w 1226616"/>
                    <a:gd name="connsiteY0" fmla="*/ 0 h 1163621"/>
                    <a:gd name="connsiteX1" fmla="*/ 581255 w 1226616"/>
                    <a:gd name="connsiteY1" fmla="*/ 0 h 1163621"/>
                    <a:gd name="connsiteX2" fmla="*/ 88472 w 1226616"/>
                    <a:gd name="connsiteY2" fmla="*/ 920115 h 1163621"/>
                    <a:gd name="connsiteX3" fmla="*/ 0 w 1226616"/>
                    <a:gd name="connsiteY3" fmla="*/ 884872 h 1163621"/>
                    <a:gd name="connsiteX4" fmla="*/ 88472 w 1226616"/>
                    <a:gd name="connsiteY4" fmla="*/ 919163 h 1163621"/>
                    <a:gd name="connsiteX5" fmla="*/ 580303 w 1226616"/>
                    <a:gd name="connsiteY5" fmla="*/ 952 h 11636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26616" h="1163621">
                      <a:moveTo>
                        <a:pt x="580303" y="0"/>
                      </a:moveTo>
                      <a:cubicBezTo>
                        <a:pt x="580303" y="0"/>
                        <a:pt x="580303" y="0"/>
                        <a:pt x="581255" y="0"/>
                      </a:cubicBezTo>
                      <a:cubicBezTo>
                        <a:pt x="1582991" y="1130618"/>
                        <a:pt x="1418413" y="1437323"/>
                        <a:pt x="88472" y="920115"/>
                      </a:cubicBezTo>
                      <a:lnTo>
                        <a:pt x="0" y="884872"/>
                      </a:lnTo>
                      <a:lnTo>
                        <a:pt x="88472" y="919163"/>
                      </a:lnTo>
                      <a:cubicBezTo>
                        <a:pt x="1418413" y="1437323"/>
                        <a:pt x="1582040" y="1130618"/>
                        <a:pt x="580303" y="952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2" name="Freeform 1521">
                  <a:extLst>
                    <a:ext uri="{FF2B5EF4-FFF2-40B4-BE49-F238E27FC236}">
                      <a16:creationId xmlns:a16="http://schemas.microsoft.com/office/drawing/2014/main" id="{AAABA4C5-3ECD-B501-438A-F024AD8542A8}"/>
                    </a:ext>
                  </a:extLst>
                </p:cNvPr>
                <p:cNvSpPr/>
                <p:nvPr/>
              </p:nvSpPr>
              <p:spPr>
                <a:xfrm>
                  <a:off x="3834720" y="3531853"/>
                  <a:ext cx="1619188" cy="1928828"/>
                </a:xfrm>
                <a:custGeom>
                  <a:avLst/>
                  <a:gdLst>
                    <a:gd name="connsiteX0" fmla="*/ 0 w 1619188"/>
                    <a:gd name="connsiteY0" fmla="*/ 6684 h 1928828"/>
                    <a:gd name="connsiteX1" fmla="*/ 0 w 1619188"/>
                    <a:gd name="connsiteY1" fmla="*/ 5731 h 1928828"/>
                    <a:gd name="connsiteX2" fmla="*/ 1364188 w 1619188"/>
                    <a:gd name="connsiteY2" fmla="*/ 1843104 h 1928828"/>
                    <a:gd name="connsiteX3" fmla="*/ 1323282 w 1619188"/>
                    <a:gd name="connsiteY3" fmla="*/ 1928829 h 1928828"/>
                    <a:gd name="connsiteX4" fmla="*/ 1362286 w 1619188"/>
                    <a:gd name="connsiteY4" fmla="*/ 1842152 h 1928828"/>
                    <a:gd name="connsiteX5" fmla="*/ 0 w 1619188"/>
                    <a:gd name="connsiteY5" fmla="*/ 6684 h 19288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19188" h="1928828">
                      <a:moveTo>
                        <a:pt x="0" y="6684"/>
                      </a:moveTo>
                      <a:cubicBezTo>
                        <a:pt x="0" y="6684"/>
                        <a:pt x="0" y="6684"/>
                        <a:pt x="0" y="5731"/>
                      </a:cubicBezTo>
                      <a:cubicBezTo>
                        <a:pt x="1507837" y="-66659"/>
                        <a:pt x="1962567" y="546752"/>
                        <a:pt x="1364188" y="1843104"/>
                      </a:cubicBezTo>
                      <a:lnTo>
                        <a:pt x="1323282" y="1928829"/>
                      </a:lnTo>
                      <a:lnTo>
                        <a:pt x="1362286" y="1842152"/>
                      </a:lnTo>
                      <a:cubicBezTo>
                        <a:pt x="1961615" y="545799"/>
                        <a:pt x="1506886" y="-66659"/>
                        <a:pt x="0" y="6684"/>
                      </a:cubicBezTo>
                      <a:close/>
                    </a:path>
                  </a:pathLst>
                </a:custGeom>
                <a:solidFill>
                  <a:srgbClr val="8FA38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3" name="Freeform 1522">
                  <a:extLst>
                    <a:ext uri="{FF2B5EF4-FFF2-40B4-BE49-F238E27FC236}">
                      <a16:creationId xmlns:a16="http://schemas.microsoft.com/office/drawing/2014/main" id="{B64DDB49-35D0-1B69-ABEC-F0905C8A9378}"/>
                    </a:ext>
                  </a:extLst>
                </p:cNvPr>
                <p:cNvSpPr/>
                <p:nvPr/>
              </p:nvSpPr>
              <p:spPr>
                <a:xfrm>
                  <a:off x="4824089" y="1587817"/>
                  <a:ext cx="2018694" cy="3981450"/>
                </a:xfrm>
                <a:custGeom>
                  <a:avLst/>
                  <a:gdLst>
                    <a:gd name="connsiteX0" fmla="*/ 2018694 w 2018694"/>
                    <a:gd name="connsiteY0" fmla="*/ 3981450 h 3981450"/>
                    <a:gd name="connsiteX1" fmla="*/ 2017743 w 2018694"/>
                    <a:gd name="connsiteY1" fmla="*/ 3981450 h 3981450"/>
                    <a:gd name="connsiteX2" fmla="*/ 53274 w 2018694"/>
                    <a:gd name="connsiteY2" fmla="*/ 79058 h 3981450"/>
                    <a:gd name="connsiteX3" fmla="*/ 0 w 2018694"/>
                    <a:gd name="connsiteY3" fmla="*/ 0 h 3981450"/>
                    <a:gd name="connsiteX4" fmla="*/ 54225 w 2018694"/>
                    <a:gd name="connsiteY4" fmla="*/ 78105 h 3981450"/>
                    <a:gd name="connsiteX5" fmla="*/ 2018694 w 2018694"/>
                    <a:gd name="connsiteY5" fmla="*/ 3980497 h 39814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18694" h="3981450">
                      <a:moveTo>
                        <a:pt x="2018694" y="3981450"/>
                      </a:moveTo>
                      <a:cubicBezTo>
                        <a:pt x="2018694" y="3981450"/>
                        <a:pt x="2018694" y="3981450"/>
                        <a:pt x="2017743" y="3981450"/>
                      </a:cubicBezTo>
                      <a:cubicBezTo>
                        <a:pt x="1521156" y="2554605"/>
                        <a:pt x="865698" y="1253490"/>
                        <a:pt x="53274" y="79058"/>
                      </a:cubicBezTo>
                      <a:lnTo>
                        <a:pt x="0" y="0"/>
                      </a:lnTo>
                      <a:lnTo>
                        <a:pt x="54225" y="78105"/>
                      </a:lnTo>
                      <a:cubicBezTo>
                        <a:pt x="865698" y="1253490"/>
                        <a:pt x="1521156" y="2553653"/>
                        <a:pt x="2018694" y="3980497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4" name="Freeform 1523">
                  <a:extLst>
                    <a:ext uri="{FF2B5EF4-FFF2-40B4-BE49-F238E27FC236}">
                      <a16:creationId xmlns:a16="http://schemas.microsoft.com/office/drawing/2014/main" id="{B91F5AEE-1BF0-74ED-5CA6-04A7631FD826}"/>
                    </a:ext>
                  </a:extLst>
                </p:cNvPr>
                <p:cNvSpPr/>
                <p:nvPr/>
              </p:nvSpPr>
              <p:spPr>
                <a:xfrm>
                  <a:off x="6434591" y="4476568"/>
                  <a:ext cx="397727" cy="1096508"/>
                </a:xfrm>
                <a:custGeom>
                  <a:avLst/>
                  <a:gdLst>
                    <a:gd name="connsiteX0" fmla="*/ 397727 w 397727"/>
                    <a:gd name="connsiteY0" fmla="*/ 1096508 h 1096508"/>
                    <a:gd name="connsiteX1" fmla="*/ 396776 w 397727"/>
                    <a:gd name="connsiteY1" fmla="*/ 1096508 h 1096508"/>
                    <a:gd name="connsiteX2" fmla="*/ 288326 w 397727"/>
                    <a:gd name="connsiteY2" fmla="*/ 1001258 h 1096508"/>
                    <a:gd name="connsiteX3" fmla="*/ 315914 w 397727"/>
                    <a:gd name="connsiteY3" fmla="*/ 1092699 h 1096508"/>
                    <a:gd name="connsiteX4" fmla="*/ 287374 w 397727"/>
                    <a:gd name="connsiteY4" fmla="*/ 1002211 h 1096508"/>
                    <a:gd name="connsiteX5" fmla="*/ 397727 w 397727"/>
                    <a:gd name="connsiteY5" fmla="*/ 1096508 h 10965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7727" h="1096508">
                      <a:moveTo>
                        <a:pt x="397727" y="1096508"/>
                      </a:moveTo>
                      <a:cubicBezTo>
                        <a:pt x="397727" y="1096508"/>
                        <a:pt x="397727" y="1096508"/>
                        <a:pt x="396776" y="1096508"/>
                      </a:cubicBezTo>
                      <a:cubicBezTo>
                        <a:pt x="-93152" y="-333194"/>
                        <a:pt x="-129302" y="-364626"/>
                        <a:pt x="288326" y="1001258"/>
                      </a:cubicBezTo>
                      <a:lnTo>
                        <a:pt x="315914" y="1092699"/>
                      </a:lnTo>
                      <a:lnTo>
                        <a:pt x="287374" y="1002211"/>
                      </a:lnTo>
                      <a:cubicBezTo>
                        <a:pt x="-129302" y="-364626"/>
                        <a:pt x="-93152" y="-333194"/>
                        <a:pt x="397727" y="1096508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5" name="Freeform 1524">
                  <a:extLst>
                    <a:ext uri="{FF2B5EF4-FFF2-40B4-BE49-F238E27FC236}">
                      <a16:creationId xmlns:a16="http://schemas.microsoft.com/office/drawing/2014/main" id="{F629030D-544A-138E-7364-A96BCC0C88E7}"/>
                    </a:ext>
                  </a:extLst>
                </p:cNvPr>
                <p:cNvSpPr/>
                <p:nvPr/>
              </p:nvSpPr>
              <p:spPr>
                <a:xfrm>
                  <a:off x="4100137" y="2358390"/>
                  <a:ext cx="2659881" cy="3208972"/>
                </a:xfrm>
                <a:custGeom>
                  <a:avLst/>
                  <a:gdLst>
                    <a:gd name="connsiteX0" fmla="*/ 0 w 2659881"/>
                    <a:gd name="connsiteY0" fmla="*/ 952 h 3208972"/>
                    <a:gd name="connsiteX1" fmla="*/ 0 w 2659881"/>
                    <a:gd name="connsiteY1" fmla="*/ 0 h 3208972"/>
                    <a:gd name="connsiteX2" fmla="*/ 2632294 w 2659881"/>
                    <a:gd name="connsiteY2" fmla="*/ 3117533 h 3208972"/>
                    <a:gd name="connsiteX3" fmla="*/ 2659882 w 2659881"/>
                    <a:gd name="connsiteY3" fmla="*/ 3208973 h 3208972"/>
                    <a:gd name="connsiteX4" fmla="*/ 2631342 w 2659881"/>
                    <a:gd name="connsiteY4" fmla="*/ 3118485 h 3208972"/>
                    <a:gd name="connsiteX5" fmla="*/ 0 w 2659881"/>
                    <a:gd name="connsiteY5" fmla="*/ 1905 h 3208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59881" h="3208972">
                      <a:moveTo>
                        <a:pt x="0" y="952"/>
                      </a:moveTo>
                      <a:cubicBezTo>
                        <a:pt x="0" y="952"/>
                        <a:pt x="0" y="952"/>
                        <a:pt x="0" y="0"/>
                      </a:cubicBezTo>
                      <a:cubicBezTo>
                        <a:pt x="1329941" y="714375"/>
                        <a:pt x="2208006" y="1753553"/>
                        <a:pt x="2632294" y="3117533"/>
                      </a:cubicBezTo>
                      <a:lnTo>
                        <a:pt x="2659882" y="3208973"/>
                      </a:lnTo>
                      <a:lnTo>
                        <a:pt x="2631342" y="3118485"/>
                      </a:lnTo>
                      <a:cubicBezTo>
                        <a:pt x="2208006" y="1754505"/>
                        <a:pt x="1330892" y="715328"/>
                        <a:pt x="0" y="1905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6" name="Freeform 1525">
                  <a:extLst>
                    <a:ext uri="{FF2B5EF4-FFF2-40B4-BE49-F238E27FC236}">
                      <a16:creationId xmlns:a16="http://schemas.microsoft.com/office/drawing/2014/main" id="{3E7CB39F-0A53-A1CA-0573-FC675EF52B30}"/>
                    </a:ext>
                  </a:extLst>
                </p:cNvPr>
                <p:cNvSpPr/>
                <p:nvPr/>
              </p:nvSpPr>
              <p:spPr>
                <a:xfrm>
                  <a:off x="4498739" y="1863090"/>
                  <a:ext cx="3727259" cy="2337434"/>
                </a:xfrm>
                <a:custGeom>
                  <a:avLst/>
                  <a:gdLst>
                    <a:gd name="connsiteX0" fmla="*/ 3726308 w 3727259"/>
                    <a:gd name="connsiteY0" fmla="*/ 2336483 h 2337434"/>
                    <a:gd name="connsiteX1" fmla="*/ 3726308 w 3727259"/>
                    <a:gd name="connsiteY1" fmla="*/ 2337435 h 2337434"/>
                    <a:gd name="connsiteX2" fmla="*/ 67543 w 3727259"/>
                    <a:gd name="connsiteY2" fmla="*/ 66675 h 2337434"/>
                    <a:gd name="connsiteX3" fmla="*/ 0 w 3727259"/>
                    <a:gd name="connsiteY3" fmla="*/ 0 h 2337434"/>
                    <a:gd name="connsiteX4" fmla="*/ 68495 w 3727259"/>
                    <a:gd name="connsiteY4" fmla="*/ 66675 h 2337434"/>
                    <a:gd name="connsiteX5" fmla="*/ 3727259 w 3727259"/>
                    <a:gd name="connsiteY5" fmla="*/ 2336483 h 2337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27259" h="2337434">
                      <a:moveTo>
                        <a:pt x="3726308" y="2336483"/>
                      </a:moveTo>
                      <a:cubicBezTo>
                        <a:pt x="3726308" y="2336483"/>
                        <a:pt x="3726308" y="2336483"/>
                        <a:pt x="3726308" y="2337435"/>
                      </a:cubicBezTo>
                      <a:cubicBezTo>
                        <a:pt x="2306943" y="1823085"/>
                        <a:pt x="1087355" y="1065848"/>
                        <a:pt x="67543" y="66675"/>
                      </a:cubicBezTo>
                      <a:lnTo>
                        <a:pt x="0" y="0"/>
                      </a:lnTo>
                      <a:lnTo>
                        <a:pt x="68495" y="66675"/>
                      </a:lnTo>
                      <a:cubicBezTo>
                        <a:pt x="1087355" y="1066800"/>
                        <a:pt x="2306943" y="1823085"/>
                        <a:pt x="3727259" y="2336483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7" name="Freeform 1526">
                  <a:extLst>
                    <a:ext uri="{FF2B5EF4-FFF2-40B4-BE49-F238E27FC236}">
                      <a16:creationId xmlns:a16="http://schemas.microsoft.com/office/drawing/2014/main" id="{1C7632D3-A8ED-0FBD-8ECE-93ACE4ED3178}"/>
                    </a:ext>
                  </a:extLst>
                </p:cNvPr>
                <p:cNvSpPr/>
                <p:nvPr/>
              </p:nvSpPr>
              <p:spPr>
                <a:xfrm>
                  <a:off x="4009762" y="2627947"/>
                  <a:ext cx="4213381" cy="1582102"/>
                </a:xfrm>
                <a:custGeom>
                  <a:avLst/>
                  <a:gdLst>
                    <a:gd name="connsiteX0" fmla="*/ 4212431 w 4213381"/>
                    <a:gd name="connsiteY0" fmla="*/ 1581150 h 1582102"/>
                    <a:gd name="connsiteX1" fmla="*/ 4212431 w 4213381"/>
                    <a:gd name="connsiteY1" fmla="*/ 1582103 h 1582102"/>
                    <a:gd name="connsiteX2" fmla="*/ 88472 w 4213381"/>
                    <a:gd name="connsiteY2" fmla="*/ 34290 h 1582102"/>
                    <a:gd name="connsiteX3" fmla="*/ 0 w 4213381"/>
                    <a:gd name="connsiteY3" fmla="*/ 0 h 1582102"/>
                    <a:gd name="connsiteX4" fmla="*/ 89424 w 4213381"/>
                    <a:gd name="connsiteY4" fmla="*/ 33338 h 1582102"/>
                    <a:gd name="connsiteX5" fmla="*/ 4213382 w 4213381"/>
                    <a:gd name="connsiteY5" fmla="*/ 1581150 h 1582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213381" h="1582102">
                      <a:moveTo>
                        <a:pt x="4212431" y="1581150"/>
                      </a:moveTo>
                      <a:cubicBezTo>
                        <a:pt x="4212431" y="1581150"/>
                        <a:pt x="4212431" y="1581150"/>
                        <a:pt x="4212431" y="1582103"/>
                      </a:cubicBezTo>
                      <a:cubicBezTo>
                        <a:pt x="2795920" y="1061085"/>
                        <a:pt x="1420316" y="544830"/>
                        <a:pt x="88472" y="34290"/>
                      </a:cubicBezTo>
                      <a:lnTo>
                        <a:pt x="0" y="0"/>
                      </a:lnTo>
                      <a:lnTo>
                        <a:pt x="89424" y="33338"/>
                      </a:lnTo>
                      <a:cubicBezTo>
                        <a:pt x="1422219" y="544830"/>
                        <a:pt x="2796872" y="1061085"/>
                        <a:pt x="4213382" y="1581150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8" name="Freeform 1527">
                  <a:extLst>
                    <a:ext uri="{FF2B5EF4-FFF2-40B4-BE49-F238E27FC236}">
                      <a16:creationId xmlns:a16="http://schemas.microsoft.com/office/drawing/2014/main" id="{ED51088A-4D2C-2F6B-BA90-5798DCB30905}"/>
                    </a:ext>
                  </a:extLst>
                </p:cNvPr>
                <p:cNvSpPr/>
                <p:nvPr/>
              </p:nvSpPr>
              <p:spPr>
                <a:xfrm>
                  <a:off x="7122803" y="3824996"/>
                  <a:ext cx="1095584" cy="434583"/>
                </a:xfrm>
                <a:custGeom>
                  <a:avLst/>
                  <a:gdLst>
                    <a:gd name="connsiteX0" fmla="*/ 1095584 w 1095584"/>
                    <a:gd name="connsiteY0" fmla="*/ 394578 h 434583"/>
                    <a:gd name="connsiteX1" fmla="*/ 1095584 w 1095584"/>
                    <a:gd name="connsiteY1" fmla="*/ 395531 h 434583"/>
                    <a:gd name="connsiteX2" fmla="*/ 961449 w 1095584"/>
                    <a:gd name="connsiteY2" fmla="*/ 398388 h 434583"/>
                    <a:gd name="connsiteX3" fmla="*/ 1049921 w 1095584"/>
                    <a:gd name="connsiteY3" fmla="*/ 434583 h 434583"/>
                    <a:gd name="connsiteX4" fmla="*/ 961449 w 1095584"/>
                    <a:gd name="connsiteY4" fmla="*/ 399341 h 434583"/>
                    <a:gd name="connsiteX5" fmla="*/ 1095584 w 1095584"/>
                    <a:gd name="connsiteY5" fmla="*/ 393626 h 4345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95584" h="434583">
                      <a:moveTo>
                        <a:pt x="1095584" y="394578"/>
                      </a:moveTo>
                      <a:cubicBezTo>
                        <a:pt x="1095584" y="394578"/>
                        <a:pt x="1095584" y="394578"/>
                        <a:pt x="1095584" y="395531"/>
                      </a:cubicBezTo>
                      <a:cubicBezTo>
                        <a:pt x="-319024" y="-132154"/>
                        <a:pt x="-363735" y="-131202"/>
                        <a:pt x="961449" y="398388"/>
                      </a:cubicBezTo>
                      <a:lnTo>
                        <a:pt x="1049921" y="434583"/>
                      </a:lnTo>
                      <a:lnTo>
                        <a:pt x="961449" y="399341"/>
                      </a:lnTo>
                      <a:cubicBezTo>
                        <a:pt x="-363735" y="-131202"/>
                        <a:pt x="-319024" y="-133107"/>
                        <a:pt x="1095584" y="393626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9" name="Freeform 1528">
                  <a:extLst>
                    <a:ext uri="{FF2B5EF4-FFF2-40B4-BE49-F238E27FC236}">
                      <a16:creationId xmlns:a16="http://schemas.microsoft.com/office/drawing/2014/main" id="{60654A71-FF98-56A4-EEB1-17BDB4C44D88}"/>
                    </a:ext>
                  </a:extLst>
                </p:cNvPr>
                <p:cNvSpPr/>
                <p:nvPr/>
              </p:nvSpPr>
              <p:spPr>
                <a:xfrm>
                  <a:off x="4491128" y="1170622"/>
                  <a:ext cx="1802745" cy="1360165"/>
                </a:xfrm>
                <a:custGeom>
                  <a:avLst/>
                  <a:gdLst>
                    <a:gd name="connsiteX0" fmla="*/ 1801794 w 1802745"/>
                    <a:gd name="connsiteY0" fmla="*/ 0 h 1360165"/>
                    <a:gd name="connsiteX1" fmla="*/ 1802745 w 1802745"/>
                    <a:gd name="connsiteY1" fmla="*/ 0 h 1360165"/>
                    <a:gd name="connsiteX2" fmla="*/ 67543 w 1802745"/>
                    <a:gd name="connsiteY2" fmla="*/ 766762 h 1360165"/>
                    <a:gd name="connsiteX3" fmla="*/ 0 w 1802745"/>
                    <a:gd name="connsiteY3" fmla="*/ 700087 h 1360165"/>
                    <a:gd name="connsiteX4" fmla="*/ 68495 w 1802745"/>
                    <a:gd name="connsiteY4" fmla="*/ 765810 h 1360165"/>
                    <a:gd name="connsiteX5" fmla="*/ 1801794 w 1802745"/>
                    <a:gd name="connsiteY5" fmla="*/ 0 h 13601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02745" h="1360165">
                      <a:moveTo>
                        <a:pt x="1801794" y="0"/>
                      </a:moveTo>
                      <a:cubicBezTo>
                        <a:pt x="1801794" y="0"/>
                        <a:pt x="1801794" y="0"/>
                        <a:pt x="1802745" y="0"/>
                      </a:cubicBezTo>
                      <a:cubicBezTo>
                        <a:pt x="1670512" y="1505903"/>
                        <a:pt x="1092112" y="1761173"/>
                        <a:pt x="67543" y="766762"/>
                      </a:cubicBezTo>
                      <a:lnTo>
                        <a:pt x="0" y="700087"/>
                      </a:lnTo>
                      <a:lnTo>
                        <a:pt x="68495" y="765810"/>
                      </a:lnTo>
                      <a:cubicBezTo>
                        <a:pt x="1092112" y="1761173"/>
                        <a:pt x="1670512" y="1505903"/>
                        <a:pt x="1801794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0" name="Freeform 1529">
                  <a:extLst>
                    <a:ext uri="{FF2B5EF4-FFF2-40B4-BE49-F238E27FC236}">
                      <a16:creationId xmlns:a16="http://schemas.microsoft.com/office/drawing/2014/main" id="{E9C54266-79BA-EBCB-59C5-52F092C1FF0A}"/>
                    </a:ext>
                  </a:extLst>
                </p:cNvPr>
                <p:cNvSpPr/>
                <p:nvPr/>
              </p:nvSpPr>
              <p:spPr>
                <a:xfrm>
                  <a:off x="4171486" y="1171575"/>
                  <a:ext cx="2133803" cy="1521643"/>
                </a:xfrm>
                <a:custGeom>
                  <a:avLst/>
                  <a:gdLst>
                    <a:gd name="connsiteX0" fmla="*/ 2132852 w 2133803"/>
                    <a:gd name="connsiteY0" fmla="*/ 0 h 1521643"/>
                    <a:gd name="connsiteX1" fmla="*/ 2133804 w 2133803"/>
                    <a:gd name="connsiteY1" fmla="*/ 0 h 1521643"/>
                    <a:gd name="connsiteX2" fmla="*/ 81813 w 2133803"/>
                    <a:gd name="connsiteY2" fmla="*/ 1165860 h 1521643"/>
                    <a:gd name="connsiteX3" fmla="*/ 0 w 2133803"/>
                    <a:gd name="connsiteY3" fmla="*/ 1117283 h 1521643"/>
                    <a:gd name="connsiteX4" fmla="*/ 81813 w 2133803"/>
                    <a:gd name="connsiteY4" fmla="*/ 1164908 h 1521643"/>
                    <a:gd name="connsiteX5" fmla="*/ 2131901 w 2133803"/>
                    <a:gd name="connsiteY5" fmla="*/ 0 h 15216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33803" h="1521643">
                      <a:moveTo>
                        <a:pt x="2132852" y="0"/>
                      </a:moveTo>
                      <a:cubicBezTo>
                        <a:pt x="2132852" y="0"/>
                        <a:pt x="2132852" y="0"/>
                        <a:pt x="2133804" y="0"/>
                      </a:cubicBezTo>
                      <a:cubicBezTo>
                        <a:pt x="1993960" y="1504950"/>
                        <a:pt x="1309963" y="1893570"/>
                        <a:pt x="81813" y="1165860"/>
                      </a:cubicBezTo>
                      <a:lnTo>
                        <a:pt x="0" y="1117283"/>
                      </a:lnTo>
                      <a:lnTo>
                        <a:pt x="81813" y="1164908"/>
                      </a:lnTo>
                      <a:cubicBezTo>
                        <a:pt x="1309963" y="1892618"/>
                        <a:pt x="1993009" y="1504950"/>
                        <a:pt x="2131901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1" name="Freeform 1530">
                  <a:extLst>
                    <a:ext uri="{FF2B5EF4-FFF2-40B4-BE49-F238E27FC236}">
                      <a16:creationId xmlns:a16="http://schemas.microsoft.com/office/drawing/2014/main" id="{6D098A4A-8DC0-5DCE-7B84-980BDE3E618D}"/>
                    </a:ext>
                  </a:extLst>
                </p:cNvPr>
                <p:cNvSpPr/>
                <p:nvPr/>
              </p:nvSpPr>
              <p:spPr>
                <a:xfrm>
                  <a:off x="6212773" y="1171575"/>
                  <a:ext cx="145789" cy="1161910"/>
                </a:xfrm>
                <a:custGeom>
                  <a:avLst/>
                  <a:gdLst>
                    <a:gd name="connsiteX0" fmla="*/ 102029 w 145789"/>
                    <a:gd name="connsiteY0" fmla="*/ 952 h 1161910"/>
                    <a:gd name="connsiteX1" fmla="*/ 102981 w 145789"/>
                    <a:gd name="connsiteY1" fmla="*/ 952 h 1161910"/>
                    <a:gd name="connsiteX2" fmla="*/ 134374 w 145789"/>
                    <a:gd name="connsiteY2" fmla="*/ 128588 h 1161910"/>
                    <a:gd name="connsiteX3" fmla="*/ 145790 w 145789"/>
                    <a:gd name="connsiteY3" fmla="*/ 34290 h 1161910"/>
                    <a:gd name="connsiteX4" fmla="*/ 135325 w 145789"/>
                    <a:gd name="connsiteY4" fmla="*/ 128588 h 1161910"/>
                    <a:gd name="connsiteX5" fmla="*/ 102029 w 145789"/>
                    <a:gd name="connsiteY5" fmla="*/ 0 h 11619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5789" h="1161910">
                      <a:moveTo>
                        <a:pt x="102029" y="952"/>
                      </a:moveTo>
                      <a:cubicBezTo>
                        <a:pt x="102029" y="952"/>
                        <a:pt x="102029" y="952"/>
                        <a:pt x="102981" y="952"/>
                      </a:cubicBezTo>
                      <a:cubicBezTo>
                        <a:pt x="-43522" y="1504950"/>
                        <a:pt x="-33058" y="1547813"/>
                        <a:pt x="134374" y="128588"/>
                      </a:cubicBezTo>
                      <a:lnTo>
                        <a:pt x="145790" y="34290"/>
                      </a:lnTo>
                      <a:lnTo>
                        <a:pt x="135325" y="128588"/>
                      </a:lnTo>
                      <a:cubicBezTo>
                        <a:pt x="-33058" y="1547813"/>
                        <a:pt x="-44473" y="1504950"/>
                        <a:pt x="102029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2" name="Freeform 1531">
                  <a:extLst>
                    <a:ext uri="{FF2B5EF4-FFF2-40B4-BE49-F238E27FC236}">
                      <a16:creationId xmlns:a16="http://schemas.microsoft.com/office/drawing/2014/main" id="{7DA678DF-6D2E-BF6C-2B13-124AEB56625A}"/>
                    </a:ext>
                  </a:extLst>
                </p:cNvPr>
                <p:cNvSpPr/>
                <p:nvPr/>
              </p:nvSpPr>
              <p:spPr>
                <a:xfrm>
                  <a:off x="3909874" y="3713842"/>
                  <a:ext cx="1132828" cy="504780"/>
                </a:xfrm>
                <a:custGeom>
                  <a:avLst/>
                  <a:gdLst>
                    <a:gd name="connsiteX0" fmla="*/ 63738 w 1132828"/>
                    <a:gd name="connsiteY0" fmla="*/ 504780 h 504780"/>
                    <a:gd name="connsiteX1" fmla="*/ 63738 w 1132828"/>
                    <a:gd name="connsiteY1" fmla="*/ 503828 h 504780"/>
                    <a:gd name="connsiteX2" fmla="*/ 93229 w 1132828"/>
                    <a:gd name="connsiteY2" fmla="*/ 161880 h 504780"/>
                    <a:gd name="connsiteX3" fmla="*/ 0 w 1132828"/>
                    <a:gd name="connsiteY3" fmla="*/ 180930 h 504780"/>
                    <a:gd name="connsiteX4" fmla="*/ 93229 w 1132828"/>
                    <a:gd name="connsiteY4" fmla="*/ 160928 h 504780"/>
                    <a:gd name="connsiteX5" fmla="*/ 64690 w 1132828"/>
                    <a:gd name="connsiteY5" fmla="*/ 504780 h 5047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32828" h="504780">
                      <a:moveTo>
                        <a:pt x="63738" y="504780"/>
                      </a:moveTo>
                      <a:cubicBezTo>
                        <a:pt x="63738" y="504780"/>
                        <a:pt x="63738" y="504780"/>
                        <a:pt x="63738" y="503828"/>
                      </a:cubicBezTo>
                      <a:cubicBezTo>
                        <a:pt x="1479298" y="-21952"/>
                        <a:pt x="1488811" y="-136252"/>
                        <a:pt x="93229" y="161880"/>
                      </a:cubicBezTo>
                      <a:lnTo>
                        <a:pt x="0" y="180930"/>
                      </a:lnTo>
                      <a:lnTo>
                        <a:pt x="93229" y="160928"/>
                      </a:lnTo>
                      <a:cubicBezTo>
                        <a:pt x="1488811" y="-136252"/>
                        <a:pt x="1479298" y="-21952"/>
                        <a:pt x="64690" y="504780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3" name="Freeform 1532">
                  <a:extLst>
                    <a:ext uri="{FF2B5EF4-FFF2-40B4-BE49-F238E27FC236}">
                      <a16:creationId xmlns:a16="http://schemas.microsoft.com/office/drawing/2014/main" id="{456603B6-1FD1-3945-E243-F5205FF5CE8B}"/>
                    </a:ext>
                  </a:extLst>
                </p:cNvPr>
                <p:cNvSpPr/>
                <p:nvPr/>
              </p:nvSpPr>
              <p:spPr>
                <a:xfrm>
                  <a:off x="4166729" y="2297429"/>
                  <a:ext cx="3172641" cy="3026092"/>
                </a:xfrm>
                <a:custGeom>
                  <a:avLst/>
                  <a:gdLst>
                    <a:gd name="connsiteX0" fmla="*/ 3172642 w 3172641"/>
                    <a:gd name="connsiteY0" fmla="*/ 3026093 h 3026092"/>
                    <a:gd name="connsiteX1" fmla="*/ 3171690 w 3172641"/>
                    <a:gd name="connsiteY1" fmla="*/ 3026093 h 3026092"/>
                    <a:gd name="connsiteX2" fmla="*/ 81813 w 3172641"/>
                    <a:gd name="connsiteY2" fmla="*/ 48578 h 3026092"/>
                    <a:gd name="connsiteX3" fmla="*/ 0 w 3172641"/>
                    <a:gd name="connsiteY3" fmla="*/ 0 h 3026092"/>
                    <a:gd name="connsiteX4" fmla="*/ 82765 w 3172641"/>
                    <a:gd name="connsiteY4" fmla="*/ 47625 h 3026092"/>
                    <a:gd name="connsiteX5" fmla="*/ 3172642 w 3172641"/>
                    <a:gd name="connsiteY5" fmla="*/ 3026093 h 3026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72641" h="3026092">
                      <a:moveTo>
                        <a:pt x="3172642" y="3026093"/>
                      </a:moveTo>
                      <a:cubicBezTo>
                        <a:pt x="3172642" y="3026093"/>
                        <a:pt x="3172642" y="3026093"/>
                        <a:pt x="3171690" y="3026093"/>
                      </a:cubicBezTo>
                      <a:cubicBezTo>
                        <a:pt x="2344045" y="1762125"/>
                        <a:pt x="1313768" y="769620"/>
                        <a:pt x="81813" y="48578"/>
                      </a:cubicBezTo>
                      <a:lnTo>
                        <a:pt x="0" y="0"/>
                      </a:lnTo>
                      <a:lnTo>
                        <a:pt x="82765" y="47625"/>
                      </a:lnTo>
                      <a:cubicBezTo>
                        <a:pt x="1313768" y="769620"/>
                        <a:pt x="2344045" y="1762125"/>
                        <a:pt x="3172642" y="3026093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4" name="Freeform 1533">
                  <a:extLst>
                    <a:ext uri="{FF2B5EF4-FFF2-40B4-BE49-F238E27FC236}">
                      <a16:creationId xmlns:a16="http://schemas.microsoft.com/office/drawing/2014/main" id="{064D84E7-FF00-6A5F-91DB-2B89EA4869B1}"/>
                    </a:ext>
                  </a:extLst>
                </p:cNvPr>
                <p:cNvSpPr/>
                <p:nvPr/>
              </p:nvSpPr>
              <p:spPr>
                <a:xfrm>
                  <a:off x="4005005" y="2638425"/>
                  <a:ext cx="1231993" cy="2483167"/>
                </a:xfrm>
                <a:custGeom>
                  <a:avLst/>
                  <a:gdLst>
                    <a:gd name="connsiteX0" fmla="*/ 584109 w 1231993"/>
                    <a:gd name="connsiteY0" fmla="*/ 2482215 h 2483167"/>
                    <a:gd name="connsiteX1" fmla="*/ 583157 w 1231993"/>
                    <a:gd name="connsiteY1" fmla="*/ 2482215 h 2483167"/>
                    <a:gd name="connsiteX2" fmla="*/ 88472 w 1231993"/>
                    <a:gd name="connsiteY2" fmla="*/ 34290 h 2483167"/>
                    <a:gd name="connsiteX3" fmla="*/ 0 w 1231993"/>
                    <a:gd name="connsiteY3" fmla="*/ 0 h 2483167"/>
                    <a:gd name="connsiteX4" fmla="*/ 89424 w 1231993"/>
                    <a:gd name="connsiteY4" fmla="*/ 33338 h 2483167"/>
                    <a:gd name="connsiteX5" fmla="*/ 585060 w 1231993"/>
                    <a:gd name="connsiteY5" fmla="*/ 2483168 h 2483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31993" h="2483167">
                      <a:moveTo>
                        <a:pt x="584109" y="2482215"/>
                      </a:moveTo>
                      <a:cubicBezTo>
                        <a:pt x="584109" y="2482215"/>
                        <a:pt x="584109" y="2482215"/>
                        <a:pt x="583157" y="2482215"/>
                      </a:cubicBezTo>
                      <a:cubicBezTo>
                        <a:pt x="1588699" y="1354455"/>
                        <a:pt x="1423170" y="539115"/>
                        <a:pt x="88472" y="34290"/>
                      </a:cubicBezTo>
                      <a:lnTo>
                        <a:pt x="0" y="0"/>
                      </a:lnTo>
                      <a:lnTo>
                        <a:pt x="89424" y="33338"/>
                      </a:lnTo>
                      <a:cubicBezTo>
                        <a:pt x="1424121" y="538163"/>
                        <a:pt x="1589650" y="1355407"/>
                        <a:pt x="585060" y="2483168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5" name="Freeform 1534">
                  <a:extLst>
                    <a:ext uri="{FF2B5EF4-FFF2-40B4-BE49-F238E27FC236}">
                      <a16:creationId xmlns:a16="http://schemas.microsoft.com/office/drawing/2014/main" id="{4D5AAAD2-3B9D-0453-64C9-BF0CACC424A8}"/>
                    </a:ext>
                  </a:extLst>
                </p:cNvPr>
                <p:cNvSpPr/>
                <p:nvPr/>
              </p:nvSpPr>
              <p:spPr>
                <a:xfrm>
                  <a:off x="3861356" y="3474465"/>
                  <a:ext cx="1348329" cy="1640459"/>
                </a:xfrm>
                <a:custGeom>
                  <a:avLst/>
                  <a:gdLst>
                    <a:gd name="connsiteX0" fmla="*/ 720147 w 1348329"/>
                    <a:gd name="connsiteY0" fmla="*/ 1639507 h 1640459"/>
                    <a:gd name="connsiteX1" fmla="*/ 719195 w 1348329"/>
                    <a:gd name="connsiteY1" fmla="*/ 1639507 h 1640459"/>
                    <a:gd name="connsiteX2" fmla="*/ 95132 w 1348329"/>
                    <a:gd name="connsiteY2" fmla="*/ 2160 h 1640459"/>
                    <a:gd name="connsiteX3" fmla="*/ 0 w 1348329"/>
                    <a:gd name="connsiteY3" fmla="*/ 2160 h 1640459"/>
                    <a:gd name="connsiteX4" fmla="*/ 95132 w 1348329"/>
                    <a:gd name="connsiteY4" fmla="*/ 1207 h 1640459"/>
                    <a:gd name="connsiteX5" fmla="*/ 720147 w 1348329"/>
                    <a:gd name="connsiteY5" fmla="*/ 1640460 h 1640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48329" h="1640459">
                      <a:moveTo>
                        <a:pt x="720147" y="1639507"/>
                      </a:moveTo>
                      <a:cubicBezTo>
                        <a:pt x="720147" y="1639507"/>
                        <a:pt x="720147" y="1639507"/>
                        <a:pt x="719195" y="1639507"/>
                      </a:cubicBezTo>
                      <a:cubicBezTo>
                        <a:pt x="1729494" y="516510"/>
                        <a:pt x="1522107" y="-29273"/>
                        <a:pt x="95132" y="2160"/>
                      </a:cubicBezTo>
                      <a:lnTo>
                        <a:pt x="0" y="2160"/>
                      </a:lnTo>
                      <a:cubicBezTo>
                        <a:pt x="0" y="3112"/>
                        <a:pt x="95132" y="1207"/>
                        <a:pt x="95132" y="1207"/>
                      </a:cubicBezTo>
                      <a:cubicBezTo>
                        <a:pt x="1522107" y="-29273"/>
                        <a:pt x="1730445" y="517462"/>
                        <a:pt x="720147" y="1640460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6" name="Freeform 1535">
                  <a:extLst>
                    <a:ext uri="{FF2B5EF4-FFF2-40B4-BE49-F238E27FC236}">
                      <a16:creationId xmlns:a16="http://schemas.microsoft.com/office/drawing/2014/main" id="{6804EC11-9055-AFAC-313F-CBE29D2C59D4}"/>
                    </a:ext>
                  </a:extLst>
                </p:cNvPr>
                <p:cNvSpPr/>
                <p:nvPr/>
              </p:nvSpPr>
              <p:spPr>
                <a:xfrm>
                  <a:off x="4814576" y="1594485"/>
                  <a:ext cx="2737889" cy="961101"/>
                </a:xfrm>
                <a:custGeom>
                  <a:avLst/>
                  <a:gdLst>
                    <a:gd name="connsiteX0" fmla="*/ 2736939 w 2737889"/>
                    <a:gd name="connsiteY0" fmla="*/ 98107 h 961101"/>
                    <a:gd name="connsiteX1" fmla="*/ 2737890 w 2737889"/>
                    <a:gd name="connsiteY1" fmla="*/ 98107 h 961101"/>
                    <a:gd name="connsiteX2" fmla="*/ 54225 w 2737889"/>
                    <a:gd name="connsiteY2" fmla="*/ 78105 h 961101"/>
                    <a:gd name="connsiteX3" fmla="*/ 0 w 2737889"/>
                    <a:gd name="connsiteY3" fmla="*/ 0 h 961101"/>
                    <a:gd name="connsiteX4" fmla="*/ 55177 w 2737889"/>
                    <a:gd name="connsiteY4" fmla="*/ 78105 h 961101"/>
                    <a:gd name="connsiteX5" fmla="*/ 2736939 w 2737889"/>
                    <a:gd name="connsiteY5" fmla="*/ 98107 h 961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37889" h="961101">
                      <a:moveTo>
                        <a:pt x="2736939" y="98107"/>
                      </a:moveTo>
                      <a:cubicBezTo>
                        <a:pt x="2736939" y="98107"/>
                        <a:pt x="2736939" y="98107"/>
                        <a:pt x="2737890" y="98107"/>
                      </a:cubicBezTo>
                      <a:cubicBezTo>
                        <a:pt x="1767547" y="1255395"/>
                        <a:pt x="872358" y="1248728"/>
                        <a:pt x="54225" y="78105"/>
                      </a:cubicBezTo>
                      <a:lnTo>
                        <a:pt x="0" y="0"/>
                      </a:lnTo>
                      <a:lnTo>
                        <a:pt x="55177" y="78105"/>
                      </a:lnTo>
                      <a:cubicBezTo>
                        <a:pt x="872358" y="1248728"/>
                        <a:pt x="1766595" y="1255395"/>
                        <a:pt x="2736939" y="98107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7" name="Freeform 1536">
                  <a:extLst>
                    <a:ext uri="{FF2B5EF4-FFF2-40B4-BE49-F238E27FC236}">
                      <a16:creationId xmlns:a16="http://schemas.microsoft.com/office/drawing/2014/main" id="{F2303CA7-6F20-89A9-B821-132421FBF72E}"/>
                    </a:ext>
                  </a:extLst>
                </p:cNvPr>
                <p:cNvSpPr/>
                <p:nvPr/>
              </p:nvSpPr>
              <p:spPr>
                <a:xfrm>
                  <a:off x="5354924" y="1315402"/>
                  <a:ext cx="2205152" cy="1180863"/>
                </a:xfrm>
                <a:custGeom>
                  <a:avLst/>
                  <a:gdLst>
                    <a:gd name="connsiteX0" fmla="*/ 2204201 w 2205152"/>
                    <a:gd name="connsiteY0" fmla="*/ 383858 h 1180863"/>
                    <a:gd name="connsiteX1" fmla="*/ 2205153 w 2205152"/>
                    <a:gd name="connsiteY1" fmla="*/ 383858 h 1180863"/>
                    <a:gd name="connsiteX2" fmla="*/ 31393 w 2205152"/>
                    <a:gd name="connsiteY2" fmla="*/ 90488 h 1180863"/>
                    <a:gd name="connsiteX3" fmla="*/ 0 w 2205152"/>
                    <a:gd name="connsiteY3" fmla="*/ 0 h 1180863"/>
                    <a:gd name="connsiteX4" fmla="*/ 32345 w 2205152"/>
                    <a:gd name="connsiteY4" fmla="*/ 89535 h 1180863"/>
                    <a:gd name="connsiteX5" fmla="*/ 2204201 w 2205152"/>
                    <a:gd name="connsiteY5" fmla="*/ 381953 h 1180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05152" h="1180863">
                      <a:moveTo>
                        <a:pt x="2204201" y="383858"/>
                      </a:moveTo>
                      <a:cubicBezTo>
                        <a:pt x="2204201" y="383858"/>
                        <a:pt x="2204201" y="383858"/>
                        <a:pt x="2205153" y="383858"/>
                      </a:cubicBezTo>
                      <a:cubicBezTo>
                        <a:pt x="1229101" y="1536383"/>
                        <a:pt x="504198" y="1439228"/>
                        <a:pt x="31393" y="90488"/>
                      </a:cubicBezTo>
                      <a:lnTo>
                        <a:pt x="0" y="0"/>
                      </a:lnTo>
                      <a:lnTo>
                        <a:pt x="32345" y="89535"/>
                      </a:lnTo>
                      <a:cubicBezTo>
                        <a:pt x="504198" y="1437323"/>
                        <a:pt x="1228150" y="1535430"/>
                        <a:pt x="2204201" y="381953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8" name="Freeform 1537">
                  <a:extLst>
                    <a:ext uri="{FF2B5EF4-FFF2-40B4-BE49-F238E27FC236}">
                      <a16:creationId xmlns:a16="http://schemas.microsoft.com/office/drawing/2014/main" id="{18F9C859-B4B2-2EEE-4ED1-7B8BCB0118FB}"/>
                    </a:ext>
                  </a:extLst>
                </p:cNvPr>
                <p:cNvSpPr/>
                <p:nvPr/>
              </p:nvSpPr>
              <p:spPr>
                <a:xfrm>
                  <a:off x="4335112" y="1704975"/>
                  <a:ext cx="3233525" cy="975849"/>
                </a:xfrm>
                <a:custGeom>
                  <a:avLst/>
                  <a:gdLst>
                    <a:gd name="connsiteX0" fmla="*/ 3232575 w 3233525"/>
                    <a:gd name="connsiteY0" fmla="*/ 952 h 975849"/>
                    <a:gd name="connsiteX1" fmla="*/ 3233526 w 3233525"/>
                    <a:gd name="connsiteY1" fmla="*/ 952 h 975849"/>
                    <a:gd name="connsiteX2" fmla="*/ 74203 w 3233525"/>
                    <a:gd name="connsiteY2" fmla="*/ 403860 h 975849"/>
                    <a:gd name="connsiteX3" fmla="*/ 0 w 3233525"/>
                    <a:gd name="connsiteY3" fmla="*/ 344805 h 975849"/>
                    <a:gd name="connsiteX4" fmla="*/ 75154 w 3233525"/>
                    <a:gd name="connsiteY4" fmla="*/ 402908 h 975849"/>
                    <a:gd name="connsiteX5" fmla="*/ 3232575 w 3233525"/>
                    <a:gd name="connsiteY5" fmla="*/ 0 h 9758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33525" h="975849">
                      <a:moveTo>
                        <a:pt x="3232575" y="952"/>
                      </a:moveTo>
                      <a:cubicBezTo>
                        <a:pt x="3232575" y="952"/>
                        <a:pt x="3232575" y="952"/>
                        <a:pt x="3233526" y="952"/>
                      </a:cubicBezTo>
                      <a:cubicBezTo>
                        <a:pt x="2251767" y="1148715"/>
                        <a:pt x="1198659" y="1283018"/>
                        <a:pt x="74203" y="403860"/>
                      </a:cubicBezTo>
                      <a:lnTo>
                        <a:pt x="0" y="344805"/>
                      </a:lnTo>
                      <a:lnTo>
                        <a:pt x="75154" y="402908"/>
                      </a:lnTo>
                      <a:cubicBezTo>
                        <a:pt x="1199611" y="1283018"/>
                        <a:pt x="2251767" y="1148715"/>
                        <a:pt x="3232575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39" name="Freeform 1538">
                  <a:extLst>
                    <a:ext uri="{FF2B5EF4-FFF2-40B4-BE49-F238E27FC236}">
                      <a16:creationId xmlns:a16="http://schemas.microsoft.com/office/drawing/2014/main" id="{FAA9E92C-A1C9-2BC2-BE45-0F2838995FF5}"/>
                    </a:ext>
                  </a:extLst>
                </p:cNvPr>
                <p:cNvSpPr/>
                <p:nvPr/>
              </p:nvSpPr>
              <p:spPr>
                <a:xfrm>
                  <a:off x="4001200" y="2648902"/>
                  <a:ext cx="1979959" cy="3044190"/>
                </a:xfrm>
                <a:custGeom>
                  <a:avLst/>
                  <a:gdLst>
                    <a:gd name="connsiteX0" fmla="*/ 1972080 w 1979959"/>
                    <a:gd name="connsiteY0" fmla="*/ 3044190 h 3044190"/>
                    <a:gd name="connsiteX1" fmla="*/ 1971128 w 1979959"/>
                    <a:gd name="connsiteY1" fmla="*/ 3044190 h 3044190"/>
                    <a:gd name="connsiteX2" fmla="*/ 88472 w 1979959"/>
                    <a:gd name="connsiteY2" fmla="*/ 33338 h 3044190"/>
                    <a:gd name="connsiteX3" fmla="*/ 0 w 1979959"/>
                    <a:gd name="connsiteY3" fmla="*/ 0 h 3044190"/>
                    <a:gd name="connsiteX4" fmla="*/ 89424 w 1979959"/>
                    <a:gd name="connsiteY4" fmla="*/ 32385 h 3044190"/>
                    <a:gd name="connsiteX5" fmla="*/ 1973031 w 1979959"/>
                    <a:gd name="connsiteY5" fmla="*/ 3044190 h 30441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79959" h="3044190">
                      <a:moveTo>
                        <a:pt x="1972080" y="3044190"/>
                      </a:moveTo>
                      <a:cubicBezTo>
                        <a:pt x="1972080" y="3044190"/>
                        <a:pt x="1972080" y="3044190"/>
                        <a:pt x="1971128" y="3044190"/>
                      </a:cubicBezTo>
                      <a:cubicBezTo>
                        <a:pt x="2053893" y="1535430"/>
                        <a:pt x="1426024" y="531495"/>
                        <a:pt x="88472" y="33338"/>
                      </a:cubicBezTo>
                      <a:lnTo>
                        <a:pt x="0" y="0"/>
                      </a:lnTo>
                      <a:lnTo>
                        <a:pt x="89424" y="32385"/>
                      </a:lnTo>
                      <a:cubicBezTo>
                        <a:pt x="1426975" y="531495"/>
                        <a:pt x="2053893" y="1535430"/>
                        <a:pt x="1973031" y="3044190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0" name="Freeform 1539">
                  <a:extLst>
                    <a:ext uri="{FF2B5EF4-FFF2-40B4-BE49-F238E27FC236}">
                      <a16:creationId xmlns:a16="http://schemas.microsoft.com/office/drawing/2014/main" id="{F6F70611-DAAE-7314-0DCC-89D5A7DEFF6A}"/>
                    </a:ext>
                  </a:extLst>
                </p:cNvPr>
                <p:cNvSpPr/>
                <p:nvPr/>
              </p:nvSpPr>
              <p:spPr>
                <a:xfrm>
                  <a:off x="3902263" y="2447925"/>
                  <a:ext cx="4234311" cy="689519"/>
                </a:xfrm>
                <a:custGeom>
                  <a:avLst/>
                  <a:gdLst>
                    <a:gd name="connsiteX0" fmla="*/ 4234311 w 4234311"/>
                    <a:gd name="connsiteY0" fmla="*/ 0 h 689519"/>
                    <a:gd name="connsiteX1" fmla="*/ 4234311 w 4234311"/>
                    <a:gd name="connsiteY1" fmla="*/ 953 h 689519"/>
                    <a:gd name="connsiteX2" fmla="*/ 93229 w 4234311"/>
                    <a:gd name="connsiteY2" fmla="*/ 565785 h 689519"/>
                    <a:gd name="connsiteX3" fmla="*/ 0 w 4234311"/>
                    <a:gd name="connsiteY3" fmla="*/ 546735 h 689519"/>
                    <a:gd name="connsiteX4" fmla="*/ 93229 w 4234311"/>
                    <a:gd name="connsiteY4" fmla="*/ 564832 h 689519"/>
                    <a:gd name="connsiteX5" fmla="*/ 4233360 w 4234311"/>
                    <a:gd name="connsiteY5" fmla="*/ 0 h 689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234311" h="689519">
                      <a:moveTo>
                        <a:pt x="4234311" y="0"/>
                      </a:moveTo>
                      <a:cubicBezTo>
                        <a:pt x="4234311" y="0"/>
                        <a:pt x="4234311" y="0"/>
                        <a:pt x="4234311" y="953"/>
                      </a:cubicBezTo>
                      <a:cubicBezTo>
                        <a:pt x="2872977" y="654368"/>
                        <a:pt x="1492616" y="842963"/>
                        <a:pt x="93229" y="565785"/>
                      </a:cubicBezTo>
                      <a:lnTo>
                        <a:pt x="0" y="546735"/>
                      </a:lnTo>
                      <a:lnTo>
                        <a:pt x="93229" y="564832"/>
                      </a:lnTo>
                      <a:cubicBezTo>
                        <a:pt x="1492616" y="842963"/>
                        <a:pt x="2872977" y="654368"/>
                        <a:pt x="4233360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1" name="Freeform 1540">
                  <a:extLst>
                    <a:ext uri="{FF2B5EF4-FFF2-40B4-BE49-F238E27FC236}">
                      <a16:creationId xmlns:a16="http://schemas.microsoft.com/office/drawing/2014/main" id="{5C539DAA-3FC5-ABA6-6DE4-9004AD9EA54F}"/>
                    </a:ext>
                  </a:extLst>
                </p:cNvPr>
                <p:cNvSpPr/>
                <p:nvPr/>
              </p:nvSpPr>
              <p:spPr>
                <a:xfrm>
                  <a:off x="4327502" y="2057400"/>
                  <a:ext cx="3361953" cy="2981325"/>
                </a:xfrm>
                <a:custGeom>
                  <a:avLst/>
                  <a:gdLst>
                    <a:gd name="connsiteX0" fmla="*/ 3361954 w 3361953"/>
                    <a:gd name="connsiteY0" fmla="*/ 2981325 h 2981325"/>
                    <a:gd name="connsiteX1" fmla="*/ 3361954 w 3361953"/>
                    <a:gd name="connsiteY1" fmla="*/ 2981325 h 2981325"/>
                    <a:gd name="connsiteX2" fmla="*/ 75154 w 3361953"/>
                    <a:gd name="connsiteY2" fmla="*/ 59055 h 2981325"/>
                    <a:gd name="connsiteX3" fmla="*/ 0 w 3361953"/>
                    <a:gd name="connsiteY3" fmla="*/ 0 h 2981325"/>
                    <a:gd name="connsiteX4" fmla="*/ 75154 w 3361953"/>
                    <a:gd name="connsiteY4" fmla="*/ 58103 h 2981325"/>
                    <a:gd name="connsiteX5" fmla="*/ 3361954 w 3361953"/>
                    <a:gd name="connsiteY5" fmla="*/ 2980373 h 2981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61953" h="2981325">
                      <a:moveTo>
                        <a:pt x="3361954" y="2981325"/>
                      </a:moveTo>
                      <a:cubicBezTo>
                        <a:pt x="3361954" y="2981325"/>
                        <a:pt x="3361954" y="2981325"/>
                        <a:pt x="3361954" y="2981325"/>
                      </a:cubicBezTo>
                      <a:cubicBezTo>
                        <a:pt x="2300284" y="1907857"/>
                        <a:pt x="1204367" y="933450"/>
                        <a:pt x="75154" y="59055"/>
                      </a:cubicBezTo>
                      <a:lnTo>
                        <a:pt x="0" y="0"/>
                      </a:lnTo>
                      <a:lnTo>
                        <a:pt x="75154" y="58103"/>
                      </a:lnTo>
                      <a:cubicBezTo>
                        <a:pt x="1203416" y="932497"/>
                        <a:pt x="2299333" y="1906905"/>
                        <a:pt x="3361954" y="2980373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2" name="Freeform 1541">
                  <a:extLst>
                    <a:ext uri="{FF2B5EF4-FFF2-40B4-BE49-F238E27FC236}">
                      <a16:creationId xmlns:a16="http://schemas.microsoft.com/office/drawing/2014/main" id="{CFC32297-2D26-75A0-3A17-C552D25268A6}"/>
                    </a:ext>
                  </a:extLst>
                </p:cNvPr>
                <p:cNvSpPr/>
                <p:nvPr/>
              </p:nvSpPr>
              <p:spPr>
                <a:xfrm>
                  <a:off x="6555539" y="4330946"/>
                  <a:ext cx="1128208" cy="1231653"/>
                </a:xfrm>
                <a:custGeom>
                  <a:avLst/>
                  <a:gdLst>
                    <a:gd name="connsiteX0" fmla="*/ 1126306 w 1128208"/>
                    <a:gd name="connsiteY0" fmla="*/ 715398 h 1231653"/>
                    <a:gd name="connsiteX1" fmla="*/ 1126306 w 1128208"/>
                    <a:gd name="connsiteY1" fmla="*/ 715398 h 1231653"/>
                    <a:gd name="connsiteX2" fmla="*/ 187356 w 1128208"/>
                    <a:gd name="connsiteY2" fmla="*/ 1140214 h 1231653"/>
                    <a:gd name="connsiteX3" fmla="*/ 215895 w 1128208"/>
                    <a:gd name="connsiteY3" fmla="*/ 1231653 h 1231653"/>
                    <a:gd name="connsiteX4" fmla="*/ 186404 w 1128208"/>
                    <a:gd name="connsiteY4" fmla="*/ 1141166 h 1231653"/>
                    <a:gd name="connsiteX5" fmla="*/ 1128208 w 1128208"/>
                    <a:gd name="connsiteY5" fmla="*/ 715398 h 1231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28208" h="1231653">
                      <a:moveTo>
                        <a:pt x="1126306" y="715398"/>
                      </a:moveTo>
                      <a:cubicBezTo>
                        <a:pt x="1126306" y="715398"/>
                        <a:pt x="1126306" y="715398"/>
                        <a:pt x="1126306" y="715398"/>
                      </a:cubicBezTo>
                      <a:cubicBezTo>
                        <a:pt x="69393" y="-363784"/>
                        <a:pt x="-243591" y="-221862"/>
                        <a:pt x="187356" y="1140214"/>
                      </a:cubicBezTo>
                      <a:lnTo>
                        <a:pt x="215895" y="1231653"/>
                      </a:lnTo>
                      <a:lnTo>
                        <a:pt x="186404" y="1141166"/>
                      </a:lnTo>
                      <a:cubicBezTo>
                        <a:pt x="-243591" y="-220909"/>
                        <a:pt x="70344" y="-362832"/>
                        <a:pt x="1128208" y="715398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3" name="Freeform 1542">
                  <a:extLst>
                    <a:ext uri="{FF2B5EF4-FFF2-40B4-BE49-F238E27FC236}">
                      <a16:creationId xmlns:a16="http://schemas.microsoft.com/office/drawing/2014/main" id="{14FD42D0-DD4B-A3B2-B8ED-7FCBCCA44BFC}"/>
                    </a:ext>
                  </a:extLst>
                </p:cNvPr>
                <p:cNvSpPr/>
                <p:nvPr/>
              </p:nvSpPr>
              <p:spPr>
                <a:xfrm>
                  <a:off x="5930470" y="4351324"/>
                  <a:ext cx="1744714" cy="1309382"/>
                </a:xfrm>
                <a:custGeom>
                  <a:avLst/>
                  <a:gdLst>
                    <a:gd name="connsiteX0" fmla="*/ 1743764 w 1744714"/>
                    <a:gd name="connsiteY0" fmla="*/ 702640 h 1309382"/>
                    <a:gd name="connsiteX1" fmla="*/ 1743764 w 1744714"/>
                    <a:gd name="connsiteY1" fmla="*/ 702640 h 1309382"/>
                    <a:gd name="connsiteX2" fmla="*/ 7610 w 1744714"/>
                    <a:gd name="connsiteY2" fmla="*/ 1214133 h 1309382"/>
                    <a:gd name="connsiteX3" fmla="*/ 0 w 1744714"/>
                    <a:gd name="connsiteY3" fmla="*/ 1309383 h 1309382"/>
                    <a:gd name="connsiteX4" fmla="*/ 6659 w 1744714"/>
                    <a:gd name="connsiteY4" fmla="*/ 1214133 h 1309382"/>
                    <a:gd name="connsiteX5" fmla="*/ 1744715 w 1744714"/>
                    <a:gd name="connsiteY5" fmla="*/ 701688 h 1309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44714" h="1309382">
                      <a:moveTo>
                        <a:pt x="1743764" y="702640"/>
                      </a:moveTo>
                      <a:cubicBezTo>
                        <a:pt x="1743764" y="702640"/>
                        <a:pt x="1743764" y="702640"/>
                        <a:pt x="1743764" y="702640"/>
                      </a:cubicBezTo>
                      <a:cubicBezTo>
                        <a:pt x="691607" y="-381305"/>
                        <a:pt x="113207" y="-210807"/>
                        <a:pt x="7610" y="1214133"/>
                      </a:cubicBezTo>
                      <a:lnTo>
                        <a:pt x="0" y="1309383"/>
                      </a:lnTo>
                      <a:lnTo>
                        <a:pt x="6659" y="1214133"/>
                      </a:lnTo>
                      <a:cubicBezTo>
                        <a:pt x="113207" y="-210807"/>
                        <a:pt x="692559" y="-381305"/>
                        <a:pt x="1744715" y="701688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4" name="Freeform 1543">
                  <a:extLst>
                    <a:ext uri="{FF2B5EF4-FFF2-40B4-BE49-F238E27FC236}">
                      <a16:creationId xmlns:a16="http://schemas.microsoft.com/office/drawing/2014/main" id="{EE8587BD-DFD6-2259-4B43-293D738C4DB1}"/>
                    </a:ext>
                  </a:extLst>
                </p:cNvPr>
                <p:cNvSpPr/>
                <p:nvPr/>
              </p:nvSpPr>
              <p:spPr>
                <a:xfrm>
                  <a:off x="6604075" y="3228022"/>
                  <a:ext cx="1747496" cy="2331720"/>
                </a:xfrm>
                <a:custGeom>
                  <a:avLst/>
                  <a:gdLst>
                    <a:gd name="connsiteX0" fmla="*/ 1747496 w 1747496"/>
                    <a:gd name="connsiteY0" fmla="*/ 0 h 2331720"/>
                    <a:gd name="connsiteX1" fmla="*/ 1747496 w 1747496"/>
                    <a:gd name="connsiteY1" fmla="*/ 953 h 2331720"/>
                    <a:gd name="connsiteX2" fmla="*/ 148333 w 1747496"/>
                    <a:gd name="connsiteY2" fmla="*/ 2241233 h 2331720"/>
                    <a:gd name="connsiteX3" fmla="*/ 176873 w 1747496"/>
                    <a:gd name="connsiteY3" fmla="*/ 2331720 h 2331720"/>
                    <a:gd name="connsiteX4" fmla="*/ 147382 w 1747496"/>
                    <a:gd name="connsiteY4" fmla="*/ 2241233 h 2331720"/>
                    <a:gd name="connsiteX5" fmla="*/ 1747496 w 1747496"/>
                    <a:gd name="connsiteY5" fmla="*/ 0 h 2331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47496" h="2331720">
                      <a:moveTo>
                        <a:pt x="1747496" y="0"/>
                      </a:moveTo>
                      <a:cubicBezTo>
                        <a:pt x="1747496" y="0"/>
                        <a:pt x="1747496" y="0"/>
                        <a:pt x="1747496" y="953"/>
                      </a:cubicBezTo>
                      <a:cubicBezTo>
                        <a:pt x="244416" y="134303"/>
                        <a:pt x="-289273" y="881063"/>
                        <a:pt x="148333" y="2241233"/>
                      </a:cubicBezTo>
                      <a:lnTo>
                        <a:pt x="176873" y="2331720"/>
                      </a:lnTo>
                      <a:lnTo>
                        <a:pt x="147382" y="2241233"/>
                      </a:lnTo>
                      <a:cubicBezTo>
                        <a:pt x="-289273" y="881063"/>
                        <a:pt x="244416" y="133350"/>
                        <a:pt x="1747496" y="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5" name="Freeform 1544">
                  <a:extLst>
                    <a:ext uri="{FF2B5EF4-FFF2-40B4-BE49-F238E27FC236}">
                      <a16:creationId xmlns:a16="http://schemas.microsoft.com/office/drawing/2014/main" id="{FA58EDEF-1ABD-E80C-2D76-B7D32C9A4010}"/>
                    </a:ext>
                  </a:extLst>
                </p:cNvPr>
                <p:cNvSpPr/>
                <p:nvPr/>
              </p:nvSpPr>
              <p:spPr>
                <a:xfrm>
                  <a:off x="5444348" y="1204912"/>
                  <a:ext cx="903750" cy="1148937"/>
                </a:xfrm>
                <a:custGeom>
                  <a:avLst/>
                  <a:gdLst>
                    <a:gd name="connsiteX0" fmla="*/ 951 w 903750"/>
                    <a:gd name="connsiteY0" fmla="*/ 52388 h 1148937"/>
                    <a:gd name="connsiteX1" fmla="*/ 1903 w 903750"/>
                    <a:gd name="connsiteY1" fmla="*/ 52388 h 1148937"/>
                    <a:gd name="connsiteX2" fmla="*/ 892335 w 903750"/>
                    <a:gd name="connsiteY2" fmla="*/ 94298 h 1148937"/>
                    <a:gd name="connsiteX3" fmla="*/ 903751 w 903750"/>
                    <a:gd name="connsiteY3" fmla="*/ 0 h 1148937"/>
                    <a:gd name="connsiteX4" fmla="*/ 893286 w 903750"/>
                    <a:gd name="connsiteY4" fmla="*/ 94298 h 1148937"/>
                    <a:gd name="connsiteX5" fmla="*/ 0 w 903750"/>
                    <a:gd name="connsiteY5" fmla="*/ 52388 h 1148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03750" h="1148937">
                      <a:moveTo>
                        <a:pt x="951" y="52388"/>
                      </a:moveTo>
                      <a:cubicBezTo>
                        <a:pt x="951" y="52388"/>
                        <a:pt x="951" y="52388"/>
                        <a:pt x="1903" y="52388"/>
                      </a:cubicBezTo>
                      <a:cubicBezTo>
                        <a:pt x="434752" y="1500188"/>
                        <a:pt x="731563" y="1514475"/>
                        <a:pt x="892335" y="94298"/>
                      </a:cubicBezTo>
                      <a:lnTo>
                        <a:pt x="903751" y="0"/>
                      </a:lnTo>
                      <a:lnTo>
                        <a:pt x="893286" y="94298"/>
                      </a:lnTo>
                      <a:cubicBezTo>
                        <a:pt x="731563" y="1513523"/>
                        <a:pt x="433801" y="1500188"/>
                        <a:pt x="0" y="52388"/>
                      </a:cubicBezTo>
                      <a:close/>
                    </a:path>
                  </a:pathLst>
                </a:custGeom>
                <a:solidFill>
                  <a:srgbClr val="CCCCCC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6" name="Freeform 1545">
                  <a:extLst>
                    <a:ext uri="{FF2B5EF4-FFF2-40B4-BE49-F238E27FC236}">
                      <a16:creationId xmlns:a16="http://schemas.microsoft.com/office/drawing/2014/main" id="{7A134F3F-6407-8A17-5116-D50A947DE916}"/>
                    </a:ext>
                  </a:extLst>
                </p:cNvPr>
                <p:cNvSpPr/>
                <p:nvPr/>
              </p:nvSpPr>
              <p:spPr>
                <a:xfrm>
                  <a:off x="3902263" y="2725102"/>
                  <a:ext cx="1130795" cy="1134427"/>
                </a:xfrm>
                <a:custGeom>
                  <a:avLst/>
                  <a:gdLst>
                    <a:gd name="connsiteX0" fmla="*/ 40907 w 1130795"/>
                    <a:gd name="connsiteY0" fmla="*/ 2857 h 1134427"/>
                    <a:gd name="connsiteX1" fmla="*/ 41858 w 1130795"/>
                    <a:gd name="connsiteY1" fmla="*/ 0 h 1134427"/>
                    <a:gd name="connsiteX2" fmla="*/ 93229 w 1130795"/>
                    <a:gd name="connsiteY2" fmla="*/ 1117282 h 1134427"/>
                    <a:gd name="connsiteX3" fmla="*/ 0 w 1130795"/>
                    <a:gd name="connsiteY3" fmla="*/ 1134428 h 1134427"/>
                    <a:gd name="connsiteX4" fmla="*/ 93229 w 1130795"/>
                    <a:gd name="connsiteY4" fmla="*/ 1114425 h 1134427"/>
                    <a:gd name="connsiteX5" fmla="*/ 40907 w 1130795"/>
                    <a:gd name="connsiteY5" fmla="*/ 2857 h 1134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30795" h="1134427">
                      <a:moveTo>
                        <a:pt x="40907" y="2857"/>
                      </a:moveTo>
                      <a:cubicBezTo>
                        <a:pt x="40907" y="1905"/>
                        <a:pt x="40907" y="952"/>
                        <a:pt x="41858" y="0"/>
                      </a:cubicBezTo>
                      <a:cubicBezTo>
                        <a:pt x="1476444" y="469582"/>
                        <a:pt x="1493567" y="842010"/>
                        <a:pt x="93229" y="1117282"/>
                      </a:cubicBezTo>
                      <a:lnTo>
                        <a:pt x="0" y="1134428"/>
                      </a:lnTo>
                      <a:lnTo>
                        <a:pt x="93229" y="1114425"/>
                      </a:lnTo>
                      <a:cubicBezTo>
                        <a:pt x="1493567" y="841057"/>
                        <a:pt x="1476444" y="470535"/>
                        <a:pt x="40907" y="2857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7" name="Freeform 1546">
                  <a:extLst>
                    <a:ext uri="{FF2B5EF4-FFF2-40B4-BE49-F238E27FC236}">
                      <a16:creationId xmlns:a16="http://schemas.microsoft.com/office/drawing/2014/main" id="{8226D052-0217-B6A3-860B-D3E88F5D98B8}"/>
                    </a:ext>
                  </a:extLst>
                </p:cNvPr>
                <p:cNvSpPr/>
                <p:nvPr/>
              </p:nvSpPr>
              <p:spPr>
                <a:xfrm>
                  <a:off x="4324648" y="1747837"/>
                  <a:ext cx="970400" cy="3048000"/>
                </a:xfrm>
                <a:custGeom>
                  <a:avLst/>
                  <a:gdLst>
                    <a:gd name="connsiteX0" fmla="*/ 250196 w 970400"/>
                    <a:gd name="connsiteY0" fmla="*/ 1905 h 3048000"/>
                    <a:gd name="connsiteX1" fmla="*/ 253050 w 970400"/>
                    <a:gd name="connsiteY1" fmla="*/ 0 h 3048000"/>
                    <a:gd name="connsiteX2" fmla="*/ 76105 w 970400"/>
                    <a:gd name="connsiteY2" fmla="*/ 2990850 h 3048000"/>
                    <a:gd name="connsiteX3" fmla="*/ 0 w 970400"/>
                    <a:gd name="connsiteY3" fmla="*/ 3048000 h 3048000"/>
                    <a:gd name="connsiteX4" fmla="*/ 74203 w 970400"/>
                    <a:gd name="connsiteY4" fmla="*/ 2988945 h 3048000"/>
                    <a:gd name="connsiteX5" fmla="*/ 250196 w 970400"/>
                    <a:gd name="connsiteY5" fmla="*/ 2858 h 304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70400" h="3048000">
                      <a:moveTo>
                        <a:pt x="250196" y="1905"/>
                      </a:moveTo>
                      <a:cubicBezTo>
                        <a:pt x="250196" y="1905"/>
                        <a:pt x="252099" y="0"/>
                        <a:pt x="253050" y="0"/>
                      </a:cubicBezTo>
                      <a:cubicBezTo>
                        <a:pt x="1265251" y="1121093"/>
                        <a:pt x="1206270" y="2118360"/>
                        <a:pt x="76105" y="2990850"/>
                      </a:cubicBezTo>
                      <a:lnTo>
                        <a:pt x="0" y="3048000"/>
                      </a:lnTo>
                      <a:lnTo>
                        <a:pt x="74203" y="2988945"/>
                      </a:lnTo>
                      <a:cubicBezTo>
                        <a:pt x="1205318" y="2118360"/>
                        <a:pt x="1264300" y="1122998"/>
                        <a:pt x="250196" y="2858"/>
                      </a:cubicBezTo>
                      <a:close/>
                    </a:path>
                  </a:pathLst>
                </a:custGeom>
                <a:solidFill>
                  <a:srgbClr val="A186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8" name="Freeform 1547">
                  <a:extLst>
                    <a:ext uri="{FF2B5EF4-FFF2-40B4-BE49-F238E27FC236}">
                      <a16:creationId xmlns:a16="http://schemas.microsoft.com/office/drawing/2014/main" id="{BC044441-3E85-B86B-DF30-CAE9699F451A}"/>
                    </a:ext>
                  </a:extLst>
                </p:cNvPr>
                <p:cNvSpPr/>
                <p:nvPr/>
              </p:nvSpPr>
              <p:spPr>
                <a:xfrm>
                  <a:off x="3905117" y="3781344"/>
                  <a:ext cx="2962400" cy="1780303"/>
                </a:xfrm>
                <a:custGeom>
                  <a:avLst/>
                  <a:gdLst>
                    <a:gd name="connsiteX0" fmla="*/ 2961449 w 2962400"/>
                    <a:gd name="connsiteY0" fmla="*/ 1779351 h 1780303"/>
                    <a:gd name="connsiteX1" fmla="*/ 2958595 w 2962400"/>
                    <a:gd name="connsiteY1" fmla="*/ 1780304 h 1780303"/>
                    <a:gd name="connsiteX2" fmla="*/ 93229 w 2962400"/>
                    <a:gd name="connsiteY2" fmla="*/ 72471 h 1780303"/>
                    <a:gd name="connsiteX3" fmla="*/ 0 w 2962400"/>
                    <a:gd name="connsiteY3" fmla="*/ 89616 h 1780303"/>
                    <a:gd name="connsiteX4" fmla="*/ 93229 w 2962400"/>
                    <a:gd name="connsiteY4" fmla="*/ 69613 h 1780303"/>
                    <a:gd name="connsiteX5" fmla="*/ 2962401 w 2962400"/>
                    <a:gd name="connsiteY5" fmla="*/ 1779351 h 178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62400" h="1780303">
                      <a:moveTo>
                        <a:pt x="2961449" y="1779351"/>
                      </a:moveTo>
                      <a:cubicBezTo>
                        <a:pt x="2960498" y="1779351"/>
                        <a:pt x="2959547" y="1779351"/>
                        <a:pt x="2958595" y="1780304"/>
                      </a:cubicBezTo>
                      <a:cubicBezTo>
                        <a:pt x="2446787" y="358221"/>
                        <a:pt x="1491665" y="-210422"/>
                        <a:pt x="93229" y="72471"/>
                      </a:cubicBezTo>
                      <a:lnTo>
                        <a:pt x="0" y="89616"/>
                      </a:lnTo>
                      <a:lnTo>
                        <a:pt x="93229" y="69613"/>
                      </a:lnTo>
                      <a:cubicBezTo>
                        <a:pt x="1492616" y="-211374"/>
                        <a:pt x="2448690" y="358221"/>
                        <a:pt x="2962401" y="1779351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9" name="Freeform 1548">
                  <a:extLst>
                    <a:ext uri="{FF2B5EF4-FFF2-40B4-BE49-F238E27FC236}">
                      <a16:creationId xmlns:a16="http://schemas.microsoft.com/office/drawing/2014/main" id="{550DE30B-EC12-DADD-F48A-5C918849E796}"/>
                    </a:ext>
                  </a:extLst>
                </p:cNvPr>
                <p:cNvSpPr/>
                <p:nvPr/>
              </p:nvSpPr>
              <p:spPr>
                <a:xfrm>
                  <a:off x="4356992" y="2021204"/>
                  <a:ext cx="2497206" cy="3544252"/>
                </a:xfrm>
                <a:custGeom>
                  <a:avLst/>
                  <a:gdLst>
                    <a:gd name="connsiteX0" fmla="*/ 2497207 w 2497206"/>
                    <a:gd name="connsiteY0" fmla="*/ 3543300 h 3544252"/>
                    <a:gd name="connsiteX1" fmla="*/ 2494353 w 2497206"/>
                    <a:gd name="connsiteY1" fmla="*/ 3544253 h 3544252"/>
                    <a:gd name="connsiteX2" fmla="*/ 73251 w 2497206"/>
                    <a:gd name="connsiteY2" fmla="*/ 60960 h 3544252"/>
                    <a:gd name="connsiteX3" fmla="*/ 0 w 2497206"/>
                    <a:gd name="connsiteY3" fmla="*/ 0 h 3544252"/>
                    <a:gd name="connsiteX4" fmla="*/ 75154 w 2497206"/>
                    <a:gd name="connsiteY4" fmla="*/ 59055 h 3544252"/>
                    <a:gd name="connsiteX5" fmla="*/ 2497207 w 2497206"/>
                    <a:gd name="connsiteY5" fmla="*/ 3543300 h 35442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7206" h="3544252">
                      <a:moveTo>
                        <a:pt x="2497207" y="3543300"/>
                      </a:moveTo>
                      <a:cubicBezTo>
                        <a:pt x="2496255" y="3543300"/>
                        <a:pt x="2495304" y="3543300"/>
                        <a:pt x="2494353" y="3544253"/>
                      </a:cubicBezTo>
                      <a:cubicBezTo>
                        <a:pt x="1991106" y="2119313"/>
                        <a:pt x="1183438" y="958215"/>
                        <a:pt x="73251" y="60960"/>
                      </a:cubicBezTo>
                      <a:lnTo>
                        <a:pt x="0" y="0"/>
                      </a:lnTo>
                      <a:lnTo>
                        <a:pt x="75154" y="59055"/>
                      </a:lnTo>
                      <a:cubicBezTo>
                        <a:pt x="1184390" y="958215"/>
                        <a:pt x="1992057" y="2119313"/>
                        <a:pt x="2497207" y="3543300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0" name="Freeform 1549">
                  <a:extLst>
                    <a:ext uri="{FF2B5EF4-FFF2-40B4-BE49-F238E27FC236}">
                      <a16:creationId xmlns:a16="http://schemas.microsoft.com/office/drawing/2014/main" id="{0AD0F40E-06A0-7A1B-13BA-1D76FE3C9CD5}"/>
                    </a:ext>
                  </a:extLst>
                </p:cNvPr>
                <p:cNvSpPr/>
                <p:nvPr/>
              </p:nvSpPr>
              <p:spPr>
                <a:xfrm>
                  <a:off x="3907020" y="2379345"/>
                  <a:ext cx="1164064" cy="1504949"/>
                </a:xfrm>
                <a:custGeom>
                  <a:avLst/>
                  <a:gdLst>
                    <a:gd name="connsiteX0" fmla="*/ 180750 w 1164064"/>
                    <a:gd name="connsiteY0" fmla="*/ 2858 h 1504949"/>
                    <a:gd name="connsiteX1" fmla="*/ 182653 w 1164064"/>
                    <a:gd name="connsiteY1" fmla="*/ 0 h 1504949"/>
                    <a:gd name="connsiteX2" fmla="*/ 93229 w 1164064"/>
                    <a:gd name="connsiteY2" fmla="*/ 1486852 h 1504949"/>
                    <a:gd name="connsiteX3" fmla="*/ 0 w 1164064"/>
                    <a:gd name="connsiteY3" fmla="*/ 1504950 h 1504949"/>
                    <a:gd name="connsiteX4" fmla="*/ 93229 w 1164064"/>
                    <a:gd name="connsiteY4" fmla="*/ 1483995 h 1504949"/>
                    <a:gd name="connsiteX5" fmla="*/ 181702 w 1164064"/>
                    <a:gd name="connsiteY5" fmla="*/ 2858 h 1504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4064" h="1504949">
                      <a:moveTo>
                        <a:pt x="180750" y="2858"/>
                      </a:moveTo>
                      <a:cubicBezTo>
                        <a:pt x="180750" y="1905"/>
                        <a:pt x="181702" y="952"/>
                        <a:pt x="182653" y="0"/>
                      </a:cubicBezTo>
                      <a:cubicBezTo>
                        <a:pt x="1520204" y="700087"/>
                        <a:pt x="1490714" y="1196340"/>
                        <a:pt x="93229" y="1486852"/>
                      </a:cubicBezTo>
                      <a:lnTo>
                        <a:pt x="0" y="1504950"/>
                      </a:lnTo>
                      <a:lnTo>
                        <a:pt x="93229" y="1483995"/>
                      </a:lnTo>
                      <a:cubicBezTo>
                        <a:pt x="1490714" y="1194435"/>
                        <a:pt x="1520204" y="701040"/>
                        <a:pt x="181702" y="2858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1" name="Freeform 1550">
                  <a:extLst>
                    <a:ext uri="{FF2B5EF4-FFF2-40B4-BE49-F238E27FC236}">
                      <a16:creationId xmlns:a16="http://schemas.microsoft.com/office/drawing/2014/main" id="{92232DBE-6A5B-1966-D0F0-714235F06000}"/>
                    </a:ext>
                  </a:extLst>
                </p:cNvPr>
                <p:cNvSpPr/>
                <p:nvPr/>
              </p:nvSpPr>
              <p:spPr>
                <a:xfrm>
                  <a:off x="3907020" y="2367915"/>
                  <a:ext cx="1165555" cy="751518"/>
                </a:xfrm>
                <a:custGeom>
                  <a:avLst/>
                  <a:gdLst>
                    <a:gd name="connsiteX0" fmla="*/ 186458 w 1165555"/>
                    <a:gd name="connsiteY0" fmla="*/ 2857 h 751518"/>
                    <a:gd name="connsiteX1" fmla="*/ 188361 w 1165555"/>
                    <a:gd name="connsiteY1" fmla="*/ 0 h 751518"/>
                    <a:gd name="connsiteX2" fmla="*/ 93229 w 1165555"/>
                    <a:gd name="connsiteY2" fmla="*/ 623888 h 751518"/>
                    <a:gd name="connsiteX3" fmla="*/ 0 w 1165555"/>
                    <a:gd name="connsiteY3" fmla="*/ 602932 h 751518"/>
                    <a:gd name="connsiteX4" fmla="*/ 93229 w 1165555"/>
                    <a:gd name="connsiteY4" fmla="*/ 621030 h 751518"/>
                    <a:gd name="connsiteX5" fmla="*/ 185507 w 1165555"/>
                    <a:gd name="connsiteY5" fmla="*/ 2857 h 751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5555" h="751518">
                      <a:moveTo>
                        <a:pt x="186458" y="2857"/>
                      </a:moveTo>
                      <a:cubicBezTo>
                        <a:pt x="186458" y="1905"/>
                        <a:pt x="187410" y="952"/>
                        <a:pt x="188361" y="0"/>
                      </a:cubicBezTo>
                      <a:cubicBezTo>
                        <a:pt x="1522107" y="707707"/>
                        <a:pt x="1490714" y="915353"/>
                        <a:pt x="93229" y="623888"/>
                      </a:cubicBezTo>
                      <a:lnTo>
                        <a:pt x="0" y="602932"/>
                      </a:lnTo>
                      <a:lnTo>
                        <a:pt x="93229" y="621030"/>
                      </a:lnTo>
                      <a:cubicBezTo>
                        <a:pt x="1489762" y="914400"/>
                        <a:pt x="1520204" y="708660"/>
                        <a:pt x="185507" y="2857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2" name="Freeform 1551">
                  <a:extLst>
                    <a:ext uri="{FF2B5EF4-FFF2-40B4-BE49-F238E27FC236}">
                      <a16:creationId xmlns:a16="http://schemas.microsoft.com/office/drawing/2014/main" id="{4A071128-EEF8-3810-7657-4741482C3E06}"/>
                    </a:ext>
                  </a:extLst>
                </p:cNvPr>
                <p:cNvSpPr/>
                <p:nvPr/>
              </p:nvSpPr>
              <p:spPr>
                <a:xfrm>
                  <a:off x="3977417" y="2595562"/>
                  <a:ext cx="1094480" cy="1635442"/>
                </a:xfrm>
                <a:custGeom>
                  <a:avLst/>
                  <a:gdLst>
                    <a:gd name="connsiteX0" fmla="*/ 951 w 1094480"/>
                    <a:gd name="connsiteY0" fmla="*/ 1635443 h 1635442"/>
                    <a:gd name="connsiteX1" fmla="*/ 0 w 1094480"/>
                    <a:gd name="connsiteY1" fmla="*/ 1632585 h 1635442"/>
                    <a:gd name="connsiteX2" fmla="*/ 132233 w 1094480"/>
                    <a:gd name="connsiteY2" fmla="*/ 37147 h 1635442"/>
                    <a:gd name="connsiteX3" fmla="*/ 44712 w 1094480"/>
                    <a:gd name="connsiteY3" fmla="*/ 0 h 1635442"/>
                    <a:gd name="connsiteX4" fmla="*/ 133184 w 1094480"/>
                    <a:gd name="connsiteY4" fmla="*/ 34290 h 1635442"/>
                    <a:gd name="connsiteX5" fmla="*/ 951 w 1094480"/>
                    <a:gd name="connsiteY5" fmla="*/ 1635443 h 16354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94480" h="1635442">
                      <a:moveTo>
                        <a:pt x="951" y="1635443"/>
                      </a:moveTo>
                      <a:cubicBezTo>
                        <a:pt x="951" y="1634490"/>
                        <a:pt x="951" y="1633538"/>
                        <a:pt x="0" y="1632585"/>
                      </a:cubicBezTo>
                      <a:cubicBezTo>
                        <a:pt x="1412705" y="1100138"/>
                        <a:pt x="1456466" y="568643"/>
                        <a:pt x="132233" y="37147"/>
                      </a:cubicBezTo>
                      <a:lnTo>
                        <a:pt x="44712" y="0"/>
                      </a:lnTo>
                      <a:lnTo>
                        <a:pt x="133184" y="34290"/>
                      </a:lnTo>
                      <a:cubicBezTo>
                        <a:pt x="1457417" y="567690"/>
                        <a:pt x="1413657" y="1101090"/>
                        <a:pt x="951" y="1635443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3" name="Freeform 1552">
                  <a:extLst>
                    <a:ext uri="{FF2B5EF4-FFF2-40B4-BE49-F238E27FC236}">
                      <a16:creationId xmlns:a16="http://schemas.microsoft.com/office/drawing/2014/main" id="{E9F641C8-BA2F-1F4A-DE8E-EE325A283545}"/>
                    </a:ext>
                  </a:extLst>
                </p:cNvPr>
                <p:cNvSpPr/>
                <p:nvPr/>
              </p:nvSpPr>
              <p:spPr>
                <a:xfrm>
                  <a:off x="4016421" y="2607945"/>
                  <a:ext cx="3344829" cy="2703195"/>
                </a:xfrm>
                <a:custGeom>
                  <a:avLst/>
                  <a:gdLst>
                    <a:gd name="connsiteX0" fmla="*/ 3343879 w 3344829"/>
                    <a:gd name="connsiteY0" fmla="*/ 2701290 h 2703195"/>
                    <a:gd name="connsiteX1" fmla="*/ 3341024 w 3344829"/>
                    <a:gd name="connsiteY1" fmla="*/ 2703195 h 2703195"/>
                    <a:gd name="connsiteX2" fmla="*/ 87521 w 3344829"/>
                    <a:gd name="connsiteY2" fmla="*/ 36195 h 2703195"/>
                    <a:gd name="connsiteX3" fmla="*/ 0 w 3344829"/>
                    <a:gd name="connsiteY3" fmla="*/ 0 h 2703195"/>
                    <a:gd name="connsiteX4" fmla="*/ 89424 w 3344829"/>
                    <a:gd name="connsiteY4" fmla="*/ 33338 h 2703195"/>
                    <a:gd name="connsiteX5" fmla="*/ 3344830 w 3344829"/>
                    <a:gd name="connsiteY5" fmla="*/ 2702243 h 2703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44829" h="2703195">
                      <a:moveTo>
                        <a:pt x="3343879" y="2701290"/>
                      </a:moveTo>
                      <a:cubicBezTo>
                        <a:pt x="3343879" y="2701290"/>
                        <a:pt x="3341976" y="2702243"/>
                        <a:pt x="3341024" y="2703195"/>
                      </a:cubicBezTo>
                      <a:cubicBezTo>
                        <a:pt x="2500061" y="1448752"/>
                        <a:pt x="1415560" y="559118"/>
                        <a:pt x="87521" y="36195"/>
                      </a:cubicBezTo>
                      <a:lnTo>
                        <a:pt x="0" y="0"/>
                      </a:lnTo>
                      <a:lnTo>
                        <a:pt x="89424" y="33338"/>
                      </a:lnTo>
                      <a:cubicBezTo>
                        <a:pt x="1416511" y="559118"/>
                        <a:pt x="2501012" y="1447800"/>
                        <a:pt x="3344830" y="2702243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4" name="Freeform 1553">
                  <a:extLst>
                    <a:ext uri="{FF2B5EF4-FFF2-40B4-BE49-F238E27FC236}">
                      <a16:creationId xmlns:a16="http://schemas.microsoft.com/office/drawing/2014/main" id="{D0FB077C-F326-CF6C-5589-7B07DE2032CA}"/>
                    </a:ext>
                  </a:extLst>
                </p:cNvPr>
                <p:cNvSpPr/>
                <p:nvPr/>
              </p:nvSpPr>
              <p:spPr>
                <a:xfrm>
                  <a:off x="4349382" y="2031682"/>
                  <a:ext cx="3000453" cy="3287077"/>
                </a:xfrm>
                <a:custGeom>
                  <a:avLst/>
                  <a:gdLst>
                    <a:gd name="connsiteX0" fmla="*/ 3000453 w 3000453"/>
                    <a:gd name="connsiteY0" fmla="*/ 3285173 h 3287077"/>
                    <a:gd name="connsiteX1" fmla="*/ 2997599 w 3000453"/>
                    <a:gd name="connsiteY1" fmla="*/ 3287078 h 3287077"/>
                    <a:gd name="connsiteX2" fmla="*/ 73252 w 3000453"/>
                    <a:gd name="connsiteY2" fmla="*/ 60960 h 3287077"/>
                    <a:gd name="connsiteX3" fmla="*/ 0 w 3000453"/>
                    <a:gd name="connsiteY3" fmla="*/ 0 h 3287077"/>
                    <a:gd name="connsiteX4" fmla="*/ 75154 w 3000453"/>
                    <a:gd name="connsiteY4" fmla="*/ 58102 h 3287077"/>
                    <a:gd name="connsiteX5" fmla="*/ 3000453 w 3000453"/>
                    <a:gd name="connsiteY5" fmla="*/ 3284220 h 32870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00453" h="3287077">
                      <a:moveTo>
                        <a:pt x="3000453" y="3285173"/>
                      </a:moveTo>
                      <a:cubicBezTo>
                        <a:pt x="2999502" y="3285173"/>
                        <a:pt x="2998550" y="3286125"/>
                        <a:pt x="2997599" y="3287078"/>
                      </a:cubicBezTo>
                      <a:cubicBezTo>
                        <a:pt x="2163294" y="2027873"/>
                        <a:pt x="1189146" y="952500"/>
                        <a:pt x="73252" y="60960"/>
                      </a:cubicBezTo>
                      <a:lnTo>
                        <a:pt x="0" y="0"/>
                      </a:lnTo>
                      <a:lnTo>
                        <a:pt x="75154" y="58102"/>
                      </a:lnTo>
                      <a:cubicBezTo>
                        <a:pt x="1189146" y="950595"/>
                        <a:pt x="2164246" y="2025968"/>
                        <a:pt x="3000453" y="3284220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5" name="Freeform 1554">
                  <a:extLst>
                    <a:ext uri="{FF2B5EF4-FFF2-40B4-BE49-F238E27FC236}">
                      <a16:creationId xmlns:a16="http://schemas.microsoft.com/office/drawing/2014/main" id="{DFECEF42-E813-7D2C-2F9F-B04B77ECCD33}"/>
                    </a:ext>
                  </a:extLst>
                </p:cNvPr>
                <p:cNvSpPr/>
                <p:nvPr/>
              </p:nvSpPr>
              <p:spPr>
                <a:xfrm>
                  <a:off x="3964099" y="3897024"/>
                  <a:ext cx="1267763" cy="1232188"/>
                </a:xfrm>
                <a:custGeom>
                  <a:avLst/>
                  <a:gdLst>
                    <a:gd name="connsiteX0" fmla="*/ 634528 w 1267763"/>
                    <a:gd name="connsiteY0" fmla="*/ 1232188 h 1232188"/>
                    <a:gd name="connsiteX1" fmla="*/ 631674 w 1267763"/>
                    <a:gd name="connsiteY1" fmla="*/ 1230283 h 1232188"/>
                    <a:gd name="connsiteX2" fmla="*/ 91326 w 1267763"/>
                    <a:gd name="connsiteY2" fmla="*/ 180628 h 1232188"/>
                    <a:gd name="connsiteX3" fmla="*/ 0 w 1267763"/>
                    <a:gd name="connsiteY3" fmla="*/ 208251 h 1232188"/>
                    <a:gd name="connsiteX4" fmla="*/ 90375 w 1267763"/>
                    <a:gd name="connsiteY4" fmla="*/ 177771 h 1232188"/>
                    <a:gd name="connsiteX5" fmla="*/ 634528 w 1267763"/>
                    <a:gd name="connsiteY5" fmla="*/ 1232188 h 1232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67763" h="1232188">
                      <a:moveTo>
                        <a:pt x="634528" y="1232188"/>
                      </a:moveTo>
                      <a:cubicBezTo>
                        <a:pt x="634528" y="1232188"/>
                        <a:pt x="632626" y="1230283"/>
                        <a:pt x="631674" y="1230283"/>
                      </a:cubicBezTo>
                      <a:cubicBezTo>
                        <a:pt x="1631508" y="97761"/>
                        <a:pt x="1451710" y="-251807"/>
                        <a:pt x="91326" y="180628"/>
                      </a:cubicBezTo>
                      <a:lnTo>
                        <a:pt x="0" y="208251"/>
                      </a:lnTo>
                      <a:lnTo>
                        <a:pt x="90375" y="177771"/>
                      </a:lnTo>
                      <a:cubicBezTo>
                        <a:pt x="1450758" y="-252759"/>
                        <a:pt x="1632460" y="98713"/>
                        <a:pt x="634528" y="1232188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6" name="Freeform 1555">
                  <a:extLst>
                    <a:ext uri="{FF2B5EF4-FFF2-40B4-BE49-F238E27FC236}">
                      <a16:creationId xmlns:a16="http://schemas.microsoft.com/office/drawing/2014/main" id="{73DB006C-CD1C-3E44-C35B-F094A0803248}"/>
                    </a:ext>
                  </a:extLst>
                </p:cNvPr>
                <p:cNvSpPr/>
                <p:nvPr/>
              </p:nvSpPr>
              <p:spPr>
                <a:xfrm>
                  <a:off x="4689002" y="1675447"/>
                  <a:ext cx="2845388" cy="899825"/>
                </a:xfrm>
                <a:custGeom>
                  <a:avLst/>
                  <a:gdLst>
                    <a:gd name="connsiteX0" fmla="*/ 2842535 w 2845388"/>
                    <a:gd name="connsiteY0" fmla="*/ 0 h 899825"/>
                    <a:gd name="connsiteX1" fmla="*/ 2845389 w 2845388"/>
                    <a:gd name="connsiteY1" fmla="*/ 1905 h 899825"/>
                    <a:gd name="connsiteX2" fmla="*/ 58981 w 2845388"/>
                    <a:gd name="connsiteY2" fmla="*/ 88582 h 899825"/>
                    <a:gd name="connsiteX3" fmla="*/ 0 w 2845388"/>
                    <a:gd name="connsiteY3" fmla="*/ 13335 h 899825"/>
                    <a:gd name="connsiteX4" fmla="*/ 60884 w 2845388"/>
                    <a:gd name="connsiteY4" fmla="*/ 86677 h 899825"/>
                    <a:gd name="connsiteX5" fmla="*/ 2842535 w 2845388"/>
                    <a:gd name="connsiteY5" fmla="*/ 0 h 899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45388" h="899825">
                      <a:moveTo>
                        <a:pt x="2842535" y="0"/>
                      </a:moveTo>
                      <a:cubicBezTo>
                        <a:pt x="2842535" y="0"/>
                        <a:pt x="2844437" y="1905"/>
                        <a:pt x="2845389" y="1905"/>
                      </a:cubicBezTo>
                      <a:cubicBezTo>
                        <a:pt x="1886461" y="1169670"/>
                        <a:pt x="957976" y="1198245"/>
                        <a:pt x="58981" y="88582"/>
                      </a:cubicBezTo>
                      <a:lnTo>
                        <a:pt x="0" y="13335"/>
                      </a:lnTo>
                      <a:lnTo>
                        <a:pt x="60884" y="86677"/>
                      </a:lnTo>
                      <a:cubicBezTo>
                        <a:pt x="957976" y="1197293"/>
                        <a:pt x="1885510" y="1168718"/>
                        <a:pt x="2842535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7" name="Freeform 1556">
                  <a:extLst>
                    <a:ext uri="{FF2B5EF4-FFF2-40B4-BE49-F238E27FC236}">
                      <a16:creationId xmlns:a16="http://schemas.microsoft.com/office/drawing/2014/main" id="{541C44CC-A14C-7A90-981F-DFB73DBF81B5}"/>
                    </a:ext>
                  </a:extLst>
                </p:cNvPr>
                <p:cNvSpPr/>
                <p:nvPr/>
              </p:nvSpPr>
              <p:spPr>
                <a:xfrm>
                  <a:off x="3968855" y="1684020"/>
                  <a:ext cx="3575048" cy="2432685"/>
                </a:xfrm>
                <a:custGeom>
                  <a:avLst/>
                  <a:gdLst>
                    <a:gd name="connsiteX0" fmla="*/ 3572195 w 3575048"/>
                    <a:gd name="connsiteY0" fmla="*/ 0 h 2432685"/>
                    <a:gd name="connsiteX1" fmla="*/ 3575049 w 3575048"/>
                    <a:gd name="connsiteY1" fmla="*/ 1905 h 2432685"/>
                    <a:gd name="connsiteX2" fmla="*/ 91326 w 3575048"/>
                    <a:gd name="connsiteY2" fmla="*/ 2405062 h 2432685"/>
                    <a:gd name="connsiteX3" fmla="*/ 0 w 3575048"/>
                    <a:gd name="connsiteY3" fmla="*/ 2432685 h 2432685"/>
                    <a:gd name="connsiteX4" fmla="*/ 90375 w 3575048"/>
                    <a:gd name="connsiteY4" fmla="*/ 2402205 h 2432685"/>
                    <a:gd name="connsiteX5" fmla="*/ 3573146 w 3575048"/>
                    <a:gd name="connsiteY5" fmla="*/ 0 h 24326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75048" h="2432685">
                      <a:moveTo>
                        <a:pt x="3572195" y="0"/>
                      </a:moveTo>
                      <a:cubicBezTo>
                        <a:pt x="3572195" y="0"/>
                        <a:pt x="3574097" y="1905"/>
                        <a:pt x="3575049" y="1905"/>
                      </a:cubicBezTo>
                      <a:cubicBezTo>
                        <a:pt x="2609462" y="1163955"/>
                        <a:pt x="1448856" y="1965008"/>
                        <a:pt x="91326" y="2405062"/>
                      </a:cubicBezTo>
                      <a:lnTo>
                        <a:pt x="0" y="2432685"/>
                      </a:lnTo>
                      <a:lnTo>
                        <a:pt x="90375" y="2402205"/>
                      </a:lnTo>
                      <a:cubicBezTo>
                        <a:pt x="1448856" y="1964055"/>
                        <a:pt x="2609462" y="1163002"/>
                        <a:pt x="3573146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8" name="Freeform 1557">
                  <a:extLst>
                    <a:ext uri="{FF2B5EF4-FFF2-40B4-BE49-F238E27FC236}">
                      <a16:creationId xmlns:a16="http://schemas.microsoft.com/office/drawing/2014/main" id="{FD17AF43-7A30-6BC2-78C8-79BE360D532A}"/>
                    </a:ext>
                  </a:extLst>
                </p:cNvPr>
                <p:cNvSpPr/>
                <p:nvPr/>
              </p:nvSpPr>
              <p:spPr>
                <a:xfrm>
                  <a:off x="3861356" y="3460787"/>
                  <a:ext cx="4463578" cy="372072"/>
                </a:xfrm>
                <a:custGeom>
                  <a:avLst/>
                  <a:gdLst>
                    <a:gd name="connsiteX0" fmla="*/ 4463578 w 4463578"/>
                    <a:gd name="connsiteY0" fmla="*/ 368262 h 372072"/>
                    <a:gd name="connsiteX1" fmla="*/ 4463578 w 4463578"/>
                    <a:gd name="connsiteY1" fmla="*/ 372072 h 372072"/>
                    <a:gd name="connsiteX2" fmla="*/ 95132 w 4463578"/>
                    <a:gd name="connsiteY2" fmla="*/ 5360 h 372072"/>
                    <a:gd name="connsiteX3" fmla="*/ 0 w 4463578"/>
                    <a:gd name="connsiteY3" fmla="*/ 5360 h 372072"/>
                    <a:gd name="connsiteX4" fmla="*/ 95132 w 4463578"/>
                    <a:gd name="connsiteY4" fmla="*/ 2502 h 372072"/>
                    <a:gd name="connsiteX5" fmla="*/ 4463578 w 4463578"/>
                    <a:gd name="connsiteY5" fmla="*/ 369215 h 3720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63578" h="372072">
                      <a:moveTo>
                        <a:pt x="4463578" y="368262"/>
                      </a:moveTo>
                      <a:cubicBezTo>
                        <a:pt x="4463578" y="369215"/>
                        <a:pt x="4463578" y="370167"/>
                        <a:pt x="4463578" y="372072"/>
                      </a:cubicBezTo>
                      <a:cubicBezTo>
                        <a:pt x="2978573" y="103467"/>
                        <a:pt x="1522107" y="-18453"/>
                        <a:pt x="95132" y="5360"/>
                      </a:cubicBezTo>
                      <a:lnTo>
                        <a:pt x="0" y="5360"/>
                      </a:lnTo>
                      <a:cubicBezTo>
                        <a:pt x="0" y="5360"/>
                        <a:pt x="95132" y="2502"/>
                        <a:pt x="95132" y="2502"/>
                      </a:cubicBezTo>
                      <a:cubicBezTo>
                        <a:pt x="1522107" y="-19405"/>
                        <a:pt x="2978573" y="102515"/>
                        <a:pt x="4463578" y="369215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9" name="Freeform 1558">
                  <a:extLst>
                    <a:ext uri="{FF2B5EF4-FFF2-40B4-BE49-F238E27FC236}">
                      <a16:creationId xmlns:a16="http://schemas.microsoft.com/office/drawing/2014/main" id="{FF943628-5080-8274-083E-BB81B8A2916B}"/>
                    </a:ext>
                  </a:extLst>
                </p:cNvPr>
                <p:cNvSpPr/>
                <p:nvPr/>
              </p:nvSpPr>
              <p:spPr>
                <a:xfrm>
                  <a:off x="7175222" y="3643208"/>
                  <a:ext cx="1147809" cy="250611"/>
                </a:xfrm>
                <a:custGeom>
                  <a:avLst/>
                  <a:gdLst>
                    <a:gd name="connsiteX0" fmla="*/ 1146858 w 1147809"/>
                    <a:gd name="connsiteY0" fmla="*/ 198224 h 250611"/>
                    <a:gd name="connsiteX1" fmla="*/ 1146858 w 1147809"/>
                    <a:gd name="connsiteY1" fmla="*/ 202034 h 250611"/>
                    <a:gd name="connsiteX2" fmla="*/ 1015577 w 1147809"/>
                    <a:gd name="connsiteY2" fmla="*/ 229656 h 250611"/>
                    <a:gd name="connsiteX3" fmla="*/ 1107855 w 1147809"/>
                    <a:gd name="connsiteY3" fmla="*/ 250611 h 250611"/>
                    <a:gd name="connsiteX4" fmla="*/ 1014625 w 1147809"/>
                    <a:gd name="connsiteY4" fmla="*/ 232514 h 250611"/>
                    <a:gd name="connsiteX5" fmla="*/ 1147809 w 1147809"/>
                    <a:gd name="connsiteY5" fmla="*/ 198224 h 2506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7809" h="250611">
                      <a:moveTo>
                        <a:pt x="1146858" y="198224"/>
                      </a:moveTo>
                      <a:cubicBezTo>
                        <a:pt x="1146858" y="199176"/>
                        <a:pt x="1146858" y="200129"/>
                        <a:pt x="1146858" y="202034"/>
                      </a:cubicBezTo>
                      <a:cubicBezTo>
                        <a:pt x="-337196" y="-75144"/>
                        <a:pt x="-380957" y="-65619"/>
                        <a:pt x="1015577" y="229656"/>
                      </a:cubicBezTo>
                      <a:lnTo>
                        <a:pt x="1107855" y="250611"/>
                      </a:lnTo>
                      <a:lnTo>
                        <a:pt x="1014625" y="232514"/>
                      </a:lnTo>
                      <a:cubicBezTo>
                        <a:pt x="-380957" y="-65619"/>
                        <a:pt x="-336245" y="-77049"/>
                        <a:pt x="1147809" y="198224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0" name="Freeform 1559">
                  <a:extLst>
                    <a:ext uri="{FF2B5EF4-FFF2-40B4-BE49-F238E27FC236}">
                      <a16:creationId xmlns:a16="http://schemas.microsoft.com/office/drawing/2014/main" id="{374715E5-874F-A3E3-2F79-0F5C39BEF700}"/>
                    </a:ext>
                  </a:extLst>
                </p:cNvPr>
                <p:cNvSpPr/>
                <p:nvPr/>
              </p:nvSpPr>
              <p:spPr>
                <a:xfrm>
                  <a:off x="3971709" y="3946118"/>
                  <a:ext cx="2018619" cy="1747926"/>
                </a:xfrm>
                <a:custGeom>
                  <a:avLst/>
                  <a:gdLst>
                    <a:gd name="connsiteX0" fmla="*/ 2014889 w 2018619"/>
                    <a:gd name="connsiteY0" fmla="*/ 1746974 h 1747926"/>
                    <a:gd name="connsiteX1" fmla="*/ 2011084 w 2018619"/>
                    <a:gd name="connsiteY1" fmla="*/ 1746974 h 1747926"/>
                    <a:gd name="connsiteX2" fmla="*/ 91326 w 2018619"/>
                    <a:gd name="connsiteY2" fmla="*/ 155347 h 1747926"/>
                    <a:gd name="connsiteX3" fmla="*/ 0 w 2018619"/>
                    <a:gd name="connsiteY3" fmla="*/ 183922 h 1747926"/>
                    <a:gd name="connsiteX4" fmla="*/ 89424 w 2018619"/>
                    <a:gd name="connsiteY4" fmla="*/ 152489 h 1747926"/>
                    <a:gd name="connsiteX5" fmla="*/ 2012986 w 2018619"/>
                    <a:gd name="connsiteY5" fmla="*/ 1747926 h 1747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18619" h="1747926">
                      <a:moveTo>
                        <a:pt x="2014889" y="1746974"/>
                      </a:moveTo>
                      <a:cubicBezTo>
                        <a:pt x="2013938" y="1746974"/>
                        <a:pt x="2012986" y="1746974"/>
                        <a:pt x="2011084" y="1746974"/>
                      </a:cubicBezTo>
                      <a:cubicBezTo>
                        <a:pt x="2086238" y="237262"/>
                        <a:pt x="1446953" y="-293281"/>
                        <a:pt x="91326" y="155347"/>
                      </a:cubicBezTo>
                      <a:lnTo>
                        <a:pt x="0" y="183922"/>
                      </a:lnTo>
                      <a:lnTo>
                        <a:pt x="89424" y="152489"/>
                      </a:lnTo>
                      <a:cubicBezTo>
                        <a:pt x="1445050" y="-293281"/>
                        <a:pt x="2086238" y="238214"/>
                        <a:pt x="2012986" y="1747926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1" name="Freeform 1560">
                  <a:extLst>
                    <a:ext uri="{FF2B5EF4-FFF2-40B4-BE49-F238E27FC236}">
                      <a16:creationId xmlns:a16="http://schemas.microsoft.com/office/drawing/2014/main" id="{1CC773F5-CCAF-CA1F-C9E1-7D868C17E573}"/>
                    </a:ext>
                  </a:extLst>
                </p:cNvPr>
                <p:cNvSpPr/>
                <p:nvPr/>
              </p:nvSpPr>
              <p:spPr>
                <a:xfrm>
                  <a:off x="4342723" y="2041207"/>
                  <a:ext cx="3785289" cy="816492"/>
                </a:xfrm>
                <a:custGeom>
                  <a:avLst/>
                  <a:gdLst>
                    <a:gd name="connsiteX0" fmla="*/ 3783387 w 3785289"/>
                    <a:gd name="connsiteY0" fmla="*/ 382905 h 816492"/>
                    <a:gd name="connsiteX1" fmla="*/ 3785289 w 3785289"/>
                    <a:gd name="connsiteY1" fmla="*/ 385763 h 816492"/>
                    <a:gd name="connsiteX2" fmla="*/ 73251 w 3785289"/>
                    <a:gd name="connsiteY2" fmla="*/ 60008 h 816492"/>
                    <a:gd name="connsiteX3" fmla="*/ 0 w 3785289"/>
                    <a:gd name="connsiteY3" fmla="*/ 0 h 816492"/>
                    <a:gd name="connsiteX4" fmla="*/ 76105 w 3785289"/>
                    <a:gd name="connsiteY4" fmla="*/ 58102 h 816492"/>
                    <a:gd name="connsiteX5" fmla="*/ 3784338 w 3785289"/>
                    <a:gd name="connsiteY5" fmla="*/ 382905 h 8164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5289" h="816492">
                      <a:moveTo>
                        <a:pt x="3783387" y="382905"/>
                      </a:moveTo>
                      <a:cubicBezTo>
                        <a:pt x="3783387" y="383858"/>
                        <a:pt x="3784338" y="384810"/>
                        <a:pt x="3785289" y="385763"/>
                      </a:cubicBezTo>
                      <a:cubicBezTo>
                        <a:pt x="2431566" y="1053465"/>
                        <a:pt x="1193903" y="944880"/>
                        <a:pt x="73251" y="60008"/>
                      </a:cubicBezTo>
                      <a:lnTo>
                        <a:pt x="0" y="0"/>
                      </a:lnTo>
                      <a:lnTo>
                        <a:pt x="76105" y="58102"/>
                      </a:lnTo>
                      <a:cubicBezTo>
                        <a:pt x="1195805" y="943927"/>
                        <a:pt x="2431566" y="1052512"/>
                        <a:pt x="3784338" y="382905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2" name="Freeform 1561">
                  <a:extLst>
                    <a:ext uri="{FF2B5EF4-FFF2-40B4-BE49-F238E27FC236}">
                      <a16:creationId xmlns:a16="http://schemas.microsoft.com/office/drawing/2014/main" id="{6E24E29D-81CC-6BE2-2454-E79F42E28D58}"/>
                    </a:ext>
                  </a:extLst>
                </p:cNvPr>
                <p:cNvSpPr/>
                <p:nvPr/>
              </p:nvSpPr>
              <p:spPr>
                <a:xfrm>
                  <a:off x="4179096" y="2279332"/>
                  <a:ext cx="3954623" cy="628907"/>
                </a:xfrm>
                <a:custGeom>
                  <a:avLst/>
                  <a:gdLst>
                    <a:gd name="connsiteX0" fmla="*/ 3952721 w 3954623"/>
                    <a:gd name="connsiteY0" fmla="*/ 157163 h 628907"/>
                    <a:gd name="connsiteX1" fmla="*/ 3954624 w 3954623"/>
                    <a:gd name="connsiteY1" fmla="*/ 160020 h 628907"/>
                    <a:gd name="connsiteX2" fmla="*/ 80862 w 3954623"/>
                    <a:gd name="connsiteY2" fmla="*/ 50483 h 628907"/>
                    <a:gd name="connsiteX3" fmla="*/ 0 w 3954623"/>
                    <a:gd name="connsiteY3" fmla="*/ 0 h 628907"/>
                    <a:gd name="connsiteX4" fmla="*/ 82765 w 3954623"/>
                    <a:gd name="connsiteY4" fmla="*/ 47625 h 628907"/>
                    <a:gd name="connsiteX5" fmla="*/ 3953672 w 3954623"/>
                    <a:gd name="connsiteY5" fmla="*/ 157163 h 6289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54623" h="628907">
                      <a:moveTo>
                        <a:pt x="3952721" y="157163"/>
                      </a:moveTo>
                      <a:cubicBezTo>
                        <a:pt x="3952721" y="158115"/>
                        <a:pt x="3953672" y="159067"/>
                        <a:pt x="3954624" y="160020"/>
                      </a:cubicBezTo>
                      <a:cubicBezTo>
                        <a:pt x="2597095" y="820102"/>
                        <a:pt x="1305207" y="782955"/>
                        <a:pt x="80862" y="50483"/>
                      </a:cubicBezTo>
                      <a:lnTo>
                        <a:pt x="0" y="0"/>
                      </a:lnTo>
                      <a:lnTo>
                        <a:pt x="82765" y="47625"/>
                      </a:lnTo>
                      <a:cubicBezTo>
                        <a:pt x="1306158" y="782955"/>
                        <a:pt x="2597095" y="819150"/>
                        <a:pt x="3953672" y="157163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3" name="Freeform 1562">
                  <a:extLst>
                    <a:ext uri="{FF2B5EF4-FFF2-40B4-BE49-F238E27FC236}">
                      <a16:creationId xmlns:a16="http://schemas.microsoft.com/office/drawing/2014/main" id="{3B93666C-700F-AFEF-7D58-3018AD76EC52}"/>
                    </a:ext>
                  </a:extLst>
                </p:cNvPr>
                <p:cNvSpPr/>
                <p:nvPr/>
              </p:nvSpPr>
              <p:spPr>
                <a:xfrm>
                  <a:off x="3904166" y="2983229"/>
                  <a:ext cx="3794802" cy="2049779"/>
                </a:xfrm>
                <a:custGeom>
                  <a:avLst/>
                  <a:gdLst>
                    <a:gd name="connsiteX0" fmla="*/ 3794803 w 3794802"/>
                    <a:gd name="connsiteY0" fmla="*/ 2046923 h 2049779"/>
                    <a:gd name="connsiteX1" fmla="*/ 3791949 w 3794802"/>
                    <a:gd name="connsiteY1" fmla="*/ 2049780 h 2049779"/>
                    <a:gd name="connsiteX2" fmla="*/ 93229 w 3794802"/>
                    <a:gd name="connsiteY2" fmla="*/ 20955 h 2049779"/>
                    <a:gd name="connsiteX3" fmla="*/ 0 w 3794802"/>
                    <a:gd name="connsiteY3" fmla="*/ 0 h 2049779"/>
                    <a:gd name="connsiteX4" fmla="*/ 93229 w 3794802"/>
                    <a:gd name="connsiteY4" fmla="*/ 17145 h 2049779"/>
                    <a:gd name="connsiteX5" fmla="*/ 3793852 w 3794802"/>
                    <a:gd name="connsiteY5" fmla="*/ 2046923 h 2049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94802" h="2049779">
                      <a:moveTo>
                        <a:pt x="3794803" y="2046923"/>
                      </a:moveTo>
                      <a:cubicBezTo>
                        <a:pt x="3794803" y="2046923"/>
                        <a:pt x="3792900" y="2048827"/>
                        <a:pt x="3791949" y="2049780"/>
                      </a:cubicBezTo>
                      <a:cubicBezTo>
                        <a:pt x="2724571" y="981075"/>
                        <a:pt x="1491665" y="304800"/>
                        <a:pt x="93229" y="20955"/>
                      </a:cubicBezTo>
                      <a:lnTo>
                        <a:pt x="0" y="0"/>
                      </a:lnTo>
                      <a:lnTo>
                        <a:pt x="93229" y="17145"/>
                      </a:lnTo>
                      <a:cubicBezTo>
                        <a:pt x="1491665" y="302895"/>
                        <a:pt x="2724571" y="979170"/>
                        <a:pt x="3793852" y="2046923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4" name="Freeform 1563">
                  <a:extLst>
                    <a:ext uri="{FF2B5EF4-FFF2-40B4-BE49-F238E27FC236}">
                      <a16:creationId xmlns:a16="http://schemas.microsoft.com/office/drawing/2014/main" id="{056E2264-32DE-0F67-0345-1D1BC64FE0DA}"/>
                    </a:ext>
                  </a:extLst>
                </p:cNvPr>
                <p:cNvSpPr/>
                <p:nvPr/>
              </p:nvSpPr>
              <p:spPr>
                <a:xfrm>
                  <a:off x="4290400" y="4215317"/>
                  <a:ext cx="1212806" cy="1293942"/>
                </a:xfrm>
                <a:custGeom>
                  <a:avLst/>
                  <a:gdLst>
                    <a:gd name="connsiteX0" fmla="*/ 902800 w 1212806"/>
                    <a:gd name="connsiteY0" fmla="*/ 1292990 h 1293942"/>
                    <a:gd name="connsiteX1" fmla="*/ 898043 w 1212806"/>
                    <a:gd name="connsiteY1" fmla="*/ 1291084 h 1293942"/>
                    <a:gd name="connsiteX2" fmla="*/ 78008 w 1212806"/>
                    <a:gd name="connsiteY2" fmla="*/ 479555 h 1293942"/>
                    <a:gd name="connsiteX3" fmla="*/ 0 w 1212806"/>
                    <a:gd name="connsiteY3" fmla="*/ 533847 h 1293942"/>
                    <a:gd name="connsiteX4" fmla="*/ 75154 w 1212806"/>
                    <a:gd name="connsiteY4" fmla="*/ 475745 h 1293942"/>
                    <a:gd name="connsiteX5" fmla="*/ 903751 w 1212806"/>
                    <a:gd name="connsiteY5" fmla="*/ 1293942 h 12939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12806" h="1293942">
                      <a:moveTo>
                        <a:pt x="902800" y="1292990"/>
                      </a:moveTo>
                      <a:cubicBezTo>
                        <a:pt x="900897" y="1292990"/>
                        <a:pt x="898995" y="1291084"/>
                        <a:pt x="898043" y="1291084"/>
                      </a:cubicBezTo>
                      <a:cubicBezTo>
                        <a:pt x="1503081" y="-93850"/>
                        <a:pt x="1230053" y="-364361"/>
                        <a:pt x="78008" y="479555"/>
                      </a:cubicBezTo>
                      <a:lnTo>
                        <a:pt x="0" y="533847"/>
                      </a:lnTo>
                      <a:lnTo>
                        <a:pt x="75154" y="475745"/>
                      </a:lnTo>
                      <a:cubicBezTo>
                        <a:pt x="1229101" y="-364361"/>
                        <a:pt x="1504983" y="-91945"/>
                        <a:pt x="903751" y="1293942"/>
                      </a:cubicBezTo>
                      <a:close/>
                    </a:path>
                  </a:pathLst>
                </a:custGeom>
                <a:solidFill>
                  <a:srgbClr val="2B6765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5" name="Freeform 1564">
                  <a:extLst>
                    <a:ext uri="{FF2B5EF4-FFF2-40B4-BE49-F238E27FC236}">
                      <a16:creationId xmlns:a16="http://schemas.microsoft.com/office/drawing/2014/main" id="{FD1E58F5-250E-188B-2897-950B92CE9B07}"/>
                    </a:ext>
                  </a:extLst>
                </p:cNvPr>
                <p:cNvSpPr/>
                <p:nvPr/>
              </p:nvSpPr>
              <p:spPr>
                <a:xfrm>
                  <a:off x="4298962" y="4223876"/>
                  <a:ext cx="2596143" cy="1328246"/>
                </a:xfrm>
                <a:custGeom>
                  <a:avLst/>
                  <a:gdLst>
                    <a:gd name="connsiteX0" fmla="*/ 2596144 w 2596143"/>
                    <a:gd name="connsiteY0" fmla="*/ 1326342 h 1328246"/>
                    <a:gd name="connsiteX1" fmla="*/ 2591387 w 2596143"/>
                    <a:gd name="connsiteY1" fmla="*/ 1328247 h 1328246"/>
                    <a:gd name="connsiteX2" fmla="*/ 78008 w 2596143"/>
                    <a:gd name="connsiteY2" fmla="*/ 481474 h 1328246"/>
                    <a:gd name="connsiteX3" fmla="*/ 0 w 2596143"/>
                    <a:gd name="connsiteY3" fmla="*/ 535767 h 1328246"/>
                    <a:gd name="connsiteX4" fmla="*/ 75154 w 2596143"/>
                    <a:gd name="connsiteY4" fmla="*/ 476711 h 1328246"/>
                    <a:gd name="connsiteX5" fmla="*/ 2596144 w 2596143"/>
                    <a:gd name="connsiteY5" fmla="*/ 1325389 h 1328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96143" h="1328246">
                      <a:moveTo>
                        <a:pt x="2596144" y="1326342"/>
                      </a:moveTo>
                      <a:cubicBezTo>
                        <a:pt x="2594241" y="1326342"/>
                        <a:pt x="2592338" y="1327294"/>
                        <a:pt x="2591387" y="1328247"/>
                      </a:cubicBezTo>
                      <a:cubicBezTo>
                        <a:pt x="2062455" y="-87169"/>
                        <a:pt x="1224345" y="-369109"/>
                        <a:pt x="78008" y="481474"/>
                      </a:cubicBezTo>
                      <a:lnTo>
                        <a:pt x="0" y="535767"/>
                      </a:lnTo>
                      <a:lnTo>
                        <a:pt x="75154" y="476711"/>
                      </a:lnTo>
                      <a:cubicBezTo>
                        <a:pt x="1223393" y="-371014"/>
                        <a:pt x="2064357" y="-88121"/>
                        <a:pt x="2596144" y="1325389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6" name="Freeform 1565">
                  <a:extLst>
                    <a:ext uri="{FF2B5EF4-FFF2-40B4-BE49-F238E27FC236}">
                      <a16:creationId xmlns:a16="http://schemas.microsoft.com/office/drawing/2014/main" id="{F91F5BA3-55DD-ADBF-134B-AE24C635CE14}"/>
                    </a:ext>
                  </a:extLst>
                </p:cNvPr>
                <p:cNvSpPr/>
                <p:nvPr/>
              </p:nvSpPr>
              <p:spPr>
                <a:xfrm>
                  <a:off x="4025934" y="2583179"/>
                  <a:ext cx="2854901" cy="2973705"/>
                </a:xfrm>
                <a:custGeom>
                  <a:avLst/>
                  <a:gdLst>
                    <a:gd name="connsiteX0" fmla="*/ 2854902 w 2854901"/>
                    <a:gd name="connsiteY0" fmla="*/ 2971800 h 2973705"/>
                    <a:gd name="connsiteX1" fmla="*/ 2850145 w 2854901"/>
                    <a:gd name="connsiteY1" fmla="*/ 2973705 h 2973705"/>
                    <a:gd name="connsiteX2" fmla="*/ 87521 w 2854901"/>
                    <a:gd name="connsiteY2" fmla="*/ 38100 h 2973705"/>
                    <a:gd name="connsiteX3" fmla="*/ 0 w 2854901"/>
                    <a:gd name="connsiteY3" fmla="*/ 0 h 2973705"/>
                    <a:gd name="connsiteX4" fmla="*/ 89424 w 2854901"/>
                    <a:gd name="connsiteY4" fmla="*/ 33338 h 2973705"/>
                    <a:gd name="connsiteX5" fmla="*/ 2854902 w 2854901"/>
                    <a:gd name="connsiteY5" fmla="*/ 2972753 h 2973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854901" h="2973705">
                      <a:moveTo>
                        <a:pt x="2854902" y="2971800"/>
                      </a:moveTo>
                      <a:cubicBezTo>
                        <a:pt x="2852999" y="2971800"/>
                        <a:pt x="2851097" y="2972753"/>
                        <a:pt x="2850145" y="2973705"/>
                      </a:cubicBezTo>
                      <a:cubicBezTo>
                        <a:pt x="2330726" y="1554480"/>
                        <a:pt x="1409852" y="576263"/>
                        <a:pt x="87521" y="38100"/>
                      </a:cubicBezTo>
                      <a:lnTo>
                        <a:pt x="0" y="0"/>
                      </a:lnTo>
                      <a:lnTo>
                        <a:pt x="89424" y="33338"/>
                      </a:lnTo>
                      <a:cubicBezTo>
                        <a:pt x="1409852" y="575310"/>
                        <a:pt x="2331678" y="1554480"/>
                        <a:pt x="2854902" y="2972753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7" name="Freeform 1566">
                  <a:extLst>
                    <a:ext uri="{FF2B5EF4-FFF2-40B4-BE49-F238E27FC236}">
                      <a16:creationId xmlns:a16="http://schemas.microsoft.com/office/drawing/2014/main" id="{34661653-44E1-B4C4-5027-C978D5354AC7}"/>
                    </a:ext>
                  </a:extLst>
                </p:cNvPr>
                <p:cNvSpPr/>
                <p:nvPr/>
              </p:nvSpPr>
              <p:spPr>
                <a:xfrm>
                  <a:off x="3982174" y="2255520"/>
                  <a:ext cx="1136883" cy="1990724"/>
                </a:xfrm>
                <a:custGeom>
                  <a:avLst/>
                  <a:gdLst>
                    <a:gd name="connsiteX0" fmla="*/ 1903 w 1136883"/>
                    <a:gd name="connsiteY0" fmla="*/ 1989773 h 1990724"/>
                    <a:gd name="connsiteX1" fmla="*/ 0 w 1136883"/>
                    <a:gd name="connsiteY1" fmla="*/ 1985010 h 1990724"/>
                    <a:gd name="connsiteX2" fmla="*/ 291103 w 1136883"/>
                    <a:gd name="connsiteY2" fmla="*/ 52388 h 1990724"/>
                    <a:gd name="connsiteX3" fmla="*/ 211192 w 1136883"/>
                    <a:gd name="connsiteY3" fmla="*/ 0 h 1990724"/>
                    <a:gd name="connsiteX4" fmla="*/ 293957 w 1136883"/>
                    <a:gd name="connsiteY4" fmla="*/ 47625 h 1990724"/>
                    <a:gd name="connsiteX5" fmla="*/ 1903 w 1136883"/>
                    <a:gd name="connsiteY5" fmla="*/ 1990725 h 1990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36883" h="1990724">
                      <a:moveTo>
                        <a:pt x="1903" y="1989773"/>
                      </a:moveTo>
                      <a:cubicBezTo>
                        <a:pt x="1903" y="1987868"/>
                        <a:pt x="951" y="1985962"/>
                        <a:pt x="0" y="1985010"/>
                      </a:cubicBezTo>
                      <a:cubicBezTo>
                        <a:pt x="1409851" y="1444943"/>
                        <a:pt x="1506886" y="800100"/>
                        <a:pt x="291103" y="52388"/>
                      </a:cubicBezTo>
                      <a:lnTo>
                        <a:pt x="211192" y="0"/>
                      </a:lnTo>
                      <a:lnTo>
                        <a:pt x="293957" y="47625"/>
                      </a:lnTo>
                      <a:cubicBezTo>
                        <a:pt x="1507837" y="799148"/>
                        <a:pt x="1410803" y="1446848"/>
                        <a:pt x="1903" y="1990725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8" name="Freeform 1567">
                  <a:extLst>
                    <a:ext uri="{FF2B5EF4-FFF2-40B4-BE49-F238E27FC236}">
                      <a16:creationId xmlns:a16="http://schemas.microsoft.com/office/drawing/2014/main" id="{6E88A1D0-94ED-23B2-B2E1-F9287B941FA7}"/>
                    </a:ext>
                  </a:extLst>
                </p:cNvPr>
                <p:cNvSpPr/>
                <p:nvPr/>
              </p:nvSpPr>
              <p:spPr>
                <a:xfrm>
                  <a:off x="4606237" y="4308965"/>
                  <a:ext cx="2675102" cy="1018366"/>
                </a:xfrm>
                <a:custGeom>
                  <a:avLst/>
                  <a:gdLst>
                    <a:gd name="connsiteX0" fmla="*/ 3805 w 2675102"/>
                    <a:gd name="connsiteY0" fmla="*/ 830724 h 1018366"/>
                    <a:gd name="connsiteX1" fmla="*/ 0 w 2675102"/>
                    <a:gd name="connsiteY1" fmla="*/ 826914 h 1018366"/>
                    <a:gd name="connsiteX2" fmla="*/ 2626586 w 2675102"/>
                    <a:gd name="connsiteY2" fmla="*/ 936452 h 1018366"/>
                    <a:gd name="connsiteX3" fmla="*/ 2675103 w 2675102"/>
                    <a:gd name="connsiteY3" fmla="*/ 1018367 h 1018366"/>
                    <a:gd name="connsiteX4" fmla="*/ 2622780 w 2675102"/>
                    <a:gd name="connsiteY4" fmla="*/ 939309 h 1018366"/>
                    <a:gd name="connsiteX5" fmla="*/ 5708 w 2675102"/>
                    <a:gd name="connsiteY5" fmla="*/ 830724 h 10183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75102" h="1018366">
                      <a:moveTo>
                        <a:pt x="3805" y="830724"/>
                      </a:moveTo>
                      <a:cubicBezTo>
                        <a:pt x="2854" y="829772"/>
                        <a:pt x="951" y="827867"/>
                        <a:pt x="0" y="826914"/>
                      </a:cubicBezTo>
                      <a:cubicBezTo>
                        <a:pt x="993175" y="-311323"/>
                        <a:pt x="1868386" y="-274176"/>
                        <a:pt x="2626586" y="936452"/>
                      </a:cubicBezTo>
                      <a:lnTo>
                        <a:pt x="2675103" y="1018367"/>
                      </a:lnTo>
                      <a:lnTo>
                        <a:pt x="2622780" y="939309"/>
                      </a:lnTo>
                      <a:cubicBezTo>
                        <a:pt x="1868386" y="-273223"/>
                        <a:pt x="996029" y="-309418"/>
                        <a:pt x="5708" y="830724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9" name="Freeform 1568">
                  <a:extLst>
                    <a:ext uri="{FF2B5EF4-FFF2-40B4-BE49-F238E27FC236}">
                      <a16:creationId xmlns:a16="http://schemas.microsoft.com/office/drawing/2014/main" id="{168B9005-7526-3FF2-D390-899445333D39}"/>
                    </a:ext>
                  </a:extLst>
                </p:cNvPr>
                <p:cNvSpPr/>
                <p:nvPr/>
              </p:nvSpPr>
              <p:spPr>
                <a:xfrm>
                  <a:off x="4306573" y="4240824"/>
                  <a:ext cx="1386448" cy="1393212"/>
                </a:xfrm>
                <a:custGeom>
                  <a:avLst/>
                  <a:gdLst>
                    <a:gd name="connsiteX0" fmla="*/ 1264300 w 1386448"/>
                    <a:gd name="connsiteY0" fmla="*/ 1393213 h 1393212"/>
                    <a:gd name="connsiteX1" fmla="*/ 1258592 w 1386448"/>
                    <a:gd name="connsiteY1" fmla="*/ 1392260 h 1393212"/>
                    <a:gd name="connsiteX2" fmla="*/ 78008 w 1386448"/>
                    <a:gd name="connsiteY2" fmla="*/ 475955 h 1393212"/>
                    <a:gd name="connsiteX3" fmla="*/ 0 w 1386448"/>
                    <a:gd name="connsiteY3" fmla="*/ 531200 h 1393212"/>
                    <a:gd name="connsiteX4" fmla="*/ 74203 w 1386448"/>
                    <a:gd name="connsiteY4" fmla="*/ 472145 h 1393212"/>
                    <a:gd name="connsiteX5" fmla="*/ 1263349 w 1386448"/>
                    <a:gd name="connsiteY5" fmla="*/ 1393213 h 1393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86448" h="1393212">
                      <a:moveTo>
                        <a:pt x="1264300" y="1393213"/>
                      </a:moveTo>
                      <a:cubicBezTo>
                        <a:pt x="1262398" y="1393213"/>
                        <a:pt x="1260495" y="1393213"/>
                        <a:pt x="1258592" y="1392260"/>
                      </a:cubicBezTo>
                      <a:cubicBezTo>
                        <a:pt x="1612482" y="-77447"/>
                        <a:pt x="1218637" y="-382247"/>
                        <a:pt x="78008" y="475955"/>
                      </a:cubicBezTo>
                      <a:lnTo>
                        <a:pt x="0" y="531200"/>
                      </a:lnTo>
                      <a:lnTo>
                        <a:pt x="74203" y="472145"/>
                      </a:lnTo>
                      <a:cubicBezTo>
                        <a:pt x="1216734" y="-383200"/>
                        <a:pt x="1613433" y="-76495"/>
                        <a:pt x="1263349" y="1393213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0" name="Freeform 1569">
                  <a:extLst>
                    <a:ext uri="{FF2B5EF4-FFF2-40B4-BE49-F238E27FC236}">
                      <a16:creationId xmlns:a16="http://schemas.microsoft.com/office/drawing/2014/main" id="{1D06300D-301A-75FA-E7C2-ED270B83F871}"/>
                    </a:ext>
                  </a:extLst>
                </p:cNvPr>
                <p:cNvSpPr/>
                <p:nvPr/>
              </p:nvSpPr>
              <p:spPr>
                <a:xfrm>
                  <a:off x="3860405" y="3446942"/>
                  <a:ext cx="1804766" cy="2183285"/>
                </a:xfrm>
                <a:custGeom>
                  <a:avLst/>
                  <a:gdLst>
                    <a:gd name="connsiteX0" fmla="*/ 1696198 w 1804766"/>
                    <a:gd name="connsiteY0" fmla="*/ 2183285 h 2183285"/>
                    <a:gd name="connsiteX1" fmla="*/ 1690490 w 1804766"/>
                    <a:gd name="connsiteY1" fmla="*/ 2182333 h 2183285"/>
                    <a:gd name="connsiteX2" fmla="*/ 95132 w 1804766"/>
                    <a:gd name="connsiteY2" fmla="*/ 5870 h 2183285"/>
                    <a:gd name="connsiteX3" fmla="*/ 0 w 1804766"/>
                    <a:gd name="connsiteY3" fmla="*/ 3965 h 2183285"/>
                    <a:gd name="connsiteX4" fmla="*/ 95132 w 1804766"/>
                    <a:gd name="connsiteY4" fmla="*/ 155 h 2183285"/>
                    <a:gd name="connsiteX5" fmla="*/ 1696198 w 1804766"/>
                    <a:gd name="connsiteY5" fmla="*/ 2183285 h 2183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04766" h="2183285">
                      <a:moveTo>
                        <a:pt x="1696198" y="2183285"/>
                      </a:moveTo>
                      <a:cubicBezTo>
                        <a:pt x="1694295" y="2183285"/>
                        <a:pt x="1692393" y="2183285"/>
                        <a:pt x="1690490" y="2182333"/>
                      </a:cubicBezTo>
                      <a:cubicBezTo>
                        <a:pt x="2053893" y="715483"/>
                        <a:pt x="1522107" y="-10322"/>
                        <a:pt x="95132" y="5870"/>
                      </a:cubicBezTo>
                      <a:lnTo>
                        <a:pt x="0" y="3965"/>
                      </a:lnTo>
                      <a:lnTo>
                        <a:pt x="95132" y="155"/>
                      </a:lnTo>
                      <a:cubicBezTo>
                        <a:pt x="1522107" y="-12227"/>
                        <a:pt x="2055796" y="715483"/>
                        <a:pt x="1696198" y="2183285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1" name="Freeform 1570">
                  <a:extLst>
                    <a:ext uri="{FF2B5EF4-FFF2-40B4-BE49-F238E27FC236}">
                      <a16:creationId xmlns:a16="http://schemas.microsoft.com/office/drawing/2014/main" id="{CCCB0FCF-4902-2009-5E09-B54ABCC5A828}"/>
                    </a:ext>
                  </a:extLst>
                </p:cNvPr>
                <p:cNvSpPr/>
                <p:nvPr/>
              </p:nvSpPr>
              <p:spPr>
                <a:xfrm>
                  <a:off x="3956488" y="3912275"/>
                  <a:ext cx="1703620" cy="1715094"/>
                </a:xfrm>
                <a:custGeom>
                  <a:avLst/>
                  <a:gdLst>
                    <a:gd name="connsiteX0" fmla="*/ 1585845 w 1703620"/>
                    <a:gd name="connsiteY0" fmla="*/ 1715094 h 1715094"/>
                    <a:gd name="connsiteX1" fmla="*/ 1580137 w 1703620"/>
                    <a:gd name="connsiteY1" fmla="*/ 1714142 h 1715094"/>
                    <a:gd name="connsiteX2" fmla="*/ 92278 w 1703620"/>
                    <a:gd name="connsiteY2" fmla="*/ 141564 h 1715094"/>
                    <a:gd name="connsiteX3" fmla="*/ 0 w 1703620"/>
                    <a:gd name="connsiteY3" fmla="*/ 166329 h 1715094"/>
                    <a:gd name="connsiteX4" fmla="*/ 90375 w 1703620"/>
                    <a:gd name="connsiteY4" fmla="*/ 135849 h 1715094"/>
                    <a:gd name="connsiteX5" fmla="*/ 1585845 w 1703620"/>
                    <a:gd name="connsiteY5" fmla="*/ 1715094 h 1715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03620" h="1715094">
                      <a:moveTo>
                        <a:pt x="1585845" y="1715094"/>
                      </a:moveTo>
                      <a:cubicBezTo>
                        <a:pt x="1583942" y="1715094"/>
                        <a:pt x="1582040" y="1715094"/>
                        <a:pt x="1580137" y="1714142"/>
                      </a:cubicBezTo>
                      <a:cubicBezTo>
                        <a:pt x="1953053" y="250149"/>
                        <a:pt x="1457417" y="-274678"/>
                        <a:pt x="92278" y="141564"/>
                      </a:cubicBezTo>
                      <a:lnTo>
                        <a:pt x="0" y="166329"/>
                      </a:lnTo>
                      <a:lnTo>
                        <a:pt x="90375" y="135849"/>
                      </a:lnTo>
                      <a:cubicBezTo>
                        <a:pt x="1456466" y="-276583"/>
                        <a:pt x="1954956" y="250149"/>
                        <a:pt x="1585845" y="1715094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2" name="Freeform 1571">
                  <a:extLst>
                    <a:ext uri="{FF2B5EF4-FFF2-40B4-BE49-F238E27FC236}">
                      <a16:creationId xmlns:a16="http://schemas.microsoft.com/office/drawing/2014/main" id="{EB02B696-4943-9596-6951-9B6B23F01A90}"/>
                    </a:ext>
                  </a:extLst>
                </p:cNvPr>
                <p:cNvSpPr/>
                <p:nvPr/>
              </p:nvSpPr>
              <p:spPr>
                <a:xfrm>
                  <a:off x="4559623" y="4339727"/>
                  <a:ext cx="1125221" cy="1283833"/>
                </a:xfrm>
                <a:custGeom>
                  <a:avLst/>
                  <a:gdLst>
                    <a:gd name="connsiteX0" fmla="*/ 967489 w 1125221"/>
                    <a:gd name="connsiteY0" fmla="*/ 1283833 h 1283833"/>
                    <a:gd name="connsiteX1" fmla="*/ 961781 w 1125221"/>
                    <a:gd name="connsiteY1" fmla="*/ 1282880 h 1283833"/>
                    <a:gd name="connsiteX2" fmla="*/ 67544 w 1125221"/>
                    <a:gd name="connsiteY2" fmla="*/ 649468 h 1283833"/>
                    <a:gd name="connsiteX3" fmla="*/ 0 w 1125221"/>
                    <a:gd name="connsiteY3" fmla="*/ 717095 h 1283833"/>
                    <a:gd name="connsiteX4" fmla="*/ 63738 w 1125221"/>
                    <a:gd name="connsiteY4" fmla="*/ 645658 h 1283833"/>
                    <a:gd name="connsiteX5" fmla="*/ 966538 w 1125221"/>
                    <a:gd name="connsiteY5" fmla="*/ 1283833 h 12838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25221" h="1283833">
                      <a:moveTo>
                        <a:pt x="967489" y="1283833"/>
                      </a:moveTo>
                      <a:cubicBezTo>
                        <a:pt x="965587" y="1283833"/>
                        <a:pt x="963684" y="1283833"/>
                        <a:pt x="961781" y="1282880"/>
                      </a:cubicBezTo>
                      <a:cubicBezTo>
                        <a:pt x="1344211" y="-179207"/>
                        <a:pt x="1046448" y="-389710"/>
                        <a:pt x="67544" y="649468"/>
                      </a:cubicBezTo>
                      <a:lnTo>
                        <a:pt x="0" y="717095"/>
                      </a:lnTo>
                      <a:lnTo>
                        <a:pt x="63738" y="645658"/>
                      </a:lnTo>
                      <a:cubicBezTo>
                        <a:pt x="1044546" y="-391615"/>
                        <a:pt x="1346113" y="-179207"/>
                        <a:pt x="966538" y="1283833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3" name="Freeform 1572">
                  <a:extLst>
                    <a:ext uri="{FF2B5EF4-FFF2-40B4-BE49-F238E27FC236}">
                      <a16:creationId xmlns:a16="http://schemas.microsoft.com/office/drawing/2014/main" id="{FD4EDF42-0A41-1127-7E8A-DE9E85D828F5}"/>
                    </a:ext>
                  </a:extLst>
                </p:cNvPr>
                <p:cNvSpPr/>
                <p:nvPr/>
              </p:nvSpPr>
              <p:spPr>
                <a:xfrm>
                  <a:off x="4518716" y="1665922"/>
                  <a:ext cx="3006161" cy="948431"/>
                </a:xfrm>
                <a:custGeom>
                  <a:avLst/>
                  <a:gdLst>
                    <a:gd name="connsiteX0" fmla="*/ 3001405 w 3006161"/>
                    <a:gd name="connsiteY0" fmla="*/ 0 h 948431"/>
                    <a:gd name="connsiteX1" fmla="*/ 3006161 w 3006161"/>
                    <a:gd name="connsiteY1" fmla="*/ 3810 h 948431"/>
                    <a:gd name="connsiteX2" fmla="*/ 65641 w 3006161"/>
                    <a:gd name="connsiteY2" fmla="*/ 246698 h 948431"/>
                    <a:gd name="connsiteX3" fmla="*/ 0 w 3006161"/>
                    <a:gd name="connsiteY3" fmla="*/ 177165 h 948431"/>
                    <a:gd name="connsiteX4" fmla="*/ 69446 w 3006161"/>
                    <a:gd name="connsiteY4" fmla="*/ 242887 h 948431"/>
                    <a:gd name="connsiteX5" fmla="*/ 3002356 w 3006161"/>
                    <a:gd name="connsiteY5" fmla="*/ 0 h 9484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06161" h="948431">
                      <a:moveTo>
                        <a:pt x="3001405" y="0"/>
                      </a:moveTo>
                      <a:cubicBezTo>
                        <a:pt x="3003307" y="952"/>
                        <a:pt x="3004259" y="1905"/>
                        <a:pt x="3006161" y="3810"/>
                      </a:cubicBezTo>
                      <a:cubicBezTo>
                        <a:pt x="2053893" y="1176337"/>
                        <a:pt x="1074037" y="1257300"/>
                        <a:pt x="65641" y="246698"/>
                      </a:cubicBezTo>
                      <a:lnTo>
                        <a:pt x="0" y="177165"/>
                      </a:lnTo>
                      <a:lnTo>
                        <a:pt x="69446" y="242887"/>
                      </a:lnTo>
                      <a:cubicBezTo>
                        <a:pt x="1074988" y="1256348"/>
                        <a:pt x="2052942" y="1175385"/>
                        <a:pt x="3002356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4" name="Freeform 1573">
                  <a:extLst>
                    <a:ext uri="{FF2B5EF4-FFF2-40B4-BE49-F238E27FC236}">
                      <a16:creationId xmlns:a16="http://schemas.microsoft.com/office/drawing/2014/main" id="{9164392A-50A8-F89C-5B44-1D56ED6B9AF5}"/>
                    </a:ext>
                  </a:extLst>
                </p:cNvPr>
                <p:cNvSpPr/>
                <p:nvPr/>
              </p:nvSpPr>
              <p:spPr>
                <a:xfrm>
                  <a:off x="4508252" y="1853565"/>
                  <a:ext cx="3822390" cy="1950719"/>
                </a:xfrm>
                <a:custGeom>
                  <a:avLst/>
                  <a:gdLst>
                    <a:gd name="connsiteX0" fmla="*/ 3821439 w 3822390"/>
                    <a:gd name="connsiteY0" fmla="*/ 1945005 h 1950719"/>
                    <a:gd name="connsiteX1" fmla="*/ 3821439 w 3822390"/>
                    <a:gd name="connsiteY1" fmla="*/ 1950720 h 1950719"/>
                    <a:gd name="connsiteX2" fmla="*/ 65641 w 3822390"/>
                    <a:gd name="connsiteY2" fmla="*/ 68580 h 1950719"/>
                    <a:gd name="connsiteX3" fmla="*/ 0 w 3822390"/>
                    <a:gd name="connsiteY3" fmla="*/ 0 h 1950719"/>
                    <a:gd name="connsiteX4" fmla="*/ 69446 w 3822390"/>
                    <a:gd name="connsiteY4" fmla="*/ 64770 h 1950719"/>
                    <a:gd name="connsiteX5" fmla="*/ 3822391 w 3822390"/>
                    <a:gd name="connsiteY5" fmla="*/ 1945005 h 19507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22390" h="1950719">
                      <a:moveTo>
                        <a:pt x="3821439" y="1945005"/>
                      </a:moveTo>
                      <a:cubicBezTo>
                        <a:pt x="3821439" y="1946910"/>
                        <a:pt x="3821439" y="1948815"/>
                        <a:pt x="3821439" y="1950720"/>
                      </a:cubicBezTo>
                      <a:cubicBezTo>
                        <a:pt x="2332629" y="1700213"/>
                        <a:pt x="1080696" y="1073468"/>
                        <a:pt x="65641" y="68580"/>
                      </a:cubicBezTo>
                      <a:lnTo>
                        <a:pt x="0" y="0"/>
                      </a:lnTo>
                      <a:lnTo>
                        <a:pt x="69446" y="64770"/>
                      </a:lnTo>
                      <a:cubicBezTo>
                        <a:pt x="1081647" y="1071563"/>
                        <a:pt x="2332629" y="1698307"/>
                        <a:pt x="3822391" y="1945005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5" name="Freeform 1574">
                  <a:extLst>
                    <a:ext uri="{FF2B5EF4-FFF2-40B4-BE49-F238E27FC236}">
                      <a16:creationId xmlns:a16="http://schemas.microsoft.com/office/drawing/2014/main" id="{BB5D224E-52D4-CF6E-9996-149098B7904C}"/>
                    </a:ext>
                  </a:extLst>
                </p:cNvPr>
                <p:cNvSpPr/>
                <p:nvPr/>
              </p:nvSpPr>
              <p:spPr>
                <a:xfrm>
                  <a:off x="3960293" y="3668299"/>
                  <a:ext cx="4366543" cy="423640"/>
                </a:xfrm>
                <a:custGeom>
                  <a:avLst/>
                  <a:gdLst>
                    <a:gd name="connsiteX0" fmla="*/ 4366544 w 4366543"/>
                    <a:gd name="connsiteY0" fmla="*/ 145510 h 423640"/>
                    <a:gd name="connsiteX1" fmla="*/ 4365593 w 4366543"/>
                    <a:gd name="connsiteY1" fmla="*/ 151225 h 423640"/>
                    <a:gd name="connsiteX2" fmla="*/ 91326 w 4366543"/>
                    <a:gd name="connsiteY2" fmla="*/ 397923 h 423640"/>
                    <a:gd name="connsiteX3" fmla="*/ 0 w 4366543"/>
                    <a:gd name="connsiteY3" fmla="*/ 423640 h 423640"/>
                    <a:gd name="connsiteX4" fmla="*/ 90375 w 4366543"/>
                    <a:gd name="connsiteY4" fmla="*/ 393160 h 423640"/>
                    <a:gd name="connsiteX5" fmla="*/ 4366544 w 4366543"/>
                    <a:gd name="connsiteY5" fmla="*/ 145510 h 423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66543" h="423640">
                      <a:moveTo>
                        <a:pt x="4366544" y="145510"/>
                      </a:moveTo>
                      <a:cubicBezTo>
                        <a:pt x="4366544" y="147415"/>
                        <a:pt x="4366544" y="149320"/>
                        <a:pt x="4365593" y="151225"/>
                      </a:cubicBezTo>
                      <a:cubicBezTo>
                        <a:pt x="2878685" y="-108807"/>
                        <a:pt x="1453612" y="-26892"/>
                        <a:pt x="91326" y="397923"/>
                      </a:cubicBezTo>
                      <a:lnTo>
                        <a:pt x="0" y="423640"/>
                      </a:lnTo>
                      <a:lnTo>
                        <a:pt x="90375" y="393160"/>
                      </a:lnTo>
                      <a:cubicBezTo>
                        <a:pt x="1453612" y="-28797"/>
                        <a:pt x="2879636" y="-110712"/>
                        <a:pt x="4366544" y="145510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6" name="Freeform 1575">
                  <a:extLst>
                    <a:ext uri="{FF2B5EF4-FFF2-40B4-BE49-F238E27FC236}">
                      <a16:creationId xmlns:a16="http://schemas.microsoft.com/office/drawing/2014/main" id="{E45A1AFD-676C-36BB-C1CE-BF490E80B942}"/>
                    </a:ext>
                  </a:extLst>
                </p:cNvPr>
                <p:cNvSpPr/>
                <p:nvPr/>
              </p:nvSpPr>
              <p:spPr>
                <a:xfrm>
                  <a:off x="4185755" y="2267902"/>
                  <a:ext cx="1820808" cy="3427095"/>
                </a:xfrm>
                <a:custGeom>
                  <a:avLst/>
                  <a:gdLst>
                    <a:gd name="connsiteX0" fmla="*/ 1816064 w 1820808"/>
                    <a:gd name="connsiteY0" fmla="*/ 3426142 h 3427095"/>
                    <a:gd name="connsiteX1" fmla="*/ 1810356 w 1820808"/>
                    <a:gd name="connsiteY1" fmla="*/ 3426142 h 3427095"/>
                    <a:gd name="connsiteX2" fmla="*/ 79911 w 1820808"/>
                    <a:gd name="connsiteY2" fmla="*/ 51435 h 3427095"/>
                    <a:gd name="connsiteX3" fmla="*/ 0 w 1820808"/>
                    <a:gd name="connsiteY3" fmla="*/ 0 h 3427095"/>
                    <a:gd name="connsiteX4" fmla="*/ 82765 w 1820808"/>
                    <a:gd name="connsiteY4" fmla="*/ 47625 h 3427095"/>
                    <a:gd name="connsiteX5" fmla="*/ 1816064 w 1820808"/>
                    <a:gd name="connsiteY5" fmla="*/ 3427095 h 3427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20808" h="3427095">
                      <a:moveTo>
                        <a:pt x="1816064" y="3426142"/>
                      </a:moveTo>
                      <a:cubicBezTo>
                        <a:pt x="1814161" y="3426142"/>
                        <a:pt x="1812259" y="3426142"/>
                        <a:pt x="1810356" y="3426142"/>
                      </a:cubicBezTo>
                      <a:cubicBezTo>
                        <a:pt x="1876948" y="1916430"/>
                        <a:pt x="1300450" y="791528"/>
                        <a:pt x="79911" y="51435"/>
                      </a:cubicBezTo>
                      <a:lnTo>
                        <a:pt x="0" y="0"/>
                      </a:lnTo>
                      <a:lnTo>
                        <a:pt x="82765" y="47625"/>
                      </a:lnTo>
                      <a:cubicBezTo>
                        <a:pt x="1301401" y="790575"/>
                        <a:pt x="1879802" y="1917382"/>
                        <a:pt x="1816064" y="3427095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7" name="Freeform 1576">
                  <a:extLst>
                    <a:ext uri="{FF2B5EF4-FFF2-40B4-BE49-F238E27FC236}">
                      <a16:creationId xmlns:a16="http://schemas.microsoft.com/office/drawing/2014/main" id="{AAF40307-27DB-8FE7-342A-263F414A0BB3}"/>
                    </a:ext>
                  </a:extLst>
                </p:cNvPr>
                <p:cNvSpPr/>
                <p:nvPr/>
              </p:nvSpPr>
              <p:spPr>
                <a:xfrm>
                  <a:off x="4316086" y="3212782"/>
                  <a:ext cx="4033583" cy="1570672"/>
                </a:xfrm>
                <a:custGeom>
                  <a:avLst/>
                  <a:gdLst>
                    <a:gd name="connsiteX0" fmla="*/ 4033584 w 4033583"/>
                    <a:gd name="connsiteY0" fmla="*/ 0 h 1570672"/>
                    <a:gd name="connsiteX1" fmla="*/ 4033584 w 4033583"/>
                    <a:gd name="connsiteY1" fmla="*/ 5715 h 1570672"/>
                    <a:gd name="connsiteX2" fmla="*/ 77057 w 4033583"/>
                    <a:gd name="connsiteY2" fmla="*/ 1515428 h 1570672"/>
                    <a:gd name="connsiteX3" fmla="*/ 0 w 4033583"/>
                    <a:gd name="connsiteY3" fmla="*/ 1570673 h 1570672"/>
                    <a:gd name="connsiteX4" fmla="*/ 74203 w 4033583"/>
                    <a:gd name="connsiteY4" fmla="*/ 1510665 h 1570672"/>
                    <a:gd name="connsiteX5" fmla="*/ 4033584 w 4033583"/>
                    <a:gd name="connsiteY5" fmla="*/ 0 h 1570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33583" h="1570672">
                      <a:moveTo>
                        <a:pt x="4033584" y="0"/>
                      </a:moveTo>
                      <a:cubicBezTo>
                        <a:pt x="4033584" y="1905"/>
                        <a:pt x="4033584" y="3810"/>
                        <a:pt x="4033584" y="5715"/>
                      </a:cubicBezTo>
                      <a:cubicBezTo>
                        <a:pt x="2530503" y="145733"/>
                        <a:pt x="1211978" y="649605"/>
                        <a:pt x="77057" y="1515428"/>
                      </a:cubicBezTo>
                      <a:lnTo>
                        <a:pt x="0" y="1570673"/>
                      </a:lnTo>
                      <a:lnTo>
                        <a:pt x="74203" y="1510665"/>
                      </a:lnTo>
                      <a:cubicBezTo>
                        <a:pt x="1211026" y="647700"/>
                        <a:pt x="2530503" y="143828"/>
                        <a:pt x="4033584" y="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8" name="Freeform 1577">
                  <a:extLst>
                    <a:ext uri="{FF2B5EF4-FFF2-40B4-BE49-F238E27FC236}">
                      <a16:creationId xmlns:a16="http://schemas.microsoft.com/office/drawing/2014/main" id="{FA1830B9-8AE5-AC1B-CE12-9E17CE2DDE84}"/>
                    </a:ext>
                  </a:extLst>
                </p:cNvPr>
                <p:cNvSpPr/>
                <p:nvPr/>
              </p:nvSpPr>
              <p:spPr>
                <a:xfrm>
                  <a:off x="3854697" y="3098482"/>
                  <a:ext cx="1586017" cy="2346960"/>
                </a:xfrm>
                <a:custGeom>
                  <a:avLst/>
                  <a:gdLst>
                    <a:gd name="connsiteX0" fmla="*/ 0 w 1586017"/>
                    <a:gd name="connsiteY0" fmla="*/ 7620 h 2346960"/>
                    <a:gd name="connsiteX1" fmla="*/ 951 w 1586017"/>
                    <a:gd name="connsiteY1" fmla="*/ 0 h 2346960"/>
                    <a:gd name="connsiteX2" fmla="*/ 1315671 w 1586017"/>
                    <a:gd name="connsiteY2" fmla="*/ 2263140 h 2346960"/>
                    <a:gd name="connsiteX3" fmla="*/ 1270959 w 1586017"/>
                    <a:gd name="connsiteY3" fmla="*/ 2346960 h 2346960"/>
                    <a:gd name="connsiteX4" fmla="*/ 1309012 w 1586017"/>
                    <a:gd name="connsiteY4" fmla="*/ 2259330 h 2346960"/>
                    <a:gd name="connsiteX5" fmla="*/ 0 w 1586017"/>
                    <a:gd name="connsiteY5" fmla="*/ 6668 h 2346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86017" h="2346960">
                      <a:moveTo>
                        <a:pt x="0" y="7620"/>
                      </a:moveTo>
                      <a:cubicBezTo>
                        <a:pt x="0" y="4763"/>
                        <a:pt x="0" y="2858"/>
                        <a:pt x="951" y="0"/>
                      </a:cubicBezTo>
                      <a:cubicBezTo>
                        <a:pt x="1494519" y="220980"/>
                        <a:pt x="1932124" y="975360"/>
                        <a:pt x="1315671" y="2263140"/>
                      </a:cubicBezTo>
                      <a:lnTo>
                        <a:pt x="1270959" y="2346960"/>
                      </a:lnTo>
                      <a:lnTo>
                        <a:pt x="1309012" y="2259330"/>
                      </a:lnTo>
                      <a:cubicBezTo>
                        <a:pt x="1930222" y="973455"/>
                        <a:pt x="1493567" y="221933"/>
                        <a:pt x="0" y="6668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9" name="Freeform 1578">
                  <a:extLst>
                    <a:ext uri="{FF2B5EF4-FFF2-40B4-BE49-F238E27FC236}">
                      <a16:creationId xmlns:a16="http://schemas.microsoft.com/office/drawing/2014/main" id="{A486D289-67F5-664C-C6FB-C901CA1D98AE}"/>
                    </a:ext>
                  </a:extLst>
                </p:cNvPr>
                <p:cNvSpPr/>
                <p:nvPr/>
              </p:nvSpPr>
              <p:spPr>
                <a:xfrm>
                  <a:off x="4080159" y="2390775"/>
                  <a:ext cx="1075978" cy="2303144"/>
                </a:xfrm>
                <a:custGeom>
                  <a:avLst/>
                  <a:gdLst>
                    <a:gd name="connsiteX0" fmla="*/ 0 w 1075978"/>
                    <a:gd name="connsiteY0" fmla="*/ 6667 h 2303144"/>
                    <a:gd name="connsiteX1" fmla="*/ 3805 w 1075978"/>
                    <a:gd name="connsiteY1" fmla="*/ 0 h 2303144"/>
                    <a:gd name="connsiteX2" fmla="*/ 252099 w 1075978"/>
                    <a:gd name="connsiteY2" fmla="*/ 2252663 h 2303144"/>
                    <a:gd name="connsiteX3" fmla="*/ 171237 w 1075978"/>
                    <a:gd name="connsiteY3" fmla="*/ 2303145 h 2303144"/>
                    <a:gd name="connsiteX4" fmla="*/ 247342 w 1075978"/>
                    <a:gd name="connsiteY4" fmla="*/ 2245995 h 2303144"/>
                    <a:gd name="connsiteX5" fmla="*/ 0 w 1075978"/>
                    <a:gd name="connsiteY5" fmla="*/ 6667 h 2303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5978" h="2303144">
                      <a:moveTo>
                        <a:pt x="0" y="6667"/>
                      </a:moveTo>
                      <a:cubicBezTo>
                        <a:pt x="951" y="4763"/>
                        <a:pt x="1903" y="1905"/>
                        <a:pt x="3805" y="0"/>
                      </a:cubicBezTo>
                      <a:cubicBezTo>
                        <a:pt x="1345162" y="692468"/>
                        <a:pt x="1427927" y="1443038"/>
                        <a:pt x="252099" y="2252663"/>
                      </a:cubicBezTo>
                      <a:lnTo>
                        <a:pt x="171237" y="2303145"/>
                      </a:lnTo>
                      <a:lnTo>
                        <a:pt x="247342" y="2245995"/>
                      </a:lnTo>
                      <a:cubicBezTo>
                        <a:pt x="1426024" y="1441132"/>
                        <a:pt x="1343259" y="694372"/>
                        <a:pt x="0" y="6667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0" name="Freeform 1579">
                  <a:extLst>
                    <a:ext uri="{FF2B5EF4-FFF2-40B4-BE49-F238E27FC236}">
                      <a16:creationId xmlns:a16="http://schemas.microsoft.com/office/drawing/2014/main" id="{655CFC43-2A6C-C4E2-7FE5-B4B9F915A315}"/>
                    </a:ext>
                  </a:extLst>
                </p:cNvPr>
                <p:cNvSpPr/>
                <p:nvPr/>
              </p:nvSpPr>
              <p:spPr>
                <a:xfrm>
                  <a:off x="3892750" y="3673735"/>
                  <a:ext cx="4338004" cy="517264"/>
                </a:xfrm>
                <a:custGeom>
                  <a:avLst/>
                  <a:gdLst>
                    <a:gd name="connsiteX0" fmla="*/ 4338005 w 4338004"/>
                    <a:gd name="connsiteY0" fmla="*/ 509645 h 517264"/>
                    <a:gd name="connsiteX1" fmla="*/ 4335151 w 4338004"/>
                    <a:gd name="connsiteY1" fmla="*/ 517265 h 517264"/>
                    <a:gd name="connsiteX2" fmla="*/ 94180 w 4338004"/>
                    <a:gd name="connsiteY2" fmla="*/ 124835 h 517264"/>
                    <a:gd name="connsiteX3" fmla="*/ 0 w 4338004"/>
                    <a:gd name="connsiteY3" fmla="*/ 137217 h 517264"/>
                    <a:gd name="connsiteX4" fmla="*/ 93229 w 4338004"/>
                    <a:gd name="connsiteY4" fmla="*/ 117215 h 517264"/>
                    <a:gd name="connsiteX5" fmla="*/ 4338005 w 4338004"/>
                    <a:gd name="connsiteY5" fmla="*/ 509645 h 517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38004" h="517264">
                      <a:moveTo>
                        <a:pt x="4338005" y="509645"/>
                      </a:moveTo>
                      <a:cubicBezTo>
                        <a:pt x="4338005" y="512502"/>
                        <a:pt x="4336102" y="514407"/>
                        <a:pt x="4335151" y="517265"/>
                      </a:cubicBezTo>
                      <a:cubicBezTo>
                        <a:pt x="2913884" y="9582"/>
                        <a:pt x="1499275" y="-120910"/>
                        <a:pt x="94180" y="124835"/>
                      </a:cubicBezTo>
                      <a:lnTo>
                        <a:pt x="0" y="137217"/>
                      </a:lnTo>
                      <a:lnTo>
                        <a:pt x="93229" y="117215"/>
                      </a:lnTo>
                      <a:cubicBezTo>
                        <a:pt x="1499275" y="-123768"/>
                        <a:pt x="2914835" y="6725"/>
                        <a:pt x="4338005" y="509645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1" name="Freeform 1580">
                  <a:extLst>
                    <a:ext uri="{FF2B5EF4-FFF2-40B4-BE49-F238E27FC236}">
                      <a16:creationId xmlns:a16="http://schemas.microsoft.com/office/drawing/2014/main" id="{26FC55DF-8D57-61A5-667C-069A49067AF0}"/>
                    </a:ext>
                  </a:extLst>
                </p:cNvPr>
                <p:cNvSpPr/>
                <p:nvPr/>
              </p:nvSpPr>
              <p:spPr>
                <a:xfrm>
                  <a:off x="3895604" y="3743154"/>
                  <a:ext cx="3493235" cy="1551793"/>
                </a:xfrm>
                <a:custGeom>
                  <a:avLst/>
                  <a:gdLst>
                    <a:gd name="connsiteX0" fmla="*/ 3493236 w 3493235"/>
                    <a:gd name="connsiteY0" fmla="*/ 1547031 h 1551793"/>
                    <a:gd name="connsiteX1" fmla="*/ 3486576 w 3493235"/>
                    <a:gd name="connsiteY1" fmla="*/ 1551793 h 1551793"/>
                    <a:gd name="connsiteX2" fmla="*/ 94180 w 3493235"/>
                    <a:gd name="connsiteY2" fmla="*/ 71608 h 1551793"/>
                    <a:gd name="connsiteX3" fmla="*/ 0 w 3493235"/>
                    <a:gd name="connsiteY3" fmla="*/ 84943 h 1551793"/>
                    <a:gd name="connsiteX4" fmla="*/ 93229 w 3493235"/>
                    <a:gd name="connsiteY4" fmla="*/ 63989 h 1551793"/>
                    <a:gd name="connsiteX5" fmla="*/ 3493236 w 3493235"/>
                    <a:gd name="connsiteY5" fmla="*/ 1547031 h 15517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493235" h="1551793">
                      <a:moveTo>
                        <a:pt x="3493236" y="1547031"/>
                      </a:moveTo>
                      <a:cubicBezTo>
                        <a:pt x="3491333" y="1548936"/>
                        <a:pt x="3489430" y="1549889"/>
                        <a:pt x="3486576" y="1551793"/>
                      </a:cubicBezTo>
                      <a:cubicBezTo>
                        <a:pt x="2628488" y="307828"/>
                        <a:pt x="1498324" y="-185567"/>
                        <a:pt x="94180" y="71608"/>
                      </a:cubicBezTo>
                      <a:lnTo>
                        <a:pt x="0" y="84943"/>
                      </a:lnTo>
                      <a:lnTo>
                        <a:pt x="93229" y="63989"/>
                      </a:lnTo>
                      <a:cubicBezTo>
                        <a:pt x="1497373" y="-188424"/>
                        <a:pt x="2631342" y="305923"/>
                        <a:pt x="3493236" y="1547031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2" name="Freeform 1581">
                  <a:extLst>
                    <a:ext uri="{FF2B5EF4-FFF2-40B4-BE49-F238E27FC236}">
                      <a16:creationId xmlns:a16="http://schemas.microsoft.com/office/drawing/2014/main" id="{BA91A65E-1209-AC92-DEE8-089F28BEF79A}"/>
                    </a:ext>
                  </a:extLst>
                </p:cNvPr>
                <p:cNvSpPr/>
                <p:nvPr/>
              </p:nvSpPr>
              <p:spPr>
                <a:xfrm>
                  <a:off x="4260910" y="4168737"/>
                  <a:ext cx="3113659" cy="1135735"/>
                </a:xfrm>
                <a:custGeom>
                  <a:avLst/>
                  <a:gdLst>
                    <a:gd name="connsiteX0" fmla="*/ 3113660 w 3113659"/>
                    <a:gd name="connsiteY0" fmla="*/ 1130973 h 1135735"/>
                    <a:gd name="connsiteX1" fmla="*/ 3107001 w 3113659"/>
                    <a:gd name="connsiteY1" fmla="*/ 1135735 h 1135735"/>
                    <a:gd name="connsiteX2" fmla="*/ 79911 w 3113659"/>
                    <a:gd name="connsiteY2" fmla="*/ 488035 h 1135735"/>
                    <a:gd name="connsiteX3" fmla="*/ 0 w 3113659"/>
                    <a:gd name="connsiteY3" fmla="*/ 539470 h 1135735"/>
                    <a:gd name="connsiteX4" fmla="*/ 76105 w 3113659"/>
                    <a:gd name="connsiteY4" fmla="*/ 482320 h 1135735"/>
                    <a:gd name="connsiteX5" fmla="*/ 3113660 w 3113659"/>
                    <a:gd name="connsiteY5" fmla="*/ 1131925 h 1135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13659" h="1135735">
                      <a:moveTo>
                        <a:pt x="3113660" y="1130973"/>
                      </a:moveTo>
                      <a:cubicBezTo>
                        <a:pt x="3111757" y="1132878"/>
                        <a:pt x="3109855" y="1133831"/>
                        <a:pt x="3107001" y="1135735"/>
                      </a:cubicBezTo>
                      <a:cubicBezTo>
                        <a:pt x="2258426" y="-113944"/>
                        <a:pt x="1250030" y="-330162"/>
                        <a:pt x="79911" y="488035"/>
                      </a:cubicBezTo>
                      <a:lnTo>
                        <a:pt x="0" y="539470"/>
                      </a:lnTo>
                      <a:lnTo>
                        <a:pt x="76105" y="482320"/>
                      </a:lnTo>
                      <a:cubicBezTo>
                        <a:pt x="1249079" y="-332067"/>
                        <a:pt x="2261280" y="-114897"/>
                        <a:pt x="3113660" y="1131925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3" name="Freeform 1582">
                  <a:extLst>
                    <a:ext uri="{FF2B5EF4-FFF2-40B4-BE49-F238E27FC236}">
                      <a16:creationId xmlns:a16="http://schemas.microsoft.com/office/drawing/2014/main" id="{BEBF5EDF-9C5D-0BFF-7599-A50BFC7554F4}"/>
                    </a:ext>
                  </a:extLst>
                </p:cNvPr>
                <p:cNvSpPr/>
                <p:nvPr/>
              </p:nvSpPr>
              <p:spPr>
                <a:xfrm>
                  <a:off x="4271374" y="4148056"/>
                  <a:ext cx="1025044" cy="1002110"/>
                </a:xfrm>
                <a:custGeom>
                  <a:avLst/>
                  <a:gdLst>
                    <a:gd name="connsiteX0" fmla="*/ 351987 w 1025044"/>
                    <a:gd name="connsiteY0" fmla="*/ 1002111 h 1002110"/>
                    <a:gd name="connsiteX1" fmla="*/ 346279 w 1025044"/>
                    <a:gd name="connsiteY1" fmla="*/ 997348 h 1002110"/>
                    <a:gd name="connsiteX2" fmla="*/ 79911 w 1025044"/>
                    <a:gd name="connsiteY2" fmla="*/ 521098 h 1002110"/>
                    <a:gd name="connsiteX3" fmla="*/ 0 w 1025044"/>
                    <a:gd name="connsiteY3" fmla="*/ 573486 h 1002110"/>
                    <a:gd name="connsiteX4" fmla="*/ 75154 w 1025044"/>
                    <a:gd name="connsiteY4" fmla="*/ 515383 h 1002110"/>
                    <a:gd name="connsiteX5" fmla="*/ 351987 w 1025044"/>
                    <a:gd name="connsiteY5" fmla="*/ 1002111 h 1002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25044" h="1002110">
                      <a:moveTo>
                        <a:pt x="351987" y="1002111"/>
                      </a:moveTo>
                      <a:cubicBezTo>
                        <a:pt x="350085" y="1000206"/>
                        <a:pt x="348182" y="998301"/>
                        <a:pt x="346279" y="997348"/>
                      </a:cubicBezTo>
                      <a:cubicBezTo>
                        <a:pt x="1331844" y="-146604"/>
                        <a:pt x="1243371" y="-305672"/>
                        <a:pt x="79911" y="521098"/>
                      </a:cubicBezTo>
                      <a:lnTo>
                        <a:pt x="0" y="573486"/>
                      </a:lnTo>
                      <a:lnTo>
                        <a:pt x="75154" y="515383"/>
                      </a:lnTo>
                      <a:cubicBezTo>
                        <a:pt x="1241469" y="-307577"/>
                        <a:pt x="1333746" y="-144700"/>
                        <a:pt x="351987" y="1002111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4" name="Freeform 1583">
                  <a:extLst>
                    <a:ext uri="{FF2B5EF4-FFF2-40B4-BE49-F238E27FC236}">
                      <a16:creationId xmlns:a16="http://schemas.microsoft.com/office/drawing/2014/main" id="{AFFD679B-3074-55FE-2EA2-12B4F6BDCD6C}"/>
                    </a:ext>
                  </a:extLst>
                </p:cNvPr>
                <p:cNvSpPr/>
                <p:nvPr/>
              </p:nvSpPr>
              <p:spPr>
                <a:xfrm>
                  <a:off x="3899409" y="3616444"/>
                  <a:ext cx="4434087" cy="228797"/>
                </a:xfrm>
                <a:custGeom>
                  <a:avLst/>
                  <a:gdLst>
                    <a:gd name="connsiteX0" fmla="*/ 4433136 w 4434087"/>
                    <a:gd name="connsiteY0" fmla="*/ 165933 h 228797"/>
                    <a:gd name="connsiteX1" fmla="*/ 4432185 w 4434087"/>
                    <a:gd name="connsiteY1" fmla="*/ 173553 h 228797"/>
                    <a:gd name="connsiteX2" fmla="*/ 94180 w 4434087"/>
                    <a:gd name="connsiteY2" fmla="*/ 214510 h 228797"/>
                    <a:gd name="connsiteX3" fmla="*/ 0 w 4434087"/>
                    <a:gd name="connsiteY3" fmla="*/ 228798 h 228797"/>
                    <a:gd name="connsiteX4" fmla="*/ 93229 w 4434087"/>
                    <a:gd name="connsiteY4" fmla="*/ 207843 h 228797"/>
                    <a:gd name="connsiteX5" fmla="*/ 4434088 w 4434087"/>
                    <a:gd name="connsiteY5" fmla="*/ 166885 h 2287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34087" h="228797">
                      <a:moveTo>
                        <a:pt x="4433136" y="165933"/>
                      </a:moveTo>
                      <a:cubicBezTo>
                        <a:pt x="4433136" y="168790"/>
                        <a:pt x="4433136" y="170695"/>
                        <a:pt x="4432185" y="173553"/>
                      </a:cubicBezTo>
                      <a:cubicBezTo>
                        <a:pt x="2942423" y="-66477"/>
                        <a:pt x="1496421" y="-53142"/>
                        <a:pt x="94180" y="214510"/>
                      </a:cubicBezTo>
                      <a:lnTo>
                        <a:pt x="0" y="228798"/>
                      </a:lnTo>
                      <a:lnTo>
                        <a:pt x="93229" y="207843"/>
                      </a:lnTo>
                      <a:cubicBezTo>
                        <a:pt x="1495470" y="-55047"/>
                        <a:pt x="2942423" y="-68382"/>
                        <a:pt x="4434088" y="166885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5" name="Freeform 1584">
                  <a:extLst>
                    <a:ext uri="{FF2B5EF4-FFF2-40B4-BE49-F238E27FC236}">
                      <a16:creationId xmlns:a16="http://schemas.microsoft.com/office/drawing/2014/main" id="{9C129B7E-D46A-88B5-3BBD-F6C3E60B67E0}"/>
                    </a:ext>
                  </a:extLst>
                </p:cNvPr>
                <p:cNvSpPr/>
                <p:nvPr/>
              </p:nvSpPr>
              <p:spPr>
                <a:xfrm>
                  <a:off x="4280887" y="2393632"/>
                  <a:ext cx="3832855" cy="2341245"/>
                </a:xfrm>
                <a:custGeom>
                  <a:avLst/>
                  <a:gdLst>
                    <a:gd name="connsiteX0" fmla="*/ 3829050 w 3832855"/>
                    <a:gd name="connsiteY0" fmla="*/ 0 h 2341245"/>
                    <a:gd name="connsiteX1" fmla="*/ 3832855 w 3832855"/>
                    <a:gd name="connsiteY1" fmla="*/ 6667 h 2341245"/>
                    <a:gd name="connsiteX2" fmla="*/ 78959 w 3832855"/>
                    <a:gd name="connsiteY2" fmla="*/ 2288858 h 2341245"/>
                    <a:gd name="connsiteX3" fmla="*/ 0 w 3832855"/>
                    <a:gd name="connsiteY3" fmla="*/ 2341245 h 2341245"/>
                    <a:gd name="connsiteX4" fmla="*/ 75154 w 3832855"/>
                    <a:gd name="connsiteY4" fmla="*/ 2283143 h 2341245"/>
                    <a:gd name="connsiteX5" fmla="*/ 3830001 w 3832855"/>
                    <a:gd name="connsiteY5" fmla="*/ 0 h 2341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32855" h="2341245">
                      <a:moveTo>
                        <a:pt x="3829050" y="0"/>
                      </a:moveTo>
                      <a:cubicBezTo>
                        <a:pt x="3830001" y="1905"/>
                        <a:pt x="3830953" y="4763"/>
                        <a:pt x="3832855" y="6667"/>
                      </a:cubicBezTo>
                      <a:cubicBezTo>
                        <a:pt x="2487694" y="692468"/>
                        <a:pt x="1236712" y="1452562"/>
                        <a:pt x="78959" y="2288858"/>
                      </a:cubicBezTo>
                      <a:lnTo>
                        <a:pt x="0" y="2341245"/>
                      </a:lnTo>
                      <a:lnTo>
                        <a:pt x="75154" y="2283143"/>
                      </a:lnTo>
                      <a:cubicBezTo>
                        <a:pt x="1235761" y="1451610"/>
                        <a:pt x="2486742" y="690562"/>
                        <a:pt x="3830001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6" name="Freeform 1585">
                  <a:extLst>
                    <a:ext uri="{FF2B5EF4-FFF2-40B4-BE49-F238E27FC236}">
                      <a16:creationId xmlns:a16="http://schemas.microsoft.com/office/drawing/2014/main" id="{F56A5D6D-A8B1-A0FE-157D-1CFB6231AB2B}"/>
                    </a:ext>
                  </a:extLst>
                </p:cNvPr>
                <p:cNvSpPr/>
                <p:nvPr/>
              </p:nvSpPr>
              <p:spPr>
                <a:xfrm>
                  <a:off x="7089943" y="2408872"/>
                  <a:ext cx="1044728" cy="547794"/>
                </a:xfrm>
                <a:custGeom>
                  <a:avLst/>
                  <a:gdLst>
                    <a:gd name="connsiteX0" fmla="*/ 1028556 w 1044728"/>
                    <a:gd name="connsiteY0" fmla="*/ 0 h 547794"/>
                    <a:gd name="connsiteX1" fmla="*/ 1032361 w 1044728"/>
                    <a:gd name="connsiteY1" fmla="*/ 6668 h 547794"/>
                    <a:gd name="connsiteX2" fmla="*/ 956256 w 1044728"/>
                    <a:gd name="connsiteY2" fmla="*/ 134303 h 547794"/>
                    <a:gd name="connsiteX3" fmla="*/ 1044728 w 1044728"/>
                    <a:gd name="connsiteY3" fmla="*/ 98108 h 547794"/>
                    <a:gd name="connsiteX4" fmla="*/ 959110 w 1044728"/>
                    <a:gd name="connsiteY4" fmla="*/ 140970 h 547794"/>
                    <a:gd name="connsiteX5" fmla="*/ 1028556 w 1044728"/>
                    <a:gd name="connsiteY5" fmla="*/ 0 h 5477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44728" h="547794">
                      <a:moveTo>
                        <a:pt x="1028556" y="0"/>
                      </a:moveTo>
                      <a:cubicBezTo>
                        <a:pt x="1029507" y="1905"/>
                        <a:pt x="1030458" y="4763"/>
                        <a:pt x="1032361" y="6668"/>
                      </a:cubicBezTo>
                      <a:cubicBezTo>
                        <a:pt x="-317557" y="681990"/>
                        <a:pt x="-343243" y="724853"/>
                        <a:pt x="956256" y="134303"/>
                      </a:cubicBezTo>
                      <a:lnTo>
                        <a:pt x="1044728" y="98108"/>
                      </a:lnTo>
                      <a:lnTo>
                        <a:pt x="959110" y="140970"/>
                      </a:lnTo>
                      <a:cubicBezTo>
                        <a:pt x="-342292" y="726758"/>
                        <a:pt x="-319460" y="680085"/>
                        <a:pt x="1028556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7" name="Freeform 1586">
                  <a:extLst>
                    <a:ext uri="{FF2B5EF4-FFF2-40B4-BE49-F238E27FC236}">
                      <a16:creationId xmlns:a16="http://schemas.microsoft.com/office/drawing/2014/main" id="{515B4580-CE24-66C8-3590-7D46EC017752}"/>
                    </a:ext>
                  </a:extLst>
                </p:cNvPr>
                <p:cNvSpPr/>
                <p:nvPr/>
              </p:nvSpPr>
              <p:spPr>
                <a:xfrm>
                  <a:off x="4242834" y="2119312"/>
                  <a:ext cx="1202502" cy="3284219"/>
                </a:xfrm>
                <a:custGeom>
                  <a:avLst/>
                  <a:gdLst>
                    <a:gd name="connsiteX0" fmla="*/ 0 w 1202502"/>
                    <a:gd name="connsiteY0" fmla="*/ 7620 h 3284219"/>
                    <a:gd name="connsiteX1" fmla="*/ 5708 w 1202502"/>
                    <a:gd name="connsiteY1" fmla="*/ 0 h 3284219"/>
                    <a:gd name="connsiteX2" fmla="*/ 848575 w 1202502"/>
                    <a:gd name="connsiteY2" fmla="*/ 3202305 h 3284219"/>
                    <a:gd name="connsiteX3" fmla="*/ 800057 w 1202502"/>
                    <a:gd name="connsiteY3" fmla="*/ 3284220 h 3284219"/>
                    <a:gd name="connsiteX4" fmla="*/ 840964 w 1202502"/>
                    <a:gd name="connsiteY4" fmla="*/ 3197543 h 3284219"/>
                    <a:gd name="connsiteX5" fmla="*/ 951 w 1202502"/>
                    <a:gd name="connsiteY5" fmla="*/ 7620 h 3284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02502" h="3284219">
                      <a:moveTo>
                        <a:pt x="0" y="7620"/>
                      </a:moveTo>
                      <a:cubicBezTo>
                        <a:pt x="1903" y="4763"/>
                        <a:pt x="3805" y="1905"/>
                        <a:pt x="5708" y="0"/>
                      </a:cubicBezTo>
                      <a:cubicBezTo>
                        <a:pt x="1237663" y="873443"/>
                        <a:pt x="1518302" y="1941195"/>
                        <a:pt x="848575" y="3202305"/>
                      </a:cubicBezTo>
                      <a:lnTo>
                        <a:pt x="800057" y="3284220"/>
                      </a:lnTo>
                      <a:lnTo>
                        <a:pt x="840964" y="3197543"/>
                      </a:lnTo>
                      <a:cubicBezTo>
                        <a:pt x="1516399" y="1939290"/>
                        <a:pt x="1235761" y="875347"/>
                        <a:pt x="951" y="7620"/>
                      </a:cubicBezTo>
                      <a:close/>
                    </a:path>
                  </a:pathLst>
                </a:custGeom>
                <a:solidFill>
                  <a:srgbClr val="EFE09B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8" name="Freeform 1587">
                  <a:extLst>
                    <a:ext uri="{FF2B5EF4-FFF2-40B4-BE49-F238E27FC236}">
                      <a16:creationId xmlns:a16="http://schemas.microsoft.com/office/drawing/2014/main" id="{F98DB6F1-BA9D-2C32-9EEF-1937CBBA26F3}"/>
                    </a:ext>
                  </a:extLst>
                </p:cNvPr>
                <p:cNvSpPr/>
                <p:nvPr/>
              </p:nvSpPr>
              <p:spPr>
                <a:xfrm>
                  <a:off x="4071597" y="2406015"/>
                  <a:ext cx="1361046" cy="3006090"/>
                </a:xfrm>
                <a:custGeom>
                  <a:avLst/>
                  <a:gdLst>
                    <a:gd name="connsiteX0" fmla="*/ 0 w 1361046"/>
                    <a:gd name="connsiteY0" fmla="*/ 8572 h 3006090"/>
                    <a:gd name="connsiteX1" fmla="*/ 4757 w 1361046"/>
                    <a:gd name="connsiteY1" fmla="*/ 0 h 3006090"/>
                    <a:gd name="connsiteX2" fmla="*/ 1035984 w 1361046"/>
                    <a:gd name="connsiteY2" fmla="*/ 2924175 h 3006090"/>
                    <a:gd name="connsiteX3" fmla="*/ 987467 w 1361046"/>
                    <a:gd name="connsiteY3" fmla="*/ 3006090 h 3006090"/>
                    <a:gd name="connsiteX4" fmla="*/ 1027422 w 1361046"/>
                    <a:gd name="connsiteY4" fmla="*/ 2919413 h 3006090"/>
                    <a:gd name="connsiteX5" fmla="*/ 0 w 1361046"/>
                    <a:gd name="connsiteY5" fmla="*/ 8572 h 30060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1046" h="3006090">
                      <a:moveTo>
                        <a:pt x="0" y="8572"/>
                      </a:moveTo>
                      <a:cubicBezTo>
                        <a:pt x="1903" y="5715"/>
                        <a:pt x="2854" y="2857"/>
                        <a:pt x="4757" y="0"/>
                      </a:cubicBezTo>
                      <a:cubicBezTo>
                        <a:pt x="1351821" y="681990"/>
                        <a:pt x="1695247" y="1657350"/>
                        <a:pt x="1035984" y="2924175"/>
                      </a:cubicBezTo>
                      <a:lnTo>
                        <a:pt x="987467" y="3006090"/>
                      </a:lnTo>
                      <a:lnTo>
                        <a:pt x="1027422" y="2919413"/>
                      </a:lnTo>
                      <a:cubicBezTo>
                        <a:pt x="1692393" y="1655445"/>
                        <a:pt x="1349919" y="684847"/>
                        <a:pt x="0" y="8572"/>
                      </a:cubicBezTo>
                      <a:close/>
                    </a:path>
                  </a:pathLst>
                </a:custGeom>
                <a:solidFill>
                  <a:srgbClr val="DACA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9" name="Freeform 1588">
                  <a:extLst>
                    <a:ext uri="{FF2B5EF4-FFF2-40B4-BE49-F238E27FC236}">
                      <a16:creationId xmlns:a16="http://schemas.microsoft.com/office/drawing/2014/main" id="{EE0981F6-68A8-46AF-206E-D1DEEA7C1FCA}"/>
                    </a:ext>
                  </a:extLst>
                </p:cNvPr>
                <p:cNvSpPr/>
                <p:nvPr/>
              </p:nvSpPr>
              <p:spPr>
                <a:xfrm>
                  <a:off x="3862308" y="3356609"/>
                  <a:ext cx="4381764" cy="799147"/>
                </a:xfrm>
                <a:custGeom>
                  <a:avLst/>
                  <a:gdLst>
                    <a:gd name="connsiteX0" fmla="*/ 4381765 w 4381764"/>
                    <a:gd name="connsiteY0" fmla="*/ 789622 h 799147"/>
                    <a:gd name="connsiteX1" fmla="*/ 4378911 w 4381764"/>
                    <a:gd name="connsiteY1" fmla="*/ 799147 h 799147"/>
                    <a:gd name="connsiteX2" fmla="*/ 95132 w 4381764"/>
                    <a:gd name="connsiteY2" fmla="*/ 9525 h 799147"/>
                    <a:gd name="connsiteX3" fmla="*/ 0 w 4381764"/>
                    <a:gd name="connsiteY3" fmla="*/ 1905 h 799147"/>
                    <a:gd name="connsiteX4" fmla="*/ 95132 w 4381764"/>
                    <a:gd name="connsiteY4" fmla="*/ 0 h 799147"/>
                    <a:gd name="connsiteX5" fmla="*/ 4381765 w 4381764"/>
                    <a:gd name="connsiteY5" fmla="*/ 789622 h 7991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381764" h="799147">
                      <a:moveTo>
                        <a:pt x="4381765" y="789622"/>
                      </a:moveTo>
                      <a:cubicBezTo>
                        <a:pt x="4380814" y="792480"/>
                        <a:pt x="4379862" y="796290"/>
                        <a:pt x="4378911" y="799147"/>
                      </a:cubicBezTo>
                      <a:cubicBezTo>
                        <a:pt x="2949082" y="314325"/>
                        <a:pt x="1521156" y="51435"/>
                        <a:pt x="95132" y="9525"/>
                      </a:cubicBezTo>
                      <a:lnTo>
                        <a:pt x="0" y="1905"/>
                      </a:lnTo>
                      <a:lnTo>
                        <a:pt x="95132" y="0"/>
                      </a:lnTo>
                      <a:cubicBezTo>
                        <a:pt x="1521156" y="48578"/>
                        <a:pt x="2950033" y="311468"/>
                        <a:pt x="4381765" y="789622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0" name="Freeform 1589">
                  <a:extLst>
                    <a:ext uri="{FF2B5EF4-FFF2-40B4-BE49-F238E27FC236}">
                      <a16:creationId xmlns:a16="http://schemas.microsoft.com/office/drawing/2014/main" id="{DEF7057F-2CB2-3BA5-1843-3E248C92AAA9}"/>
                    </a:ext>
                  </a:extLst>
                </p:cNvPr>
                <p:cNvSpPr/>
                <p:nvPr/>
              </p:nvSpPr>
              <p:spPr>
                <a:xfrm>
                  <a:off x="6559098" y="3971567"/>
                  <a:ext cx="1678315" cy="1608177"/>
                </a:xfrm>
                <a:custGeom>
                  <a:avLst/>
                  <a:gdLst>
                    <a:gd name="connsiteX0" fmla="*/ 1678316 w 1678315"/>
                    <a:gd name="connsiteY0" fmla="*/ 193715 h 1608177"/>
                    <a:gd name="connsiteX1" fmla="*/ 1675462 w 1678315"/>
                    <a:gd name="connsiteY1" fmla="*/ 203240 h 1608177"/>
                    <a:gd name="connsiteX2" fmla="*/ 137183 w 1678315"/>
                    <a:gd name="connsiteY2" fmla="*/ 1515785 h 1608177"/>
                    <a:gd name="connsiteX3" fmla="*/ 159063 w 1678315"/>
                    <a:gd name="connsiteY3" fmla="*/ 1608177 h 1608177"/>
                    <a:gd name="connsiteX4" fmla="*/ 127669 w 1678315"/>
                    <a:gd name="connsiteY4" fmla="*/ 1517690 h 1608177"/>
                    <a:gd name="connsiteX5" fmla="*/ 1678316 w 1678315"/>
                    <a:gd name="connsiteY5" fmla="*/ 193715 h 1608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678315" h="1608177">
                      <a:moveTo>
                        <a:pt x="1678316" y="193715"/>
                      </a:moveTo>
                      <a:cubicBezTo>
                        <a:pt x="1677364" y="196572"/>
                        <a:pt x="1676413" y="200382"/>
                        <a:pt x="1675462" y="203240"/>
                      </a:cubicBezTo>
                      <a:cubicBezTo>
                        <a:pt x="250389" y="-293965"/>
                        <a:pt x="-263322" y="144185"/>
                        <a:pt x="137183" y="1515785"/>
                      </a:cubicBezTo>
                      <a:lnTo>
                        <a:pt x="159063" y="1608177"/>
                      </a:lnTo>
                      <a:lnTo>
                        <a:pt x="127669" y="1517690"/>
                      </a:lnTo>
                      <a:cubicBezTo>
                        <a:pt x="-266176" y="144185"/>
                        <a:pt x="251341" y="-296823"/>
                        <a:pt x="1678316" y="193715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1" name="Freeform 1590">
                  <a:extLst>
                    <a:ext uri="{FF2B5EF4-FFF2-40B4-BE49-F238E27FC236}">
                      <a16:creationId xmlns:a16="http://schemas.microsoft.com/office/drawing/2014/main" id="{CD475C73-F19A-D4F4-1DEE-E9C214017E43}"/>
                    </a:ext>
                  </a:extLst>
                </p:cNvPr>
                <p:cNvSpPr/>
                <p:nvPr/>
              </p:nvSpPr>
              <p:spPr>
                <a:xfrm>
                  <a:off x="4032593" y="1167764"/>
                  <a:ext cx="2231789" cy="1658519"/>
                </a:xfrm>
                <a:custGeom>
                  <a:avLst/>
                  <a:gdLst>
                    <a:gd name="connsiteX0" fmla="*/ 2222276 w 2231789"/>
                    <a:gd name="connsiteY0" fmla="*/ 0 h 1658519"/>
                    <a:gd name="connsiteX1" fmla="*/ 2231789 w 2231789"/>
                    <a:gd name="connsiteY1" fmla="*/ 0 h 1658519"/>
                    <a:gd name="connsiteX2" fmla="*/ 85619 w 2231789"/>
                    <a:gd name="connsiteY2" fmla="*/ 1440180 h 1658519"/>
                    <a:gd name="connsiteX3" fmla="*/ 0 w 2231789"/>
                    <a:gd name="connsiteY3" fmla="*/ 1399223 h 1658519"/>
                    <a:gd name="connsiteX4" fmla="*/ 89424 w 2231789"/>
                    <a:gd name="connsiteY4" fmla="*/ 1431608 h 1658519"/>
                    <a:gd name="connsiteX5" fmla="*/ 2222276 w 2231789"/>
                    <a:gd name="connsiteY5" fmla="*/ 0 h 1658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31789" h="1658519">
                      <a:moveTo>
                        <a:pt x="2222276" y="0"/>
                      </a:moveTo>
                      <a:cubicBezTo>
                        <a:pt x="2225130" y="0"/>
                        <a:pt x="2228935" y="0"/>
                        <a:pt x="2231789" y="0"/>
                      </a:cubicBezTo>
                      <a:cubicBezTo>
                        <a:pt x="2119534" y="1506855"/>
                        <a:pt x="1404144" y="1986915"/>
                        <a:pt x="85619" y="1440180"/>
                      </a:cubicBezTo>
                      <a:lnTo>
                        <a:pt x="0" y="1399223"/>
                      </a:lnTo>
                      <a:lnTo>
                        <a:pt x="89424" y="1431608"/>
                      </a:lnTo>
                      <a:cubicBezTo>
                        <a:pt x="1405095" y="1985010"/>
                        <a:pt x="2115729" y="1506855"/>
                        <a:pt x="2222276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2" name="Freeform 1591">
                  <a:extLst>
                    <a:ext uri="{FF2B5EF4-FFF2-40B4-BE49-F238E27FC236}">
                      <a16:creationId xmlns:a16="http://schemas.microsoft.com/office/drawing/2014/main" id="{3BC75D57-C941-5DA0-9111-87B39525EC17}"/>
                    </a:ext>
                  </a:extLst>
                </p:cNvPr>
                <p:cNvSpPr/>
                <p:nvPr/>
              </p:nvSpPr>
              <p:spPr>
                <a:xfrm>
                  <a:off x="3909874" y="1167764"/>
                  <a:ext cx="2373535" cy="1885404"/>
                </a:xfrm>
                <a:custGeom>
                  <a:avLst/>
                  <a:gdLst>
                    <a:gd name="connsiteX0" fmla="*/ 2364022 w 2373535"/>
                    <a:gd name="connsiteY0" fmla="*/ 953 h 1885404"/>
                    <a:gd name="connsiteX1" fmla="*/ 2373536 w 2373535"/>
                    <a:gd name="connsiteY1" fmla="*/ 953 h 1885404"/>
                    <a:gd name="connsiteX2" fmla="*/ 92278 w 2373535"/>
                    <a:gd name="connsiteY2" fmla="*/ 1810703 h 1885404"/>
                    <a:gd name="connsiteX3" fmla="*/ 0 w 2373535"/>
                    <a:gd name="connsiteY3" fmla="*/ 1785938 h 1885404"/>
                    <a:gd name="connsiteX4" fmla="*/ 94180 w 2373535"/>
                    <a:gd name="connsiteY4" fmla="*/ 1801178 h 1885404"/>
                    <a:gd name="connsiteX5" fmla="*/ 2363071 w 2373535"/>
                    <a:gd name="connsiteY5" fmla="*/ 0 h 1885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73535" h="1885404">
                      <a:moveTo>
                        <a:pt x="2364022" y="953"/>
                      </a:moveTo>
                      <a:cubicBezTo>
                        <a:pt x="2366876" y="953"/>
                        <a:pt x="2370681" y="953"/>
                        <a:pt x="2373536" y="953"/>
                      </a:cubicBezTo>
                      <a:cubicBezTo>
                        <a:pt x="2247962" y="1506855"/>
                        <a:pt x="1487860" y="2110740"/>
                        <a:pt x="92278" y="1810703"/>
                      </a:cubicBezTo>
                      <a:lnTo>
                        <a:pt x="0" y="1785938"/>
                      </a:lnTo>
                      <a:lnTo>
                        <a:pt x="94180" y="1801178"/>
                      </a:lnTo>
                      <a:cubicBezTo>
                        <a:pt x="1487860" y="2106930"/>
                        <a:pt x="2244156" y="1506855"/>
                        <a:pt x="2363071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3" name="Freeform 1592">
                  <a:extLst>
                    <a:ext uri="{FF2B5EF4-FFF2-40B4-BE49-F238E27FC236}">
                      <a16:creationId xmlns:a16="http://schemas.microsoft.com/office/drawing/2014/main" id="{2F2E3639-A144-BC48-D11B-01FE171EF864}"/>
                    </a:ext>
                  </a:extLst>
                </p:cNvPr>
                <p:cNvSpPr/>
                <p:nvPr/>
              </p:nvSpPr>
              <p:spPr>
                <a:xfrm>
                  <a:off x="5580386" y="4493079"/>
                  <a:ext cx="1155849" cy="1145720"/>
                </a:xfrm>
                <a:custGeom>
                  <a:avLst/>
                  <a:gdLst>
                    <a:gd name="connsiteX0" fmla="*/ 9513 w 1155849"/>
                    <a:gd name="connsiteY0" fmla="*/ 1145720 h 1145720"/>
                    <a:gd name="connsiteX1" fmla="*/ 0 w 1155849"/>
                    <a:gd name="connsiteY1" fmla="*/ 1143815 h 1145720"/>
                    <a:gd name="connsiteX2" fmla="*/ 1133018 w 1155849"/>
                    <a:gd name="connsiteY2" fmla="*/ 988558 h 1145720"/>
                    <a:gd name="connsiteX3" fmla="*/ 1155850 w 1155849"/>
                    <a:gd name="connsiteY3" fmla="*/ 1080951 h 1145720"/>
                    <a:gd name="connsiteX4" fmla="*/ 1124457 w 1155849"/>
                    <a:gd name="connsiteY4" fmla="*/ 991415 h 1145720"/>
                    <a:gd name="connsiteX5" fmla="*/ 10465 w 1155849"/>
                    <a:gd name="connsiteY5" fmla="*/ 1145720 h 1145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5849" h="1145720">
                      <a:moveTo>
                        <a:pt x="9513" y="1145720"/>
                      </a:moveTo>
                      <a:cubicBezTo>
                        <a:pt x="6659" y="1145720"/>
                        <a:pt x="2854" y="1143815"/>
                        <a:pt x="0" y="1143815"/>
                      </a:cubicBezTo>
                      <a:cubicBezTo>
                        <a:pt x="343425" y="-327797"/>
                        <a:pt x="721098" y="-379232"/>
                        <a:pt x="1133018" y="988558"/>
                      </a:cubicBezTo>
                      <a:lnTo>
                        <a:pt x="1155850" y="1080951"/>
                      </a:lnTo>
                      <a:lnTo>
                        <a:pt x="1124457" y="991415"/>
                      </a:lnTo>
                      <a:cubicBezTo>
                        <a:pt x="719196" y="-378280"/>
                        <a:pt x="347231" y="-326845"/>
                        <a:pt x="10465" y="1145720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4" name="Freeform 1593">
                  <a:extLst>
                    <a:ext uri="{FF2B5EF4-FFF2-40B4-BE49-F238E27FC236}">
                      <a16:creationId xmlns:a16="http://schemas.microsoft.com/office/drawing/2014/main" id="{5F289FAB-12CE-0143-B318-57D3CE8534C1}"/>
                    </a:ext>
                  </a:extLst>
                </p:cNvPr>
                <p:cNvSpPr/>
                <p:nvPr/>
              </p:nvSpPr>
              <p:spPr>
                <a:xfrm>
                  <a:off x="3861356" y="3375659"/>
                  <a:ext cx="2162071" cy="2320290"/>
                </a:xfrm>
                <a:custGeom>
                  <a:avLst/>
                  <a:gdLst>
                    <a:gd name="connsiteX0" fmla="*/ 2159489 w 2162071"/>
                    <a:gd name="connsiteY0" fmla="*/ 2319338 h 2320290"/>
                    <a:gd name="connsiteX1" fmla="*/ 2149976 w 2162071"/>
                    <a:gd name="connsiteY1" fmla="*/ 2319338 h 2320290"/>
                    <a:gd name="connsiteX2" fmla="*/ 95132 w 2162071"/>
                    <a:gd name="connsiteY2" fmla="*/ 9525 h 2320290"/>
                    <a:gd name="connsiteX3" fmla="*/ 0 w 2162071"/>
                    <a:gd name="connsiteY3" fmla="*/ 2858 h 2320290"/>
                    <a:gd name="connsiteX4" fmla="*/ 95132 w 2162071"/>
                    <a:gd name="connsiteY4" fmla="*/ 0 h 2320290"/>
                    <a:gd name="connsiteX5" fmla="*/ 2159489 w 2162071"/>
                    <a:gd name="connsiteY5" fmla="*/ 2320290 h 23202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62071" h="2320290">
                      <a:moveTo>
                        <a:pt x="2159489" y="2319338"/>
                      </a:moveTo>
                      <a:cubicBezTo>
                        <a:pt x="2156635" y="2319338"/>
                        <a:pt x="2152830" y="2319338"/>
                        <a:pt x="2149976" y="2319338"/>
                      </a:cubicBezTo>
                      <a:cubicBezTo>
                        <a:pt x="2207055" y="808672"/>
                        <a:pt x="1522107" y="39053"/>
                        <a:pt x="95132" y="9525"/>
                      </a:cubicBezTo>
                      <a:lnTo>
                        <a:pt x="0" y="2858"/>
                      </a:lnTo>
                      <a:lnTo>
                        <a:pt x="95132" y="0"/>
                      </a:lnTo>
                      <a:cubicBezTo>
                        <a:pt x="1522107" y="36195"/>
                        <a:pt x="2209909" y="809625"/>
                        <a:pt x="2159489" y="2320290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5" name="Freeform 1594">
                  <a:extLst>
                    <a:ext uri="{FF2B5EF4-FFF2-40B4-BE49-F238E27FC236}">
                      <a16:creationId xmlns:a16="http://schemas.microsoft.com/office/drawing/2014/main" id="{925ED3BA-B300-1DDA-2A98-3B6A51DF6426}"/>
                    </a:ext>
                  </a:extLst>
                </p:cNvPr>
                <p:cNvSpPr/>
                <p:nvPr/>
              </p:nvSpPr>
              <p:spPr>
                <a:xfrm>
                  <a:off x="5076188" y="2359342"/>
                  <a:ext cx="3021382" cy="3061335"/>
                </a:xfrm>
                <a:custGeom>
                  <a:avLst/>
                  <a:gdLst>
                    <a:gd name="connsiteX0" fmla="*/ 3016626 w 3021382"/>
                    <a:gd name="connsiteY0" fmla="*/ 0 h 3061335"/>
                    <a:gd name="connsiteX1" fmla="*/ 3021383 w 3021382"/>
                    <a:gd name="connsiteY1" fmla="*/ 8573 h 3061335"/>
                    <a:gd name="connsiteX2" fmla="*/ 47566 w 3021382"/>
                    <a:gd name="connsiteY2" fmla="*/ 2978468 h 3061335"/>
                    <a:gd name="connsiteX3" fmla="*/ 0 w 3021382"/>
                    <a:gd name="connsiteY3" fmla="*/ 3061335 h 3061335"/>
                    <a:gd name="connsiteX4" fmla="*/ 39004 w 3021382"/>
                    <a:gd name="connsiteY4" fmla="*/ 2974658 h 3061335"/>
                    <a:gd name="connsiteX5" fmla="*/ 3016626 w 3021382"/>
                    <a:gd name="connsiteY5" fmla="*/ 0 h 3061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21382" h="3061335">
                      <a:moveTo>
                        <a:pt x="3016626" y="0"/>
                      </a:moveTo>
                      <a:cubicBezTo>
                        <a:pt x="3018528" y="2858"/>
                        <a:pt x="3019480" y="5715"/>
                        <a:pt x="3021383" y="8573"/>
                      </a:cubicBezTo>
                      <a:cubicBezTo>
                        <a:pt x="1687636" y="715327"/>
                        <a:pt x="696364" y="1705927"/>
                        <a:pt x="47566" y="2978468"/>
                      </a:cubicBezTo>
                      <a:lnTo>
                        <a:pt x="0" y="3061335"/>
                      </a:lnTo>
                      <a:lnTo>
                        <a:pt x="39004" y="2974658"/>
                      </a:lnTo>
                      <a:cubicBezTo>
                        <a:pt x="692559" y="1704975"/>
                        <a:pt x="1685733" y="713423"/>
                        <a:pt x="3016626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6" name="Freeform 1595">
                  <a:extLst>
                    <a:ext uri="{FF2B5EF4-FFF2-40B4-BE49-F238E27FC236}">
                      <a16:creationId xmlns:a16="http://schemas.microsoft.com/office/drawing/2014/main" id="{879EB40B-BC31-1D55-19E7-1129C645B1C3}"/>
                    </a:ext>
                  </a:extLst>
                </p:cNvPr>
                <p:cNvSpPr/>
                <p:nvPr/>
              </p:nvSpPr>
              <p:spPr>
                <a:xfrm>
                  <a:off x="3860405" y="2376487"/>
                  <a:ext cx="4245726" cy="1026461"/>
                </a:xfrm>
                <a:custGeom>
                  <a:avLst/>
                  <a:gdLst>
                    <a:gd name="connsiteX0" fmla="*/ 4240970 w 4245726"/>
                    <a:gd name="connsiteY0" fmla="*/ 0 h 1026461"/>
                    <a:gd name="connsiteX1" fmla="*/ 4245727 w 4245726"/>
                    <a:gd name="connsiteY1" fmla="*/ 8572 h 1026461"/>
                    <a:gd name="connsiteX2" fmla="*/ 95132 w 4245726"/>
                    <a:gd name="connsiteY2" fmla="*/ 1025843 h 1026461"/>
                    <a:gd name="connsiteX3" fmla="*/ 0 w 4245726"/>
                    <a:gd name="connsiteY3" fmla="*/ 1020128 h 1026461"/>
                    <a:gd name="connsiteX4" fmla="*/ 95132 w 4245726"/>
                    <a:gd name="connsiteY4" fmla="*/ 1017270 h 1026461"/>
                    <a:gd name="connsiteX5" fmla="*/ 4240970 w 4245726"/>
                    <a:gd name="connsiteY5" fmla="*/ 953 h 10264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245726" h="1026461">
                      <a:moveTo>
                        <a:pt x="4240970" y="0"/>
                      </a:moveTo>
                      <a:cubicBezTo>
                        <a:pt x="4242873" y="2858"/>
                        <a:pt x="4243824" y="5715"/>
                        <a:pt x="4245727" y="8572"/>
                      </a:cubicBezTo>
                      <a:cubicBezTo>
                        <a:pt x="2905321" y="703897"/>
                        <a:pt x="1522107" y="1042988"/>
                        <a:pt x="95132" y="1025843"/>
                      </a:cubicBezTo>
                      <a:lnTo>
                        <a:pt x="0" y="1020128"/>
                      </a:lnTo>
                      <a:lnTo>
                        <a:pt x="95132" y="1017270"/>
                      </a:lnTo>
                      <a:cubicBezTo>
                        <a:pt x="1522107" y="1041082"/>
                        <a:pt x="2903419" y="701993"/>
                        <a:pt x="4240970" y="953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7" name="Freeform 1596">
                  <a:extLst>
                    <a:ext uri="{FF2B5EF4-FFF2-40B4-BE49-F238E27FC236}">
                      <a16:creationId xmlns:a16="http://schemas.microsoft.com/office/drawing/2014/main" id="{CD8329F3-995D-45ED-5F90-E2FECDC7DBA4}"/>
                    </a:ext>
                  </a:extLst>
                </p:cNvPr>
                <p:cNvSpPr/>
                <p:nvPr/>
              </p:nvSpPr>
              <p:spPr>
                <a:xfrm>
                  <a:off x="5093312" y="4291769"/>
                  <a:ext cx="2632293" cy="1137480"/>
                </a:xfrm>
                <a:custGeom>
                  <a:avLst/>
                  <a:gdLst>
                    <a:gd name="connsiteX0" fmla="*/ 2632293 w 2632293"/>
                    <a:gd name="connsiteY0" fmla="*/ 710761 h 1137480"/>
                    <a:gd name="connsiteX1" fmla="*/ 2625634 w 2632293"/>
                    <a:gd name="connsiteY1" fmla="*/ 717428 h 1137480"/>
                    <a:gd name="connsiteX2" fmla="*/ 46614 w 2632293"/>
                    <a:gd name="connsiteY2" fmla="*/ 1054613 h 1137480"/>
                    <a:gd name="connsiteX3" fmla="*/ 0 w 2632293"/>
                    <a:gd name="connsiteY3" fmla="*/ 1137481 h 1137480"/>
                    <a:gd name="connsiteX4" fmla="*/ 38053 w 2632293"/>
                    <a:gd name="connsiteY4" fmla="*/ 1049851 h 1137480"/>
                    <a:gd name="connsiteX5" fmla="*/ 2632293 w 2632293"/>
                    <a:gd name="connsiteY5" fmla="*/ 709808 h 11374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32293" h="1137480">
                      <a:moveTo>
                        <a:pt x="2632293" y="710761"/>
                      </a:moveTo>
                      <a:cubicBezTo>
                        <a:pt x="2630391" y="712666"/>
                        <a:pt x="2627537" y="715523"/>
                        <a:pt x="2625634" y="717428"/>
                      </a:cubicBezTo>
                      <a:cubicBezTo>
                        <a:pt x="1543036" y="-336037"/>
                        <a:pt x="683997" y="-223642"/>
                        <a:pt x="46614" y="1054613"/>
                      </a:cubicBezTo>
                      <a:lnTo>
                        <a:pt x="0" y="1137481"/>
                      </a:lnTo>
                      <a:lnTo>
                        <a:pt x="38053" y="1049851"/>
                      </a:lnTo>
                      <a:cubicBezTo>
                        <a:pt x="681143" y="-225547"/>
                        <a:pt x="1545890" y="-338894"/>
                        <a:pt x="2632293" y="709808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8" name="Freeform 1597">
                  <a:extLst>
                    <a:ext uri="{FF2B5EF4-FFF2-40B4-BE49-F238E27FC236}">
                      <a16:creationId xmlns:a16="http://schemas.microsoft.com/office/drawing/2014/main" id="{CC222E58-C231-8C32-3ADC-4D5D884549A1}"/>
                    </a:ext>
                  </a:extLst>
                </p:cNvPr>
                <p:cNvSpPr/>
                <p:nvPr/>
              </p:nvSpPr>
              <p:spPr>
                <a:xfrm>
                  <a:off x="3860405" y="3409950"/>
                  <a:ext cx="3851881" cy="1612582"/>
                </a:xfrm>
                <a:custGeom>
                  <a:avLst/>
                  <a:gdLst>
                    <a:gd name="connsiteX0" fmla="*/ 3851882 w 3851881"/>
                    <a:gd name="connsiteY0" fmla="*/ 1605915 h 1612582"/>
                    <a:gd name="connsiteX1" fmla="*/ 3845223 w 3851881"/>
                    <a:gd name="connsiteY1" fmla="*/ 1612582 h 1612582"/>
                    <a:gd name="connsiteX2" fmla="*/ 95132 w 3851881"/>
                    <a:gd name="connsiteY2" fmla="*/ 9525 h 1612582"/>
                    <a:gd name="connsiteX3" fmla="*/ 0 w 3851881"/>
                    <a:gd name="connsiteY3" fmla="*/ 3810 h 1612582"/>
                    <a:gd name="connsiteX4" fmla="*/ 95132 w 3851881"/>
                    <a:gd name="connsiteY4" fmla="*/ 0 h 1612582"/>
                    <a:gd name="connsiteX5" fmla="*/ 3851882 w 3851881"/>
                    <a:gd name="connsiteY5" fmla="*/ 1604963 h 16125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51881" h="1612582">
                      <a:moveTo>
                        <a:pt x="3851882" y="1605915"/>
                      </a:moveTo>
                      <a:cubicBezTo>
                        <a:pt x="3849979" y="1607820"/>
                        <a:pt x="3847125" y="1610678"/>
                        <a:pt x="3845223" y="1612582"/>
                      </a:cubicBezTo>
                      <a:cubicBezTo>
                        <a:pt x="2772137" y="549593"/>
                        <a:pt x="1522107" y="15240"/>
                        <a:pt x="95132" y="9525"/>
                      </a:cubicBezTo>
                      <a:lnTo>
                        <a:pt x="0" y="3810"/>
                      </a:lnTo>
                      <a:lnTo>
                        <a:pt x="95132" y="0"/>
                      </a:lnTo>
                      <a:cubicBezTo>
                        <a:pt x="1522107" y="11430"/>
                        <a:pt x="2774040" y="546735"/>
                        <a:pt x="3851882" y="1604963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9" name="Freeform 1598">
                  <a:extLst>
                    <a:ext uri="{FF2B5EF4-FFF2-40B4-BE49-F238E27FC236}">
                      <a16:creationId xmlns:a16="http://schemas.microsoft.com/office/drawing/2014/main" id="{76F34250-0840-8A50-A405-A31DCAF2643E}"/>
                    </a:ext>
                  </a:extLst>
                </p:cNvPr>
                <p:cNvSpPr/>
                <p:nvPr/>
              </p:nvSpPr>
              <p:spPr>
                <a:xfrm>
                  <a:off x="5109484" y="3174682"/>
                  <a:ext cx="3237330" cy="2263140"/>
                </a:xfrm>
                <a:custGeom>
                  <a:avLst/>
                  <a:gdLst>
                    <a:gd name="connsiteX0" fmla="*/ 3236380 w 3237330"/>
                    <a:gd name="connsiteY0" fmla="*/ 0 h 2263140"/>
                    <a:gd name="connsiteX1" fmla="*/ 3237331 w 3237330"/>
                    <a:gd name="connsiteY1" fmla="*/ 9525 h 2263140"/>
                    <a:gd name="connsiteX2" fmla="*/ 46615 w 3237330"/>
                    <a:gd name="connsiteY2" fmla="*/ 2179320 h 2263140"/>
                    <a:gd name="connsiteX3" fmla="*/ 0 w 3237330"/>
                    <a:gd name="connsiteY3" fmla="*/ 2263140 h 2263140"/>
                    <a:gd name="connsiteX4" fmla="*/ 38053 w 3237330"/>
                    <a:gd name="connsiteY4" fmla="*/ 2175510 h 2263140"/>
                    <a:gd name="connsiteX5" fmla="*/ 3236380 w 3237330"/>
                    <a:gd name="connsiteY5" fmla="*/ 0 h 2263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37330" h="2263140">
                      <a:moveTo>
                        <a:pt x="3236380" y="0"/>
                      </a:moveTo>
                      <a:cubicBezTo>
                        <a:pt x="3236380" y="2858"/>
                        <a:pt x="3236380" y="6668"/>
                        <a:pt x="3237331" y="9525"/>
                      </a:cubicBezTo>
                      <a:cubicBezTo>
                        <a:pt x="1737105" y="172403"/>
                        <a:pt x="673532" y="896303"/>
                        <a:pt x="46615" y="2179320"/>
                      </a:cubicBezTo>
                      <a:lnTo>
                        <a:pt x="0" y="2263140"/>
                      </a:lnTo>
                      <a:lnTo>
                        <a:pt x="38053" y="2175510"/>
                      </a:lnTo>
                      <a:cubicBezTo>
                        <a:pt x="670678" y="894398"/>
                        <a:pt x="1736153" y="169545"/>
                        <a:pt x="3236380" y="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0" name="Freeform 1599">
                  <a:extLst>
                    <a:ext uri="{FF2B5EF4-FFF2-40B4-BE49-F238E27FC236}">
                      <a16:creationId xmlns:a16="http://schemas.microsoft.com/office/drawing/2014/main" id="{FE52AF58-8C61-715A-F8C6-E50BAD7FD512}"/>
                    </a:ext>
                  </a:extLst>
                </p:cNvPr>
                <p:cNvSpPr/>
                <p:nvPr/>
              </p:nvSpPr>
              <p:spPr>
                <a:xfrm>
                  <a:off x="3860405" y="3192780"/>
                  <a:ext cx="4488312" cy="245744"/>
                </a:xfrm>
                <a:custGeom>
                  <a:avLst/>
                  <a:gdLst>
                    <a:gd name="connsiteX0" fmla="*/ 4487362 w 4488312"/>
                    <a:gd name="connsiteY0" fmla="*/ 952 h 245744"/>
                    <a:gd name="connsiteX1" fmla="*/ 4488313 w 4488312"/>
                    <a:gd name="connsiteY1" fmla="*/ 10477 h 245744"/>
                    <a:gd name="connsiteX2" fmla="*/ 95132 w 4488312"/>
                    <a:gd name="connsiteY2" fmla="*/ 245745 h 245744"/>
                    <a:gd name="connsiteX3" fmla="*/ 0 w 4488312"/>
                    <a:gd name="connsiteY3" fmla="*/ 240982 h 245744"/>
                    <a:gd name="connsiteX4" fmla="*/ 95132 w 4488312"/>
                    <a:gd name="connsiteY4" fmla="*/ 236220 h 245744"/>
                    <a:gd name="connsiteX5" fmla="*/ 4487362 w 4488312"/>
                    <a:gd name="connsiteY5" fmla="*/ 0 h 2457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88312" h="245744">
                      <a:moveTo>
                        <a:pt x="4487362" y="952"/>
                      </a:moveTo>
                      <a:cubicBezTo>
                        <a:pt x="4487362" y="3810"/>
                        <a:pt x="4487362" y="7620"/>
                        <a:pt x="4488313" y="10477"/>
                      </a:cubicBezTo>
                      <a:cubicBezTo>
                        <a:pt x="2986183" y="160972"/>
                        <a:pt x="1522107" y="239077"/>
                        <a:pt x="95132" y="245745"/>
                      </a:cubicBezTo>
                      <a:lnTo>
                        <a:pt x="0" y="240982"/>
                      </a:lnTo>
                      <a:lnTo>
                        <a:pt x="95132" y="236220"/>
                      </a:lnTo>
                      <a:cubicBezTo>
                        <a:pt x="1522107" y="236220"/>
                        <a:pt x="2986183" y="157163"/>
                        <a:pt x="4487362" y="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1" name="Freeform 1600">
                  <a:extLst>
                    <a:ext uri="{FF2B5EF4-FFF2-40B4-BE49-F238E27FC236}">
                      <a16:creationId xmlns:a16="http://schemas.microsoft.com/office/drawing/2014/main" id="{99AE7538-C6D2-E7A4-F830-365A17949E20}"/>
                    </a:ext>
                  </a:extLst>
                </p:cNvPr>
                <p:cNvSpPr/>
                <p:nvPr/>
              </p:nvSpPr>
              <p:spPr>
                <a:xfrm>
                  <a:off x="3935559" y="2736532"/>
                  <a:ext cx="1177680" cy="1886902"/>
                </a:xfrm>
                <a:custGeom>
                  <a:avLst/>
                  <a:gdLst>
                    <a:gd name="connsiteX0" fmla="*/ 951 w 1177680"/>
                    <a:gd name="connsiteY0" fmla="*/ 11430 h 1886902"/>
                    <a:gd name="connsiteX1" fmla="*/ 4757 w 1177680"/>
                    <a:gd name="connsiteY1" fmla="*/ 0 h 1886902"/>
                    <a:gd name="connsiteX2" fmla="*/ 353890 w 1177680"/>
                    <a:gd name="connsiteY2" fmla="*/ 1841183 h 1886902"/>
                    <a:gd name="connsiteX3" fmla="*/ 270174 w 1177680"/>
                    <a:gd name="connsiteY3" fmla="*/ 1886902 h 1886902"/>
                    <a:gd name="connsiteX4" fmla="*/ 347231 w 1177680"/>
                    <a:gd name="connsiteY4" fmla="*/ 1831658 h 1886902"/>
                    <a:gd name="connsiteX5" fmla="*/ 0 w 1177680"/>
                    <a:gd name="connsiteY5" fmla="*/ 11430 h 1886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77680" h="1886902">
                      <a:moveTo>
                        <a:pt x="951" y="11430"/>
                      </a:moveTo>
                      <a:cubicBezTo>
                        <a:pt x="1903" y="7620"/>
                        <a:pt x="3805" y="3810"/>
                        <a:pt x="4757" y="0"/>
                      </a:cubicBezTo>
                      <a:cubicBezTo>
                        <a:pt x="1442196" y="461010"/>
                        <a:pt x="1558257" y="1075373"/>
                        <a:pt x="353890" y="1841183"/>
                      </a:cubicBezTo>
                      <a:lnTo>
                        <a:pt x="270174" y="1886902"/>
                      </a:lnTo>
                      <a:lnTo>
                        <a:pt x="347231" y="1831658"/>
                      </a:lnTo>
                      <a:cubicBezTo>
                        <a:pt x="1555403" y="1071562"/>
                        <a:pt x="1440294" y="464820"/>
                        <a:pt x="0" y="11430"/>
                      </a:cubicBezTo>
                      <a:close/>
                    </a:path>
                  </a:pathLst>
                </a:custGeom>
                <a:solidFill>
                  <a:srgbClr val="ABA97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2" name="Freeform 1601">
                  <a:extLst>
                    <a:ext uri="{FF2B5EF4-FFF2-40B4-BE49-F238E27FC236}">
                      <a16:creationId xmlns:a16="http://schemas.microsoft.com/office/drawing/2014/main" id="{5324B02E-72CB-BA00-216B-A830BCEE9AAE}"/>
                    </a:ext>
                  </a:extLst>
                </p:cNvPr>
                <p:cNvSpPr/>
                <p:nvPr/>
              </p:nvSpPr>
              <p:spPr>
                <a:xfrm>
                  <a:off x="4218100" y="3864097"/>
                  <a:ext cx="4033582" cy="778387"/>
                </a:xfrm>
                <a:custGeom>
                  <a:avLst/>
                  <a:gdLst>
                    <a:gd name="connsiteX0" fmla="*/ 4032632 w 4033582"/>
                    <a:gd name="connsiteY0" fmla="*/ 262133 h 778387"/>
                    <a:gd name="connsiteX1" fmla="*/ 4028826 w 4033582"/>
                    <a:gd name="connsiteY1" fmla="*/ 273563 h 778387"/>
                    <a:gd name="connsiteX2" fmla="*/ 82765 w 4033582"/>
                    <a:gd name="connsiteY2" fmla="*/ 731715 h 778387"/>
                    <a:gd name="connsiteX3" fmla="*/ 0 w 4033582"/>
                    <a:gd name="connsiteY3" fmla="*/ 778388 h 778387"/>
                    <a:gd name="connsiteX4" fmla="*/ 77057 w 4033582"/>
                    <a:gd name="connsiteY4" fmla="*/ 722190 h 778387"/>
                    <a:gd name="connsiteX5" fmla="*/ 4033583 w 4033582"/>
                    <a:gd name="connsiteY5" fmla="*/ 262133 h 778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033582" h="778387">
                      <a:moveTo>
                        <a:pt x="4032632" y="262133"/>
                      </a:moveTo>
                      <a:cubicBezTo>
                        <a:pt x="4031681" y="265943"/>
                        <a:pt x="4029778" y="269753"/>
                        <a:pt x="4028826" y="273563"/>
                      </a:cubicBezTo>
                      <a:cubicBezTo>
                        <a:pt x="2595192" y="-198877"/>
                        <a:pt x="1279521" y="-46477"/>
                        <a:pt x="82765" y="731715"/>
                      </a:cubicBezTo>
                      <a:lnTo>
                        <a:pt x="0" y="778388"/>
                      </a:lnTo>
                      <a:lnTo>
                        <a:pt x="77057" y="722190"/>
                      </a:lnTo>
                      <a:cubicBezTo>
                        <a:pt x="1278570" y="-49335"/>
                        <a:pt x="2597095" y="-202687"/>
                        <a:pt x="4033583" y="262133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3" name="Freeform 1602">
                  <a:extLst>
                    <a:ext uri="{FF2B5EF4-FFF2-40B4-BE49-F238E27FC236}">
                      <a16:creationId xmlns:a16="http://schemas.microsoft.com/office/drawing/2014/main" id="{0F442F4A-5499-8206-F3B3-6139947E2111}"/>
                    </a:ext>
                  </a:extLst>
                </p:cNvPr>
                <p:cNvSpPr/>
                <p:nvPr/>
              </p:nvSpPr>
              <p:spPr>
                <a:xfrm>
                  <a:off x="3915581" y="2935604"/>
                  <a:ext cx="1134926" cy="1349692"/>
                </a:xfrm>
                <a:custGeom>
                  <a:avLst/>
                  <a:gdLst>
                    <a:gd name="connsiteX0" fmla="*/ 83716 w 1134926"/>
                    <a:gd name="connsiteY0" fmla="*/ 1349693 h 1349692"/>
                    <a:gd name="connsiteX1" fmla="*/ 78959 w 1134926"/>
                    <a:gd name="connsiteY1" fmla="*/ 1338263 h 1349692"/>
                    <a:gd name="connsiteX2" fmla="*/ 91326 w 1134926"/>
                    <a:gd name="connsiteY2" fmla="*/ 26670 h 1349692"/>
                    <a:gd name="connsiteX3" fmla="*/ 0 w 1134926"/>
                    <a:gd name="connsiteY3" fmla="*/ 0 h 1349692"/>
                    <a:gd name="connsiteX4" fmla="*/ 94180 w 1134926"/>
                    <a:gd name="connsiteY4" fmla="*/ 15240 h 1349692"/>
                    <a:gd name="connsiteX5" fmla="*/ 83716 w 1134926"/>
                    <a:gd name="connsiteY5" fmla="*/ 1349693 h 1349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34926" h="1349692">
                      <a:moveTo>
                        <a:pt x="83716" y="1349693"/>
                      </a:moveTo>
                      <a:cubicBezTo>
                        <a:pt x="81813" y="1345883"/>
                        <a:pt x="80862" y="1342073"/>
                        <a:pt x="78959" y="1338263"/>
                      </a:cubicBezTo>
                      <a:cubicBezTo>
                        <a:pt x="1479297" y="775335"/>
                        <a:pt x="1484054" y="338138"/>
                        <a:pt x="91326" y="26670"/>
                      </a:cubicBezTo>
                      <a:lnTo>
                        <a:pt x="0" y="0"/>
                      </a:lnTo>
                      <a:lnTo>
                        <a:pt x="94180" y="15240"/>
                      </a:lnTo>
                      <a:cubicBezTo>
                        <a:pt x="1485005" y="334327"/>
                        <a:pt x="1482152" y="779145"/>
                        <a:pt x="83716" y="1349693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4" name="Freeform 1603">
                  <a:extLst>
                    <a:ext uri="{FF2B5EF4-FFF2-40B4-BE49-F238E27FC236}">
                      <a16:creationId xmlns:a16="http://schemas.microsoft.com/office/drawing/2014/main" id="{F465E6BB-3A9C-ACC9-0345-1D7DB8B977D1}"/>
                    </a:ext>
                  </a:extLst>
                </p:cNvPr>
                <p:cNvSpPr/>
                <p:nvPr/>
              </p:nvSpPr>
              <p:spPr>
                <a:xfrm>
                  <a:off x="3862308" y="3316605"/>
                  <a:ext cx="1172085" cy="948689"/>
                </a:xfrm>
                <a:custGeom>
                  <a:avLst/>
                  <a:gdLst>
                    <a:gd name="connsiteX0" fmla="*/ 129379 w 1172085"/>
                    <a:gd name="connsiteY0" fmla="*/ 948690 h 948689"/>
                    <a:gd name="connsiteX1" fmla="*/ 124623 w 1172085"/>
                    <a:gd name="connsiteY1" fmla="*/ 937260 h 948689"/>
                    <a:gd name="connsiteX2" fmla="*/ 95132 w 1172085"/>
                    <a:gd name="connsiteY2" fmla="*/ 10477 h 948689"/>
                    <a:gd name="connsiteX3" fmla="*/ 0 w 1172085"/>
                    <a:gd name="connsiteY3" fmla="*/ 0 h 948689"/>
                    <a:gd name="connsiteX4" fmla="*/ 95132 w 1172085"/>
                    <a:gd name="connsiteY4" fmla="*/ 0 h 948689"/>
                    <a:gd name="connsiteX5" fmla="*/ 128428 w 1172085"/>
                    <a:gd name="connsiteY5" fmla="*/ 947738 h 9486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72085" h="948689">
                      <a:moveTo>
                        <a:pt x="129379" y="948690"/>
                      </a:moveTo>
                      <a:cubicBezTo>
                        <a:pt x="127477" y="944880"/>
                        <a:pt x="126525" y="941070"/>
                        <a:pt x="124623" y="937260"/>
                      </a:cubicBezTo>
                      <a:cubicBezTo>
                        <a:pt x="1530669" y="387667"/>
                        <a:pt x="1521156" y="79057"/>
                        <a:pt x="95132" y="10477"/>
                      </a:cubicBezTo>
                      <a:lnTo>
                        <a:pt x="0" y="0"/>
                      </a:lnTo>
                      <a:lnTo>
                        <a:pt x="95132" y="0"/>
                      </a:lnTo>
                      <a:cubicBezTo>
                        <a:pt x="1520204" y="74295"/>
                        <a:pt x="1530669" y="390525"/>
                        <a:pt x="128428" y="947738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5" name="Freeform 1604">
                  <a:extLst>
                    <a:ext uri="{FF2B5EF4-FFF2-40B4-BE49-F238E27FC236}">
                      <a16:creationId xmlns:a16="http://schemas.microsoft.com/office/drawing/2014/main" id="{5385FC48-5BAB-A89F-EB43-4439ECD67EB3}"/>
                    </a:ext>
                  </a:extLst>
                </p:cNvPr>
                <p:cNvSpPr/>
                <p:nvPr/>
              </p:nvSpPr>
              <p:spPr>
                <a:xfrm>
                  <a:off x="3862308" y="3335655"/>
                  <a:ext cx="3543655" cy="1948814"/>
                </a:xfrm>
                <a:custGeom>
                  <a:avLst/>
                  <a:gdLst>
                    <a:gd name="connsiteX0" fmla="*/ 3543655 w 3543655"/>
                    <a:gd name="connsiteY0" fmla="*/ 1942148 h 1948814"/>
                    <a:gd name="connsiteX1" fmla="*/ 3534142 w 3543655"/>
                    <a:gd name="connsiteY1" fmla="*/ 1948815 h 1948814"/>
                    <a:gd name="connsiteX2" fmla="*/ 95132 w 3543655"/>
                    <a:gd name="connsiteY2" fmla="*/ 11430 h 1948814"/>
                    <a:gd name="connsiteX3" fmla="*/ 0 w 3543655"/>
                    <a:gd name="connsiteY3" fmla="*/ 1905 h 1948814"/>
                    <a:gd name="connsiteX4" fmla="*/ 95132 w 3543655"/>
                    <a:gd name="connsiteY4" fmla="*/ 0 h 1948814"/>
                    <a:gd name="connsiteX5" fmla="*/ 3543655 w 3543655"/>
                    <a:gd name="connsiteY5" fmla="*/ 1941195 h 1948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43655" h="1948814">
                      <a:moveTo>
                        <a:pt x="3543655" y="1942148"/>
                      </a:moveTo>
                      <a:cubicBezTo>
                        <a:pt x="3540801" y="1944052"/>
                        <a:pt x="3536996" y="1946910"/>
                        <a:pt x="3534142" y="1948815"/>
                      </a:cubicBezTo>
                      <a:cubicBezTo>
                        <a:pt x="2667492" y="711517"/>
                        <a:pt x="1520204" y="65722"/>
                        <a:pt x="95132" y="11430"/>
                      </a:cubicBezTo>
                      <a:lnTo>
                        <a:pt x="0" y="1905"/>
                      </a:lnTo>
                      <a:lnTo>
                        <a:pt x="95132" y="0"/>
                      </a:lnTo>
                      <a:cubicBezTo>
                        <a:pt x="1521156" y="61913"/>
                        <a:pt x="2670346" y="708660"/>
                        <a:pt x="3543655" y="1941195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6" name="Freeform 1605">
                  <a:extLst>
                    <a:ext uri="{FF2B5EF4-FFF2-40B4-BE49-F238E27FC236}">
                      <a16:creationId xmlns:a16="http://schemas.microsoft.com/office/drawing/2014/main" id="{0CECD0A3-C007-680F-00BD-02C1FD9832A1}"/>
                    </a:ext>
                  </a:extLst>
                </p:cNvPr>
                <p:cNvSpPr/>
                <p:nvPr/>
              </p:nvSpPr>
              <p:spPr>
                <a:xfrm>
                  <a:off x="4646193" y="4331119"/>
                  <a:ext cx="844612" cy="1051457"/>
                </a:xfrm>
                <a:custGeom>
                  <a:avLst/>
                  <a:gdLst>
                    <a:gd name="connsiteX0" fmla="*/ 9513 w 844612"/>
                    <a:gd name="connsiteY0" fmla="*/ 846670 h 1051457"/>
                    <a:gd name="connsiteX1" fmla="*/ 0 w 844612"/>
                    <a:gd name="connsiteY1" fmla="*/ 839050 h 1051457"/>
                    <a:gd name="connsiteX2" fmla="*/ 410969 w 844612"/>
                    <a:gd name="connsiteY2" fmla="*/ 971448 h 1051457"/>
                    <a:gd name="connsiteX3" fmla="*/ 359598 w 844612"/>
                    <a:gd name="connsiteY3" fmla="*/ 1051458 h 1051457"/>
                    <a:gd name="connsiteX4" fmla="*/ 401456 w 844612"/>
                    <a:gd name="connsiteY4" fmla="*/ 965733 h 1051457"/>
                    <a:gd name="connsiteX5" fmla="*/ 9513 w 844612"/>
                    <a:gd name="connsiteY5" fmla="*/ 846670 h 1051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44612" h="1051457">
                      <a:moveTo>
                        <a:pt x="9513" y="846670"/>
                      </a:moveTo>
                      <a:cubicBezTo>
                        <a:pt x="6659" y="843813"/>
                        <a:pt x="3805" y="841908"/>
                        <a:pt x="0" y="839050"/>
                      </a:cubicBezTo>
                      <a:cubicBezTo>
                        <a:pt x="966538" y="-322047"/>
                        <a:pt x="1103528" y="-278232"/>
                        <a:pt x="410969" y="971448"/>
                      </a:cubicBezTo>
                      <a:lnTo>
                        <a:pt x="359598" y="1051458"/>
                      </a:lnTo>
                      <a:lnTo>
                        <a:pt x="401456" y="965733"/>
                      </a:lnTo>
                      <a:cubicBezTo>
                        <a:pt x="1100673" y="-280137"/>
                        <a:pt x="970343" y="-319190"/>
                        <a:pt x="9513" y="846670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7" name="Freeform 1606">
                  <a:extLst>
                    <a:ext uri="{FF2B5EF4-FFF2-40B4-BE49-F238E27FC236}">
                      <a16:creationId xmlns:a16="http://schemas.microsoft.com/office/drawing/2014/main" id="{04A63A1E-5479-02D8-71BA-BA8EC0E2800C}"/>
                    </a:ext>
                  </a:extLst>
                </p:cNvPr>
                <p:cNvSpPr/>
                <p:nvPr/>
              </p:nvSpPr>
              <p:spPr>
                <a:xfrm>
                  <a:off x="4630020" y="3986516"/>
                  <a:ext cx="3527482" cy="1177938"/>
                </a:xfrm>
                <a:custGeom>
                  <a:avLst/>
                  <a:gdLst>
                    <a:gd name="connsiteX0" fmla="*/ 9513 w 3527482"/>
                    <a:gd name="connsiteY0" fmla="*/ 1177939 h 1177938"/>
                    <a:gd name="connsiteX1" fmla="*/ 0 w 3527482"/>
                    <a:gd name="connsiteY1" fmla="*/ 1170319 h 1177938"/>
                    <a:gd name="connsiteX2" fmla="*/ 3441864 w 3527482"/>
                    <a:gd name="connsiteY2" fmla="*/ 265444 h 1177938"/>
                    <a:gd name="connsiteX3" fmla="*/ 3527483 w 3527482"/>
                    <a:gd name="connsiteY3" fmla="*/ 307353 h 1177938"/>
                    <a:gd name="connsiteX4" fmla="*/ 3437108 w 3527482"/>
                    <a:gd name="connsiteY4" fmla="*/ 275921 h 1177938"/>
                    <a:gd name="connsiteX5" fmla="*/ 8562 w 3527482"/>
                    <a:gd name="connsiteY5" fmla="*/ 1177939 h 1177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27482" h="1177938">
                      <a:moveTo>
                        <a:pt x="9513" y="1177939"/>
                      </a:moveTo>
                      <a:cubicBezTo>
                        <a:pt x="6659" y="1175081"/>
                        <a:pt x="3805" y="1173176"/>
                        <a:pt x="0" y="1170319"/>
                      </a:cubicBezTo>
                      <a:cubicBezTo>
                        <a:pt x="977002" y="18746"/>
                        <a:pt x="2124291" y="-283197"/>
                        <a:pt x="3441864" y="265444"/>
                      </a:cubicBezTo>
                      <a:lnTo>
                        <a:pt x="3527483" y="307353"/>
                      </a:lnTo>
                      <a:lnTo>
                        <a:pt x="3437108" y="275921"/>
                      </a:lnTo>
                      <a:cubicBezTo>
                        <a:pt x="2122388" y="-279386"/>
                        <a:pt x="979856" y="21603"/>
                        <a:pt x="8562" y="1177939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8" name="Freeform 1607">
                  <a:extLst>
                    <a:ext uri="{FF2B5EF4-FFF2-40B4-BE49-F238E27FC236}">
                      <a16:creationId xmlns:a16="http://schemas.microsoft.com/office/drawing/2014/main" id="{6658D7C6-44EB-5999-DBC5-92FD4108D480}"/>
                    </a:ext>
                  </a:extLst>
                </p:cNvPr>
                <p:cNvSpPr/>
                <p:nvPr/>
              </p:nvSpPr>
              <p:spPr>
                <a:xfrm>
                  <a:off x="5024817" y="4445189"/>
                  <a:ext cx="742060" cy="1198372"/>
                </a:xfrm>
                <a:custGeom>
                  <a:avLst/>
                  <a:gdLst>
                    <a:gd name="connsiteX0" fmla="*/ 586011 w 742060"/>
                    <a:gd name="connsiteY0" fmla="*/ 1198373 h 1198372"/>
                    <a:gd name="connsiteX1" fmla="*/ 574595 w 742060"/>
                    <a:gd name="connsiteY1" fmla="*/ 1195515 h 1198372"/>
                    <a:gd name="connsiteX2" fmla="*/ 50420 w 742060"/>
                    <a:gd name="connsiteY2" fmla="*/ 867855 h 1198372"/>
                    <a:gd name="connsiteX3" fmla="*/ 0 w 742060"/>
                    <a:gd name="connsiteY3" fmla="*/ 948818 h 1198372"/>
                    <a:gd name="connsiteX4" fmla="*/ 40907 w 742060"/>
                    <a:gd name="connsiteY4" fmla="*/ 862140 h 1198372"/>
                    <a:gd name="connsiteX5" fmla="*/ 586963 w 742060"/>
                    <a:gd name="connsiteY5" fmla="*/ 1198373 h 1198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42060" h="1198372">
                      <a:moveTo>
                        <a:pt x="586011" y="1198373"/>
                      </a:moveTo>
                      <a:cubicBezTo>
                        <a:pt x="582206" y="1198373"/>
                        <a:pt x="578401" y="1196468"/>
                        <a:pt x="574595" y="1195515"/>
                      </a:cubicBezTo>
                      <a:cubicBezTo>
                        <a:pt x="905654" y="-278955"/>
                        <a:pt x="731563" y="-388492"/>
                        <a:pt x="50420" y="867855"/>
                      </a:cubicBezTo>
                      <a:lnTo>
                        <a:pt x="0" y="948818"/>
                      </a:lnTo>
                      <a:lnTo>
                        <a:pt x="40907" y="862140"/>
                      </a:lnTo>
                      <a:cubicBezTo>
                        <a:pt x="727757" y="-390397"/>
                        <a:pt x="910410" y="-278002"/>
                        <a:pt x="586963" y="1198373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09" name="Freeform 1608">
                  <a:extLst>
                    <a:ext uri="{FF2B5EF4-FFF2-40B4-BE49-F238E27FC236}">
                      <a16:creationId xmlns:a16="http://schemas.microsoft.com/office/drawing/2014/main" id="{AB809AC5-9933-BF18-60AD-33CA7901A54D}"/>
                    </a:ext>
                  </a:extLst>
                </p:cNvPr>
                <p:cNvSpPr/>
                <p:nvPr/>
              </p:nvSpPr>
              <p:spPr>
                <a:xfrm>
                  <a:off x="3887042" y="1652587"/>
                  <a:ext cx="3625468" cy="2118359"/>
                </a:xfrm>
                <a:custGeom>
                  <a:avLst/>
                  <a:gdLst>
                    <a:gd name="connsiteX0" fmla="*/ 3615955 w 3625468"/>
                    <a:gd name="connsiteY0" fmla="*/ 0 h 2118359"/>
                    <a:gd name="connsiteX1" fmla="*/ 3625469 w 3625468"/>
                    <a:gd name="connsiteY1" fmla="*/ 7620 h 2118359"/>
                    <a:gd name="connsiteX2" fmla="*/ 95132 w 3625468"/>
                    <a:gd name="connsiteY2" fmla="*/ 2109788 h 2118359"/>
                    <a:gd name="connsiteX3" fmla="*/ 0 w 3625468"/>
                    <a:gd name="connsiteY3" fmla="*/ 2118360 h 2118359"/>
                    <a:gd name="connsiteX4" fmla="*/ 93229 w 3625468"/>
                    <a:gd name="connsiteY4" fmla="*/ 2098358 h 2118359"/>
                    <a:gd name="connsiteX5" fmla="*/ 3615955 w 3625468"/>
                    <a:gd name="connsiteY5" fmla="*/ 0 h 21183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25468" h="2118359">
                      <a:moveTo>
                        <a:pt x="3615955" y="0"/>
                      </a:moveTo>
                      <a:cubicBezTo>
                        <a:pt x="3618809" y="2858"/>
                        <a:pt x="3622614" y="4763"/>
                        <a:pt x="3625469" y="7620"/>
                      </a:cubicBezTo>
                      <a:cubicBezTo>
                        <a:pt x="2680811" y="1186815"/>
                        <a:pt x="1504032" y="1886903"/>
                        <a:pt x="95132" y="2109788"/>
                      </a:cubicBezTo>
                      <a:lnTo>
                        <a:pt x="0" y="2118360"/>
                      </a:lnTo>
                      <a:lnTo>
                        <a:pt x="93229" y="2098358"/>
                      </a:lnTo>
                      <a:cubicBezTo>
                        <a:pt x="1504032" y="1884045"/>
                        <a:pt x="2677957" y="1183958"/>
                        <a:pt x="3615955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0" name="Freeform 1609">
                  <a:extLst>
                    <a:ext uri="{FF2B5EF4-FFF2-40B4-BE49-F238E27FC236}">
                      <a16:creationId xmlns:a16="http://schemas.microsoft.com/office/drawing/2014/main" id="{DC92E750-764F-2019-3DA1-410F39BDE763}"/>
                    </a:ext>
                  </a:extLst>
                </p:cNvPr>
                <p:cNvSpPr/>
                <p:nvPr/>
              </p:nvSpPr>
              <p:spPr>
                <a:xfrm>
                  <a:off x="4228565" y="3674226"/>
                  <a:ext cx="4110639" cy="985403"/>
                </a:xfrm>
                <a:custGeom>
                  <a:avLst/>
                  <a:gdLst>
                    <a:gd name="connsiteX0" fmla="*/ 4110640 w 4110639"/>
                    <a:gd name="connsiteY0" fmla="*/ 65288 h 985403"/>
                    <a:gd name="connsiteX1" fmla="*/ 4108737 w 4110639"/>
                    <a:gd name="connsiteY1" fmla="*/ 76718 h 985403"/>
                    <a:gd name="connsiteX2" fmla="*/ 82765 w 4110639"/>
                    <a:gd name="connsiteY2" fmla="*/ 937779 h 985403"/>
                    <a:gd name="connsiteX3" fmla="*/ 0 w 4110639"/>
                    <a:gd name="connsiteY3" fmla="*/ 985404 h 985403"/>
                    <a:gd name="connsiteX4" fmla="*/ 76105 w 4110639"/>
                    <a:gd name="connsiteY4" fmla="*/ 928254 h 985403"/>
                    <a:gd name="connsiteX5" fmla="*/ 4109689 w 4110639"/>
                    <a:gd name="connsiteY5" fmla="*/ 65288 h 985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10639" h="985403">
                      <a:moveTo>
                        <a:pt x="4110640" y="65288"/>
                      </a:moveTo>
                      <a:cubicBezTo>
                        <a:pt x="4110640" y="69098"/>
                        <a:pt x="4109689" y="72908"/>
                        <a:pt x="4108737" y="76718"/>
                      </a:cubicBezTo>
                      <a:cubicBezTo>
                        <a:pt x="2614219" y="-138546"/>
                        <a:pt x="1272862" y="149108"/>
                        <a:pt x="82765" y="937779"/>
                      </a:cubicBezTo>
                      <a:lnTo>
                        <a:pt x="0" y="985404"/>
                      </a:lnTo>
                      <a:lnTo>
                        <a:pt x="76105" y="928254"/>
                      </a:lnTo>
                      <a:cubicBezTo>
                        <a:pt x="1270008" y="145298"/>
                        <a:pt x="2614219" y="-142357"/>
                        <a:pt x="4109689" y="65288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1" name="Freeform 1610">
                  <a:extLst>
                    <a:ext uri="{FF2B5EF4-FFF2-40B4-BE49-F238E27FC236}">
                      <a16:creationId xmlns:a16="http://schemas.microsoft.com/office/drawing/2014/main" id="{6D7F50FC-0895-CE82-73AB-A595FEF4AA62}"/>
                    </a:ext>
                  </a:extLst>
                </p:cNvPr>
                <p:cNvSpPr/>
                <p:nvPr/>
              </p:nvSpPr>
              <p:spPr>
                <a:xfrm>
                  <a:off x="4040204" y="2547937"/>
                  <a:ext cx="4295195" cy="1223962"/>
                </a:xfrm>
                <a:custGeom>
                  <a:avLst/>
                  <a:gdLst>
                    <a:gd name="connsiteX0" fmla="*/ 4295196 w 4295195"/>
                    <a:gd name="connsiteY0" fmla="*/ 1212532 h 1223962"/>
                    <a:gd name="connsiteX1" fmla="*/ 4293293 w 4295195"/>
                    <a:gd name="connsiteY1" fmla="*/ 1223963 h 1223962"/>
                    <a:gd name="connsiteX2" fmla="*/ 85619 w 4295195"/>
                    <a:gd name="connsiteY2" fmla="*/ 42863 h 1223962"/>
                    <a:gd name="connsiteX3" fmla="*/ 0 w 4295195"/>
                    <a:gd name="connsiteY3" fmla="*/ 0 h 1223962"/>
                    <a:gd name="connsiteX4" fmla="*/ 89424 w 4295195"/>
                    <a:gd name="connsiteY4" fmla="*/ 32385 h 1223962"/>
                    <a:gd name="connsiteX5" fmla="*/ 4295196 w 4295195"/>
                    <a:gd name="connsiteY5" fmla="*/ 1212532 h 1223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295195" h="1223962">
                      <a:moveTo>
                        <a:pt x="4295196" y="1212532"/>
                      </a:moveTo>
                      <a:cubicBezTo>
                        <a:pt x="4295196" y="1216343"/>
                        <a:pt x="4294244" y="1220153"/>
                        <a:pt x="4293293" y="1223963"/>
                      </a:cubicBezTo>
                      <a:cubicBezTo>
                        <a:pt x="2801628" y="994410"/>
                        <a:pt x="1398436" y="601028"/>
                        <a:pt x="85619" y="42863"/>
                      </a:cubicBezTo>
                      <a:lnTo>
                        <a:pt x="0" y="0"/>
                      </a:lnTo>
                      <a:lnTo>
                        <a:pt x="89424" y="32385"/>
                      </a:lnTo>
                      <a:cubicBezTo>
                        <a:pt x="1400338" y="598170"/>
                        <a:pt x="2801628" y="991553"/>
                        <a:pt x="4295196" y="1212532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2" name="Freeform 1611">
                  <a:extLst>
                    <a:ext uri="{FF2B5EF4-FFF2-40B4-BE49-F238E27FC236}">
                      <a16:creationId xmlns:a16="http://schemas.microsoft.com/office/drawing/2014/main" id="{62F1E4F7-7538-6132-13DD-384F378D1C52}"/>
                    </a:ext>
                  </a:extLst>
                </p:cNvPr>
                <p:cNvSpPr/>
                <p:nvPr/>
              </p:nvSpPr>
              <p:spPr>
                <a:xfrm>
                  <a:off x="4240932" y="4210187"/>
                  <a:ext cx="1824219" cy="1485762"/>
                </a:xfrm>
                <a:custGeom>
                  <a:avLst/>
                  <a:gdLst>
                    <a:gd name="connsiteX0" fmla="*/ 1822723 w 1824219"/>
                    <a:gd name="connsiteY0" fmla="*/ 1485762 h 1485762"/>
                    <a:gd name="connsiteX1" fmla="*/ 1810356 w 1824219"/>
                    <a:gd name="connsiteY1" fmla="*/ 1485762 h 1485762"/>
                    <a:gd name="connsiteX2" fmla="*/ 81813 w 1824219"/>
                    <a:gd name="connsiteY2" fmla="*/ 419915 h 1485762"/>
                    <a:gd name="connsiteX3" fmla="*/ 0 w 1824219"/>
                    <a:gd name="connsiteY3" fmla="*/ 468492 h 1485762"/>
                    <a:gd name="connsiteX4" fmla="*/ 76105 w 1824219"/>
                    <a:gd name="connsiteY4" fmla="*/ 410390 h 1485762"/>
                    <a:gd name="connsiteX5" fmla="*/ 1823674 w 1824219"/>
                    <a:gd name="connsiteY5" fmla="*/ 1485762 h 1485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24219" h="1485762">
                      <a:moveTo>
                        <a:pt x="1822723" y="1485762"/>
                      </a:moveTo>
                      <a:cubicBezTo>
                        <a:pt x="1818918" y="1485762"/>
                        <a:pt x="1815112" y="1485762"/>
                        <a:pt x="1810356" y="1485762"/>
                      </a:cubicBezTo>
                      <a:cubicBezTo>
                        <a:pt x="1839847" y="-24903"/>
                        <a:pt x="1263349" y="-380185"/>
                        <a:pt x="81813" y="419915"/>
                      </a:cubicBezTo>
                      <a:lnTo>
                        <a:pt x="0" y="468492"/>
                      </a:lnTo>
                      <a:lnTo>
                        <a:pt x="76105" y="410390"/>
                      </a:lnTo>
                      <a:cubicBezTo>
                        <a:pt x="1262398" y="-383995"/>
                        <a:pt x="1844603" y="-24903"/>
                        <a:pt x="1823674" y="1485762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3" name="Freeform 1612">
                  <a:extLst>
                    <a:ext uri="{FF2B5EF4-FFF2-40B4-BE49-F238E27FC236}">
                      <a16:creationId xmlns:a16="http://schemas.microsoft.com/office/drawing/2014/main" id="{514EDA6C-17E8-3D51-48DB-A0BE6386F21C}"/>
                    </a:ext>
                  </a:extLst>
                </p:cNvPr>
                <p:cNvSpPr/>
                <p:nvPr/>
              </p:nvSpPr>
              <p:spPr>
                <a:xfrm>
                  <a:off x="5462422" y="4506036"/>
                  <a:ext cx="583561" cy="1188961"/>
                </a:xfrm>
                <a:custGeom>
                  <a:avLst/>
                  <a:gdLst>
                    <a:gd name="connsiteX0" fmla="*/ 579352 w 583561"/>
                    <a:gd name="connsiteY0" fmla="*/ 1188961 h 1188961"/>
                    <a:gd name="connsiteX1" fmla="*/ 566985 w 583561"/>
                    <a:gd name="connsiteY1" fmla="*/ 1188961 h 1188961"/>
                    <a:gd name="connsiteX2" fmla="*/ 32345 w 583561"/>
                    <a:gd name="connsiteY2" fmla="*/ 980364 h 1188961"/>
                    <a:gd name="connsiteX3" fmla="*/ 0 w 583561"/>
                    <a:gd name="connsiteY3" fmla="*/ 1069899 h 1188961"/>
                    <a:gd name="connsiteX4" fmla="*/ 21880 w 583561"/>
                    <a:gd name="connsiteY4" fmla="*/ 976553 h 1188961"/>
                    <a:gd name="connsiteX5" fmla="*/ 579352 w 583561"/>
                    <a:gd name="connsiteY5" fmla="*/ 1188961 h 11889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83561" h="1188961">
                      <a:moveTo>
                        <a:pt x="579352" y="1188961"/>
                      </a:moveTo>
                      <a:cubicBezTo>
                        <a:pt x="575547" y="1188961"/>
                        <a:pt x="571741" y="1188961"/>
                        <a:pt x="566985" y="1188961"/>
                      </a:cubicBezTo>
                      <a:cubicBezTo>
                        <a:pt x="610746" y="-321704"/>
                        <a:pt x="432849" y="-391236"/>
                        <a:pt x="32345" y="980364"/>
                      </a:cubicBezTo>
                      <a:lnTo>
                        <a:pt x="0" y="1069899"/>
                      </a:lnTo>
                      <a:lnTo>
                        <a:pt x="21880" y="976553"/>
                      </a:lnTo>
                      <a:cubicBezTo>
                        <a:pt x="429044" y="-393141"/>
                        <a:pt x="614551" y="-321704"/>
                        <a:pt x="579352" y="1188961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4" name="Freeform 1613">
                  <a:extLst>
                    <a:ext uri="{FF2B5EF4-FFF2-40B4-BE49-F238E27FC236}">
                      <a16:creationId xmlns:a16="http://schemas.microsoft.com/office/drawing/2014/main" id="{0F6FF8C7-4F30-14F6-0772-7FCD16F0DC45}"/>
                    </a:ext>
                  </a:extLst>
                </p:cNvPr>
                <p:cNvSpPr/>
                <p:nvPr/>
              </p:nvSpPr>
              <p:spPr>
                <a:xfrm>
                  <a:off x="3950780" y="2322195"/>
                  <a:ext cx="4126812" cy="1738312"/>
                </a:xfrm>
                <a:custGeom>
                  <a:avLst/>
                  <a:gdLst>
                    <a:gd name="connsiteX0" fmla="*/ 4121104 w 4126812"/>
                    <a:gd name="connsiteY0" fmla="*/ 0 h 1738312"/>
                    <a:gd name="connsiteX1" fmla="*/ 4126812 w 4126812"/>
                    <a:gd name="connsiteY1" fmla="*/ 10477 h 1738312"/>
                    <a:gd name="connsiteX2" fmla="*/ 93229 w 4126812"/>
                    <a:gd name="connsiteY2" fmla="*/ 1717358 h 1738312"/>
                    <a:gd name="connsiteX3" fmla="*/ 0 w 4126812"/>
                    <a:gd name="connsiteY3" fmla="*/ 1738312 h 1738312"/>
                    <a:gd name="connsiteX4" fmla="*/ 89424 w 4126812"/>
                    <a:gd name="connsiteY4" fmla="*/ 1705927 h 1738312"/>
                    <a:gd name="connsiteX5" fmla="*/ 4120153 w 4126812"/>
                    <a:gd name="connsiteY5" fmla="*/ 0 h 17383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26812" h="1738312">
                      <a:moveTo>
                        <a:pt x="4121104" y="0"/>
                      </a:moveTo>
                      <a:cubicBezTo>
                        <a:pt x="4123007" y="3810"/>
                        <a:pt x="4124909" y="6667"/>
                        <a:pt x="4126812" y="10477"/>
                      </a:cubicBezTo>
                      <a:cubicBezTo>
                        <a:pt x="2805433" y="741045"/>
                        <a:pt x="1461223" y="1310640"/>
                        <a:pt x="93229" y="1717358"/>
                      </a:cubicBezTo>
                      <a:lnTo>
                        <a:pt x="0" y="1738312"/>
                      </a:lnTo>
                      <a:lnTo>
                        <a:pt x="89424" y="1705927"/>
                      </a:lnTo>
                      <a:cubicBezTo>
                        <a:pt x="1459320" y="1306830"/>
                        <a:pt x="2803531" y="738187"/>
                        <a:pt x="4120153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5" name="Freeform 1614">
                  <a:extLst>
                    <a:ext uri="{FF2B5EF4-FFF2-40B4-BE49-F238E27FC236}">
                      <a16:creationId xmlns:a16="http://schemas.microsoft.com/office/drawing/2014/main" id="{8D201B68-2B6D-4DAF-3568-091137111362}"/>
                    </a:ext>
                  </a:extLst>
                </p:cNvPr>
                <p:cNvSpPr/>
                <p:nvPr/>
              </p:nvSpPr>
              <p:spPr>
                <a:xfrm>
                  <a:off x="5914298" y="2339340"/>
                  <a:ext cx="2173759" cy="3319462"/>
                </a:xfrm>
                <a:custGeom>
                  <a:avLst/>
                  <a:gdLst>
                    <a:gd name="connsiteX0" fmla="*/ 2168051 w 2173759"/>
                    <a:gd name="connsiteY0" fmla="*/ 952 h 3319462"/>
                    <a:gd name="connsiteX1" fmla="*/ 2173759 w 2173759"/>
                    <a:gd name="connsiteY1" fmla="*/ 11430 h 3319462"/>
                    <a:gd name="connsiteX2" fmla="*/ 13318 w 2173759"/>
                    <a:gd name="connsiteY2" fmla="*/ 3225165 h 3319462"/>
                    <a:gd name="connsiteX3" fmla="*/ 0 w 2173759"/>
                    <a:gd name="connsiteY3" fmla="*/ 3319462 h 3319462"/>
                    <a:gd name="connsiteX4" fmla="*/ 1903 w 2173759"/>
                    <a:gd name="connsiteY4" fmla="*/ 3224212 h 3319462"/>
                    <a:gd name="connsiteX5" fmla="*/ 2168051 w 2173759"/>
                    <a:gd name="connsiteY5" fmla="*/ 0 h 3319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73759" h="3319462">
                      <a:moveTo>
                        <a:pt x="2168051" y="952"/>
                      </a:moveTo>
                      <a:cubicBezTo>
                        <a:pt x="2169954" y="4763"/>
                        <a:pt x="2171856" y="7620"/>
                        <a:pt x="2173759" y="11430"/>
                      </a:cubicBezTo>
                      <a:cubicBezTo>
                        <a:pt x="845721" y="729615"/>
                        <a:pt x="125574" y="1801178"/>
                        <a:pt x="13318" y="3225165"/>
                      </a:cubicBezTo>
                      <a:lnTo>
                        <a:pt x="0" y="3319462"/>
                      </a:lnTo>
                      <a:lnTo>
                        <a:pt x="1903" y="3224212"/>
                      </a:lnTo>
                      <a:cubicBezTo>
                        <a:pt x="121769" y="1800225"/>
                        <a:pt x="843818" y="725805"/>
                        <a:pt x="2168051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6" name="Freeform 1615">
                  <a:extLst>
                    <a:ext uri="{FF2B5EF4-FFF2-40B4-BE49-F238E27FC236}">
                      <a16:creationId xmlns:a16="http://schemas.microsoft.com/office/drawing/2014/main" id="{186A767B-20FE-EAEB-60E1-ADF32EEF1C56}"/>
                    </a:ext>
                  </a:extLst>
                </p:cNvPr>
                <p:cNvSpPr/>
                <p:nvPr/>
              </p:nvSpPr>
              <p:spPr>
                <a:xfrm>
                  <a:off x="3889896" y="3131819"/>
                  <a:ext cx="4452162" cy="660082"/>
                </a:xfrm>
                <a:custGeom>
                  <a:avLst/>
                  <a:gdLst>
                    <a:gd name="connsiteX0" fmla="*/ 4450260 w 4452162"/>
                    <a:gd name="connsiteY0" fmla="*/ 0 h 660082"/>
                    <a:gd name="connsiteX1" fmla="*/ 4452162 w 4452162"/>
                    <a:gd name="connsiteY1" fmla="*/ 12383 h 660082"/>
                    <a:gd name="connsiteX2" fmla="*/ 95132 w 4452162"/>
                    <a:gd name="connsiteY2" fmla="*/ 650558 h 660082"/>
                    <a:gd name="connsiteX3" fmla="*/ 0 w 4452162"/>
                    <a:gd name="connsiteY3" fmla="*/ 660083 h 660082"/>
                    <a:gd name="connsiteX4" fmla="*/ 93229 w 4452162"/>
                    <a:gd name="connsiteY4" fmla="*/ 639128 h 660082"/>
                    <a:gd name="connsiteX5" fmla="*/ 4451211 w 4452162"/>
                    <a:gd name="connsiteY5" fmla="*/ 0 h 6600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52162" h="660082">
                      <a:moveTo>
                        <a:pt x="4450260" y="0"/>
                      </a:moveTo>
                      <a:cubicBezTo>
                        <a:pt x="4450260" y="3810"/>
                        <a:pt x="4451211" y="7620"/>
                        <a:pt x="4452162" y="12383"/>
                      </a:cubicBezTo>
                      <a:cubicBezTo>
                        <a:pt x="2954790" y="202883"/>
                        <a:pt x="1502129" y="415290"/>
                        <a:pt x="95132" y="650558"/>
                      </a:cubicBezTo>
                      <a:lnTo>
                        <a:pt x="0" y="660083"/>
                      </a:lnTo>
                      <a:lnTo>
                        <a:pt x="93229" y="639128"/>
                      </a:lnTo>
                      <a:cubicBezTo>
                        <a:pt x="1502129" y="411480"/>
                        <a:pt x="2954790" y="198120"/>
                        <a:pt x="4451211" y="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7" name="Freeform 1616">
                  <a:extLst>
                    <a:ext uri="{FF2B5EF4-FFF2-40B4-BE49-F238E27FC236}">
                      <a16:creationId xmlns:a16="http://schemas.microsoft.com/office/drawing/2014/main" id="{09E5E10B-CC84-8B6E-DC2D-C93AADB1CC1A}"/>
                    </a:ext>
                  </a:extLst>
                </p:cNvPr>
                <p:cNvSpPr/>
                <p:nvPr/>
              </p:nvSpPr>
              <p:spPr>
                <a:xfrm>
                  <a:off x="7148463" y="3152775"/>
                  <a:ext cx="1196449" cy="1121092"/>
                </a:xfrm>
                <a:custGeom>
                  <a:avLst/>
                  <a:gdLst>
                    <a:gd name="connsiteX0" fmla="*/ 1194547 w 1196449"/>
                    <a:gd name="connsiteY0" fmla="*/ 0 h 1121092"/>
                    <a:gd name="connsiteX1" fmla="*/ 1196450 w 1196449"/>
                    <a:gd name="connsiteY1" fmla="*/ 12382 h 1121092"/>
                    <a:gd name="connsiteX2" fmla="*/ 931983 w 1196449"/>
                    <a:gd name="connsiteY2" fmla="*/ 1080135 h 1121092"/>
                    <a:gd name="connsiteX3" fmla="*/ 1017602 w 1196449"/>
                    <a:gd name="connsiteY3" fmla="*/ 1121093 h 1121092"/>
                    <a:gd name="connsiteX4" fmla="*/ 927227 w 1196449"/>
                    <a:gd name="connsiteY4" fmla="*/ 1090613 h 1121092"/>
                    <a:gd name="connsiteX5" fmla="*/ 1194547 w 1196449"/>
                    <a:gd name="connsiteY5" fmla="*/ 0 h 1121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96449" h="1121092">
                      <a:moveTo>
                        <a:pt x="1194547" y="0"/>
                      </a:moveTo>
                      <a:cubicBezTo>
                        <a:pt x="1194547" y="3810"/>
                        <a:pt x="1195498" y="7620"/>
                        <a:pt x="1196450" y="12382"/>
                      </a:cubicBezTo>
                      <a:cubicBezTo>
                        <a:pt x="-302826" y="188595"/>
                        <a:pt x="-391298" y="543878"/>
                        <a:pt x="931983" y="1080135"/>
                      </a:cubicBezTo>
                      <a:lnTo>
                        <a:pt x="1017602" y="1121093"/>
                      </a:lnTo>
                      <a:lnTo>
                        <a:pt x="927227" y="1090613"/>
                      </a:lnTo>
                      <a:cubicBezTo>
                        <a:pt x="-392250" y="547688"/>
                        <a:pt x="-303777" y="183832"/>
                        <a:pt x="1194547" y="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8" name="Freeform 1617">
                  <a:extLst>
                    <a:ext uri="{FF2B5EF4-FFF2-40B4-BE49-F238E27FC236}">
                      <a16:creationId xmlns:a16="http://schemas.microsoft.com/office/drawing/2014/main" id="{42C41CA7-F9AE-7480-0B00-4E54C47ECF55}"/>
                    </a:ext>
                  </a:extLst>
                </p:cNvPr>
                <p:cNvSpPr/>
                <p:nvPr/>
              </p:nvSpPr>
              <p:spPr>
                <a:xfrm>
                  <a:off x="3851843" y="3114675"/>
                  <a:ext cx="1236607" cy="1470659"/>
                </a:xfrm>
                <a:custGeom>
                  <a:avLst/>
                  <a:gdLst>
                    <a:gd name="connsiteX0" fmla="*/ 0 w 1236607"/>
                    <a:gd name="connsiteY0" fmla="*/ 14288 h 1470659"/>
                    <a:gd name="connsiteX1" fmla="*/ 1903 w 1236607"/>
                    <a:gd name="connsiteY1" fmla="*/ 0 h 1470659"/>
                    <a:gd name="connsiteX2" fmla="*/ 414774 w 1236607"/>
                    <a:gd name="connsiteY2" fmla="*/ 1426845 h 1470659"/>
                    <a:gd name="connsiteX3" fmla="*/ 330107 w 1236607"/>
                    <a:gd name="connsiteY3" fmla="*/ 1470660 h 1470659"/>
                    <a:gd name="connsiteX4" fmla="*/ 408115 w 1236607"/>
                    <a:gd name="connsiteY4" fmla="*/ 1415415 h 1470659"/>
                    <a:gd name="connsiteX5" fmla="*/ 0 w 1236607"/>
                    <a:gd name="connsiteY5" fmla="*/ 13335 h 1470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36607" h="1470659">
                      <a:moveTo>
                        <a:pt x="0" y="14288"/>
                      </a:moveTo>
                      <a:cubicBezTo>
                        <a:pt x="0" y="9525"/>
                        <a:pt x="951" y="4763"/>
                        <a:pt x="1903" y="0"/>
                      </a:cubicBezTo>
                      <a:cubicBezTo>
                        <a:pt x="1496421" y="209550"/>
                        <a:pt x="1634362" y="684847"/>
                        <a:pt x="414774" y="1426845"/>
                      </a:cubicBezTo>
                      <a:lnTo>
                        <a:pt x="330107" y="1470660"/>
                      </a:lnTo>
                      <a:lnTo>
                        <a:pt x="408115" y="1415415"/>
                      </a:lnTo>
                      <a:cubicBezTo>
                        <a:pt x="1632460" y="681038"/>
                        <a:pt x="1496421" y="213360"/>
                        <a:pt x="0" y="13335"/>
                      </a:cubicBezTo>
                      <a:close/>
                    </a:path>
                  </a:pathLst>
                </a:custGeom>
                <a:solidFill>
                  <a:srgbClr val="9FBE9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19" name="Freeform 1618">
                  <a:extLst>
                    <a:ext uri="{FF2B5EF4-FFF2-40B4-BE49-F238E27FC236}">
                      <a16:creationId xmlns:a16="http://schemas.microsoft.com/office/drawing/2014/main" id="{AEF2E92A-4E5C-7A97-3815-012D25023D60}"/>
                    </a:ext>
                  </a:extLst>
                </p:cNvPr>
                <p:cNvSpPr/>
                <p:nvPr/>
              </p:nvSpPr>
              <p:spPr>
                <a:xfrm>
                  <a:off x="4986764" y="1163955"/>
                  <a:ext cx="1235760" cy="4207192"/>
                </a:xfrm>
                <a:custGeom>
                  <a:avLst/>
                  <a:gdLst>
                    <a:gd name="connsiteX0" fmla="*/ 1221491 w 1235760"/>
                    <a:gd name="connsiteY0" fmla="*/ 952 h 4207192"/>
                    <a:gd name="connsiteX1" fmla="*/ 1235760 w 1235760"/>
                    <a:gd name="connsiteY1" fmla="*/ 952 h 4207192"/>
                    <a:gd name="connsiteX2" fmla="*/ 53274 w 1235760"/>
                    <a:gd name="connsiteY2" fmla="*/ 4128135 h 4207192"/>
                    <a:gd name="connsiteX3" fmla="*/ 0 w 1235760"/>
                    <a:gd name="connsiteY3" fmla="*/ 4207193 h 4207192"/>
                    <a:gd name="connsiteX4" fmla="*/ 41858 w 1235760"/>
                    <a:gd name="connsiteY4" fmla="*/ 4121468 h 4207192"/>
                    <a:gd name="connsiteX5" fmla="*/ 1221491 w 1235760"/>
                    <a:gd name="connsiteY5" fmla="*/ 0 h 4207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35760" h="4207192">
                      <a:moveTo>
                        <a:pt x="1221491" y="952"/>
                      </a:moveTo>
                      <a:cubicBezTo>
                        <a:pt x="1226247" y="952"/>
                        <a:pt x="1231004" y="952"/>
                        <a:pt x="1235760" y="952"/>
                      </a:cubicBezTo>
                      <a:cubicBezTo>
                        <a:pt x="1152045" y="1509713"/>
                        <a:pt x="757248" y="2886075"/>
                        <a:pt x="53274" y="4128135"/>
                      </a:cubicBezTo>
                      <a:lnTo>
                        <a:pt x="0" y="4207193"/>
                      </a:lnTo>
                      <a:lnTo>
                        <a:pt x="41858" y="4121468"/>
                      </a:lnTo>
                      <a:cubicBezTo>
                        <a:pt x="753443" y="2883218"/>
                        <a:pt x="1147288" y="1509713"/>
                        <a:pt x="1221491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0" name="Freeform 1619">
                  <a:extLst>
                    <a:ext uri="{FF2B5EF4-FFF2-40B4-BE49-F238E27FC236}">
                      <a16:creationId xmlns:a16="http://schemas.microsoft.com/office/drawing/2014/main" id="{B66F78E6-4162-B7C3-F230-FAF6C97C2E85}"/>
                    </a:ext>
                  </a:extLst>
                </p:cNvPr>
                <p:cNvSpPr/>
                <p:nvPr/>
              </p:nvSpPr>
              <p:spPr>
                <a:xfrm>
                  <a:off x="6204152" y="1163955"/>
                  <a:ext cx="470248" cy="4425314"/>
                </a:xfrm>
                <a:custGeom>
                  <a:avLst/>
                  <a:gdLst>
                    <a:gd name="connsiteX0" fmla="*/ 26935 w 470248"/>
                    <a:gd name="connsiteY0" fmla="*/ 1905 h 4425314"/>
                    <a:gd name="connsiteX1" fmla="*/ 41205 w 470248"/>
                    <a:gd name="connsiteY1" fmla="*/ 1905 h 4425314"/>
                    <a:gd name="connsiteX2" fmla="*/ 452173 w 470248"/>
                    <a:gd name="connsiteY2" fmla="*/ 4331970 h 4425314"/>
                    <a:gd name="connsiteX3" fmla="*/ 470248 w 470248"/>
                    <a:gd name="connsiteY3" fmla="*/ 4425315 h 4425314"/>
                    <a:gd name="connsiteX4" fmla="*/ 438855 w 470248"/>
                    <a:gd name="connsiteY4" fmla="*/ 4334828 h 4425314"/>
                    <a:gd name="connsiteX5" fmla="*/ 26935 w 470248"/>
                    <a:gd name="connsiteY5" fmla="*/ 0 h 4425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70248" h="4425314">
                      <a:moveTo>
                        <a:pt x="26935" y="1905"/>
                      </a:moveTo>
                      <a:cubicBezTo>
                        <a:pt x="31691" y="1905"/>
                        <a:pt x="36448" y="1905"/>
                        <a:pt x="41205" y="1905"/>
                      </a:cubicBezTo>
                      <a:cubicBezTo>
                        <a:pt x="-58684" y="1509713"/>
                        <a:pt x="78306" y="2953703"/>
                        <a:pt x="452173" y="4331970"/>
                      </a:cubicBezTo>
                      <a:lnTo>
                        <a:pt x="470248" y="4425315"/>
                      </a:lnTo>
                      <a:lnTo>
                        <a:pt x="438855" y="4334828"/>
                      </a:lnTo>
                      <a:cubicBezTo>
                        <a:pt x="73549" y="2953703"/>
                        <a:pt x="-63440" y="1508760"/>
                        <a:pt x="26935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1" name="Freeform 1620">
                  <a:extLst>
                    <a:ext uri="{FF2B5EF4-FFF2-40B4-BE49-F238E27FC236}">
                      <a16:creationId xmlns:a16="http://schemas.microsoft.com/office/drawing/2014/main" id="{792FF809-73CC-5736-95B8-3A8273AC370A}"/>
                    </a:ext>
                  </a:extLst>
                </p:cNvPr>
                <p:cNvSpPr/>
                <p:nvPr/>
              </p:nvSpPr>
              <p:spPr>
                <a:xfrm>
                  <a:off x="4662365" y="4377609"/>
                  <a:ext cx="2033915" cy="1206898"/>
                </a:xfrm>
                <a:custGeom>
                  <a:avLst/>
                  <a:gdLst>
                    <a:gd name="connsiteX0" fmla="*/ 11416 w 2033915"/>
                    <a:gd name="connsiteY0" fmla="*/ 815421 h 1206898"/>
                    <a:gd name="connsiteX1" fmla="*/ 0 w 2033915"/>
                    <a:gd name="connsiteY1" fmla="*/ 806848 h 1206898"/>
                    <a:gd name="connsiteX2" fmla="*/ 2014889 w 2033915"/>
                    <a:gd name="connsiteY2" fmla="*/ 1113553 h 1206898"/>
                    <a:gd name="connsiteX3" fmla="*/ 2033915 w 2033915"/>
                    <a:gd name="connsiteY3" fmla="*/ 1206898 h 1206898"/>
                    <a:gd name="connsiteX4" fmla="*/ 2001571 w 2033915"/>
                    <a:gd name="connsiteY4" fmla="*/ 1117364 h 1206898"/>
                    <a:gd name="connsiteX5" fmla="*/ 10464 w 2033915"/>
                    <a:gd name="connsiteY5" fmla="*/ 815421 h 12068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33915" h="1206898">
                      <a:moveTo>
                        <a:pt x="11416" y="815421"/>
                      </a:moveTo>
                      <a:cubicBezTo>
                        <a:pt x="7611" y="812563"/>
                        <a:pt x="3805" y="809706"/>
                        <a:pt x="0" y="806848"/>
                      </a:cubicBezTo>
                      <a:cubicBezTo>
                        <a:pt x="955122" y="-362822"/>
                        <a:pt x="1626752" y="-260904"/>
                        <a:pt x="2014889" y="1113553"/>
                      </a:cubicBezTo>
                      <a:lnTo>
                        <a:pt x="2033915" y="1206898"/>
                      </a:lnTo>
                      <a:lnTo>
                        <a:pt x="2001571" y="1117364"/>
                      </a:lnTo>
                      <a:cubicBezTo>
                        <a:pt x="1621995" y="-259952"/>
                        <a:pt x="957976" y="-360917"/>
                        <a:pt x="10464" y="815421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2" name="Freeform 1621">
                  <a:extLst>
                    <a:ext uri="{FF2B5EF4-FFF2-40B4-BE49-F238E27FC236}">
                      <a16:creationId xmlns:a16="http://schemas.microsoft.com/office/drawing/2014/main" id="{44AD69CC-9CBC-0390-81EF-24DB7CB384B1}"/>
                    </a:ext>
                  </a:extLst>
                </p:cNvPr>
                <p:cNvSpPr/>
                <p:nvPr/>
              </p:nvSpPr>
              <p:spPr>
                <a:xfrm>
                  <a:off x="3865162" y="1624012"/>
                  <a:ext cx="3612149" cy="1690759"/>
                </a:xfrm>
                <a:custGeom>
                  <a:avLst/>
                  <a:gdLst>
                    <a:gd name="connsiteX0" fmla="*/ 3600734 w 3612149"/>
                    <a:gd name="connsiteY0" fmla="*/ 0 h 1690759"/>
                    <a:gd name="connsiteX1" fmla="*/ 3612150 w 3612149"/>
                    <a:gd name="connsiteY1" fmla="*/ 8573 h 1690759"/>
                    <a:gd name="connsiteX2" fmla="*/ 94180 w 3612149"/>
                    <a:gd name="connsiteY2" fmla="*/ 1683068 h 1690759"/>
                    <a:gd name="connsiteX3" fmla="*/ 0 w 3612149"/>
                    <a:gd name="connsiteY3" fmla="*/ 1670685 h 1690759"/>
                    <a:gd name="connsiteX4" fmla="*/ 95132 w 3612149"/>
                    <a:gd name="connsiteY4" fmla="*/ 1670685 h 1690759"/>
                    <a:gd name="connsiteX5" fmla="*/ 3600734 w 3612149"/>
                    <a:gd name="connsiteY5" fmla="*/ 0 h 1690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612149" h="1690759">
                      <a:moveTo>
                        <a:pt x="3600734" y="0"/>
                      </a:moveTo>
                      <a:cubicBezTo>
                        <a:pt x="3604540" y="2858"/>
                        <a:pt x="3608345" y="5715"/>
                        <a:pt x="3612150" y="8573"/>
                      </a:cubicBezTo>
                      <a:cubicBezTo>
                        <a:pt x="2691275" y="1205865"/>
                        <a:pt x="1519253" y="1764030"/>
                        <a:pt x="94180" y="1683068"/>
                      </a:cubicBezTo>
                      <a:lnTo>
                        <a:pt x="0" y="1670685"/>
                      </a:lnTo>
                      <a:lnTo>
                        <a:pt x="95132" y="1670685"/>
                      </a:lnTo>
                      <a:cubicBezTo>
                        <a:pt x="1519253" y="1760220"/>
                        <a:pt x="2687470" y="1203008"/>
                        <a:pt x="3600734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3" name="Freeform 1622">
                  <a:extLst>
                    <a:ext uri="{FF2B5EF4-FFF2-40B4-BE49-F238E27FC236}">
                      <a16:creationId xmlns:a16="http://schemas.microsoft.com/office/drawing/2014/main" id="{FDA811D3-4A8C-0CFA-56CE-38528D365024}"/>
                    </a:ext>
                  </a:extLst>
                </p:cNvPr>
                <p:cNvSpPr/>
                <p:nvPr/>
              </p:nvSpPr>
              <p:spPr>
                <a:xfrm>
                  <a:off x="6713038" y="1638300"/>
                  <a:ext cx="782347" cy="3699509"/>
                </a:xfrm>
                <a:custGeom>
                  <a:avLst/>
                  <a:gdLst>
                    <a:gd name="connsiteX0" fmla="*/ 770933 w 782347"/>
                    <a:gd name="connsiteY0" fmla="*/ 0 h 3699509"/>
                    <a:gd name="connsiteX1" fmla="*/ 782348 w 782347"/>
                    <a:gd name="connsiteY1" fmla="*/ 8573 h 3699509"/>
                    <a:gd name="connsiteX2" fmla="*/ 506466 w 782347"/>
                    <a:gd name="connsiteY2" fmla="*/ 3614738 h 3699509"/>
                    <a:gd name="connsiteX3" fmla="*/ 550227 w 782347"/>
                    <a:gd name="connsiteY3" fmla="*/ 3699510 h 3699509"/>
                    <a:gd name="connsiteX4" fmla="*/ 495051 w 782347"/>
                    <a:gd name="connsiteY4" fmla="*/ 3621405 h 3699509"/>
                    <a:gd name="connsiteX5" fmla="*/ 770933 w 782347"/>
                    <a:gd name="connsiteY5" fmla="*/ 0 h 36995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82347" h="3699509">
                      <a:moveTo>
                        <a:pt x="770933" y="0"/>
                      </a:moveTo>
                      <a:cubicBezTo>
                        <a:pt x="774737" y="2858"/>
                        <a:pt x="778543" y="5715"/>
                        <a:pt x="782348" y="8573"/>
                      </a:cubicBezTo>
                      <a:cubicBezTo>
                        <a:pt x="-150894" y="1196340"/>
                        <a:pt x="-242220" y="2398395"/>
                        <a:pt x="506466" y="3614738"/>
                      </a:cubicBezTo>
                      <a:lnTo>
                        <a:pt x="550227" y="3699510"/>
                      </a:lnTo>
                      <a:lnTo>
                        <a:pt x="495051" y="3621405"/>
                      </a:lnTo>
                      <a:cubicBezTo>
                        <a:pt x="-246977" y="2401253"/>
                        <a:pt x="-154699" y="1193483"/>
                        <a:pt x="770933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4" name="Freeform 1623">
                  <a:extLst>
                    <a:ext uri="{FF2B5EF4-FFF2-40B4-BE49-F238E27FC236}">
                      <a16:creationId xmlns:a16="http://schemas.microsoft.com/office/drawing/2014/main" id="{41D7C93C-464E-B951-1AF3-C80760EBF2BB}"/>
                    </a:ext>
                  </a:extLst>
                </p:cNvPr>
                <p:cNvSpPr/>
                <p:nvPr/>
              </p:nvSpPr>
              <p:spPr>
                <a:xfrm>
                  <a:off x="3883237" y="3693956"/>
                  <a:ext cx="2204235" cy="2001993"/>
                </a:xfrm>
                <a:custGeom>
                  <a:avLst/>
                  <a:gdLst>
                    <a:gd name="connsiteX0" fmla="*/ 2204201 w 2204235"/>
                    <a:gd name="connsiteY0" fmla="*/ 2001993 h 2001993"/>
                    <a:gd name="connsiteX1" fmla="*/ 2189931 w 2204235"/>
                    <a:gd name="connsiteY1" fmla="*/ 2001993 h 2001993"/>
                    <a:gd name="connsiteX2" fmla="*/ 95132 w 2204235"/>
                    <a:gd name="connsiteY2" fmla="*/ 48416 h 2001993"/>
                    <a:gd name="connsiteX3" fmla="*/ 0 w 2204235"/>
                    <a:gd name="connsiteY3" fmla="*/ 55083 h 2001993"/>
                    <a:gd name="connsiteX4" fmla="*/ 93229 w 2204235"/>
                    <a:gd name="connsiteY4" fmla="*/ 35081 h 2001993"/>
                    <a:gd name="connsiteX5" fmla="*/ 2204201 w 2204235"/>
                    <a:gd name="connsiteY5" fmla="*/ 2001993 h 2001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04235" h="2001993">
                      <a:moveTo>
                        <a:pt x="2204201" y="2001993"/>
                      </a:moveTo>
                      <a:cubicBezTo>
                        <a:pt x="2199445" y="2001993"/>
                        <a:pt x="2194688" y="2001993"/>
                        <a:pt x="2189931" y="2001993"/>
                      </a:cubicBezTo>
                      <a:cubicBezTo>
                        <a:pt x="2205153" y="490376"/>
                        <a:pt x="1506886" y="-160182"/>
                        <a:pt x="95132" y="48416"/>
                      </a:cubicBezTo>
                      <a:lnTo>
                        <a:pt x="0" y="55083"/>
                      </a:lnTo>
                      <a:lnTo>
                        <a:pt x="93229" y="35081"/>
                      </a:lnTo>
                      <a:cubicBezTo>
                        <a:pt x="1505935" y="-164944"/>
                        <a:pt x="2209909" y="490376"/>
                        <a:pt x="2204201" y="2001993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5" name="Freeform 1624">
                  <a:extLst>
                    <a:ext uri="{FF2B5EF4-FFF2-40B4-BE49-F238E27FC236}">
                      <a16:creationId xmlns:a16="http://schemas.microsoft.com/office/drawing/2014/main" id="{8A04253B-EB11-D844-E141-2040399D3F3D}"/>
                    </a:ext>
                  </a:extLst>
                </p:cNvPr>
                <p:cNvSpPr/>
                <p:nvPr/>
              </p:nvSpPr>
              <p:spPr>
                <a:xfrm>
                  <a:off x="4194317" y="4077615"/>
                  <a:ext cx="3564583" cy="901101"/>
                </a:xfrm>
                <a:custGeom>
                  <a:avLst/>
                  <a:gdLst>
                    <a:gd name="connsiteX0" fmla="*/ 3564584 w 3564583"/>
                    <a:gd name="connsiteY0" fmla="*/ 890624 h 901101"/>
                    <a:gd name="connsiteX1" fmla="*/ 3555071 w 3564583"/>
                    <a:gd name="connsiteY1" fmla="*/ 901102 h 901101"/>
                    <a:gd name="connsiteX2" fmla="*/ 84667 w 3564583"/>
                    <a:gd name="connsiteY2" fmla="*/ 483907 h 901101"/>
                    <a:gd name="connsiteX3" fmla="*/ 0 w 3564583"/>
                    <a:gd name="connsiteY3" fmla="*/ 528674 h 901101"/>
                    <a:gd name="connsiteX4" fmla="*/ 77057 w 3564583"/>
                    <a:gd name="connsiteY4" fmla="*/ 472477 h 901101"/>
                    <a:gd name="connsiteX5" fmla="*/ 3563633 w 3564583"/>
                    <a:gd name="connsiteY5" fmla="*/ 890624 h 901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64583" h="901101">
                      <a:moveTo>
                        <a:pt x="3564584" y="890624"/>
                      </a:moveTo>
                      <a:cubicBezTo>
                        <a:pt x="3561730" y="894434"/>
                        <a:pt x="3557925" y="897292"/>
                        <a:pt x="3555071" y="901102"/>
                      </a:cubicBezTo>
                      <a:cubicBezTo>
                        <a:pt x="2453446" y="-131408"/>
                        <a:pt x="1296645" y="-270473"/>
                        <a:pt x="84667" y="483907"/>
                      </a:cubicBezTo>
                      <a:lnTo>
                        <a:pt x="0" y="528674"/>
                      </a:lnTo>
                      <a:lnTo>
                        <a:pt x="77057" y="472477"/>
                      </a:lnTo>
                      <a:cubicBezTo>
                        <a:pt x="1292839" y="-275236"/>
                        <a:pt x="2455349" y="-135218"/>
                        <a:pt x="3563633" y="890624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6" name="Freeform 1625">
                  <a:extLst>
                    <a:ext uri="{FF2B5EF4-FFF2-40B4-BE49-F238E27FC236}">
                      <a16:creationId xmlns:a16="http://schemas.microsoft.com/office/drawing/2014/main" id="{0F82671F-B90E-7586-E65C-BC497BEF566E}"/>
                    </a:ext>
                  </a:extLst>
                </p:cNvPr>
                <p:cNvSpPr/>
                <p:nvPr/>
              </p:nvSpPr>
              <p:spPr>
                <a:xfrm>
                  <a:off x="6987647" y="2526029"/>
                  <a:ext cx="1154634" cy="2469832"/>
                </a:xfrm>
                <a:custGeom>
                  <a:avLst/>
                  <a:gdLst>
                    <a:gd name="connsiteX0" fmla="*/ 755081 w 1154634"/>
                    <a:gd name="connsiteY0" fmla="*/ 2459355 h 2469832"/>
                    <a:gd name="connsiteX1" fmla="*/ 745568 w 1154634"/>
                    <a:gd name="connsiteY1" fmla="*/ 2469833 h 2469832"/>
                    <a:gd name="connsiteX2" fmla="*/ 1065211 w 1154634"/>
                    <a:gd name="connsiteY2" fmla="*/ 32385 h 2469832"/>
                    <a:gd name="connsiteX3" fmla="*/ 1154635 w 1154634"/>
                    <a:gd name="connsiteY3" fmla="*/ 0 h 2469832"/>
                    <a:gd name="connsiteX4" fmla="*/ 1069968 w 1154634"/>
                    <a:gd name="connsiteY4" fmla="*/ 44767 h 2469832"/>
                    <a:gd name="connsiteX5" fmla="*/ 755081 w 1154634"/>
                    <a:gd name="connsiteY5" fmla="*/ 2459355 h 24698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4634" h="2469832">
                      <a:moveTo>
                        <a:pt x="755081" y="2459355"/>
                      </a:moveTo>
                      <a:cubicBezTo>
                        <a:pt x="752228" y="2463165"/>
                        <a:pt x="748423" y="2466023"/>
                        <a:pt x="745568" y="2469833"/>
                      </a:cubicBezTo>
                      <a:cubicBezTo>
                        <a:pt x="-345592" y="1425893"/>
                        <a:pt x="-239044" y="613410"/>
                        <a:pt x="1065211" y="32385"/>
                      </a:cubicBezTo>
                      <a:lnTo>
                        <a:pt x="1154635" y="0"/>
                      </a:lnTo>
                      <a:lnTo>
                        <a:pt x="1069968" y="44767"/>
                      </a:lnTo>
                      <a:cubicBezTo>
                        <a:pt x="-237142" y="617220"/>
                        <a:pt x="-342738" y="1422083"/>
                        <a:pt x="755081" y="2459355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7" name="Freeform 1626">
                  <a:extLst>
                    <a:ext uri="{FF2B5EF4-FFF2-40B4-BE49-F238E27FC236}">
                      <a16:creationId xmlns:a16="http://schemas.microsoft.com/office/drawing/2014/main" id="{5EBD2439-525A-098A-BC7E-8CD71F432DA9}"/>
                    </a:ext>
                  </a:extLst>
                </p:cNvPr>
                <p:cNvSpPr/>
                <p:nvPr/>
              </p:nvSpPr>
              <p:spPr>
                <a:xfrm>
                  <a:off x="7190074" y="3108007"/>
                  <a:ext cx="1149130" cy="235587"/>
                </a:xfrm>
                <a:custGeom>
                  <a:avLst/>
                  <a:gdLst>
                    <a:gd name="connsiteX0" fmla="*/ 1147228 w 1149130"/>
                    <a:gd name="connsiteY0" fmla="*/ 0 h 235587"/>
                    <a:gd name="connsiteX1" fmla="*/ 1149131 w 1149130"/>
                    <a:gd name="connsiteY1" fmla="*/ 14288 h 235587"/>
                    <a:gd name="connsiteX2" fmla="*/ 1042583 w 1149130"/>
                    <a:gd name="connsiteY2" fmla="*/ 191453 h 235587"/>
                    <a:gd name="connsiteX3" fmla="*/ 1137715 w 1149130"/>
                    <a:gd name="connsiteY3" fmla="*/ 191453 h 235587"/>
                    <a:gd name="connsiteX4" fmla="*/ 1043535 w 1149130"/>
                    <a:gd name="connsiteY4" fmla="*/ 204788 h 235587"/>
                    <a:gd name="connsiteX5" fmla="*/ 1147228 w 1149130"/>
                    <a:gd name="connsiteY5" fmla="*/ 0 h 235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9130" h="235587">
                      <a:moveTo>
                        <a:pt x="1147228" y="0"/>
                      </a:moveTo>
                      <a:cubicBezTo>
                        <a:pt x="1147228" y="4763"/>
                        <a:pt x="1148180" y="9525"/>
                        <a:pt x="1149131" y="14288"/>
                      </a:cubicBezTo>
                      <a:cubicBezTo>
                        <a:pt x="-346339" y="219075"/>
                        <a:pt x="-382489" y="277178"/>
                        <a:pt x="1042583" y="191453"/>
                      </a:cubicBezTo>
                      <a:lnTo>
                        <a:pt x="1137715" y="191453"/>
                      </a:lnTo>
                      <a:cubicBezTo>
                        <a:pt x="1137715" y="192405"/>
                        <a:pt x="1043535" y="204788"/>
                        <a:pt x="1043535" y="204788"/>
                      </a:cubicBezTo>
                      <a:cubicBezTo>
                        <a:pt x="-381538" y="281940"/>
                        <a:pt x="-346339" y="214313"/>
                        <a:pt x="1147228" y="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8" name="Freeform 1627">
                  <a:extLst>
                    <a:ext uri="{FF2B5EF4-FFF2-40B4-BE49-F238E27FC236}">
                      <a16:creationId xmlns:a16="http://schemas.microsoft.com/office/drawing/2014/main" id="{A53D3C84-6C64-7976-AE06-507EFC16E2C4}"/>
                    </a:ext>
                  </a:extLst>
                </p:cNvPr>
                <p:cNvSpPr/>
                <p:nvPr/>
              </p:nvSpPr>
              <p:spPr>
                <a:xfrm>
                  <a:off x="3932705" y="2863215"/>
                  <a:ext cx="2986183" cy="2683192"/>
                </a:xfrm>
                <a:custGeom>
                  <a:avLst/>
                  <a:gdLst>
                    <a:gd name="connsiteX0" fmla="*/ 2986183 w 2986183"/>
                    <a:gd name="connsiteY0" fmla="*/ 2677478 h 2683192"/>
                    <a:gd name="connsiteX1" fmla="*/ 2970962 w 2986183"/>
                    <a:gd name="connsiteY1" fmla="*/ 2683192 h 2683192"/>
                    <a:gd name="connsiteX2" fmla="*/ 90375 w 2986183"/>
                    <a:gd name="connsiteY2" fmla="*/ 31432 h 2683192"/>
                    <a:gd name="connsiteX3" fmla="*/ 0 w 2986183"/>
                    <a:gd name="connsiteY3" fmla="*/ 0 h 2683192"/>
                    <a:gd name="connsiteX4" fmla="*/ 94180 w 2986183"/>
                    <a:gd name="connsiteY4" fmla="*/ 16192 h 2683192"/>
                    <a:gd name="connsiteX5" fmla="*/ 2986183 w 2986183"/>
                    <a:gd name="connsiteY5" fmla="*/ 2677478 h 2683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86183" h="2683192">
                      <a:moveTo>
                        <a:pt x="2986183" y="2677478"/>
                      </a:moveTo>
                      <a:cubicBezTo>
                        <a:pt x="2981427" y="2679383"/>
                        <a:pt x="2975719" y="2681287"/>
                        <a:pt x="2970962" y="2683192"/>
                      </a:cubicBezTo>
                      <a:cubicBezTo>
                        <a:pt x="2432517" y="1271588"/>
                        <a:pt x="1472638" y="387667"/>
                        <a:pt x="90375" y="31432"/>
                      </a:cubicBezTo>
                      <a:lnTo>
                        <a:pt x="0" y="0"/>
                      </a:lnTo>
                      <a:lnTo>
                        <a:pt x="94180" y="16192"/>
                      </a:lnTo>
                      <a:cubicBezTo>
                        <a:pt x="1473590" y="381953"/>
                        <a:pt x="2437274" y="1269682"/>
                        <a:pt x="2986183" y="2677478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9" name="Freeform 1628">
                  <a:extLst>
                    <a:ext uri="{FF2B5EF4-FFF2-40B4-BE49-F238E27FC236}">
                      <a16:creationId xmlns:a16="http://schemas.microsoft.com/office/drawing/2014/main" id="{A612CF72-D5D8-5A85-927C-0ADB5B1CE948}"/>
                    </a:ext>
                  </a:extLst>
                </p:cNvPr>
                <p:cNvSpPr/>
                <p:nvPr/>
              </p:nvSpPr>
              <p:spPr>
                <a:xfrm>
                  <a:off x="3874675" y="1162050"/>
                  <a:ext cx="2272695" cy="2511742"/>
                </a:xfrm>
                <a:custGeom>
                  <a:avLst/>
                  <a:gdLst>
                    <a:gd name="connsiteX0" fmla="*/ 2256524 w 2272695"/>
                    <a:gd name="connsiteY0" fmla="*/ 0 h 2511742"/>
                    <a:gd name="connsiteX1" fmla="*/ 2272696 w 2272695"/>
                    <a:gd name="connsiteY1" fmla="*/ 0 h 2511742"/>
                    <a:gd name="connsiteX2" fmla="*/ 95132 w 2272695"/>
                    <a:gd name="connsiteY2" fmla="*/ 2508885 h 2511742"/>
                    <a:gd name="connsiteX3" fmla="*/ 0 w 2272695"/>
                    <a:gd name="connsiteY3" fmla="*/ 2511743 h 2511742"/>
                    <a:gd name="connsiteX4" fmla="*/ 94180 w 2272695"/>
                    <a:gd name="connsiteY4" fmla="*/ 2493645 h 2511742"/>
                    <a:gd name="connsiteX5" fmla="*/ 2257475 w 2272695"/>
                    <a:gd name="connsiteY5" fmla="*/ 0 h 2511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272695" h="2511742">
                      <a:moveTo>
                        <a:pt x="2256524" y="0"/>
                      </a:moveTo>
                      <a:cubicBezTo>
                        <a:pt x="2262231" y="0"/>
                        <a:pt x="2266988" y="0"/>
                        <a:pt x="2272696" y="0"/>
                      </a:cubicBezTo>
                      <a:cubicBezTo>
                        <a:pt x="2238448" y="1510665"/>
                        <a:pt x="1512594" y="2346960"/>
                        <a:pt x="95132" y="2508885"/>
                      </a:cubicBezTo>
                      <a:lnTo>
                        <a:pt x="0" y="2511743"/>
                      </a:lnTo>
                      <a:lnTo>
                        <a:pt x="94180" y="2493645"/>
                      </a:lnTo>
                      <a:cubicBezTo>
                        <a:pt x="1513545" y="2342198"/>
                        <a:pt x="2233692" y="1510665"/>
                        <a:pt x="2257475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0" name="Freeform 1629">
                  <a:extLst>
                    <a:ext uri="{FF2B5EF4-FFF2-40B4-BE49-F238E27FC236}">
                      <a16:creationId xmlns:a16="http://schemas.microsoft.com/office/drawing/2014/main" id="{89652590-4F5F-8B12-CEC3-20ECBB64D919}"/>
                    </a:ext>
                  </a:extLst>
                </p:cNvPr>
                <p:cNvSpPr/>
                <p:nvPr/>
              </p:nvSpPr>
              <p:spPr>
                <a:xfrm>
                  <a:off x="4170534" y="1162050"/>
                  <a:ext cx="2002521" cy="3402330"/>
                </a:xfrm>
                <a:custGeom>
                  <a:avLst/>
                  <a:gdLst>
                    <a:gd name="connsiteX0" fmla="*/ 1986349 w 2002521"/>
                    <a:gd name="connsiteY0" fmla="*/ 952 h 3402330"/>
                    <a:gd name="connsiteX1" fmla="*/ 2002522 w 2002521"/>
                    <a:gd name="connsiteY1" fmla="*/ 952 h 3402330"/>
                    <a:gd name="connsiteX2" fmla="*/ 85619 w 2002521"/>
                    <a:gd name="connsiteY2" fmla="*/ 3360420 h 3402330"/>
                    <a:gd name="connsiteX3" fmla="*/ 0 w 2002521"/>
                    <a:gd name="connsiteY3" fmla="*/ 3402330 h 3402330"/>
                    <a:gd name="connsiteX4" fmla="*/ 78008 w 2002521"/>
                    <a:gd name="connsiteY4" fmla="*/ 3347085 h 3402330"/>
                    <a:gd name="connsiteX5" fmla="*/ 1986349 w 2002521"/>
                    <a:gd name="connsiteY5" fmla="*/ 0 h 3402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02521" h="3402330">
                      <a:moveTo>
                        <a:pt x="1986349" y="952"/>
                      </a:moveTo>
                      <a:cubicBezTo>
                        <a:pt x="1992057" y="952"/>
                        <a:pt x="1996814" y="952"/>
                        <a:pt x="2002522" y="952"/>
                      </a:cubicBezTo>
                      <a:cubicBezTo>
                        <a:pt x="1951151" y="1511618"/>
                        <a:pt x="1311866" y="2631758"/>
                        <a:pt x="85619" y="3360420"/>
                      </a:cubicBezTo>
                      <a:lnTo>
                        <a:pt x="0" y="3402330"/>
                      </a:lnTo>
                      <a:lnTo>
                        <a:pt x="78008" y="3347085"/>
                      </a:lnTo>
                      <a:cubicBezTo>
                        <a:pt x="1309963" y="2626995"/>
                        <a:pt x="1946394" y="1510665"/>
                        <a:pt x="1986349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1" name="Freeform 1630">
                  <a:extLst>
                    <a:ext uri="{FF2B5EF4-FFF2-40B4-BE49-F238E27FC236}">
                      <a16:creationId xmlns:a16="http://schemas.microsoft.com/office/drawing/2014/main" id="{2855FD23-CDF9-FF71-0985-39D7855E79CB}"/>
                    </a:ext>
                  </a:extLst>
                </p:cNvPr>
                <p:cNvSpPr/>
                <p:nvPr/>
              </p:nvSpPr>
              <p:spPr>
                <a:xfrm>
                  <a:off x="3866113" y="1163002"/>
                  <a:ext cx="2332628" cy="2129861"/>
                </a:xfrm>
                <a:custGeom>
                  <a:avLst/>
                  <a:gdLst>
                    <a:gd name="connsiteX0" fmla="*/ 2316456 w 2332628"/>
                    <a:gd name="connsiteY0" fmla="*/ 953 h 2129861"/>
                    <a:gd name="connsiteX1" fmla="*/ 2332629 w 2332628"/>
                    <a:gd name="connsiteY1" fmla="*/ 953 h 2129861"/>
                    <a:gd name="connsiteX2" fmla="*/ 94180 w 2332628"/>
                    <a:gd name="connsiteY2" fmla="*/ 2121218 h 2129861"/>
                    <a:gd name="connsiteX3" fmla="*/ 0 w 2332628"/>
                    <a:gd name="connsiteY3" fmla="*/ 2106930 h 2129861"/>
                    <a:gd name="connsiteX4" fmla="*/ 95132 w 2332628"/>
                    <a:gd name="connsiteY4" fmla="*/ 2106930 h 2129861"/>
                    <a:gd name="connsiteX5" fmla="*/ 2315505 w 2332628"/>
                    <a:gd name="connsiteY5" fmla="*/ 0 h 2129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32628" h="2129861">
                      <a:moveTo>
                        <a:pt x="2316456" y="953"/>
                      </a:moveTo>
                      <a:cubicBezTo>
                        <a:pt x="2322164" y="953"/>
                        <a:pt x="2326921" y="953"/>
                        <a:pt x="2332629" y="953"/>
                      </a:cubicBezTo>
                      <a:cubicBezTo>
                        <a:pt x="2264134" y="1510665"/>
                        <a:pt x="1518302" y="2217420"/>
                        <a:pt x="94180" y="2121218"/>
                      </a:cubicBezTo>
                      <a:lnTo>
                        <a:pt x="0" y="2106930"/>
                      </a:lnTo>
                      <a:lnTo>
                        <a:pt x="95132" y="2106930"/>
                      </a:lnTo>
                      <a:cubicBezTo>
                        <a:pt x="1518302" y="2212658"/>
                        <a:pt x="2258426" y="1510665"/>
                        <a:pt x="2315505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2" name="Freeform 1631">
                  <a:extLst>
                    <a:ext uri="{FF2B5EF4-FFF2-40B4-BE49-F238E27FC236}">
                      <a16:creationId xmlns:a16="http://schemas.microsoft.com/office/drawing/2014/main" id="{3C52D123-FA3A-AD4B-5E56-E7E8B03DD62F}"/>
                    </a:ext>
                  </a:extLst>
                </p:cNvPr>
                <p:cNvSpPr/>
                <p:nvPr/>
              </p:nvSpPr>
              <p:spPr>
                <a:xfrm>
                  <a:off x="4943955" y="4341481"/>
                  <a:ext cx="2504817" cy="1005853"/>
                </a:xfrm>
                <a:custGeom>
                  <a:avLst/>
                  <a:gdLst>
                    <a:gd name="connsiteX0" fmla="*/ 2503866 w 2504817"/>
                    <a:gd name="connsiteY0" fmla="*/ 905841 h 1005853"/>
                    <a:gd name="connsiteX1" fmla="*/ 2490548 w 2504817"/>
                    <a:gd name="connsiteY1" fmla="*/ 915366 h 1005853"/>
                    <a:gd name="connsiteX2" fmla="*/ 55177 w 2504817"/>
                    <a:gd name="connsiteY2" fmla="*/ 927749 h 1005853"/>
                    <a:gd name="connsiteX3" fmla="*/ 0 w 2504817"/>
                    <a:gd name="connsiteY3" fmla="*/ 1005854 h 1005853"/>
                    <a:gd name="connsiteX4" fmla="*/ 42809 w 2504817"/>
                    <a:gd name="connsiteY4" fmla="*/ 920129 h 1005853"/>
                    <a:gd name="connsiteX5" fmla="*/ 2504817 w 2504817"/>
                    <a:gd name="connsiteY5" fmla="*/ 905841 h 1005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04817" h="1005853">
                      <a:moveTo>
                        <a:pt x="2503866" y="905841"/>
                      </a:moveTo>
                      <a:cubicBezTo>
                        <a:pt x="2499109" y="908699"/>
                        <a:pt x="2495304" y="912509"/>
                        <a:pt x="2490548" y="915366"/>
                      </a:cubicBezTo>
                      <a:cubicBezTo>
                        <a:pt x="1598212" y="-303834"/>
                        <a:pt x="785788" y="-299071"/>
                        <a:pt x="55177" y="927749"/>
                      </a:cubicBezTo>
                      <a:lnTo>
                        <a:pt x="0" y="1005854"/>
                      </a:lnTo>
                      <a:lnTo>
                        <a:pt x="42809" y="920129"/>
                      </a:lnTo>
                      <a:cubicBezTo>
                        <a:pt x="782934" y="-301929"/>
                        <a:pt x="1602969" y="-306691"/>
                        <a:pt x="2504817" y="905841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3" name="Freeform 1632">
                  <a:extLst>
                    <a:ext uri="{FF2B5EF4-FFF2-40B4-BE49-F238E27FC236}">
                      <a16:creationId xmlns:a16="http://schemas.microsoft.com/office/drawing/2014/main" id="{D71F9FEF-2358-7C0B-DDF0-3D021B6B8B70}"/>
                    </a:ext>
                  </a:extLst>
                </p:cNvPr>
                <p:cNvSpPr/>
                <p:nvPr/>
              </p:nvSpPr>
              <p:spPr>
                <a:xfrm>
                  <a:off x="3926046" y="2887979"/>
                  <a:ext cx="3500846" cy="2384107"/>
                </a:xfrm>
                <a:custGeom>
                  <a:avLst/>
                  <a:gdLst>
                    <a:gd name="connsiteX0" fmla="*/ 3500846 w 3500846"/>
                    <a:gd name="connsiteY0" fmla="*/ 2374583 h 2384107"/>
                    <a:gd name="connsiteX1" fmla="*/ 3487527 w 3500846"/>
                    <a:gd name="connsiteY1" fmla="*/ 2384108 h 2384107"/>
                    <a:gd name="connsiteX2" fmla="*/ 90375 w 3500846"/>
                    <a:gd name="connsiteY2" fmla="*/ 30480 h 2384107"/>
                    <a:gd name="connsiteX3" fmla="*/ 0 w 3500846"/>
                    <a:gd name="connsiteY3" fmla="*/ 0 h 2384107"/>
                    <a:gd name="connsiteX4" fmla="*/ 94180 w 3500846"/>
                    <a:gd name="connsiteY4" fmla="*/ 15240 h 2384107"/>
                    <a:gd name="connsiteX5" fmla="*/ 3500846 w 3500846"/>
                    <a:gd name="connsiteY5" fmla="*/ 2374583 h 23841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0846" h="2384107">
                      <a:moveTo>
                        <a:pt x="3500846" y="2374583"/>
                      </a:moveTo>
                      <a:cubicBezTo>
                        <a:pt x="3496090" y="2377440"/>
                        <a:pt x="3492284" y="2381250"/>
                        <a:pt x="3487527" y="2384108"/>
                      </a:cubicBezTo>
                      <a:cubicBezTo>
                        <a:pt x="2608511" y="1155383"/>
                        <a:pt x="1476444" y="370523"/>
                        <a:pt x="90375" y="30480"/>
                      </a:cubicBezTo>
                      <a:lnTo>
                        <a:pt x="0" y="0"/>
                      </a:lnTo>
                      <a:lnTo>
                        <a:pt x="94180" y="15240"/>
                      </a:lnTo>
                      <a:cubicBezTo>
                        <a:pt x="1477395" y="365760"/>
                        <a:pt x="2613267" y="1152525"/>
                        <a:pt x="3500846" y="2374583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4" name="Freeform 1633">
                  <a:extLst>
                    <a:ext uri="{FF2B5EF4-FFF2-40B4-BE49-F238E27FC236}">
                      <a16:creationId xmlns:a16="http://schemas.microsoft.com/office/drawing/2014/main" id="{8A0D336B-F39B-247E-B6F0-DC73D8CF7782}"/>
                    </a:ext>
                  </a:extLst>
                </p:cNvPr>
                <p:cNvSpPr/>
                <p:nvPr/>
              </p:nvSpPr>
              <p:spPr>
                <a:xfrm>
                  <a:off x="3876577" y="3653924"/>
                  <a:ext cx="1840716" cy="1994400"/>
                </a:xfrm>
                <a:custGeom>
                  <a:avLst/>
                  <a:gdLst>
                    <a:gd name="connsiteX0" fmla="*/ 1758985 w 1840716"/>
                    <a:gd name="connsiteY0" fmla="*/ 1994401 h 1994400"/>
                    <a:gd name="connsiteX1" fmla="*/ 1742812 w 1840716"/>
                    <a:gd name="connsiteY1" fmla="*/ 1990590 h 1994400"/>
                    <a:gd name="connsiteX2" fmla="*/ 95132 w 1840716"/>
                    <a:gd name="connsiteY2" fmla="*/ 40823 h 1994400"/>
                    <a:gd name="connsiteX3" fmla="*/ 0 w 1840716"/>
                    <a:gd name="connsiteY3" fmla="*/ 44633 h 1994400"/>
                    <a:gd name="connsiteX4" fmla="*/ 93229 w 1840716"/>
                    <a:gd name="connsiteY4" fmla="*/ 25583 h 1994400"/>
                    <a:gd name="connsiteX5" fmla="*/ 1758985 w 1840716"/>
                    <a:gd name="connsiteY5" fmla="*/ 1993448 h 19944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40716" h="1994400">
                      <a:moveTo>
                        <a:pt x="1758985" y="1994401"/>
                      </a:moveTo>
                      <a:cubicBezTo>
                        <a:pt x="1753277" y="1993448"/>
                        <a:pt x="1748520" y="1992496"/>
                        <a:pt x="1742812" y="1990590"/>
                      </a:cubicBezTo>
                      <a:cubicBezTo>
                        <a:pt x="2060552" y="513263"/>
                        <a:pt x="1510691" y="-136342"/>
                        <a:pt x="95132" y="40823"/>
                      </a:cubicBezTo>
                      <a:lnTo>
                        <a:pt x="0" y="44633"/>
                      </a:lnTo>
                      <a:lnTo>
                        <a:pt x="93229" y="25583"/>
                      </a:lnTo>
                      <a:cubicBezTo>
                        <a:pt x="1510691" y="-142057"/>
                        <a:pt x="2065309" y="514216"/>
                        <a:pt x="1758985" y="1993448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5" name="Freeform 1634">
                  <a:extLst>
                    <a:ext uri="{FF2B5EF4-FFF2-40B4-BE49-F238E27FC236}">
                      <a16:creationId xmlns:a16="http://schemas.microsoft.com/office/drawing/2014/main" id="{B610E423-7ECF-ABF7-3F55-0C0239A10954}"/>
                    </a:ext>
                  </a:extLst>
                </p:cNvPr>
                <p:cNvSpPr/>
                <p:nvPr/>
              </p:nvSpPr>
              <p:spPr>
                <a:xfrm>
                  <a:off x="4049717" y="1592579"/>
                  <a:ext cx="3387639" cy="1253774"/>
                </a:xfrm>
                <a:custGeom>
                  <a:avLst/>
                  <a:gdLst>
                    <a:gd name="connsiteX0" fmla="*/ 3374321 w 3387639"/>
                    <a:gd name="connsiteY0" fmla="*/ 953 h 1253774"/>
                    <a:gd name="connsiteX1" fmla="*/ 3387639 w 3387639"/>
                    <a:gd name="connsiteY1" fmla="*/ 10478 h 1253774"/>
                    <a:gd name="connsiteX2" fmla="*/ 83716 w 3387639"/>
                    <a:gd name="connsiteY2" fmla="*/ 980123 h 1253774"/>
                    <a:gd name="connsiteX3" fmla="*/ 0 w 3387639"/>
                    <a:gd name="connsiteY3" fmla="*/ 934403 h 1253774"/>
                    <a:gd name="connsiteX4" fmla="*/ 90375 w 3387639"/>
                    <a:gd name="connsiteY4" fmla="*/ 965835 h 1253774"/>
                    <a:gd name="connsiteX5" fmla="*/ 3374321 w 3387639"/>
                    <a:gd name="connsiteY5" fmla="*/ 0 h 12537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87639" h="1253774">
                      <a:moveTo>
                        <a:pt x="3374321" y="953"/>
                      </a:moveTo>
                      <a:cubicBezTo>
                        <a:pt x="3379077" y="3810"/>
                        <a:pt x="3382883" y="7620"/>
                        <a:pt x="3387639" y="10478"/>
                      </a:cubicBezTo>
                      <a:cubicBezTo>
                        <a:pt x="2493401" y="1227773"/>
                        <a:pt x="1391777" y="1551623"/>
                        <a:pt x="83716" y="980123"/>
                      </a:cubicBezTo>
                      <a:lnTo>
                        <a:pt x="0" y="934403"/>
                      </a:lnTo>
                      <a:lnTo>
                        <a:pt x="90375" y="965835"/>
                      </a:lnTo>
                      <a:cubicBezTo>
                        <a:pt x="1394631" y="1545908"/>
                        <a:pt x="2489596" y="1223963"/>
                        <a:pt x="3374321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6" name="Freeform 1635">
                  <a:extLst>
                    <a:ext uri="{FF2B5EF4-FFF2-40B4-BE49-F238E27FC236}">
                      <a16:creationId xmlns:a16="http://schemas.microsoft.com/office/drawing/2014/main" id="{09228532-3A0D-7815-B27C-12E3F651252E}"/>
                    </a:ext>
                  </a:extLst>
                </p:cNvPr>
                <p:cNvSpPr/>
                <p:nvPr/>
              </p:nvSpPr>
              <p:spPr>
                <a:xfrm>
                  <a:off x="3921289" y="1608772"/>
                  <a:ext cx="3536995" cy="1436708"/>
                </a:xfrm>
                <a:custGeom>
                  <a:avLst/>
                  <a:gdLst>
                    <a:gd name="connsiteX0" fmla="*/ 3523677 w 3536995"/>
                    <a:gd name="connsiteY0" fmla="*/ 0 h 1436708"/>
                    <a:gd name="connsiteX1" fmla="*/ 3536996 w 3536995"/>
                    <a:gd name="connsiteY1" fmla="*/ 9525 h 1436708"/>
                    <a:gd name="connsiteX2" fmla="*/ 90375 w 3536995"/>
                    <a:gd name="connsiteY2" fmla="*/ 1333500 h 1436708"/>
                    <a:gd name="connsiteX3" fmla="*/ 0 w 3536995"/>
                    <a:gd name="connsiteY3" fmla="*/ 1303973 h 1436708"/>
                    <a:gd name="connsiteX4" fmla="*/ 94180 w 3536995"/>
                    <a:gd name="connsiteY4" fmla="*/ 1318260 h 1436708"/>
                    <a:gd name="connsiteX5" fmla="*/ 3524629 w 3536995"/>
                    <a:gd name="connsiteY5" fmla="*/ 0 h 14367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36995" h="1436708">
                      <a:moveTo>
                        <a:pt x="3523677" y="0"/>
                      </a:moveTo>
                      <a:cubicBezTo>
                        <a:pt x="3528434" y="2857"/>
                        <a:pt x="3532239" y="6667"/>
                        <a:pt x="3536996" y="9525"/>
                      </a:cubicBezTo>
                      <a:cubicBezTo>
                        <a:pt x="2628489" y="1216343"/>
                        <a:pt x="1480249" y="1658303"/>
                        <a:pt x="90375" y="1333500"/>
                      </a:cubicBezTo>
                      <a:lnTo>
                        <a:pt x="0" y="1303973"/>
                      </a:lnTo>
                      <a:lnTo>
                        <a:pt x="94180" y="1318260"/>
                      </a:lnTo>
                      <a:cubicBezTo>
                        <a:pt x="1481200" y="1652587"/>
                        <a:pt x="2624683" y="1213485"/>
                        <a:pt x="3524629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7" name="Freeform 1636">
                  <a:extLst>
                    <a:ext uri="{FF2B5EF4-FFF2-40B4-BE49-F238E27FC236}">
                      <a16:creationId xmlns:a16="http://schemas.microsoft.com/office/drawing/2014/main" id="{91D7AC96-6B0A-0F87-4A91-0978F4B54872}"/>
                    </a:ext>
                  </a:extLst>
                </p:cNvPr>
                <p:cNvSpPr/>
                <p:nvPr/>
              </p:nvSpPr>
              <p:spPr>
                <a:xfrm>
                  <a:off x="4964884" y="3675824"/>
                  <a:ext cx="3377174" cy="1683893"/>
                </a:xfrm>
                <a:custGeom>
                  <a:avLst/>
                  <a:gdLst>
                    <a:gd name="connsiteX0" fmla="*/ 3377174 w 3377174"/>
                    <a:gd name="connsiteY0" fmla="*/ 37973 h 1683893"/>
                    <a:gd name="connsiteX1" fmla="*/ 3375272 w 3377174"/>
                    <a:gd name="connsiteY1" fmla="*/ 54166 h 1683893"/>
                    <a:gd name="connsiteX2" fmla="*/ 55176 w 3377174"/>
                    <a:gd name="connsiteY2" fmla="*/ 1605788 h 1683893"/>
                    <a:gd name="connsiteX3" fmla="*/ 0 w 3377174"/>
                    <a:gd name="connsiteY3" fmla="*/ 1683893 h 1683893"/>
                    <a:gd name="connsiteX4" fmla="*/ 41858 w 3377174"/>
                    <a:gd name="connsiteY4" fmla="*/ 1598168 h 1683893"/>
                    <a:gd name="connsiteX5" fmla="*/ 3377174 w 3377174"/>
                    <a:gd name="connsiteY5" fmla="*/ 37973 h 1683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77174" h="1683893">
                      <a:moveTo>
                        <a:pt x="3377174" y="37973"/>
                      </a:moveTo>
                      <a:cubicBezTo>
                        <a:pt x="3377174" y="43688"/>
                        <a:pt x="3376223" y="48451"/>
                        <a:pt x="3375272" y="54166"/>
                      </a:cubicBezTo>
                      <a:cubicBezTo>
                        <a:pt x="1878851" y="-146812"/>
                        <a:pt x="772469" y="370396"/>
                        <a:pt x="55176" y="1605788"/>
                      </a:cubicBezTo>
                      <a:lnTo>
                        <a:pt x="0" y="1683893"/>
                      </a:lnTo>
                      <a:lnTo>
                        <a:pt x="41858" y="1598168"/>
                      </a:lnTo>
                      <a:cubicBezTo>
                        <a:pt x="767712" y="368491"/>
                        <a:pt x="1879802" y="-151574"/>
                        <a:pt x="3377174" y="37973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8" name="Freeform 1637">
                  <a:extLst>
                    <a:ext uri="{FF2B5EF4-FFF2-40B4-BE49-F238E27FC236}">
                      <a16:creationId xmlns:a16="http://schemas.microsoft.com/office/drawing/2014/main" id="{F1C54416-0799-F34F-8223-A1B3737E37AF}"/>
                    </a:ext>
                  </a:extLst>
                </p:cNvPr>
                <p:cNvSpPr/>
                <p:nvPr/>
              </p:nvSpPr>
              <p:spPr>
                <a:xfrm>
                  <a:off x="3880383" y="2299334"/>
                  <a:ext cx="4186745" cy="1424940"/>
                </a:xfrm>
                <a:custGeom>
                  <a:avLst/>
                  <a:gdLst>
                    <a:gd name="connsiteX0" fmla="*/ 4179135 w 4186745"/>
                    <a:gd name="connsiteY0" fmla="*/ 0 h 1424940"/>
                    <a:gd name="connsiteX1" fmla="*/ 4186745 w 4186745"/>
                    <a:gd name="connsiteY1" fmla="*/ 14288 h 1424940"/>
                    <a:gd name="connsiteX2" fmla="*/ 95132 w 4186745"/>
                    <a:gd name="connsiteY2" fmla="*/ 1420178 h 1424940"/>
                    <a:gd name="connsiteX3" fmla="*/ 0 w 4186745"/>
                    <a:gd name="connsiteY3" fmla="*/ 1424940 h 1424940"/>
                    <a:gd name="connsiteX4" fmla="*/ 93229 w 4186745"/>
                    <a:gd name="connsiteY4" fmla="*/ 1404938 h 1424940"/>
                    <a:gd name="connsiteX5" fmla="*/ 4179135 w 4186745"/>
                    <a:gd name="connsiteY5" fmla="*/ 0 h 14249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86745" h="1424940">
                      <a:moveTo>
                        <a:pt x="4179135" y="0"/>
                      </a:moveTo>
                      <a:cubicBezTo>
                        <a:pt x="4181989" y="4763"/>
                        <a:pt x="4184843" y="9525"/>
                        <a:pt x="4186745" y="14288"/>
                      </a:cubicBezTo>
                      <a:cubicBezTo>
                        <a:pt x="2872977" y="758190"/>
                        <a:pt x="1508789" y="1226820"/>
                        <a:pt x="95132" y="1420178"/>
                      </a:cubicBezTo>
                      <a:lnTo>
                        <a:pt x="0" y="1424940"/>
                      </a:lnTo>
                      <a:lnTo>
                        <a:pt x="93229" y="1404938"/>
                      </a:lnTo>
                      <a:cubicBezTo>
                        <a:pt x="1508789" y="1221105"/>
                        <a:pt x="2870123" y="752475"/>
                        <a:pt x="4179135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9" name="Freeform 1638">
                  <a:extLst>
                    <a:ext uri="{FF2B5EF4-FFF2-40B4-BE49-F238E27FC236}">
                      <a16:creationId xmlns:a16="http://schemas.microsoft.com/office/drawing/2014/main" id="{4F20F186-7A08-04DE-B680-FCB9B61E428A}"/>
                    </a:ext>
                  </a:extLst>
                </p:cNvPr>
                <p:cNvSpPr/>
                <p:nvPr/>
              </p:nvSpPr>
              <p:spPr>
                <a:xfrm>
                  <a:off x="5441494" y="4301234"/>
                  <a:ext cx="2334531" cy="1268033"/>
                </a:xfrm>
                <a:custGeom>
                  <a:avLst/>
                  <a:gdLst>
                    <a:gd name="connsiteX0" fmla="*/ 2334531 w 2334531"/>
                    <a:gd name="connsiteY0" fmla="*/ 647956 h 1268033"/>
                    <a:gd name="connsiteX1" fmla="*/ 2323116 w 2334531"/>
                    <a:gd name="connsiteY1" fmla="*/ 660338 h 1268033"/>
                    <a:gd name="connsiteX2" fmla="*/ 35199 w 2334531"/>
                    <a:gd name="connsiteY2" fmla="*/ 1179451 h 1268033"/>
                    <a:gd name="connsiteX3" fmla="*/ 0 w 2334531"/>
                    <a:gd name="connsiteY3" fmla="*/ 1268034 h 1268033"/>
                    <a:gd name="connsiteX4" fmla="*/ 20929 w 2334531"/>
                    <a:gd name="connsiteY4" fmla="*/ 1174689 h 1268033"/>
                    <a:gd name="connsiteX5" fmla="*/ 2334531 w 2334531"/>
                    <a:gd name="connsiteY5" fmla="*/ 647956 h 1268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34531" h="1268033">
                      <a:moveTo>
                        <a:pt x="2334531" y="647956"/>
                      </a:moveTo>
                      <a:cubicBezTo>
                        <a:pt x="2330726" y="651766"/>
                        <a:pt x="2326921" y="655576"/>
                        <a:pt x="2323116" y="660338"/>
                      </a:cubicBezTo>
                      <a:cubicBezTo>
                        <a:pt x="1211026" y="-360742"/>
                        <a:pt x="448070" y="-188339"/>
                        <a:pt x="35199" y="1179451"/>
                      </a:cubicBezTo>
                      <a:lnTo>
                        <a:pt x="0" y="1268034"/>
                      </a:lnTo>
                      <a:lnTo>
                        <a:pt x="20929" y="1174689"/>
                      </a:lnTo>
                      <a:cubicBezTo>
                        <a:pt x="443313" y="-190244"/>
                        <a:pt x="1214831" y="-365504"/>
                        <a:pt x="2334531" y="647956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0" name="Freeform 1639">
                  <a:extLst>
                    <a:ext uri="{FF2B5EF4-FFF2-40B4-BE49-F238E27FC236}">
                      <a16:creationId xmlns:a16="http://schemas.microsoft.com/office/drawing/2014/main" id="{052B8B83-6164-70E3-3F35-92E7BD5CA5E7}"/>
                    </a:ext>
                  </a:extLst>
                </p:cNvPr>
                <p:cNvSpPr/>
                <p:nvPr/>
              </p:nvSpPr>
              <p:spPr>
                <a:xfrm>
                  <a:off x="3868016" y="3243262"/>
                  <a:ext cx="3076558" cy="2293619"/>
                </a:xfrm>
                <a:custGeom>
                  <a:avLst/>
                  <a:gdLst>
                    <a:gd name="connsiteX0" fmla="*/ 3076559 w 3076558"/>
                    <a:gd name="connsiteY0" fmla="*/ 2286952 h 2293619"/>
                    <a:gd name="connsiteX1" fmla="*/ 3059435 w 3076558"/>
                    <a:gd name="connsiteY1" fmla="*/ 2293620 h 2293619"/>
                    <a:gd name="connsiteX2" fmla="*/ 94180 w 3076558"/>
                    <a:gd name="connsiteY2" fmla="*/ 16193 h 2293619"/>
                    <a:gd name="connsiteX3" fmla="*/ 0 w 3076558"/>
                    <a:gd name="connsiteY3" fmla="*/ 0 h 2293619"/>
                    <a:gd name="connsiteX4" fmla="*/ 95132 w 3076558"/>
                    <a:gd name="connsiteY4" fmla="*/ 0 h 2293619"/>
                    <a:gd name="connsiteX5" fmla="*/ 3076559 w 3076558"/>
                    <a:gd name="connsiteY5" fmla="*/ 2286952 h 2293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076558" h="2293619">
                      <a:moveTo>
                        <a:pt x="3076559" y="2286952"/>
                      </a:moveTo>
                      <a:cubicBezTo>
                        <a:pt x="3070851" y="2288858"/>
                        <a:pt x="3065143" y="2291715"/>
                        <a:pt x="3059435" y="2293620"/>
                      </a:cubicBezTo>
                      <a:cubicBezTo>
                        <a:pt x="2504817" y="887730"/>
                        <a:pt x="1516399" y="128588"/>
                        <a:pt x="94180" y="16193"/>
                      </a:cubicBezTo>
                      <a:lnTo>
                        <a:pt x="0" y="0"/>
                      </a:lnTo>
                      <a:lnTo>
                        <a:pt x="95132" y="0"/>
                      </a:lnTo>
                      <a:cubicBezTo>
                        <a:pt x="1516399" y="122872"/>
                        <a:pt x="2510525" y="885825"/>
                        <a:pt x="3076559" y="2286952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1" name="Freeform 1640">
                  <a:extLst>
                    <a:ext uri="{FF2B5EF4-FFF2-40B4-BE49-F238E27FC236}">
                      <a16:creationId xmlns:a16="http://schemas.microsoft.com/office/drawing/2014/main" id="{31336FD2-D933-078D-FA2D-74D8C3F2FB2A}"/>
                    </a:ext>
                  </a:extLst>
                </p:cNvPr>
                <p:cNvSpPr/>
                <p:nvPr/>
              </p:nvSpPr>
              <p:spPr>
                <a:xfrm>
                  <a:off x="4013567" y="3868132"/>
                  <a:ext cx="4123957" cy="473362"/>
                </a:xfrm>
                <a:custGeom>
                  <a:avLst/>
                  <a:gdLst>
                    <a:gd name="connsiteX0" fmla="*/ 7610 w 4123957"/>
                    <a:gd name="connsiteY0" fmla="*/ 468600 h 473362"/>
                    <a:gd name="connsiteX1" fmla="*/ 0 w 4123957"/>
                    <a:gd name="connsiteY1" fmla="*/ 451455 h 473362"/>
                    <a:gd name="connsiteX2" fmla="*/ 4040242 w 4123957"/>
                    <a:gd name="connsiteY2" fmla="*/ 426690 h 473362"/>
                    <a:gd name="connsiteX3" fmla="*/ 4123958 w 4123957"/>
                    <a:gd name="connsiteY3" fmla="*/ 473362 h 473362"/>
                    <a:gd name="connsiteX4" fmla="*/ 4033583 w 4123957"/>
                    <a:gd name="connsiteY4" fmla="*/ 442883 h 473362"/>
                    <a:gd name="connsiteX5" fmla="*/ 7610 w 4123957"/>
                    <a:gd name="connsiteY5" fmla="*/ 468600 h 473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123957" h="473362">
                      <a:moveTo>
                        <a:pt x="7610" y="468600"/>
                      </a:moveTo>
                      <a:cubicBezTo>
                        <a:pt x="4757" y="462885"/>
                        <a:pt x="2854" y="457170"/>
                        <a:pt x="0" y="451455"/>
                      </a:cubicBezTo>
                      <a:cubicBezTo>
                        <a:pt x="1387971" y="-141952"/>
                        <a:pt x="2735036" y="-150525"/>
                        <a:pt x="4040242" y="426690"/>
                      </a:cubicBezTo>
                      <a:lnTo>
                        <a:pt x="4123958" y="473362"/>
                      </a:lnTo>
                      <a:lnTo>
                        <a:pt x="4033583" y="442883"/>
                      </a:lnTo>
                      <a:cubicBezTo>
                        <a:pt x="2733133" y="-144810"/>
                        <a:pt x="1390825" y="-136238"/>
                        <a:pt x="7610" y="468600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2" name="Freeform 1641">
                  <a:extLst>
                    <a:ext uri="{FF2B5EF4-FFF2-40B4-BE49-F238E27FC236}">
                      <a16:creationId xmlns:a16="http://schemas.microsoft.com/office/drawing/2014/main" id="{896C90B2-21D6-E9D2-CB51-70C5FC0F779E}"/>
                    </a:ext>
                  </a:extLst>
                </p:cNvPr>
                <p:cNvSpPr/>
                <p:nvPr/>
              </p:nvSpPr>
              <p:spPr>
                <a:xfrm>
                  <a:off x="4003103" y="1208722"/>
                  <a:ext cx="2375438" cy="3102292"/>
                </a:xfrm>
                <a:custGeom>
                  <a:avLst/>
                  <a:gdLst>
                    <a:gd name="connsiteX0" fmla="*/ 6659 w 2375438"/>
                    <a:gd name="connsiteY0" fmla="*/ 3102293 h 3102292"/>
                    <a:gd name="connsiteX1" fmla="*/ 0 w 2375438"/>
                    <a:gd name="connsiteY1" fmla="*/ 3085147 h 3102292"/>
                    <a:gd name="connsiteX2" fmla="*/ 2354509 w 2375438"/>
                    <a:gd name="connsiteY2" fmla="*/ 93345 h 3102292"/>
                    <a:gd name="connsiteX3" fmla="*/ 2375438 w 2375438"/>
                    <a:gd name="connsiteY3" fmla="*/ 0 h 3102292"/>
                    <a:gd name="connsiteX4" fmla="*/ 2371633 w 2375438"/>
                    <a:gd name="connsiteY4" fmla="*/ 95250 h 3102292"/>
                    <a:gd name="connsiteX5" fmla="*/ 7611 w 2375438"/>
                    <a:gd name="connsiteY5" fmla="*/ 3101340 h 3102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75438" h="3102292">
                      <a:moveTo>
                        <a:pt x="6659" y="3102293"/>
                      </a:moveTo>
                      <a:cubicBezTo>
                        <a:pt x="3805" y="3096578"/>
                        <a:pt x="1903" y="3090863"/>
                        <a:pt x="0" y="3085147"/>
                      </a:cubicBezTo>
                      <a:cubicBezTo>
                        <a:pt x="1395582" y="2508885"/>
                        <a:pt x="2180418" y="1511618"/>
                        <a:pt x="2354509" y="93345"/>
                      </a:cubicBezTo>
                      <a:lnTo>
                        <a:pt x="2375438" y="0"/>
                      </a:lnTo>
                      <a:lnTo>
                        <a:pt x="2371633" y="95250"/>
                      </a:lnTo>
                      <a:cubicBezTo>
                        <a:pt x="2186126" y="1511618"/>
                        <a:pt x="1397484" y="2513647"/>
                        <a:pt x="7611" y="3101340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3" name="Freeform 1642">
                  <a:extLst>
                    <a:ext uri="{FF2B5EF4-FFF2-40B4-BE49-F238E27FC236}">
                      <a16:creationId xmlns:a16="http://schemas.microsoft.com/office/drawing/2014/main" id="{BB79C97E-A43C-C895-C59A-EE17415A4422}"/>
                    </a:ext>
                  </a:extLst>
                </p:cNvPr>
                <p:cNvSpPr/>
                <p:nvPr/>
              </p:nvSpPr>
              <p:spPr>
                <a:xfrm>
                  <a:off x="6448111" y="4393089"/>
                  <a:ext cx="1044421" cy="1218087"/>
                </a:xfrm>
                <a:custGeom>
                  <a:avLst/>
                  <a:gdLst>
                    <a:gd name="connsiteX0" fmla="*/ 1044421 w 1044421"/>
                    <a:gd name="connsiteY0" fmla="*/ 820895 h 1218087"/>
                    <a:gd name="connsiteX1" fmla="*/ 1030152 w 1044421"/>
                    <a:gd name="connsiteY1" fmla="*/ 832326 h 1218087"/>
                    <a:gd name="connsiteX2" fmla="*/ 135914 w 1044421"/>
                    <a:gd name="connsiteY2" fmla="*/ 1122838 h 1218087"/>
                    <a:gd name="connsiteX3" fmla="*/ 148281 w 1044421"/>
                    <a:gd name="connsiteY3" fmla="*/ 1218088 h 1218087"/>
                    <a:gd name="connsiteX4" fmla="*/ 118790 w 1044421"/>
                    <a:gd name="connsiteY4" fmla="*/ 1127600 h 1218087"/>
                    <a:gd name="connsiteX5" fmla="*/ 1044421 w 1044421"/>
                    <a:gd name="connsiteY5" fmla="*/ 821848 h 12180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44421" h="1218087">
                      <a:moveTo>
                        <a:pt x="1044421" y="820895"/>
                      </a:moveTo>
                      <a:cubicBezTo>
                        <a:pt x="1039665" y="824705"/>
                        <a:pt x="1034908" y="828516"/>
                        <a:pt x="1030152" y="832326"/>
                      </a:cubicBezTo>
                      <a:cubicBezTo>
                        <a:pt x="109277" y="-364967"/>
                        <a:pt x="-188485" y="-267812"/>
                        <a:pt x="135914" y="1122838"/>
                      </a:cubicBezTo>
                      <a:lnTo>
                        <a:pt x="148281" y="1218088"/>
                      </a:lnTo>
                      <a:lnTo>
                        <a:pt x="118790" y="1127600"/>
                      </a:lnTo>
                      <a:cubicBezTo>
                        <a:pt x="-195144" y="-265907"/>
                        <a:pt x="113082" y="-367825"/>
                        <a:pt x="1044421" y="821848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4" name="Freeform 1643">
                  <a:extLst>
                    <a:ext uri="{FF2B5EF4-FFF2-40B4-BE49-F238E27FC236}">
                      <a16:creationId xmlns:a16="http://schemas.microsoft.com/office/drawing/2014/main" id="{501C4AE2-A79F-29E8-5474-4FACEB5966C2}"/>
                    </a:ext>
                  </a:extLst>
                </p:cNvPr>
                <p:cNvSpPr/>
                <p:nvPr/>
              </p:nvSpPr>
              <p:spPr>
                <a:xfrm>
                  <a:off x="6900987" y="4003284"/>
                  <a:ext cx="1247954" cy="1238322"/>
                </a:xfrm>
                <a:custGeom>
                  <a:avLst/>
                  <a:gdLst>
                    <a:gd name="connsiteX0" fmla="*/ 569666 w 1247954"/>
                    <a:gd name="connsiteY0" fmla="*/ 1226893 h 1238322"/>
                    <a:gd name="connsiteX1" fmla="*/ 555396 w 1247954"/>
                    <a:gd name="connsiteY1" fmla="*/ 1238323 h 1238322"/>
                    <a:gd name="connsiteX2" fmla="*/ 1164239 w 1247954"/>
                    <a:gd name="connsiteY2" fmla="*/ 266773 h 1238322"/>
                    <a:gd name="connsiteX3" fmla="*/ 1247954 w 1247954"/>
                    <a:gd name="connsiteY3" fmla="*/ 312493 h 1238322"/>
                    <a:gd name="connsiteX4" fmla="*/ 1157579 w 1247954"/>
                    <a:gd name="connsiteY4" fmla="*/ 282965 h 1238322"/>
                    <a:gd name="connsiteX5" fmla="*/ 570617 w 1247954"/>
                    <a:gd name="connsiteY5" fmla="*/ 1226893 h 12383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47954" h="1238322">
                      <a:moveTo>
                        <a:pt x="569666" y="1226893"/>
                      </a:moveTo>
                      <a:cubicBezTo>
                        <a:pt x="564909" y="1230703"/>
                        <a:pt x="560152" y="1234513"/>
                        <a:pt x="555396" y="1238323"/>
                      </a:cubicBezTo>
                      <a:cubicBezTo>
                        <a:pt x="-351209" y="29600"/>
                        <a:pt x="-147627" y="-294250"/>
                        <a:pt x="1164239" y="266773"/>
                      </a:cubicBezTo>
                      <a:lnTo>
                        <a:pt x="1247954" y="312493"/>
                      </a:lnTo>
                      <a:lnTo>
                        <a:pt x="1157579" y="282965"/>
                      </a:lnTo>
                      <a:cubicBezTo>
                        <a:pt x="-150481" y="-288535"/>
                        <a:pt x="-346452" y="25790"/>
                        <a:pt x="570617" y="1226893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5" name="Freeform 1644">
                  <a:extLst>
                    <a:ext uri="{FF2B5EF4-FFF2-40B4-BE49-F238E27FC236}">
                      <a16:creationId xmlns:a16="http://schemas.microsoft.com/office/drawing/2014/main" id="{9D8FCF98-4E89-2EB0-E244-9E507BB184D2}"/>
                    </a:ext>
                  </a:extLst>
                </p:cNvPr>
                <p:cNvSpPr/>
                <p:nvPr/>
              </p:nvSpPr>
              <p:spPr>
                <a:xfrm>
                  <a:off x="4203831" y="1561147"/>
                  <a:ext cx="3189765" cy="1163575"/>
                </a:xfrm>
                <a:custGeom>
                  <a:avLst/>
                  <a:gdLst>
                    <a:gd name="connsiteX0" fmla="*/ 3174544 w 3189765"/>
                    <a:gd name="connsiteY0" fmla="*/ 0 h 1163575"/>
                    <a:gd name="connsiteX1" fmla="*/ 3189765 w 3189765"/>
                    <a:gd name="connsiteY1" fmla="*/ 10477 h 1163575"/>
                    <a:gd name="connsiteX2" fmla="*/ 76105 w 3189765"/>
                    <a:gd name="connsiteY2" fmla="*/ 733425 h 1163575"/>
                    <a:gd name="connsiteX3" fmla="*/ 0 w 3189765"/>
                    <a:gd name="connsiteY3" fmla="*/ 675323 h 1163575"/>
                    <a:gd name="connsiteX4" fmla="*/ 85619 w 3189765"/>
                    <a:gd name="connsiteY4" fmla="*/ 719137 h 1163575"/>
                    <a:gd name="connsiteX5" fmla="*/ 3175496 w 3189765"/>
                    <a:gd name="connsiteY5" fmla="*/ 0 h 11635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89765" h="1163575">
                      <a:moveTo>
                        <a:pt x="3174544" y="0"/>
                      </a:moveTo>
                      <a:cubicBezTo>
                        <a:pt x="3179301" y="3810"/>
                        <a:pt x="3185009" y="6667"/>
                        <a:pt x="3189765" y="10477"/>
                      </a:cubicBezTo>
                      <a:cubicBezTo>
                        <a:pt x="2324067" y="1248728"/>
                        <a:pt x="1286180" y="1489710"/>
                        <a:pt x="76105" y="733425"/>
                      </a:cubicBezTo>
                      <a:lnTo>
                        <a:pt x="0" y="675323"/>
                      </a:lnTo>
                      <a:lnTo>
                        <a:pt x="85619" y="719137"/>
                      </a:lnTo>
                      <a:cubicBezTo>
                        <a:pt x="1289986" y="1484947"/>
                        <a:pt x="2320262" y="1245870"/>
                        <a:pt x="3175496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6" name="Freeform 1645">
                  <a:extLst>
                    <a:ext uri="{FF2B5EF4-FFF2-40B4-BE49-F238E27FC236}">
                      <a16:creationId xmlns:a16="http://schemas.microsoft.com/office/drawing/2014/main" id="{BB3BD5BD-AFC5-E972-F3AE-2B2BB09FC8B1}"/>
                    </a:ext>
                  </a:extLst>
                </p:cNvPr>
                <p:cNvSpPr/>
                <p:nvPr/>
              </p:nvSpPr>
              <p:spPr>
                <a:xfrm>
                  <a:off x="4506349" y="1577339"/>
                  <a:ext cx="2911029" cy="3426142"/>
                </a:xfrm>
                <a:custGeom>
                  <a:avLst/>
                  <a:gdLst>
                    <a:gd name="connsiteX0" fmla="*/ 2895808 w 2911029"/>
                    <a:gd name="connsiteY0" fmla="*/ 0 h 3426142"/>
                    <a:gd name="connsiteX1" fmla="*/ 2911030 w 2911029"/>
                    <a:gd name="connsiteY1" fmla="*/ 10477 h 3426142"/>
                    <a:gd name="connsiteX2" fmla="*/ 74203 w 2911029"/>
                    <a:gd name="connsiteY2" fmla="*/ 3365183 h 3426142"/>
                    <a:gd name="connsiteX3" fmla="*/ 0 w 2911029"/>
                    <a:gd name="connsiteY3" fmla="*/ 3426143 h 3426142"/>
                    <a:gd name="connsiteX4" fmla="*/ 61836 w 2911029"/>
                    <a:gd name="connsiteY4" fmla="*/ 3352800 h 3426142"/>
                    <a:gd name="connsiteX5" fmla="*/ 2895808 w 2911029"/>
                    <a:gd name="connsiteY5" fmla="*/ 0 h 3426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11029" h="3426142">
                      <a:moveTo>
                        <a:pt x="2895808" y="0"/>
                      </a:moveTo>
                      <a:cubicBezTo>
                        <a:pt x="2900565" y="3810"/>
                        <a:pt x="2906273" y="6668"/>
                        <a:pt x="2911030" y="10477"/>
                      </a:cubicBezTo>
                      <a:cubicBezTo>
                        <a:pt x="2030110" y="1238250"/>
                        <a:pt x="1085453" y="2356485"/>
                        <a:pt x="74203" y="3365183"/>
                      </a:cubicBezTo>
                      <a:lnTo>
                        <a:pt x="0" y="3426143"/>
                      </a:lnTo>
                      <a:lnTo>
                        <a:pt x="61836" y="3352800"/>
                      </a:lnTo>
                      <a:cubicBezTo>
                        <a:pt x="1080696" y="2352675"/>
                        <a:pt x="2025353" y="1234440"/>
                        <a:pt x="2895808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7" name="Freeform 1646">
                  <a:extLst>
                    <a:ext uri="{FF2B5EF4-FFF2-40B4-BE49-F238E27FC236}">
                      <a16:creationId xmlns:a16="http://schemas.microsoft.com/office/drawing/2014/main" id="{B8977E00-C5C5-8CB8-6129-0CD23F8C532A}"/>
                    </a:ext>
                  </a:extLst>
                </p:cNvPr>
                <p:cNvSpPr/>
                <p:nvPr/>
              </p:nvSpPr>
              <p:spPr>
                <a:xfrm>
                  <a:off x="6123037" y="4512732"/>
                  <a:ext cx="500943" cy="1182265"/>
                </a:xfrm>
                <a:custGeom>
                  <a:avLst/>
                  <a:gdLst>
                    <a:gd name="connsiteX0" fmla="*/ 19577 w 500943"/>
                    <a:gd name="connsiteY0" fmla="*/ 1182266 h 1182265"/>
                    <a:gd name="connsiteX1" fmla="*/ 1502 w 500943"/>
                    <a:gd name="connsiteY1" fmla="*/ 1182266 h 1182265"/>
                    <a:gd name="connsiteX2" fmla="*/ 486674 w 500943"/>
                    <a:gd name="connsiteY2" fmla="*/ 995575 h 1182265"/>
                    <a:gd name="connsiteX3" fmla="*/ 500943 w 500943"/>
                    <a:gd name="connsiteY3" fmla="*/ 1089873 h 1182265"/>
                    <a:gd name="connsiteX4" fmla="*/ 470501 w 500943"/>
                    <a:gd name="connsiteY4" fmla="*/ 999386 h 1182265"/>
                    <a:gd name="connsiteX5" fmla="*/ 20528 w 500943"/>
                    <a:gd name="connsiteY5" fmla="*/ 1181313 h 11822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00943" h="1182265">
                      <a:moveTo>
                        <a:pt x="19577" y="1182266"/>
                      </a:moveTo>
                      <a:cubicBezTo>
                        <a:pt x="13869" y="1182266"/>
                        <a:pt x="7210" y="1182266"/>
                        <a:pt x="1502" y="1182266"/>
                      </a:cubicBezTo>
                      <a:cubicBezTo>
                        <a:pt x="-17524" y="-329352"/>
                        <a:pt x="144200" y="-391264"/>
                        <a:pt x="486674" y="995575"/>
                      </a:cubicBezTo>
                      <a:lnTo>
                        <a:pt x="500943" y="1089873"/>
                      </a:lnTo>
                      <a:lnTo>
                        <a:pt x="470501" y="999386"/>
                      </a:lnTo>
                      <a:cubicBezTo>
                        <a:pt x="139443" y="-390312"/>
                        <a:pt x="-10865" y="-329352"/>
                        <a:pt x="20528" y="1181313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8" name="Freeform 1647">
                  <a:extLst>
                    <a:ext uri="{FF2B5EF4-FFF2-40B4-BE49-F238E27FC236}">
                      <a16:creationId xmlns:a16="http://schemas.microsoft.com/office/drawing/2014/main" id="{41899F6D-83AA-FB0B-6574-1DA0F55EDC03}"/>
                    </a:ext>
                  </a:extLst>
                </p:cNvPr>
                <p:cNvSpPr/>
                <p:nvPr/>
              </p:nvSpPr>
              <p:spPr>
                <a:xfrm>
                  <a:off x="4526327" y="4338676"/>
                  <a:ext cx="1589650" cy="1357273"/>
                </a:xfrm>
                <a:custGeom>
                  <a:avLst/>
                  <a:gdLst>
                    <a:gd name="connsiteX0" fmla="*/ 1588699 w 1589650"/>
                    <a:gd name="connsiteY0" fmla="*/ 1357273 h 1357273"/>
                    <a:gd name="connsiteX1" fmla="*/ 1570624 w 1589650"/>
                    <a:gd name="connsiteY1" fmla="*/ 1357273 h 1357273"/>
                    <a:gd name="connsiteX2" fmla="*/ 73251 w 1589650"/>
                    <a:gd name="connsiteY2" fmla="*/ 621943 h 1357273"/>
                    <a:gd name="connsiteX3" fmla="*/ 0 w 1589650"/>
                    <a:gd name="connsiteY3" fmla="*/ 683856 h 1357273"/>
                    <a:gd name="connsiteX4" fmla="*/ 60884 w 1589650"/>
                    <a:gd name="connsiteY4" fmla="*/ 609561 h 1357273"/>
                    <a:gd name="connsiteX5" fmla="*/ 1589650 w 1589650"/>
                    <a:gd name="connsiteY5" fmla="*/ 1357273 h 1357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89650" h="1357273">
                      <a:moveTo>
                        <a:pt x="1588699" y="1357273"/>
                      </a:moveTo>
                      <a:cubicBezTo>
                        <a:pt x="1582991" y="1357273"/>
                        <a:pt x="1576332" y="1357273"/>
                        <a:pt x="1570624" y="1357273"/>
                      </a:cubicBezTo>
                      <a:cubicBezTo>
                        <a:pt x="1570624" y="-154344"/>
                        <a:pt x="1071183" y="-399137"/>
                        <a:pt x="73251" y="621943"/>
                      </a:cubicBezTo>
                      <a:lnTo>
                        <a:pt x="0" y="683856"/>
                      </a:lnTo>
                      <a:lnTo>
                        <a:pt x="60884" y="609561"/>
                      </a:lnTo>
                      <a:cubicBezTo>
                        <a:pt x="1067378" y="-402947"/>
                        <a:pt x="1576332" y="-154344"/>
                        <a:pt x="1589650" y="1357273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49" name="Freeform 1648">
                  <a:extLst>
                    <a:ext uri="{FF2B5EF4-FFF2-40B4-BE49-F238E27FC236}">
                      <a16:creationId xmlns:a16="http://schemas.microsoft.com/office/drawing/2014/main" id="{864C6B3C-0C15-1A1F-DDA9-789A907AB05E}"/>
                    </a:ext>
                  </a:extLst>
                </p:cNvPr>
                <p:cNvSpPr/>
                <p:nvPr/>
              </p:nvSpPr>
              <p:spPr>
                <a:xfrm>
                  <a:off x="6507267" y="2251709"/>
                  <a:ext cx="1533224" cy="3346132"/>
                </a:xfrm>
                <a:custGeom>
                  <a:avLst/>
                  <a:gdLst>
                    <a:gd name="connsiteX0" fmla="*/ 1523712 w 1533224"/>
                    <a:gd name="connsiteY0" fmla="*/ 0 h 3346132"/>
                    <a:gd name="connsiteX1" fmla="*/ 1533225 w 1533224"/>
                    <a:gd name="connsiteY1" fmla="*/ 16193 h 3346132"/>
                    <a:gd name="connsiteX2" fmla="*/ 128130 w 1533224"/>
                    <a:gd name="connsiteY2" fmla="*/ 3251835 h 3346132"/>
                    <a:gd name="connsiteX3" fmla="*/ 143350 w 1533224"/>
                    <a:gd name="connsiteY3" fmla="*/ 3346133 h 3346132"/>
                    <a:gd name="connsiteX4" fmla="*/ 111006 w 1533224"/>
                    <a:gd name="connsiteY4" fmla="*/ 3255645 h 3346132"/>
                    <a:gd name="connsiteX5" fmla="*/ 1523712 w 1533224"/>
                    <a:gd name="connsiteY5" fmla="*/ 0 h 3346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33224" h="3346132">
                      <a:moveTo>
                        <a:pt x="1523712" y="0"/>
                      </a:moveTo>
                      <a:cubicBezTo>
                        <a:pt x="1526565" y="5715"/>
                        <a:pt x="1530370" y="10478"/>
                        <a:pt x="1533225" y="16193"/>
                      </a:cubicBezTo>
                      <a:cubicBezTo>
                        <a:pt x="236580" y="790575"/>
                        <a:pt x="-231468" y="1868805"/>
                        <a:pt x="128130" y="3251835"/>
                      </a:cubicBezTo>
                      <a:lnTo>
                        <a:pt x="143350" y="3346133"/>
                      </a:lnTo>
                      <a:lnTo>
                        <a:pt x="111006" y="3255645"/>
                      </a:lnTo>
                      <a:cubicBezTo>
                        <a:pt x="-237176" y="1869758"/>
                        <a:pt x="233726" y="784860"/>
                        <a:pt x="1523712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0" name="Freeform 1649">
                  <a:extLst>
                    <a:ext uri="{FF2B5EF4-FFF2-40B4-BE49-F238E27FC236}">
                      <a16:creationId xmlns:a16="http://schemas.microsoft.com/office/drawing/2014/main" id="{287E8688-2A65-DF4F-33E9-C171F3AD95EA}"/>
                    </a:ext>
                  </a:extLst>
                </p:cNvPr>
                <p:cNvSpPr/>
                <p:nvPr/>
              </p:nvSpPr>
              <p:spPr>
                <a:xfrm>
                  <a:off x="4546305" y="2275522"/>
                  <a:ext cx="3508456" cy="2767012"/>
                </a:xfrm>
                <a:custGeom>
                  <a:avLst/>
                  <a:gdLst>
                    <a:gd name="connsiteX0" fmla="*/ 3498943 w 3508456"/>
                    <a:gd name="connsiteY0" fmla="*/ 0 h 2767012"/>
                    <a:gd name="connsiteX1" fmla="*/ 3508457 w 3508456"/>
                    <a:gd name="connsiteY1" fmla="*/ 16193 h 2767012"/>
                    <a:gd name="connsiteX2" fmla="*/ 72300 w 3508456"/>
                    <a:gd name="connsiteY2" fmla="*/ 2704148 h 2767012"/>
                    <a:gd name="connsiteX3" fmla="*/ 0 w 3508456"/>
                    <a:gd name="connsiteY3" fmla="*/ 2767013 h 2767012"/>
                    <a:gd name="connsiteX4" fmla="*/ 59933 w 3508456"/>
                    <a:gd name="connsiteY4" fmla="*/ 2692718 h 2767012"/>
                    <a:gd name="connsiteX5" fmla="*/ 3499894 w 3508456"/>
                    <a:gd name="connsiteY5" fmla="*/ 953 h 2767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508456" h="2767012">
                      <a:moveTo>
                        <a:pt x="3498943" y="0"/>
                      </a:moveTo>
                      <a:cubicBezTo>
                        <a:pt x="3501797" y="5715"/>
                        <a:pt x="3505602" y="10478"/>
                        <a:pt x="3508457" y="16193"/>
                      </a:cubicBezTo>
                      <a:cubicBezTo>
                        <a:pt x="2203250" y="774383"/>
                        <a:pt x="1056913" y="1670685"/>
                        <a:pt x="72300" y="2704148"/>
                      </a:cubicBezTo>
                      <a:lnTo>
                        <a:pt x="0" y="2767013"/>
                      </a:lnTo>
                      <a:lnTo>
                        <a:pt x="59933" y="2692718"/>
                      </a:lnTo>
                      <a:cubicBezTo>
                        <a:pt x="1054059" y="1667828"/>
                        <a:pt x="2200396" y="770572"/>
                        <a:pt x="3499894" y="953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1" name="Freeform 1650">
                  <a:extLst>
                    <a:ext uri="{FF2B5EF4-FFF2-40B4-BE49-F238E27FC236}">
                      <a16:creationId xmlns:a16="http://schemas.microsoft.com/office/drawing/2014/main" id="{3C06E140-B8FF-B232-318C-05C18E3D7934}"/>
                    </a:ext>
                  </a:extLst>
                </p:cNvPr>
                <p:cNvSpPr/>
                <p:nvPr/>
              </p:nvSpPr>
              <p:spPr>
                <a:xfrm>
                  <a:off x="3870870" y="3606109"/>
                  <a:ext cx="3923230" cy="1335460"/>
                </a:xfrm>
                <a:custGeom>
                  <a:avLst/>
                  <a:gdLst>
                    <a:gd name="connsiteX0" fmla="*/ 3923230 w 3923230"/>
                    <a:gd name="connsiteY0" fmla="*/ 1322126 h 1335460"/>
                    <a:gd name="connsiteX1" fmla="*/ 3910863 w 3923230"/>
                    <a:gd name="connsiteY1" fmla="*/ 1335461 h 1335460"/>
                    <a:gd name="connsiteX2" fmla="*/ 95132 w 3923230"/>
                    <a:gd name="connsiteY2" fmla="*/ 41013 h 1335460"/>
                    <a:gd name="connsiteX3" fmla="*/ 0 w 3923230"/>
                    <a:gd name="connsiteY3" fmla="*/ 41013 h 1335460"/>
                    <a:gd name="connsiteX4" fmla="*/ 94180 w 3923230"/>
                    <a:gd name="connsiteY4" fmla="*/ 23868 h 1335460"/>
                    <a:gd name="connsiteX5" fmla="*/ 3923230 w 3923230"/>
                    <a:gd name="connsiteY5" fmla="*/ 1322126 h 13354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23230" h="1335460">
                      <a:moveTo>
                        <a:pt x="3923230" y="1322126"/>
                      </a:moveTo>
                      <a:cubicBezTo>
                        <a:pt x="3919425" y="1326888"/>
                        <a:pt x="3914668" y="1331651"/>
                        <a:pt x="3910863" y="1335461"/>
                      </a:cubicBezTo>
                      <a:cubicBezTo>
                        <a:pt x="2786407" y="326763"/>
                        <a:pt x="1515448" y="-104719"/>
                        <a:pt x="95132" y="41013"/>
                      </a:cubicBezTo>
                      <a:lnTo>
                        <a:pt x="0" y="41013"/>
                      </a:lnTo>
                      <a:cubicBezTo>
                        <a:pt x="0" y="41013"/>
                        <a:pt x="94180" y="23868"/>
                        <a:pt x="94180" y="23868"/>
                      </a:cubicBezTo>
                      <a:cubicBezTo>
                        <a:pt x="1514496" y="-110434"/>
                        <a:pt x="2791163" y="322001"/>
                        <a:pt x="3923230" y="1322126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2" name="Freeform 1651">
                  <a:extLst>
                    <a:ext uri="{FF2B5EF4-FFF2-40B4-BE49-F238E27FC236}">
                      <a16:creationId xmlns:a16="http://schemas.microsoft.com/office/drawing/2014/main" id="{48D3CD4F-D4B2-DBAD-3C45-8C1EE8BBF28C}"/>
                    </a:ext>
                  </a:extLst>
                </p:cNvPr>
                <p:cNvSpPr/>
                <p:nvPr/>
              </p:nvSpPr>
              <p:spPr>
                <a:xfrm>
                  <a:off x="4870704" y="3916478"/>
                  <a:ext cx="3388590" cy="1385136"/>
                </a:xfrm>
                <a:custGeom>
                  <a:avLst/>
                  <a:gdLst>
                    <a:gd name="connsiteX0" fmla="*/ 3388591 w 3388590"/>
                    <a:gd name="connsiteY0" fmla="*/ 181177 h 1385136"/>
                    <a:gd name="connsiteX1" fmla="*/ 3382882 w 3388590"/>
                    <a:gd name="connsiteY1" fmla="*/ 201179 h 1385136"/>
                    <a:gd name="connsiteX2" fmla="*/ 59933 w 3388590"/>
                    <a:gd name="connsiteY2" fmla="*/ 1310841 h 1385136"/>
                    <a:gd name="connsiteX3" fmla="*/ 0 w 3388590"/>
                    <a:gd name="connsiteY3" fmla="*/ 1385137 h 1385136"/>
                    <a:gd name="connsiteX4" fmla="*/ 43760 w 3388590"/>
                    <a:gd name="connsiteY4" fmla="*/ 1300364 h 1385136"/>
                    <a:gd name="connsiteX5" fmla="*/ 3388591 w 3388590"/>
                    <a:gd name="connsiteY5" fmla="*/ 182129 h 13851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88590" h="1385136">
                      <a:moveTo>
                        <a:pt x="3388591" y="181177"/>
                      </a:moveTo>
                      <a:cubicBezTo>
                        <a:pt x="3386688" y="187844"/>
                        <a:pt x="3384785" y="194512"/>
                        <a:pt x="3382882" y="201179"/>
                      </a:cubicBezTo>
                      <a:cubicBezTo>
                        <a:pt x="1944491" y="-257926"/>
                        <a:pt x="837159" y="112596"/>
                        <a:pt x="59933" y="1310841"/>
                      </a:cubicBezTo>
                      <a:lnTo>
                        <a:pt x="0" y="1385137"/>
                      </a:lnTo>
                      <a:lnTo>
                        <a:pt x="43760" y="1300364"/>
                      </a:lnTo>
                      <a:cubicBezTo>
                        <a:pt x="831451" y="108787"/>
                        <a:pt x="1946394" y="-263641"/>
                        <a:pt x="3388591" y="182129"/>
                      </a:cubicBezTo>
                      <a:close/>
                    </a:path>
                  </a:pathLst>
                </a:custGeom>
                <a:solidFill>
                  <a:srgbClr val="DDA46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3" name="Freeform 1652">
                  <a:extLst>
                    <a:ext uri="{FF2B5EF4-FFF2-40B4-BE49-F238E27FC236}">
                      <a16:creationId xmlns:a16="http://schemas.microsoft.com/office/drawing/2014/main" id="{D093FCDF-CD34-0285-7626-3141B4FF3BF3}"/>
                    </a:ext>
                  </a:extLst>
                </p:cNvPr>
                <p:cNvSpPr/>
                <p:nvPr/>
              </p:nvSpPr>
              <p:spPr>
                <a:xfrm>
                  <a:off x="6100756" y="1161097"/>
                  <a:ext cx="2025353" cy="3206114"/>
                </a:xfrm>
                <a:custGeom>
                  <a:avLst/>
                  <a:gdLst>
                    <a:gd name="connsiteX0" fmla="*/ 0 w 2025353"/>
                    <a:gd name="connsiteY0" fmla="*/ 952 h 3206114"/>
                    <a:gd name="connsiteX1" fmla="*/ 20929 w 2025353"/>
                    <a:gd name="connsiteY1" fmla="*/ 952 h 3206114"/>
                    <a:gd name="connsiteX2" fmla="*/ 1942589 w 2025353"/>
                    <a:gd name="connsiteY2" fmla="*/ 3157538 h 3206114"/>
                    <a:gd name="connsiteX3" fmla="*/ 2025354 w 2025353"/>
                    <a:gd name="connsiteY3" fmla="*/ 3206115 h 3206114"/>
                    <a:gd name="connsiteX4" fmla="*/ 1934979 w 2025353"/>
                    <a:gd name="connsiteY4" fmla="*/ 3174683 h 3206114"/>
                    <a:gd name="connsiteX5" fmla="*/ 951 w 2025353"/>
                    <a:gd name="connsiteY5" fmla="*/ 0 h 32061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25353" h="3206114">
                      <a:moveTo>
                        <a:pt x="0" y="952"/>
                      </a:moveTo>
                      <a:cubicBezTo>
                        <a:pt x="6659" y="952"/>
                        <a:pt x="13318" y="952"/>
                        <a:pt x="20929" y="952"/>
                      </a:cubicBezTo>
                      <a:cubicBezTo>
                        <a:pt x="3805" y="1512570"/>
                        <a:pt x="644993" y="2564130"/>
                        <a:pt x="1942589" y="3157538"/>
                      </a:cubicBezTo>
                      <a:lnTo>
                        <a:pt x="2025354" y="3206115"/>
                      </a:lnTo>
                      <a:lnTo>
                        <a:pt x="1934979" y="3174683"/>
                      </a:lnTo>
                      <a:cubicBezTo>
                        <a:pt x="642139" y="2569845"/>
                        <a:pt x="-2854" y="1511618"/>
                        <a:pt x="951" y="0"/>
                      </a:cubicBezTo>
                      <a:close/>
                    </a:path>
                  </a:pathLst>
                </a:custGeom>
                <a:solidFill>
                  <a:srgbClr val="BC4D36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4" name="Freeform 1653">
                  <a:extLst>
                    <a:ext uri="{FF2B5EF4-FFF2-40B4-BE49-F238E27FC236}">
                      <a16:creationId xmlns:a16="http://schemas.microsoft.com/office/drawing/2014/main" id="{38D349C0-C40B-1EF7-BFBA-7C6B8A468B31}"/>
                    </a:ext>
                  </a:extLst>
                </p:cNvPr>
                <p:cNvSpPr/>
                <p:nvPr/>
              </p:nvSpPr>
              <p:spPr>
                <a:xfrm>
                  <a:off x="4024983" y="4036998"/>
                  <a:ext cx="1335013" cy="1279856"/>
                </a:xfrm>
                <a:custGeom>
                  <a:avLst/>
                  <a:gdLst>
                    <a:gd name="connsiteX0" fmla="*/ 8562 w 1335013"/>
                    <a:gd name="connsiteY0" fmla="*/ 326404 h 1279856"/>
                    <a:gd name="connsiteX1" fmla="*/ 0 w 1335013"/>
                    <a:gd name="connsiteY1" fmla="*/ 307354 h 1279856"/>
                    <a:gd name="connsiteX2" fmla="*/ 929436 w 1335013"/>
                    <a:gd name="connsiteY2" fmla="*/ 1204609 h 1279856"/>
                    <a:gd name="connsiteX3" fmla="*/ 870455 w 1335013"/>
                    <a:gd name="connsiteY3" fmla="*/ 1279857 h 1279856"/>
                    <a:gd name="connsiteX4" fmla="*/ 913264 w 1335013"/>
                    <a:gd name="connsiteY4" fmla="*/ 1194132 h 1279856"/>
                    <a:gd name="connsiteX5" fmla="*/ 8562 w 1335013"/>
                    <a:gd name="connsiteY5" fmla="*/ 326404 h 12798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35013" h="1279856">
                      <a:moveTo>
                        <a:pt x="8562" y="326404"/>
                      </a:moveTo>
                      <a:cubicBezTo>
                        <a:pt x="5708" y="319737"/>
                        <a:pt x="2854" y="314021"/>
                        <a:pt x="0" y="307354"/>
                      </a:cubicBezTo>
                      <a:cubicBezTo>
                        <a:pt x="1380361" y="-303198"/>
                        <a:pt x="1690490" y="-4114"/>
                        <a:pt x="929436" y="1204609"/>
                      </a:cubicBezTo>
                      <a:lnTo>
                        <a:pt x="870455" y="1279857"/>
                      </a:lnTo>
                      <a:lnTo>
                        <a:pt x="913264" y="1194132"/>
                      </a:lnTo>
                      <a:cubicBezTo>
                        <a:pt x="1685733" y="-7923"/>
                        <a:pt x="1383215" y="-296531"/>
                        <a:pt x="8562" y="326404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5" name="Freeform 1654">
                  <a:extLst>
                    <a:ext uri="{FF2B5EF4-FFF2-40B4-BE49-F238E27FC236}">
                      <a16:creationId xmlns:a16="http://schemas.microsoft.com/office/drawing/2014/main" id="{ED404325-A56E-2993-88F3-15F6189DDF34}"/>
                    </a:ext>
                  </a:extLst>
                </p:cNvPr>
                <p:cNvSpPr/>
                <p:nvPr/>
              </p:nvSpPr>
              <p:spPr>
                <a:xfrm>
                  <a:off x="5645075" y="4438988"/>
                  <a:ext cx="1570624" cy="1216956"/>
                </a:xfrm>
                <a:custGeom>
                  <a:avLst/>
                  <a:gdLst>
                    <a:gd name="connsiteX0" fmla="*/ 19978 w 1570624"/>
                    <a:gd name="connsiteY0" fmla="*/ 1216004 h 1216956"/>
                    <a:gd name="connsiteX1" fmla="*/ 0 w 1570624"/>
                    <a:gd name="connsiteY1" fmla="*/ 1212194 h 1216956"/>
                    <a:gd name="connsiteX2" fmla="*/ 1531620 w 1570624"/>
                    <a:gd name="connsiteY2" fmla="*/ 840719 h 1216956"/>
                    <a:gd name="connsiteX3" fmla="*/ 1570624 w 1570624"/>
                    <a:gd name="connsiteY3" fmla="*/ 928349 h 1216956"/>
                    <a:gd name="connsiteX4" fmla="*/ 1514496 w 1570624"/>
                    <a:gd name="connsiteY4" fmla="*/ 851197 h 1216956"/>
                    <a:gd name="connsiteX5" fmla="*/ 19978 w 1570624"/>
                    <a:gd name="connsiteY5" fmla="*/ 1216957 h 12169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70624" h="1216956">
                      <a:moveTo>
                        <a:pt x="19978" y="1216004"/>
                      </a:moveTo>
                      <a:cubicBezTo>
                        <a:pt x="13318" y="1215052"/>
                        <a:pt x="6659" y="1213147"/>
                        <a:pt x="0" y="1212194"/>
                      </a:cubicBezTo>
                      <a:cubicBezTo>
                        <a:pt x="300616" y="-268943"/>
                        <a:pt x="811473" y="-392768"/>
                        <a:pt x="1531620" y="840719"/>
                      </a:cubicBezTo>
                      <a:lnTo>
                        <a:pt x="1570624" y="928349"/>
                      </a:lnTo>
                      <a:lnTo>
                        <a:pt x="1514496" y="851197"/>
                      </a:lnTo>
                      <a:cubicBezTo>
                        <a:pt x="805765" y="-388958"/>
                        <a:pt x="307275" y="-267038"/>
                        <a:pt x="19978" y="1216957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6" name="Freeform 1655">
                  <a:extLst>
                    <a:ext uri="{FF2B5EF4-FFF2-40B4-BE49-F238E27FC236}">
                      <a16:creationId xmlns:a16="http://schemas.microsoft.com/office/drawing/2014/main" id="{1D672777-C536-7AC7-9577-1A14BEA54129}"/>
                    </a:ext>
                  </a:extLst>
                </p:cNvPr>
                <p:cNvSpPr/>
                <p:nvPr/>
              </p:nvSpPr>
              <p:spPr>
                <a:xfrm>
                  <a:off x="4155313" y="1543050"/>
                  <a:ext cx="3215450" cy="2997517"/>
                </a:xfrm>
                <a:custGeom>
                  <a:avLst/>
                  <a:gdLst>
                    <a:gd name="connsiteX0" fmla="*/ 3198327 w 3215450"/>
                    <a:gd name="connsiteY0" fmla="*/ 952 h 2997517"/>
                    <a:gd name="connsiteX1" fmla="*/ 3215451 w 3215450"/>
                    <a:gd name="connsiteY1" fmla="*/ 12383 h 2997517"/>
                    <a:gd name="connsiteX2" fmla="*/ 87521 w 3215450"/>
                    <a:gd name="connsiteY2" fmla="*/ 2958465 h 2997517"/>
                    <a:gd name="connsiteX3" fmla="*/ 0 w 3215450"/>
                    <a:gd name="connsiteY3" fmla="*/ 2997518 h 2997517"/>
                    <a:gd name="connsiteX4" fmla="*/ 78008 w 3215450"/>
                    <a:gd name="connsiteY4" fmla="*/ 2941320 h 2997517"/>
                    <a:gd name="connsiteX5" fmla="*/ 3198327 w 3215450"/>
                    <a:gd name="connsiteY5" fmla="*/ 0 h 29975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15450" h="2997517">
                      <a:moveTo>
                        <a:pt x="3198327" y="952"/>
                      </a:moveTo>
                      <a:cubicBezTo>
                        <a:pt x="3204035" y="4763"/>
                        <a:pt x="3209743" y="8573"/>
                        <a:pt x="3215451" y="12383"/>
                      </a:cubicBezTo>
                      <a:cubicBezTo>
                        <a:pt x="2364974" y="1261110"/>
                        <a:pt x="1322330" y="2243138"/>
                        <a:pt x="87521" y="2958465"/>
                      </a:cubicBezTo>
                      <a:lnTo>
                        <a:pt x="0" y="2997518"/>
                      </a:lnTo>
                      <a:lnTo>
                        <a:pt x="78008" y="2941320"/>
                      </a:lnTo>
                      <a:cubicBezTo>
                        <a:pt x="1319477" y="2237423"/>
                        <a:pt x="2360217" y="1257300"/>
                        <a:pt x="3198327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7" name="Freeform 1656">
                  <a:extLst>
                    <a:ext uri="{FF2B5EF4-FFF2-40B4-BE49-F238E27FC236}">
                      <a16:creationId xmlns:a16="http://schemas.microsoft.com/office/drawing/2014/main" id="{5022B328-7637-04AB-57F1-CF172CBA6325}"/>
                    </a:ext>
                  </a:extLst>
                </p:cNvPr>
                <p:cNvSpPr/>
                <p:nvPr/>
              </p:nvSpPr>
              <p:spPr>
                <a:xfrm>
                  <a:off x="4920172" y="4437037"/>
                  <a:ext cx="1282375" cy="1256055"/>
                </a:xfrm>
                <a:custGeom>
                  <a:avLst/>
                  <a:gdLst>
                    <a:gd name="connsiteX0" fmla="*/ 1282375 w 1282375"/>
                    <a:gd name="connsiteY0" fmla="*/ 1256055 h 1256055"/>
                    <a:gd name="connsiteX1" fmla="*/ 1261446 w 1282375"/>
                    <a:gd name="connsiteY1" fmla="*/ 1256055 h 1256055"/>
                    <a:gd name="connsiteX2" fmla="*/ 58030 w 1282375"/>
                    <a:gd name="connsiteY2" fmla="*/ 818858 h 1256055"/>
                    <a:gd name="connsiteX3" fmla="*/ 0 w 1282375"/>
                    <a:gd name="connsiteY3" fmla="*/ 895058 h 1256055"/>
                    <a:gd name="connsiteX4" fmla="*/ 41858 w 1282375"/>
                    <a:gd name="connsiteY4" fmla="*/ 809333 h 1256055"/>
                    <a:gd name="connsiteX5" fmla="*/ 1282375 w 1282375"/>
                    <a:gd name="connsiteY5" fmla="*/ 1256055 h 1256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82375" h="1256055">
                      <a:moveTo>
                        <a:pt x="1282375" y="1256055"/>
                      </a:moveTo>
                      <a:cubicBezTo>
                        <a:pt x="1275716" y="1256055"/>
                        <a:pt x="1269057" y="1256055"/>
                        <a:pt x="1261446" y="1256055"/>
                      </a:cubicBezTo>
                      <a:cubicBezTo>
                        <a:pt x="1204367" y="-254610"/>
                        <a:pt x="802911" y="-400342"/>
                        <a:pt x="58030" y="818858"/>
                      </a:cubicBezTo>
                      <a:lnTo>
                        <a:pt x="0" y="895058"/>
                      </a:lnTo>
                      <a:lnTo>
                        <a:pt x="41858" y="809333"/>
                      </a:lnTo>
                      <a:cubicBezTo>
                        <a:pt x="798155" y="-402247"/>
                        <a:pt x="1211978" y="-253657"/>
                        <a:pt x="1282375" y="1256055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8" name="Freeform 1657">
                  <a:extLst>
                    <a:ext uri="{FF2B5EF4-FFF2-40B4-BE49-F238E27FC236}">
                      <a16:creationId xmlns:a16="http://schemas.microsoft.com/office/drawing/2014/main" id="{E70015D0-C564-65B9-4ED3-0A8B23BC0BC0}"/>
                    </a:ext>
                  </a:extLst>
                </p:cNvPr>
                <p:cNvSpPr/>
                <p:nvPr/>
              </p:nvSpPr>
              <p:spPr>
                <a:xfrm>
                  <a:off x="6149454" y="4442938"/>
                  <a:ext cx="1090979" cy="1252059"/>
                </a:xfrm>
                <a:custGeom>
                  <a:avLst/>
                  <a:gdLst>
                    <a:gd name="connsiteX0" fmla="*/ 23602 w 1090979"/>
                    <a:gd name="connsiteY0" fmla="*/ 1252060 h 1252059"/>
                    <a:gd name="connsiteX1" fmla="*/ 2673 w 1090979"/>
                    <a:gd name="connsiteY1" fmla="*/ 1252060 h 1252059"/>
                    <a:gd name="connsiteX2" fmla="*/ 1051024 w 1090979"/>
                    <a:gd name="connsiteY2" fmla="*/ 821530 h 1252059"/>
                    <a:gd name="connsiteX3" fmla="*/ 1090979 w 1090979"/>
                    <a:gd name="connsiteY3" fmla="*/ 908207 h 1252059"/>
                    <a:gd name="connsiteX4" fmla="*/ 1033900 w 1090979"/>
                    <a:gd name="connsiteY4" fmla="*/ 831055 h 1252059"/>
                    <a:gd name="connsiteX5" fmla="*/ 22651 w 1090979"/>
                    <a:gd name="connsiteY5" fmla="*/ 1251107 h 12520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90979" h="1252059">
                      <a:moveTo>
                        <a:pt x="23602" y="1252060"/>
                      </a:moveTo>
                      <a:cubicBezTo>
                        <a:pt x="16943" y="1252060"/>
                        <a:pt x="10284" y="1252060"/>
                        <a:pt x="2673" y="1252060"/>
                      </a:cubicBezTo>
                      <a:cubicBezTo>
                        <a:pt x="-34428" y="-258606"/>
                        <a:pt x="314705" y="-402433"/>
                        <a:pt x="1051024" y="821530"/>
                      </a:cubicBezTo>
                      <a:lnTo>
                        <a:pt x="1090979" y="908207"/>
                      </a:lnTo>
                      <a:lnTo>
                        <a:pt x="1033900" y="831055"/>
                      </a:lnTo>
                      <a:cubicBezTo>
                        <a:pt x="308046" y="-399576"/>
                        <a:pt x="-28721" y="-259558"/>
                        <a:pt x="22651" y="1251107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59" name="Freeform 1658">
                  <a:extLst>
                    <a:ext uri="{FF2B5EF4-FFF2-40B4-BE49-F238E27FC236}">
                      <a16:creationId xmlns:a16="http://schemas.microsoft.com/office/drawing/2014/main" id="{3E8A8B3C-7F9A-C964-64EF-957ACB9C8140}"/>
                    </a:ext>
                  </a:extLst>
                </p:cNvPr>
                <p:cNvSpPr/>
                <p:nvPr/>
              </p:nvSpPr>
              <p:spPr>
                <a:xfrm>
                  <a:off x="5888613" y="3078480"/>
                  <a:ext cx="2446786" cy="2579369"/>
                </a:xfrm>
                <a:custGeom>
                  <a:avLst/>
                  <a:gdLst>
                    <a:gd name="connsiteX0" fmla="*/ 2443933 w 2446786"/>
                    <a:gd name="connsiteY0" fmla="*/ 0 h 2579369"/>
                    <a:gd name="connsiteX1" fmla="*/ 2446787 w 2446786"/>
                    <a:gd name="connsiteY1" fmla="*/ 20002 h 2579369"/>
                    <a:gd name="connsiteX2" fmla="*/ 18075 w 2446786"/>
                    <a:gd name="connsiteY2" fmla="*/ 2485072 h 2579369"/>
                    <a:gd name="connsiteX3" fmla="*/ 0 w 2446786"/>
                    <a:gd name="connsiteY3" fmla="*/ 2579370 h 2579369"/>
                    <a:gd name="connsiteX4" fmla="*/ 0 w 2446786"/>
                    <a:gd name="connsiteY4" fmla="*/ 2483168 h 2579369"/>
                    <a:gd name="connsiteX5" fmla="*/ 2443933 w 2446786"/>
                    <a:gd name="connsiteY5" fmla="*/ 0 h 25793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46786" h="2579369">
                      <a:moveTo>
                        <a:pt x="2443933" y="0"/>
                      </a:moveTo>
                      <a:cubicBezTo>
                        <a:pt x="2444884" y="6667"/>
                        <a:pt x="2445835" y="13335"/>
                        <a:pt x="2446787" y="20002"/>
                      </a:cubicBezTo>
                      <a:cubicBezTo>
                        <a:pt x="953219" y="240030"/>
                        <a:pt x="143649" y="1061085"/>
                        <a:pt x="18075" y="2485072"/>
                      </a:cubicBezTo>
                      <a:lnTo>
                        <a:pt x="0" y="2579370"/>
                      </a:lnTo>
                      <a:lnTo>
                        <a:pt x="0" y="2483168"/>
                      </a:lnTo>
                      <a:cubicBezTo>
                        <a:pt x="137941" y="1061085"/>
                        <a:pt x="952268" y="233363"/>
                        <a:pt x="2443933" y="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0" name="Freeform 1659">
                  <a:extLst>
                    <a:ext uri="{FF2B5EF4-FFF2-40B4-BE49-F238E27FC236}">
                      <a16:creationId xmlns:a16="http://schemas.microsoft.com/office/drawing/2014/main" id="{B9FB94BD-DBA2-71CC-7114-708915DF3AE3}"/>
                    </a:ext>
                  </a:extLst>
                </p:cNvPr>
                <p:cNvSpPr/>
                <p:nvPr/>
              </p:nvSpPr>
              <p:spPr>
                <a:xfrm>
                  <a:off x="4845018" y="4387872"/>
                  <a:ext cx="2129998" cy="1139485"/>
                </a:xfrm>
                <a:custGeom>
                  <a:avLst/>
                  <a:gdLst>
                    <a:gd name="connsiteX0" fmla="*/ 2129047 w 2129998"/>
                    <a:gd name="connsiteY0" fmla="*/ 1130913 h 1139485"/>
                    <a:gd name="connsiteX1" fmla="*/ 2108118 w 2129998"/>
                    <a:gd name="connsiteY1" fmla="*/ 1139485 h 1139485"/>
                    <a:gd name="connsiteX2" fmla="*/ 61836 w 2129998"/>
                    <a:gd name="connsiteY2" fmla="*/ 823255 h 1139485"/>
                    <a:gd name="connsiteX3" fmla="*/ 0 w 2129998"/>
                    <a:gd name="connsiteY3" fmla="*/ 896598 h 1139485"/>
                    <a:gd name="connsiteX4" fmla="*/ 44712 w 2129998"/>
                    <a:gd name="connsiteY4" fmla="*/ 811825 h 1139485"/>
                    <a:gd name="connsiteX5" fmla="*/ 2129998 w 2129998"/>
                    <a:gd name="connsiteY5" fmla="*/ 1130913 h 1139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129998" h="1139485">
                      <a:moveTo>
                        <a:pt x="2129047" y="1130913"/>
                      </a:moveTo>
                      <a:cubicBezTo>
                        <a:pt x="2122388" y="1133771"/>
                        <a:pt x="2114777" y="1136628"/>
                        <a:pt x="2108118" y="1139485"/>
                      </a:cubicBezTo>
                      <a:cubicBezTo>
                        <a:pt x="1536377" y="-258785"/>
                        <a:pt x="854282" y="-364512"/>
                        <a:pt x="61836" y="823255"/>
                      </a:cubicBezTo>
                      <a:lnTo>
                        <a:pt x="0" y="896598"/>
                      </a:lnTo>
                      <a:lnTo>
                        <a:pt x="44712" y="811825"/>
                      </a:lnTo>
                      <a:cubicBezTo>
                        <a:pt x="849526" y="-368322"/>
                        <a:pt x="1544938" y="-261642"/>
                        <a:pt x="2129998" y="1130913"/>
                      </a:cubicBezTo>
                      <a:close/>
                    </a:path>
                  </a:pathLst>
                </a:custGeom>
                <a:solidFill>
                  <a:srgbClr val="E6A8A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1" name="Freeform 1660">
                  <a:extLst>
                    <a:ext uri="{FF2B5EF4-FFF2-40B4-BE49-F238E27FC236}">
                      <a16:creationId xmlns:a16="http://schemas.microsoft.com/office/drawing/2014/main" id="{49E4FB20-0EF4-6E4C-A6AB-7E890BC178DF}"/>
                    </a:ext>
                  </a:extLst>
                </p:cNvPr>
                <p:cNvSpPr/>
                <p:nvPr/>
              </p:nvSpPr>
              <p:spPr>
                <a:xfrm>
                  <a:off x="4037350" y="3925415"/>
                  <a:ext cx="1079831" cy="588482"/>
                </a:xfrm>
                <a:custGeom>
                  <a:avLst/>
                  <a:gdLst>
                    <a:gd name="connsiteX0" fmla="*/ 9513 w 1079831"/>
                    <a:gd name="connsiteY0" fmla="*/ 467515 h 588482"/>
                    <a:gd name="connsiteX1" fmla="*/ 0 w 1079831"/>
                    <a:gd name="connsiteY1" fmla="*/ 446560 h 588482"/>
                    <a:gd name="connsiteX2" fmla="*/ 192166 w 1079831"/>
                    <a:gd name="connsiteY2" fmla="*/ 551335 h 588482"/>
                    <a:gd name="connsiteX3" fmla="*/ 103693 w 1079831"/>
                    <a:gd name="connsiteY3" fmla="*/ 588482 h 588482"/>
                    <a:gd name="connsiteX4" fmla="*/ 181701 w 1079831"/>
                    <a:gd name="connsiteY4" fmla="*/ 533237 h 588482"/>
                    <a:gd name="connsiteX5" fmla="*/ 9513 w 1079831"/>
                    <a:gd name="connsiteY5" fmla="*/ 467515 h 5884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79831" h="588482">
                      <a:moveTo>
                        <a:pt x="9513" y="467515"/>
                      </a:moveTo>
                      <a:cubicBezTo>
                        <a:pt x="6659" y="460847"/>
                        <a:pt x="2854" y="454180"/>
                        <a:pt x="0" y="446560"/>
                      </a:cubicBezTo>
                      <a:cubicBezTo>
                        <a:pt x="1372750" y="-182090"/>
                        <a:pt x="1436488" y="-146848"/>
                        <a:pt x="192166" y="551335"/>
                      </a:cubicBezTo>
                      <a:lnTo>
                        <a:pt x="103693" y="588482"/>
                      </a:lnTo>
                      <a:lnTo>
                        <a:pt x="181701" y="533237"/>
                      </a:lnTo>
                      <a:cubicBezTo>
                        <a:pt x="1433634" y="-153515"/>
                        <a:pt x="1375604" y="-175423"/>
                        <a:pt x="9513" y="467515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2" name="Freeform 1661">
                  <a:extLst>
                    <a:ext uri="{FF2B5EF4-FFF2-40B4-BE49-F238E27FC236}">
                      <a16:creationId xmlns:a16="http://schemas.microsoft.com/office/drawing/2014/main" id="{439FD96E-25DB-4757-2E19-61A6F1A3B935}"/>
                    </a:ext>
                  </a:extLst>
                </p:cNvPr>
                <p:cNvSpPr/>
                <p:nvPr/>
              </p:nvSpPr>
              <p:spPr>
                <a:xfrm>
                  <a:off x="5383463" y="3655020"/>
                  <a:ext cx="2962400" cy="1896149"/>
                </a:xfrm>
                <a:custGeom>
                  <a:avLst/>
                  <a:gdLst>
                    <a:gd name="connsiteX0" fmla="*/ 2962400 w 2962400"/>
                    <a:gd name="connsiteY0" fmla="*/ 27344 h 1896149"/>
                    <a:gd name="connsiteX1" fmla="*/ 2959547 w 2962400"/>
                    <a:gd name="connsiteY1" fmla="*/ 50204 h 1896149"/>
                    <a:gd name="connsiteX2" fmla="*/ 40907 w 2962400"/>
                    <a:gd name="connsiteY2" fmla="*/ 1809472 h 1896149"/>
                    <a:gd name="connsiteX3" fmla="*/ 0 w 2962400"/>
                    <a:gd name="connsiteY3" fmla="*/ 1896149 h 1896149"/>
                    <a:gd name="connsiteX4" fmla="*/ 19978 w 2962400"/>
                    <a:gd name="connsiteY4" fmla="*/ 1802804 h 1896149"/>
                    <a:gd name="connsiteX5" fmla="*/ 2962400 w 2962400"/>
                    <a:gd name="connsiteY5" fmla="*/ 28297 h 1896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62400" h="1896149">
                      <a:moveTo>
                        <a:pt x="2962400" y="27344"/>
                      </a:moveTo>
                      <a:cubicBezTo>
                        <a:pt x="2962400" y="34964"/>
                        <a:pt x="2960498" y="42584"/>
                        <a:pt x="2959547" y="50204"/>
                      </a:cubicBezTo>
                      <a:cubicBezTo>
                        <a:pt x="1461223" y="-133628"/>
                        <a:pt x="488025" y="453112"/>
                        <a:pt x="40907" y="1809472"/>
                      </a:cubicBezTo>
                      <a:lnTo>
                        <a:pt x="0" y="1896149"/>
                      </a:lnTo>
                      <a:lnTo>
                        <a:pt x="19978" y="1802804"/>
                      </a:lnTo>
                      <a:cubicBezTo>
                        <a:pt x="481366" y="451207"/>
                        <a:pt x="1462174" y="-141248"/>
                        <a:pt x="2962400" y="28297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3" name="Freeform 1662">
                  <a:extLst>
                    <a:ext uri="{FF2B5EF4-FFF2-40B4-BE49-F238E27FC236}">
                      <a16:creationId xmlns:a16="http://schemas.microsoft.com/office/drawing/2014/main" id="{1206D883-1F78-FD4D-C3C9-BECA69A21E67}"/>
                    </a:ext>
                  </a:extLst>
                </p:cNvPr>
                <p:cNvSpPr/>
                <p:nvPr/>
              </p:nvSpPr>
              <p:spPr>
                <a:xfrm>
                  <a:off x="5414857" y="2196465"/>
                  <a:ext cx="2594240" cy="3364229"/>
                </a:xfrm>
                <a:custGeom>
                  <a:avLst/>
                  <a:gdLst>
                    <a:gd name="connsiteX0" fmla="*/ 2581874 w 2594240"/>
                    <a:gd name="connsiteY0" fmla="*/ 952 h 3364229"/>
                    <a:gd name="connsiteX1" fmla="*/ 2594241 w 2594240"/>
                    <a:gd name="connsiteY1" fmla="*/ 20002 h 3364229"/>
                    <a:gd name="connsiteX2" fmla="*/ 39004 w 2594240"/>
                    <a:gd name="connsiteY2" fmla="*/ 3276600 h 3364229"/>
                    <a:gd name="connsiteX3" fmla="*/ 0 w 2594240"/>
                    <a:gd name="connsiteY3" fmla="*/ 3364230 h 3364229"/>
                    <a:gd name="connsiteX4" fmla="*/ 19026 w 2594240"/>
                    <a:gd name="connsiteY4" fmla="*/ 3269933 h 3364229"/>
                    <a:gd name="connsiteX5" fmla="*/ 2582825 w 2594240"/>
                    <a:gd name="connsiteY5" fmla="*/ 0 h 33642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594240" h="3364229">
                      <a:moveTo>
                        <a:pt x="2581874" y="952"/>
                      </a:moveTo>
                      <a:cubicBezTo>
                        <a:pt x="2585679" y="7620"/>
                        <a:pt x="2590436" y="13335"/>
                        <a:pt x="2594241" y="20002"/>
                      </a:cubicBezTo>
                      <a:cubicBezTo>
                        <a:pt x="1319477" y="828675"/>
                        <a:pt x="467097" y="1914525"/>
                        <a:pt x="39004" y="3276600"/>
                      </a:cubicBezTo>
                      <a:lnTo>
                        <a:pt x="0" y="3364230"/>
                      </a:lnTo>
                      <a:lnTo>
                        <a:pt x="19026" y="3269933"/>
                      </a:lnTo>
                      <a:cubicBezTo>
                        <a:pt x="461389" y="1911667"/>
                        <a:pt x="1315671" y="822007"/>
                        <a:pt x="2582825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4" name="Freeform 1663">
                  <a:extLst>
                    <a:ext uri="{FF2B5EF4-FFF2-40B4-BE49-F238E27FC236}">
                      <a16:creationId xmlns:a16="http://schemas.microsoft.com/office/drawing/2014/main" id="{B7123D96-11CB-0EF0-2C02-0B6AB70BAC89}"/>
                    </a:ext>
                  </a:extLst>
                </p:cNvPr>
                <p:cNvSpPr/>
                <p:nvPr/>
              </p:nvSpPr>
              <p:spPr>
                <a:xfrm>
                  <a:off x="7094445" y="2224087"/>
                  <a:ext cx="1177215" cy="1722119"/>
                </a:xfrm>
                <a:custGeom>
                  <a:avLst/>
                  <a:gdLst>
                    <a:gd name="connsiteX0" fmla="*/ 919408 w 1177215"/>
                    <a:gd name="connsiteY0" fmla="*/ 0 h 1722119"/>
                    <a:gd name="connsiteX1" fmla="*/ 931776 w 1177215"/>
                    <a:gd name="connsiteY1" fmla="*/ 19050 h 1722119"/>
                    <a:gd name="connsiteX2" fmla="*/ 1086841 w 1177215"/>
                    <a:gd name="connsiteY2" fmla="*/ 1689735 h 1722119"/>
                    <a:gd name="connsiteX3" fmla="*/ 1177216 w 1177215"/>
                    <a:gd name="connsiteY3" fmla="*/ 1722120 h 1722119"/>
                    <a:gd name="connsiteX4" fmla="*/ 1082084 w 1177215"/>
                    <a:gd name="connsiteY4" fmla="*/ 1710690 h 1722119"/>
                    <a:gd name="connsiteX5" fmla="*/ 920360 w 1177215"/>
                    <a:gd name="connsiteY5" fmla="*/ 0 h 1722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77215" h="1722119">
                      <a:moveTo>
                        <a:pt x="919408" y="0"/>
                      </a:moveTo>
                      <a:cubicBezTo>
                        <a:pt x="923214" y="6667"/>
                        <a:pt x="927019" y="13335"/>
                        <a:pt x="931776" y="19050"/>
                      </a:cubicBezTo>
                      <a:cubicBezTo>
                        <a:pt x="-354404" y="809625"/>
                        <a:pt x="-303033" y="1365885"/>
                        <a:pt x="1086841" y="1689735"/>
                      </a:cubicBezTo>
                      <a:lnTo>
                        <a:pt x="1177216" y="1722120"/>
                      </a:lnTo>
                      <a:lnTo>
                        <a:pt x="1082084" y="1710690"/>
                      </a:lnTo>
                      <a:cubicBezTo>
                        <a:pt x="-304936" y="1373505"/>
                        <a:pt x="-358210" y="802957"/>
                        <a:pt x="920360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5" name="Freeform 1664">
                  <a:extLst>
                    <a:ext uri="{FF2B5EF4-FFF2-40B4-BE49-F238E27FC236}">
                      <a16:creationId xmlns:a16="http://schemas.microsoft.com/office/drawing/2014/main" id="{E4A474B0-EF03-46F2-FAC3-A120EED0D0E0}"/>
                    </a:ext>
                  </a:extLst>
                </p:cNvPr>
                <p:cNvSpPr/>
                <p:nvPr/>
              </p:nvSpPr>
              <p:spPr>
                <a:xfrm>
                  <a:off x="4485420" y="4160688"/>
                  <a:ext cx="3350537" cy="820886"/>
                </a:xfrm>
                <a:custGeom>
                  <a:avLst/>
                  <a:gdLst>
                    <a:gd name="connsiteX0" fmla="*/ 3350538 w 3350537"/>
                    <a:gd name="connsiteY0" fmla="*/ 718969 h 820886"/>
                    <a:gd name="connsiteX1" fmla="*/ 3336268 w 3350537"/>
                    <a:gd name="connsiteY1" fmla="*/ 736114 h 820886"/>
                    <a:gd name="connsiteX2" fmla="*/ 76105 w 3350537"/>
                    <a:gd name="connsiteY2" fmla="*/ 762784 h 820886"/>
                    <a:gd name="connsiteX3" fmla="*/ 0 w 3350537"/>
                    <a:gd name="connsiteY3" fmla="*/ 820886 h 820886"/>
                    <a:gd name="connsiteX4" fmla="*/ 60884 w 3350537"/>
                    <a:gd name="connsiteY4" fmla="*/ 746592 h 820886"/>
                    <a:gd name="connsiteX5" fmla="*/ 3350538 w 3350537"/>
                    <a:gd name="connsiteY5" fmla="*/ 718017 h 820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350537" h="820886">
                      <a:moveTo>
                        <a:pt x="3350538" y="718969"/>
                      </a:moveTo>
                      <a:cubicBezTo>
                        <a:pt x="3345781" y="724684"/>
                        <a:pt x="3341025" y="730399"/>
                        <a:pt x="3336268" y="736114"/>
                      </a:cubicBezTo>
                      <a:cubicBezTo>
                        <a:pt x="2186126" y="-242104"/>
                        <a:pt x="1099722" y="-233531"/>
                        <a:pt x="76105" y="762784"/>
                      </a:cubicBezTo>
                      <a:lnTo>
                        <a:pt x="0" y="820886"/>
                      </a:lnTo>
                      <a:lnTo>
                        <a:pt x="60884" y="746592"/>
                      </a:lnTo>
                      <a:cubicBezTo>
                        <a:pt x="1094014" y="-239246"/>
                        <a:pt x="2189931" y="-248771"/>
                        <a:pt x="3350538" y="718017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6" name="Freeform 1665">
                  <a:extLst>
                    <a:ext uri="{FF2B5EF4-FFF2-40B4-BE49-F238E27FC236}">
                      <a16:creationId xmlns:a16="http://schemas.microsoft.com/office/drawing/2014/main" id="{3DC7ECF8-507E-8111-7F32-64E4EA0DD153}"/>
                    </a:ext>
                  </a:extLst>
                </p:cNvPr>
                <p:cNvSpPr/>
                <p:nvPr/>
              </p:nvSpPr>
              <p:spPr>
                <a:xfrm>
                  <a:off x="7034224" y="3777691"/>
                  <a:ext cx="1243145" cy="1142923"/>
                </a:xfrm>
                <a:custGeom>
                  <a:avLst/>
                  <a:gdLst>
                    <a:gd name="connsiteX0" fmla="*/ 780805 w 1243145"/>
                    <a:gd name="connsiteY0" fmla="*/ 1125779 h 1142923"/>
                    <a:gd name="connsiteX1" fmla="*/ 765584 w 1243145"/>
                    <a:gd name="connsiteY1" fmla="*/ 1142924 h 1142923"/>
                    <a:gd name="connsiteX2" fmla="*/ 1152770 w 1243145"/>
                    <a:gd name="connsiteY2" fmla="*/ 106604 h 1142923"/>
                    <a:gd name="connsiteX3" fmla="*/ 1243145 w 1243145"/>
                    <a:gd name="connsiteY3" fmla="*/ 138036 h 1142923"/>
                    <a:gd name="connsiteX4" fmla="*/ 1148014 w 1243145"/>
                    <a:gd name="connsiteY4" fmla="*/ 127559 h 1142923"/>
                    <a:gd name="connsiteX5" fmla="*/ 780805 w 1243145"/>
                    <a:gd name="connsiteY5" fmla="*/ 1125779 h 1142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43145" h="1142923">
                      <a:moveTo>
                        <a:pt x="780805" y="1125779"/>
                      </a:moveTo>
                      <a:cubicBezTo>
                        <a:pt x="776049" y="1131494"/>
                        <a:pt x="771292" y="1137209"/>
                        <a:pt x="765584" y="1142924"/>
                      </a:cubicBezTo>
                      <a:cubicBezTo>
                        <a:pt x="-371239" y="148514"/>
                        <a:pt x="-241860" y="-197244"/>
                        <a:pt x="1152770" y="106604"/>
                      </a:cubicBezTo>
                      <a:lnTo>
                        <a:pt x="1243145" y="138036"/>
                      </a:lnTo>
                      <a:lnTo>
                        <a:pt x="1148014" y="127559"/>
                      </a:lnTo>
                      <a:cubicBezTo>
                        <a:pt x="-242811" y="-189623"/>
                        <a:pt x="-365531" y="142799"/>
                        <a:pt x="780805" y="1125779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7" name="Freeform 1666">
                  <a:extLst>
                    <a:ext uri="{FF2B5EF4-FFF2-40B4-BE49-F238E27FC236}">
                      <a16:creationId xmlns:a16="http://schemas.microsoft.com/office/drawing/2014/main" id="{9F1D99BE-135C-3FC6-6CE6-AD94E6666CA4}"/>
                    </a:ext>
                  </a:extLst>
                </p:cNvPr>
                <p:cNvSpPr/>
                <p:nvPr/>
              </p:nvSpPr>
              <p:spPr>
                <a:xfrm>
                  <a:off x="4818381" y="1506854"/>
                  <a:ext cx="2499109" cy="3758564"/>
                </a:xfrm>
                <a:custGeom>
                  <a:avLst/>
                  <a:gdLst>
                    <a:gd name="connsiteX0" fmla="*/ 2478180 w 2499109"/>
                    <a:gd name="connsiteY0" fmla="*/ 0 h 3758564"/>
                    <a:gd name="connsiteX1" fmla="*/ 2499109 w 2499109"/>
                    <a:gd name="connsiteY1" fmla="*/ 13335 h 3758564"/>
                    <a:gd name="connsiteX2" fmla="*/ 63738 w 2499109"/>
                    <a:gd name="connsiteY2" fmla="*/ 3687128 h 3758564"/>
                    <a:gd name="connsiteX3" fmla="*/ 0 w 2499109"/>
                    <a:gd name="connsiteY3" fmla="*/ 3758565 h 3758564"/>
                    <a:gd name="connsiteX4" fmla="*/ 44712 w 2499109"/>
                    <a:gd name="connsiteY4" fmla="*/ 3673793 h 3758564"/>
                    <a:gd name="connsiteX5" fmla="*/ 2479131 w 2499109"/>
                    <a:gd name="connsiteY5" fmla="*/ 0 h 37585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99109" h="3758564">
                      <a:moveTo>
                        <a:pt x="2478180" y="0"/>
                      </a:moveTo>
                      <a:cubicBezTo>
                        <a:pt x="2484840" y="4763"/>
                        <a:pt x="2492450" y="8573"/>
                        <a:pt x="2499109" y="13335"/>
                      </a:cubicBezTo>
                      <a:cubicBezTo>
                        <a:pt x="1684782" y="1285875"/>
                        <a:pt x="873309" y="2510790"/>
                        <a:pt x="63738" y="3687128"/>
                      </a:cubicBezTo>
                      <a:lnTo>
                        <a:pt x="0" y="3758565"/>
                      </a:lnTo>
                      <a:lnTo>
                        <a:pt x="44712" y="3673793"/>
                      </a:lnTo>
                      <a:cubicBezTo>
                        <a:pt x="866649" y="2506028"/>
                        <a:pt x="1678123" y="1282065"/>
                        <a:pt x="2479131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8" name="Freeform 1667">
                  <a:extLst>
                    <a:ext uri="{FF2B5EF4-FFF2-40B4-BE49-F238E27FC236}">
                      <a16:creationId xmlns:a16="http://schemas.microsoft.com/office/drawing/2014/main" id="{91CE7D41-6C12-8BEC-8F0B-67329FB4773E}"/>
                    </a:ext>
                  </a:extLst>
                </p:cNvPr>
                <p:cNvSpPr/>
                <p:nvPr/>
              </p:nvSpPr>
              <p:spPr>
                <a:xfrm>
                  <a:off x="5353021" y="1524000"/>
                  <a:ext cx="1993008" cy="4014787"/>
                </a:xfrm>
                <a:custGeom>
                  <a:avLst/>
                  <a:gdLst>
                    <a:gd name="connsiteX0" fmla="*/ 1972080 w 1993008"/>
                    <a:gd name="connsiteY0" fmla="*/ 952 h 4014787"/>
                    <a:gd name="connsiteX1" fmla="*/ 1993009 w 1993008"/>
                    <a:gd name="connsiteY1" fmla="*/ 14288 h 4014787"/>
                    <a:gd name="connsiteX2" fmla="*/ 42809 w 1993008"/>
                    <a:gd name="connsiteY2" fmla="*/ 3929063 h 4014787"/>
                    <a:gd name="connsiteX3" fmla="*/ 0 w 1993008"/>
                    <a:gd name="connsiteY3" fmla="*/ 4014788 h 4014787"/>
                    <a:gd name="connsiteX4" fmla="*/ 20929 w 1993008"/>
                    <a:gd name="connsiteY4" fmla="*/ 3921443 h 4014787"/>
                    <a:gd name="connsiteX5" fmla="*/ 1973031 w 1993008"/>
                    <a:gd name="connsiteY5" fmla="*/ 0 h 4014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93008" h="4014787">
                      <a:moveTo>
                        <a:pt x="1972080" y="952"/>
                      </a:moveTo>
                      <a:cubicBezTo>
                        <a:pt x="1978739" y="5715"/>
                        <a:pt x="1986350" y="10477"/>
                        <a:pt x="1993009" y="14288"/>
                      </a:cubicBezTo>
                      <a:cubicBezTo>
                        <a:pt x="1159655" y="1274445"/>
                        <a:pt x="508954" y="2579370"/>
                        <a:pt x="42809" y="3929063"/>
                      </a:cubicBezTo>
                      <a:lnTo>
                        <a:pt x="0" y="4014788"/>
                      </a:lnTo>
                      <a:lnTo>
                        <a:pt x="20929" y="3921443"/>
                      </a:lnTo>
                      <a:cubicBezTo>
                        <a:pt x="502295" y="2576513"/>
                        <a:pt x="1152996" y="1269683"/>
                        <a:pt x="1973031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69" name="Freeform 1668">
                  <a:extLst>
                    <a:ext uri="{FF2B5EF4-FFF2-40B4-BE49-F238E27FC236}">
                      <a16:creationId xmlns:a16="http://schemas.microsoft.com/office/drawing/2014/main" id="{47CD0371-9316-83AE-C12E-3A089B76DD56}"/>
                    </a:ext>
                  </a:extLst>
                </p:cNvPr>
                <p:cNvSpPr/>
                <p:nvPr/>
              </p:nvSpPr>
              <p:spPr>
                <a:xfrm>
                  <a:off x="7013477" y="3988941"/>
                  <a:ext cx="1098363" cy="883095"/>
                </a:xfrm>
                <a:custGeom>
                  <a:avLst/>
                  <a:gdLst>
                    <a:gd name="connsiteX0" fmla="*/ 844361 w 1098363"/>
                    <a:gd name="connsiteY0" fmla="*/ 864046 h 883095"/>
                    <a:gd name="connsiteX1" fmla="*/ 828189 w 1098363"/>
                    <a:gd name="connsiteY1" fmla="*/ 883096 h 883095"/>
                    <a:gd name="connsiteX2" fmla="*/ 1017501 w 1098363"/>
                    <a:gd name="connsiteY2" fmla="*/ 355411 h 883095"/>
                    <a:gd name="connsiteX3" fmla="*/ 1098363 w 1098363"/>
                    <a:gd name="connsiteY3" fmla="*/ 406846 h 883095"/>
                    <a:gd name="connsiteX4" fmla="*/ 1007036 w 1098363"/>
                    <a:gd name="connsiteY4" fmla="*/ 376365 h 883095"/>
                    <a:gd name="connsiteX5" fmla="*/ 843410 w 1098363"/>
                    <a:gd name="connsiteY5" fmla="*/ 863093 h 8830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98363" h="883095">
                      <a:moveTo>
                        <a:pt x="844361" y="864046"/>
                      </a:moveTo>
                      <a:cubicBezTo>
                        <a:pt x="839605" y="870713"/>
                        <a:pt x="833897" y="877380"/>
                        <a:pt x="828189" y="883096"/>
                      </a:cubicBezTo>
                      <a:cubicBezTo>
                        <a:pt x="-336223" y="-78929"/>
                        <a:pt x="-272485" y="-255142"/>
                        <a:pt x="1017501" y="355411"/>
                      </a:cubicBezTo>
                      <a:lnTo>
                        <a:pt x="1098363" y="406846"/>
                      </a:lnTo>
                      <a:lnTo>
                        <a:pt x="1007036" y="376365"/>
                      </a:lnTo>
                      <a:cubicBezTo>
                        <a:pt x="-276290" y="-248474"/>
                        <a:pt x="-330515" y="-85597"/>
                        <a:pt x="843410" y="863093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0" name="Freeform 1669">
                  <a:extLst>
                    <a:ext uri="{FF2B5EF4-FFF2-40B4-BE49-F238E27FC236}">
                      <a16:creationId xmlns:a16="http://schemas.microsoft.com/office/drawing/2014/main" id="{E21F1DD3-3060-BFD1-3822-BA305D41346C}"/>
                    </a:ext>
                  </a:extLst>
                </p:cNvPr>
                <p:cNvSpPr/>
                <p:nvPr/>
              </p:nvSpPr>
              <p:spPr>
                <a:xfrm>
                  <a:off x="7169024" y="3010852"/>
                  <a:ext cx="1156862" cy="967740"/>
                </a:xfrm>
                <a:custGeom>
                  <a:avLst/>
                  <a:gdLst>
                    <a:gd name="connsiteX0" fmla="*/ 1152106 w 1156862"/>
                    <a:gd name="connsiteY0" fmla="*/ 0 h 967740"/>
                    <a:gd name="connsiteX1" fmla="*/ 1156863 w 1156862"/>
                    <a:gd name="connsiteY1" fmla="*/ 24765 h 967740"/>
                    <a:gd name="connsiteX2" fmla="*/ 1004652 w 1156862"/>
                    <a:gd name="connsiteY2" fmla="*/ 932497 h 967740"/>
                    <a:gd name="connsiteX3" fmla="*/ 1094075 w 1156862"/>
                    <a:gd name="connsiteY3" fmla="*/ 967740 h 967740"/>
                    <a:gd name="connsiteX4" fmla="*/ 998944 w 1156862"/>
                    <a:gd name="connsiteY4" fmla="*/ 955357 h 967740"/>
                    <a:gd name="connsiteX5" fmla="*/ 1152106 w 1156862"/>
                    <a:gd name="connsiteY5" fmla="*/ 0 h 9677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6862" h="967740">
                      <a:moveTo>
                        <a:pt x="1152106" y="0"/>
                      </a:moveTo>
                      <a:cubicBezTo>
                        <a:pt x="1154008" y="8572"/>
                        <a:pt x="1154960" y="16192"/>
                        <a:pt x="1156863" y="24765"/>
                      </a:cubicBezTo>
                      <a:cubicBezTo>
                        <a:pt x="-330046" y="286703"/>
                        <a:pt x="-380466" y="589597"/>
                        <a:pt x="1004652" y="932497"/>
                      </a:cubicBezTo>
                      <a:lnTo>
                        <a:pt x="1094075" y="967740"/>
                      </a:lnTo>
                      <a:lnTo>
                        <a:pt x="998944" y="955357"/>
                      </a:lnTo>
                      <a:cubicBezTo>
                        <a:pt x="-382368" y="597217"/>
                        <a:pt x="-330997" y="278130"/>
                        <a:pt x="1152106" y="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1" name="Freeform 1670">
                  <a:extLst>
                    <a:ext uri="{FF2B5EF4-FFF2-40B4-BE49-F238E27FC236}">
                      <a16:creationId xmlns:a16="http://schemas.microsoft.com/office/drawing/2014/main" id="{19AF0F3B-7B3E-7D9A-658C-817871AE70E5}"/>
                    </a:ext>
                  </a:extLst>
                </p:cNvPr>
                <p:cNvSpPr/>
                <p:nvPr/>
              </p:nvSpPr>
              <p:spPr>
                <a:xfrm>
                  <a:off x="6966697" y="3045142"/>
                  <a:ext cx="1364897" cy="2045969"/>
                </a:xfrm>
                <a:custGeom>
                  <a:avLst/>
                  <a:gdLst>
                    <a:gd name="connsiteX0" fmla="*/ 1361092 w 1364897"/>
                    <a:gd name="connsiteY0" fmla="*/ 0 h 2045969"/>
                    <a:gd name="connsiteX1" fmla="*/ 1364897 w 1364897"/>
                    <a:gd name="connsiteY1" fmla="*/ 24765 h 2045969"/>
                    <a:gd name="connsiteX2" fmla="*/ 573401 w 1364897"/>
                    <a:gd name="connsiteY2" fmla="*/ 1966913 h 2045969"/>
                    <a:gd name="connsiteX3" fmla="*/ 628578 w 1364897"/>
                    <a:gd name="connsiteY3" fmla="*/ 2045970 h 2045969"/>
                    <a:gd name="connsiteX4" fmla="*/ 556278 w 1364897"/>
                    <a:gd name="connsiteY4" fmla="*/ 1983105 h 2045969"/>
                    <a:gd name="connsiteX5" fmla="*/ 1361092 w 1364897"/>
                    <a:gd name="connsiteY5" fmla="*/ 952 h 2045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4897" h="2045969">
                      <a:moveTo>
                        <a:pt x="1361092" y="0"/>
                      </a:moveTo>
                      <a:cubicBezTo>
                        <a:pt x="1362043" y="8572"/>
                        <a:pt x="1363946" y="16192"/>
                        <a:pt x="1364897" y="24765"/>
                      </a:cubicBezTo>
                      <a:cubicBezTo>
                        <a:pt x="-125816" y="264795"/>
                        <a:pt x="-389331" y="911542"/>
                        <a:pt x="573401" y="1966913"/>
                      </a:cubicBezTo>
                      <a:lnTo>
                        <a:pt x="628578" y="2045970"/>
                      </a:lnTo>
                      <a:lnTo>
                        <a:pt x="556278" y="1983105"/>
                      </a:lnTo>
                      <a:cubicBezTo>
                        <a:pt x="-395039" y="918210"/>
                        <a:pt x="-125816" y="257175"/>
                        <a:pt x="1361092" y="952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2" name="Freeform 1671">
                  <a:extLst>
                    <a:ext uri="{FF2B5EF4-FFF2-40B4-BE49-F238E27FC236}">
                      <a16:creationId xmlns:a16="http://schemas.microsoft.com/office/drawing/2014/main" id="{AECA62EA-AC33-8504-F023-47A8D7CA928D}"/>
                    </a:ext>
                  </a:extLst>
                </p:cNvPr>
                <p:cNvSpPr/>
                <p:nvPr/>
              </p:nvSpPr>
              <p:spPr>
                <a:xfrm>
                  <a:off x="4050668" y="4093543"/>
                  <a:ext cx="2479131" cy="1530969"/>
                </a:xfrm>
                <a:custGeom>
                  <a:avLst/>
                  <a:gdLst>
                    <a:gd name="connsiteX0" fmla="*/ 11416 w 2479131"/>
                    <a:gd name="connsiteY0" fmla="*/ 332724 h 1530969"/>
                    <a:gd name="connsiteX1" fmla="*/ 0 w 2479131"/>
                    <a:gd name="connsiteY1" fmla="*/ 307959 h 1530969"/>
                    <a:gd name="connsiteX2" fmla="*/ 2473424 w 2479131"/>
                    <a:gd name="connsiteY2" fmla="*/ 1434767 h 1530969"/>
                    <a:gd name="connsiteX3" fmla="*/ 2479132 w 2479131"/>
                    <a:gd name="connsiteY3" fmla="*/ 1530969 h 1530969"/>
                    <a:gd name="connsiteX4" fmla="*/ 2447738 w 2479131"/>
                    <a:gd name="connsiteY4" fmla="*/ 1439530 h 1530969"/>
                    <a:gd name="connsiteX5" fmla="*/ 10465 w 2479131"/>
                    <a:gd name="connsiteY5" fmla="*/ 331772 h 1530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79131" h="1530969">
                      <a:moveTo>
                        <a:pt x="11416" y="332724"/>
                      </a:moveTo>
                      <a:cubicBezTo>
                        <a:pt x="7611" y="325104"/>
                        <a:pt x="3805" y="316532"/>
                        <a:pt x="0" y="307959"/>
                      </a:cubicBezTo>
                      <a:cubicBezTo>
                        <a:pt x="1363237" y="-340693"/>
                        <a:pt x="2188029" y="35544"/>
                        <a:pt x="2473424" y="1434767"/>
                      </a:cubicBezTo>
                      <a:lnTo>
                        <a:pt x="2479132" y="1530969"/>
                      </a:lnTo>
                      <a:lnTo>
                        <a:pt x="2447738" y="1439530"/>
                      </a:lnTo>
                      <a:cubicBezTo>
                        <a:pt x="2178516" y="36497"/>
                        <a:pt x="1366091" y="-333073"/>
                        <a:pt x="10465" y="331772"/>
                      </a:cubicBezTo>
                      <a:close/>
                    </a:path>
                  </a:pathLst>
                </a:custGeom>
                <a:solidFill>
                  <a:srgbClr val="88B58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3" name="Freeform 1672">
                  <a:extLst>
                    <a:ext uri="{FF2B5EF4-FFF2-40B4-BE49-F238E27FC236}">
                      <a16:creationId xmlns:a16="http://schemas.microsoft.com/office/drawing/2014/main" id="{EA73DFBB-CE36-08F2-F157-DD26DB54857C}"/>
                    </a:ext>
                  </a:extLst>
                </p:cNvPr>
                <p:cNvSpPr/>
                <p:nvPr/>
              </p:nvSpPr>
              <p:spPr>
                <a:xfrm>
                  <a:off x="5674566" y="4092685"/>
                  <a:ext cx="2423003" cy="1568974"/>
                </a:xfrm>
                <a:custGeom>
                  <a:avLst/>
                  <a:gdLst>
                    <a:gd name="connsiteX0" fmla="*/ 26637 w 2423003"/>
                    <a:gd name="connsiteY0" fmla="*/ 1568974 h 1568974"/>
                    <a:gd name="connsiteX1" fmla="*/ 0 w 2423003"/>
                    <a:gd name="connsiteY1" fmla="*/ 1564212 h 1568974"/>
                    <a:gd name="connsiteX2" fmla="*/ 2343093 w 2423003"/>
                    <a:gd name="connsiteY2" fmla="*/ 281194 h 1568974"/>
                    <a:gd name="connsiteX3" fmla="*/ 2423004 w 2423003"/>
                    <a:gd name="connsiteY3" fmla="*/ 335486 h 1568974"/>
                    <a:gd name="connsiteX4" fmla="*/ 2331677 w 2423003"/>
                    <a:gd name="connsiteY4" fmla="*/ 304054 h 1568974"/>
                    <a:gd name="connsiteX5" fmla="*/ 26637 w 2423003"/>
                    <a:gd name="connsiteY5" fmla="*/ 1568974 h 1568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423003" h="1568974">
                      <a:moveTo>
                        <a:pt x="26637" y="1568974"/>
                      </a:moveTo>
                      <a:cubicBezTo>
                        <a:pt x="18075" y="1567069"/>
                        <a:pt x="8562" y="1566116"/>
                        <a:pt x="0" y="1564212"/>
                      </a:cubicBezTo>
                      <a:cubicBezTo>
                        <a:pt x="280638" y="79264"/>
                        <a:pt x="1061669" y="-348408"/>
                        <a:pt x="2343093" y="281194"/>
                      </a:cubicBezTo>
                      <a:lnTo>
                        <a:pt x="2423004" y="335486"/>
                      </a:lnTo>
                      <a:lnTo>
                        <a:pt x="2331677" y="304054"/>
                      </a:lnTo>
                      <a:cubicBezTo>
                        <a:pt x="1058816" y="-340789"/>
                        <a:pt x="290152" y="80217"/>
                        <a:pt x="26637" y="1568974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4" name="Freeform 1673">
                  <a:extLst>
                    <a:ext uri="{FF2B5EF4-FFF2-40B4-BE49-F238E27FC236}">
                      <a16:creationId xmlns:a16="http://schemas.microsoft.com/office/drawing/2014/main" id="{F1E90499-2EE4-9DA6-CDE4-E5567C3C32F1}"/>
                    </a:ext>
                  </a:extLst>
                </p:cNvPr>
                <p:cNvSpPr/>
                <p:nvPr/>
              </p:nvSpPr>
              <p:spPr>
                <a:xfrm>
                  <a:off x="6462767" y="3594792"/>
                  <a:ext cx="1890707" cy="2022100"/>
                </a:xfrm>
                <a:custGeom>
                  <a:avLst/>
                  <a:gdLst>
                    <a:gd name="connsiteX0" fmla="*/ 1889756 w 1890707"/>
                    <a:gd name="connsiteY0" fmla="*/ 14230 h 2022100"/>
                    <a:gd name="connsiteX1" fmla="*/ 1887853 w 1890707"/>
                    <a:gd name="connsiteY1" fmla="*/ 40900 h 2022100"/>
                    <a:gd name="connsiteX2" fmla="*/ 95573 w 1890707"/>
                    <a:gd name="connsiteY2" fmla="*/ 1925898 h 2022100"/>
                    <a:gd name="connsiteX3" fmla="*/ 103183 w 1890707"/>
                    <a:gd name="connsiteY3" fmla="*/ 2022100 h 2022100"/>
                    <a:gd name="connsiteX4" fmla="*/ 70838 w 1890707"/>
                    <a:gd name="connsiteY4" fmla="*/ 1931613 h 2022100"/>
                    <a:gd name="connsiteX5" fmla="*/ 1890707 w 1890707"/>
                    <a:gd name="connsiteY5" fmla="*/ 14230 h 2022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90707" h="2022100">
                      <a:moveTo>
                        <a:pt x="1889756" y="14230"/>
                      </a:moveTo>
                      <a:cubicBezTo>
                        <a:pt x="1889756" y="22803"/>
                        <a:pt x="1887853" y="32328"/>
                        <a:pt x="1887853" y="40900"/>
                      </a:cubicBezTo>
                      <a:cubicBezTo>
                        <a:pt x="384773" y="-97212"/>
                        <a:pt x="-212654" y="531438"/>
                        <a:pt x="95573" y="1925898"/>
                      </a:cubicBezTo>
                      <a:lnTo>
                        <a:pt x="103183" y="2022100"/>
                      </a:lnTo>
                      <a:lnTo>
                        <a:pt x="70838" y="1931613"/>
                      </a:lnTo>
                      <a:cubicBezTo>
                        <a:pt x="-220265" y="533343"/>
                        <a:pt x="385724" y="-105785"/>
                        <a:pt x="1890707" y="14230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5" name="Freeform 1674">
                  <a:extLst>
                    <a:ext uri="{FF2B5EF4-FFF2-40B4-BE49-F238E27FC236}">
                      <a16:creationId xmlns:a16="http://schemas.microsoft.com/office/drawing/2014/main" id="{08C9FEA0-B77B-861F-DC54-609C32EE0042}"/>
                    </a:ext>
                  </a:extLst>
                </p:cNvPr>
                <p:cNvSpPr/>
                <p:nvPr/>
              </p:nvSpPr>
              <p:spPr>
                <a:xfrm>
                  <a:off x="4462589" y="3617326"/>
                  <a:ext cx="3887080" cy="1339483"/>
                </a:xfrm>
                <a:custGeom>
                  <a:avLst/>
                  <a:gdLst>
                    <a:gd name="connsiteX0" fmla="*/ 3887081 w 3887080"/>
                    <a:gd name="connsiteY0" fmla="*/ 28843 h 1339483"/>
                    <a:gd name="connsiteX1" fmla="*/ 3884226 w 3887080"/>
                    <a:gd name="connsiteY1" fmla="*/ 55514 h 1339483"/>
                    <a:gd name="connsiteX2" fmla="*/ 78008 w 3887080"/>
                    <a:gd name="connsiteY2" fmla="*/ 1284239 h 1339483"/>
                    <a:gd name="connsiteX3" fmla="*/ 0 w 3887080"/>
                    <a:gd name="connsiteY3" fmla="*/ 1339484 h 1339483"/>
                    <a:gd name="connsiteX4" fmla="*/ 60884 w 3887080"/>
                    <a:gd name="connsiteY4" fmla="*/ 1265189 h 1339483"/>
                    <a:gd name="connsiteX5" fmla="*/ 3887081 w 3887080"/>
                    <a:gd name="connsiteY5" fmla="*/ 27891 h 1339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87080" h="1339483">
                      <a:moveTo>
                        <a:pt x="3887081" y="28843"/>
                      </a:moveTo>
                      <a:cubicBezTo>
                        <a:pt x="3887081" y="37416"/>
                        <a:pt x="3885178" y="46941"/>
                        <a:pt x="3884226" y="55514"/>
                      </a:cubicBezTo>
                      <a:cubicBezTo>
                        <a:pt x="2384000" y="-107364"/>
                        <a:pt x="1114943" y="302211"/>
                        <a:pt x="78008" y="1284239"/>
                      </a:cubicBezTo>
                      <a:lnTo>
                        <a:pt x="0" y="1339484"/>
                      </a:lnTo>
                      <a:lnTo>
                        <a:pt x="60884" y="1265189"/>
                      </a:lnTo>
                      <a:cubicBezTo>
                        <a:pt x="1109235" y="296496"/>
                        <a:pt x="2384951" y="-115936"/>
                        <a:pt x="3887081" y="27891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6" name="Freeform 1675">
                  <a:extLst>
                    <a:ext uri="{FF2B5EF4-FFF2-40B4-BE49-F238E27FC236}">
                      <a16:creationId xmlns:a16="http://schemas.microsoft.com/office/drawing/2014/main" id="{11E44091-9522-ED08-E176-363680568EF5}"/>
                    </a:ext>
                  </a:extLst>
                </p:cNvPr>
                <p:cNvSpPr/>
                <p:nvPr/>
              </p:nvSpPr>
              <p:spPr>
                <a:xfrm>
                  <a:off x="6801729" y="2975609"/>
                  <a:ext cx="1518449" cy="2407920"/>
                </a:xfrm>
                <a:custGeom>
                  <a:avLst/>
                  <a:gdLst>
                    <a:gd name="connsiteX0" fmla="*/ 1512742 w 1518449"/>
                    <a:gd name="connsiteY0" fmla="*/ 0 h 2407920"/>
                    <a:gd name="connsiteX1" fmla="*/ 1518449 w 1518449"/>
                    <a:gd name="connsiteY1" fmla="*/ 26670 h 2407920"/>
                    <a:gd name="connsiteX2" fmla="*/ 351184 w 1518449"/>
                    <a:gd name="connsiteY2" fmla="*/ 2318385 h 2407920"/>
                    <a:gd name="connsiteX3" fmla="*/ 386382 w 1518449"/>
                    <a:gd name="connsiteY3" fmla="*/ 2407920 h 2407920"/>
                    <a:gd name="connsiteX4" fmla="*/ 328352 w 1518449"/>
                    <a:gd name="connsiteY4" fmla="*/ 2330768 h 2407920"/>
                    <a:gd name="connsiteX5" fmla="*/ 1512742 w 1518449"/>
                    <a:gd name="connsiteY5" fmla="*/ 0 h 2407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18449" h="2407920">
                      <a:moveTo>
                        <a:pt x="1512742" y="0"/>
                      </a:moveTo>
                      <a:cubicBezTo>
                        <a:pt x="1514644" y="8573"/>
                        <a:pt x="1516547" y="18098"/>
                        <a:pt x="1518449" y="26670"/>
                      </a:cubicBezTo>
                      <a:cubicBezTo>
                        <a:pt x="36298" y="311468"/>
                        <a:pt x="-352791" y="1075373"/>
                        <a:pt x="351184" y="2318385"/>
                      </a:cubicBezTo>
                      <a:lnTo>
                        <a:pt x="386382" y="2407920"/>
                      </a:lnTo>
                      <a:lnTo>
                        <a:pt x="328352" y="2330768"/>
                      </a:lnTo>
                      <a:cubicBezTo>
                        <a:pt x="-360401" y="1079183"/>
                        <a:pt x="34395" y="302895"/>
                        <a:pt x="1512742" y="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7" name="Freeform 1676">
                  <a:extLst>
                    <a:ext uri="{FF2B5EF4-FFF2-40B4-BE49-F238E27FC236}">
                      <a16:creationId xmlns:a16="http://schemas.microsoft.com/office/drawing/2014/main" id="{BE424B04-F2E8-06FC-8E1E-6270560B4CFF}"/>
                    </a:ext>
                  </a:extLst>
                </p:cNvPr>
                <p:cNvSpPr/>
                <p:nvPr/>
              </p:nvSpPr>
              <p:spPr>
                <a:xfrm>
                  <a:off x="6375069" y="1486852"/>
                  <a:ext cx="912930" cy="4145279"/>
                </a:xfrm>
                <a:custGeom>
                  <a:avLst/>
                  <a:gdLst>
                    <a:gd name="connsiteX0" fmla="*/ 888196 w 912930"/>
                    <a:gd name="connsiteY0" fmla="*/ 0 h 4145279"/>
                    <a:gd name="connsiteX1" fmla="*/ 912930 w 912930"/>
                    <a:gd name="connsiteY1" fmla="*/ 15240 h 4145279"/>
                    <a:gd name="connsiteX2" fmla="*/ 114775 w 912930"/>
                    <a:gd name="connsiteY2" fmla="*/ 4049078 h 4145279"/>
                    <a:gd name="connsiteX3" fmla="*/ 118581 w 912930"/>
                    <a:gd name="connsiteY3" fmla="*/ 4145280 h 4145279"/>
                    <a:gd name="connsiteX4" fmla="*/ 88139 w 912930"/>
                    <a:gd name="connsiteY4" fmla="*/ 4053840 h 4145279"/>
                    <a:gd name="connsiteX5" fmla="*/ 888196 w 912930"/>
                    <a:gd name="connsiteY5" fmla="*/ 0 h 41452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12930" h="4145279">
                      <a:moveTo>
                        <a:pt x="888196" y="0"/>
                      </a:moveTo>
                      <a:cubicBezTo>
                        <a:pt x="896758" y="4763"/>
                        <a:pt x="904369" y="10477"/>
                        <a:pt x="912930" y="15240"/>
                      </a:cubicBezTo>
                      <a:cubicBezTo>
                        <a:pt x="117629" y="1300163"/>
                        <a:pt x="-147788" y="2644140"/>
                        <a:pt x="114775" y="4049078"/>
                      </a:cubicBezTo>
                      <a:lnTo>
                        <a:pt x="118581" y="4145280"/>
                      </a:lnTo>
                      <a:lnTo>
                        <a:pt x="88139" y="4053840"/>
                      </a:lnTo>
                      <a:cubicBezTo>
                        <a:pt x="-157301" y="2646045"/>
                        <a:pt x="110019" y="1295400"/>
                        <a:pt x="888196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8" name="Freeform 1677">
                  <a:extLst>
                    <a:ext uri="{FF2B5EF4-FFF2-40B4-BE49-F238E27FC236}">
                      <a16:creationId xmlns:a16="http://schemas.microsoft.com/office/drawing/2014/main" id="{AEDD6B9E-F6AA-B40F-819F-7687F85CC102}"/>
                    </a:ext>
                  </a:extLst>
                </p:cNvPr>
                <p:cNvSpPr/>
                <p:nvPr/>
              </p:nvSpPr>
              <p:spPr>
                <a:xfrm>
                  <a:off x="6790116" y="3561089"/>
                  <a:ext cx="1566211" cy="1839585"/>
                </a:xfrm>
                <a:custGeom>
                  <a:avLst/>
                  <a:gdLst>
                    <a:gd name="connsiteX0" fmla="*/ 1565261 w 1566211"/>
                    <a:gd name="connsiteY0" fmla="*/ 9833 h 1839585"/>
                    <a:gd name="connsiteX1" fmla="*/ 1563358 w 1566211"/>
                    <a:gd name="connsiteY1" fmla="*/ 39361 h 1839585"/>
                    <a:gd name="connsiteX2" fmla="*/ 331403 w 1566211"/>
                    <a:gd name="connsiteY2" fmla="*/ 1749098 h 1839585"/>
                    <a:gd name="connsiteX3" fmla="*/ 364699 w 1566211"/>
                    <a:gd name="connsiteY3" fmla="*/ 1839586 h 1839585"/>
                    <a:gd name="connsiteX4" fmla="*/ 307620 w 1566211"/>
                    <a:gd name="connsiteY4" fmla="*/ 1762433 h 1839585"/>
                    <a:gd name="connsiteX5" fmla="*/ 1566212 w 1566211"/>
                    <a:gd name="connsiteY5" fmla="*/ 9833 h 1839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66211" h="1839585">
                      <a:moveTo>
                        <a:pt x="1565261" y="9833"/>
                      </a:moveTo>
                      <a:cubicBezTo>
                        <a:pt x="1565261" y="19358"/>
                        <a:pt x="1564310" y="28883"/>
                        <a:pt x="1563358" y="39361"/>
                      </a:cubicBezTo>
                      <a:cubicBezTo>
                        <a:pt x="58375" y="-74939"/>
                        <a:pt x="-352594" y="495608"/>
                        <a:pt x="331403" y="1749098"/>
                      </a:cubicBezTo>
                      <a:lnTo>
                        <a:pt x="364699" y="1839586"/>
                      </a:lnTo>
                      <a:lnTo>
                        <a:pt x="307620" y="1762433"/>
                      </a:lnTo>
                      <a:cubicBezTo>
                        <a:pt x="-360204" y="499418"/>
                        <a:pt x="59326" y="-84464"/>
                        <a:pt x="1566212" y="9833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79" name="Freeform 1678">
                  <a:extLst>
                    <a:ext uri="{FF2B5EF4-FFF2-40B4-BE49-F238E27FC236}">
                      <a16:creationId xmlns:a16="http://schemas.microsoft.com/office/drawing/2014/main" id="{6288376E-C7DE-F0C1-7C49-6313FB9F72AF}"/>
                    </a:ext>
                  </a:extLst>
                </p:cNvPr>
                <p:cNvSpPr/>
                <p:nvPr/>
              </p:nvSpPr>
              <p:spPr>
                <a:xfrm>
                  <a:off x="7039812" y="2165032"/>
                  <a:ext cx="1040633" cy="2296477"/>
                </a:xfrm>
                <a:custGeom>
                  <a:avLst/>
                  <a:gdLst>
                    <a:gd name="connsiteX0" fmla="*/ 935989 w 1040633"/>
                    <a:gd name="connsiteY0" fmla="*/ 0 h 2296477"/>
                    <a:gd name="connsiteX1" fmla="*/ 952161 w 1040633"/>
                    <a:gd name="connsiteY1" fmla="*/ 24765 h 2296477"/>
                    <a:gd name="connsiteX2" fmla="*/ 962626 w 1040633"/>
                    <a:gd name="connsiteY2" fmla="*/ 2240280 h 2296477"/>
                    <a:gd name="connsiteX3" fmla="*/ 1040634 w 1040633"/>
                    <a:gd name="connsiteY3" fmla="*/ 2296478 h 2296477"/>
                    <a:gd name="connsiteX4" fmla="*/ 950259 w 1040633"/>
                    <a:gd name="connsiteY4" fmla="*/ 2265045 h 2296477"/>
                    <a:gd name="connsiteX5" fmla="*/ 936940 w 1040633"/>
                    <a:gd name="connsiteY5" fmla="*/ 952 h 2296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40633" h="2296477">
                      <a:moveTo>
                        <a:pt x="935989" y="0"/>
                      </a:moveTo>
                      <a:cubicBezTo>
                        <a:pt x="941697" y="7620"/>
                        <a:pt x="946454" y="16192"/>
                        <a:pt x="952161" y="24765"/>
                      </a:cubicBezTo>
                      <a:cubicBezTo>
                        <a:pt x="-311187" y="851535"/>
                        <a:pt x="-308333" y="1589723"/>
                        <a:pt x="962626" y="2240280"/>
                      </a:cubicBezTo>
                      <a:lnTo>
                        <a:pt x="1040634" y="2296478"/>
                      </a:lnTo>
                      <a:lnTo>
                        <a:pt x="950259" y="2265045"/>
                      </a:lnTo>
                      <a:cubicBezTo>
                        <a:pt x="-312139" y="1598295"/>
                        <a:pt x="-316895" y="843915"/>
                        <a:pt x="936940" y="952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0" name="Freeform 1679">
                  <a:extLst>
                    <a:ext uri="{FF2B5EF4-FFF2-40B4-BE49-F238E27FC236}">
                      <a16:creationId xmlns:a16="http://schemas.microsoft.com/office/drawing/2014/main" id="{360673AF-FB33-E3AE-E9A7-A475AF464DA3}"/>
                    </a:ext>
                  </a:extLst>
                </p:cNvPr>
                <p:cNvSpPr/>
                <p:nvPr/>
              </p:nvSpPr>
              <p:spPr>
                <a:xfrm>
                  <a:off x="7122318" y="3520894"/>
                  <a:ext cx="1236864" cy="973952"/>
                </a:xfrm>
                <a:custGeom>
                  <a:avLst/>
                  <a:gdLst>
                    <a:gd name="connsiteX0" fmla="*/ 1235913 w 1236864"/>
                    <a:gd name="connsiteY0" fmla="*/ 9070 h 973952"/>
                    <a:gd name="connsiteX1" fmla="*/ 1234010 w 1236864"/>
                    <a:gd name="connsiteY1" fmla="*/ 40503 h 973952"/>
                    <a:gd name="connsiteX2" fmla="*/ 862996 w 1236864"/>
                    <a:gd name="connsiteY2" fmla="*/ 915850 h 973952"/>
                    <a:gd name="connsiteX3" fmla="*/ 940053 w 1236864"/>
                    <a:gd name="connsiteY3" fmla="*/ 973953 h 973952"/>
                    <a:gd name="connsiteX4" fmla="*/ 849678 w 1236864"/>
                    <a:gd name="connsiteY4" fmla="*/ 941568 h 973952"/>
                    <a:gd name="connsiteX5" fmla="*/ 1236864 w 1236864"/>
                    <a:gd name="connsiteY5" fmla="*/ 9070 h 9739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36864" h="973952">
                      <a:moveTo>
                        <a:pt x="1235913" y="9070"/>
                      </a:moveTo>
                      <a:cubicBezTo>
                        <a:pt x="1235913" y="19548"/>
                        <a:pt x="1234962" y="30025"/>
                        <a:pt x="1234010" y="40503"/>
                      </a:cubicBezTo>
                      <a:cubicBezTo>
                        <a:pt x="-272876" y="-48080"/>
                        <a:pt x="-396547" y="244338"/>
                        <a:pt x="862996" y="915850"/>
                      </a:cubicBezTo>
                      <a:lnTo>
                        <a:pt x="940053" y="973953"/>
                      </a:lnTo>
                      <a:lnTo>
                        <a:pt x="849678" y="941568"/>
                      </a:lnTo>
                      <a:cubicBezTo>
                        <a:pt x="-400352" y="251958"/>
                        <a:pt x="-270973" y="-58557"/>
                        <a:pt x="1236864" y="9070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1" name="Freeform 1680">
                  <a:extLst>
                    <a:ext uri="{FF2B5EF4-FFF2-40B4-BE49-F238E27FC236}">
                      <a16:creationId xmlns:a16="http://schemas.microsoft.com/office/drawing/2014/main" id="{D1A27430-983B-5F0F-47F8-1073709CD862}"/>
                    </a:ext>
                  </a:extLst>
                </p:cNvPr>
                <p:cNvSpPr/>
                <p:nvPr/>
              </p:nvSpPr>
              <p:spPr>
                <a:xfrm>
                  <a:off x="6203311" y="1758314"/>
                  <a:ext cx="1379596" cy="3934777"/>
                </a:xfrm>
                <a:custGeom>
                  <a:avLst/>
                  <a:gdLst>
                    <a:gd name="connsiteX0" fmla="*/ 40143 w 1379596"/>
                    <a:gd name="connsiteY0" fmla="*/ 3932873 h 3934777"/>
                    <a:gd name="connsiteX1" fmla="*/ 8749 w 1379596"/>
                    <a:gd name="connsiteY1" fmla="*/ 3934778 h 3934777"/>
                    <a:gd name="connsiteX2" fmla="*/ 1305394 w 1379596"/>
                    <a:gd name="connsiteY2" fmla="*/ 60960 h 3934777"/>
                    <a:gd name="connsiteX3" fmla="*/ 1379597 w 1379596"/>
                    <a:gd name="connsiteY3" fmla="*/ 0 h 3934777"/>
                    <a:gd name="connsiteX4" fmla="*/ 1327274 w 1379596"/>
                    <a:gd name="connsiteY4" fmla="*/ 80963 h 3934777"/>
                    <a:gd name="connsiteX5" fmla="*/ 40143 w 1379596"/>
                    <a:gd name="connsiteY5" fmla="*/ 3933825 h 3934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79596" h="3934777">
                      <a:moveTo>
                        <a:pt x="40143" y="3932873"/>
                      </a:moveTo>
                      <a:cubicBezTo>
                        <a:pt x="29678" y="3932873"/>
                        <a:pt x="19214" y="3933825"/>
                        <a:pt x="8749" y="3934778"/>
                      </a:cubicBezTo>
                      <a:cubicBezTo>
                        <a:pt x="-68307" y="2425065"/>
                        <a:pt x="363591" y="1134428"/>
                        <a:pt x="1305394" y="60960"/>
                      </a:cubicBezTo>
                      <a:lnTo>
                        <a:pt x="1379597" y="0"/>
                      </a:lnTo>
                      <a:lnTo>
                        <a:pt x="1327274" y="80963"/>
                      </a:lnTo>
                      <a:cubicBezTo>
                        <a:pt x="371201" y="1141095"/>
                        <a:pt x="-57843" y="2425065"/>
                        <a:pt x="40143" y="3933825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2" name="Freeform 1681">
                  <a:extLst>
                    <a:ext uri="{FF2B5EF4-FFF2-40B4-BE49-F238E27FC236}">
                      <a16:creationId xmlns:a16="http://schemas.microsoft.com/office/drawing/2014/main" id="{1D1B3400-4579-D92E-FFBC-39B89C093D77}"/>
                    </a:ext>
                  </a:extLst>
                </p:cNvPr>
                <p:cNvSpPr/>
                <p:nvPr/>
              </p:nvSpPr>
              <p:spPr>
                <a:xfrm>
                  <a:off x="6732120" y="2129790"/>
                  <a:ext cx="1237973" cy="3288029"/>
                </a:xfrm>
                <a:custGeom>
                  <a:avLst/>
                  <a:gdLst>
                    <a:gd name="connsiteX0" fmla="*/ 1219898 w 1237973"/>
                    <a:gd name="connsiteY0" fmla="*/ 952 h 3288029"/>
                    <a:gd name="connsiteX1" fmla="*/ 1237973 w 1237973"/>
                    <a:gd name="connsiteY1" fmla="*/ 26670 h 3288029"/>
                    <a:gd name="connsiteX2" fmla="*/ 358005 w 1237973"/>
                    <a:gd name="connsiteY2" fmla="*/ 3196590 h 3288029"/>
                    <a:gd name="connsiteX3" fmla="*/ 388447 w 1237973"/>
                    <a:gd name="connsiteY3" fmla="*/ 3288030 h 3288029"/>
                    <a:gd name="connsiteX4" fmla="*/ 331368 w 1237973"/>
                    <a:gd name="connsiteY4" fmla="*/ 3209925 h 3288029"/>
                    <a:gd name="connsiteX5" fmla="*/ 1219898 w 1237973"/>
                    <a:gd name="connsiteY5" fmla="*/ 0 h 3288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37973" h="3288029">
                      <a:moveTo>
                        <a:pt x="1219898" y="952"/>
                      </a:moveTo>
                      <a:cubicBezTo>
                        <a:pt x="1225606" y="9525"/>
                        <a:pt x="1231314" y="18097"/>
                        <a:pt x="1237973" y="26670"/>
                      </a:cubicBezTo>
                      <a:cubicBezTo>
                        <a:pt x="-11106" y="874395"/>
                        <a:pt x="-305063" y="1931670"/>
                        <a:pt x="358005" y="3196590"/>
                      </a:cubicBezTo>
                      <a:lnTo>
                        <a:pt x="388447" y="3288030"/>
                      </a:lnTo>
                      <a:lnTo>
                        <a:pt x="331368" y="3209925"/>
                      </a:lnTo>
                      <a:cubicBezTo>
                        <a:pt x="-313625" y="1935480"/>
                        <a:pt x="-16814" y="865822"/>
                        <a:pt x="1219898" y="0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3" name="Freeform 1682">
                  <a:extLst>
                    <a:ext uri="{FF2B5EF4-FFF2-40B4-BE49-F238E27FC236}">
                      <a16:creationId xmlns:a16="http://schemas.microsoft.com/office/drawing/2014/main" id="{640773A9-02A4-E22F-64DC-D6CC05A9A408}"/>
                    </a:ext>
                  </a:extLst>
                </p:cNvPr>
                <p:cNvSpPr/>
                <p:nvPr/>
              </p:nvSpPr>
              <p:spPr>
                <a:xfrm>
                  <a:off x="6362023" y="1219200"/>
                  <a:ext cx="1163805" cy="3988117"/>
                </a:xfrm>
                <a:custGeom>
                  <a:avLst/>
                  <a:gdLst>
                    <a:gd name="connsiteX0" fmla="*/ 1163805 w 1163805"/>
                    <a:gd name="connsiteY0" fmla="*/ 3967163 h 3988117"/>
                    <a:gd name="connsiteX1" fmla="*/ 1138119 w 1163805"/>
                    <a:gd name="connsiteY1" fmla="*/ 3988118 h 3988117"/>
                    <a:gd name="connsiteX2" fmla="*/ 62180 w 1163805"/>
                    <a:gd name="connsiteY2" fmla="*/ 91440 h 3988117"/>
                    <a:gd name="connsiteX3" fmla="*/ 92623 w 1163805"/>
                    <a:gd name="connsiteY3" fmla="*/ 0 h 3988117"/>
                    <a:gd name="connsiteX4" fmla="*/ 92623 w 1163805"/>
                    <a:gd name="connsiteY4" fmla="*/ 96202 h 3988117"/>
                    <a:gd name="connsiteX5" fmla="*/ 1163805 w 1163805"/>
                    <a:gd name="connsiteY5" fmla="*/ 3967163 h 39881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3805" h="3988117">
                      <a:moveTo>
                        <a:pt x="1163805" y="3967163"/>
                      </a:moveTo>
                      <a:cubicBezTo>
                        <a:pt x="1155244" y="3973830"/>
                        <a:pt x="1146682" y="3981450"/>
                        <a:pt x="1138119" y="3988118"/>
                      </a:cubicBezTo>
                      <a:cubicBezTo>
                        <a:pt x="202024" y="2802255"/>
                        <a:pt x="-156622" y="1503045"/>
                        <a:pt x="62180" y="91440"/>
                      </a:cubicBezTo>
                      <a:lnTo>
                        <a:pt x="92623" y="0"/>
                      </a:lnTo>
                      <a:lnTo>
                        <a:pt x="92623" y="96202"/>
                      </a:lnTo>
                      <a:cubicBezTo>
                        <a:pt x="-146158" y="1504950"/>
                        <a:pt x="210586" y="2794635"/>
                        <a:pt x="1163805" y="3967163"/>
                      </a:cubicBezTo>
                      <a:close/>
                    </a:path>
                  </a:pathLst>
                </a:custGeom>
                <a:solidFill>
                  <a:srgbClr val="EEC49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4" name="Freeform 1683">
                  <a:extLst>
                    <a:ext uri="{FF2B5EF4-FFF2-40B4-BE49-F238E27FC236}">
                      <a16:creationId xmlns:a16="http://schemas.microsoft.com/office/drawing/2014/main" id="{75781F71-F82A-30ED-AF21-E62C28AC4898}"/>
                    </a:ext>
                  </a:extLst>
                </p:cNvPr>
                <p:cNvSpPr/>
                <p:nvPr/>
              </p:nvSpPr>
              <p:spPr>
                <a:xfrm>
                  <a:off x="4681391" y="1212532"/>
                  <a:ext cx="1733299" cy="4007167"/>
                </a:xfrm>
                <a:custGeom>
                  <a:avLst/>
                  <a:gdLst>
                    <a:gd name="connsiteX0" fmla="*/ 26637 w 1733299"/>
                    <a:gd name="connsiteY0" fmla="*/ 4007168 h 4007167"/>
                    <a:gd name="connsiteX1" fmla="*/ 0 w 1733299"/>
                    <a:gd name="connsiteY1" fmla="*/ 3986212 h 4007167"/>
                    <a:gd name="connsiteX2" fmla="*/ 1701906 w 1733299"/>
                    <a:gd name="connsiteY2" fmla="*/ 92392 h 4007167"/>
                    <a:gd name="connsiteX3" fmla="*/ 1731396 w 1733299"/>
                    <a:gd name="connsiteY3" fmla="*/ 0 h 4007167"/>
                    <a:gd name="connsiteX4" fmla="*/ 1733299 w 1733299"/>
                    <a:gd name="connsiteY4" fmla="*/ 96202 h 4007167"/>
                    <a:gd name="connsiteX5" fmla="*/ 26637 w 1733299"/>
                    <a:gd name="connsiteY5" fmla="*/ 4006215 h 4007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33299" h="4007167">
                      <a:moveTo>
                        <a:pt x="26637" y="4007168"/>
                      </a:moveTo>
                      <a:cubicBezTo>
                        <a:pt x="18075" y="4000500"/>
                        <a:pt x="9513" y="3993833"/>
                        <a:pt x="0" y="3986212"/>
                      </a:cubicBezTo>
                      <a:cubicBezTo>
                        <a:pt x="942755" y="2806065"/>
                        <a:pt x="1510691" y="1507808"/>
                        <a:pt x="1701906" y="92392"/>
                      </a:cubicBezTo>
                      <a:lnTo>
                        <a:pt x="1731396" y="0"/>
                      </a:lnTo>
                      <a:lnTo>
                        <a:pt x="1733299" y="96202"/>
                      </a:lnTo>
                      <a:cubicBezTo>
                        <a:pt x="1521156" y="1508760"/>
                        <a:pt x="952268" y="2812733"/>
                        <a:pt x="26637" y="4006215"/>
                      </a:cubicBezTo>
                      <a:close/>
                    </a:path>
                  </a:pathLst>
                </a:custGeom>
                <a:solidFill>
                  <a:srgbClr val="588C89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5" name="Freeform 1684">
                  <a:extLst>
                    <a:ext uri="{FF2B5EF4-FFF2-40B4-BE49-F238E27FC236}">
                      <a16:creationId xmlns:a16="http://schemas.microsoft.com/office/drawing/2014/main" id="{5E455D14-CF74-98F9-7C7D-5A85B814793A}"/>
                    </a:ext>
                  </a:extLst>
                </p:cNvPr>
                <p:cNvSpPr/>
                <p:nvPr/>
              </p:nvSpPr>
              <p:spPr>
                <a:xfrm>
                  <a:off x="6976457" y="1784985"/>
                  <a:ext cx="1382724" cy="1735455"/>
                </a:xfrm>
                <a:custGeom>
                  <a:avLst/>
                  <a:gdLst>
                    <a:gd name="connsiteX0" fmla="*/ 1382725 w 1382724"/>
                    <a:gd name="connsiteY0" fmla="*/ 1702118 h 1735455"/>
                    <a:gd name="connsiteX1" fmla="*/ 1381773 w 1382724"/>
                    <a:gd name="connsiteY1" fmla="*/ 1735455 h 1735455"/>
                    <a:gd name="connsiteX2" fmla="*/ 560787 w 1382724"/>
                    <a:gd name="connsiteY2" fmla="*/ 59055 h 1735455"/>
                    <a:gd name="connsiteX3" fmla="*/ 636892 w 1382724"/>
                    <a:gd name="connsiteY3" fmla="*/ 0 h 1735455"/>
                    <a:gd name="connsiteX4" fmla="*/ 583619 w 1382724"/>
                    <a:gd name="connsiteY4" fmla="*/ 80962 h 1735455"/>
                    <a:gd name="connsiteX5" fmla="*/ 1382725 w 1382724"/>
                    <a:gd name="connsiteY5" fmla="*/ 1702118 h 1735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82724" h="1735455">
                      <a:moveTo>
                        <a:pt x="1382725" y="1702118"/>
                      </a:moveTo>
                      <a:cubicBezTo>
                        <a:pt x="1382725" y="1713547"/>
                        <a:pt x="1382725" y="1724025"/>
                        <a:pt x="1381773" y="1735455"/>
                      </a:cubicBezTo>
                      <a:cubicBezTo>
                        <a:pt x="-126064" y="1674495"/>
                        <a:pt x="-400043" y="1115378"/>
                        <a:pt x="560787" y="59055"/>
                      </a:cubicBezTo>
                      <a:lnTo>
                        <a:pt x="636892" y="0"/>
                      </a:lnTo>
                      <a:lnTo>
                        <a:pt x="583619" y="80962"/>
                      </a:lnTo>
                      <a:cubicBezTo>
                        <a:pt x="-392433" y="1122998"/>
                        <a:pt x="-126064" y="1663065"/>
                        <a:pt x="1382725" y="1702118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6" name="Freeform 1685">
                  <a:extLst>
                    <a:ext uri="{FF2B5EF4-FFF2-40B4-BE49-F238E27FC236}">
                      <a16:creationId xmlns:a16="http://schemas.microsoft.com/office/drawing/2014/main" id="{94EE1568-4C5C-5FFD-8DBD-D927EC047574}"/>
                    </a:ext>
                  </a:extLst>
                </p:cNvPr>
                <p:cNvSpPr/>
                <p:nvPr/>
              </p:nvSpPr>
              <p:spPr>
                <a:xfrm>
                  <a:off x="5316871" y="2930842"/>
                  <a:ext cx="2995696" cy="2596514"/>
                </a:xfrm>
                <a:custGeom>
                  <a:avLst/>
                  <a:gdLst>
                    <a:gd name="connsiteX0" fmla="*/ 2988086 w 2995696"/>
                    <a:gd name="connsiteY0" fmla="*/ 0 h 2596514"/>
                    <a:gd name="connsiteX1" fmla="*/ 2995697 w 2995696"/>
                    <a:gd name="connsiteY1" fmla="*/ 35242 h 2596514"/>
                    <a:gd name="connsiteX2" fmla="*/ 48517 w 2995696"/>
                    <a:gd name="connsiteY2" fmla="*/ 2512695 h 2596514"/>
                    <a:gd name="connsiteX3" fmla="*/ 0 w 2995696"/>
                    <a:gd name="connsiteY3" fmla="*/ 2596515 h 2596514"/>
                    <a:gd name="connsiteX4" fmla="*/ 17124 w 2995696"/>
                    <a:gd name="connsiteY4" fmla="*/ 2501265 h 2596514"/>
                    <a:gd name="connsiteX5" fmla="*/ 2989037 w 2995696"/>
                    <a:gd name="connsiteY5" fmla="*/ 953 h 25965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995696" h="2596514">
                      <a:moveTo>
                        <a:pt x="2988086" y="0"/>
                      </a:moveTo>
                      <a:cubicBezTo>
                        <a:pt x="2990940" y="11430"/>
                        <a:pt x="2992843" y="22860"/>
                        <a:pt x="2995697" y="35242"/>
                      </a:cubicBezTo>
                      <a:cubicBezTo>
                        <a:pt x="1518302" y="343852"/>
                        <a:pt x="535591" y="1169670"/>
                        <a:pt x="48517" y="2512695"/>
                      </a:cubicBezTo>
                      <a:lnTo>
                        <a:pt x="0" y="2596515"/>
                      </a:lnTo>
                      <a:lnTo>
                        <a:pt x="17124" y="2501265"/>
                      </a:lnTo>
                      <a:cubicBezTo>
                        <a:pt x="525127" y="1165860"/>
                        <a:pt x="1516399" y="332423"/>
                        <a:pt x="2989037" y="953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7" name="Freeform 1686">
                  <a:extLst>
                    <a:ext uri="{FF2B5EF4-FFF2-40B4-BE49-F238E27FC236}">
                      <a16:creationId xmlns:a16="http://schemas.microsoft.com/office/drawing/2014/main" id="{701213A7-F562-4074-5A1C-693AD6E961FD}"/>
                    </a:ext>
                  </a:extLst>
                </p:cNvPr>
                <p:cNvSpPr/>
                <p:nvPr/>
              </p:nvSpPr>
              <p:spPr>
                <a:xfrm>
                  <a:off x="4435000" y="2885122"/>
                  <a:ext cx="3868054" cy="2042159"/>
                </a:xfrm>
                <a:custGeom>
                  <a:avLst/>
                  <a:gdLst>
                    <a:gd name="connsiteX0" fmla="*/ 3859492 w 3868054"/>
                    <a:gd name="connsiteY0" fmla="*/ 0 h 2042159"/>
                    <a:gd name="connsiteX1" fmla="*/ 3868054 w 3868054"/>
                    <a:gd name="connsiteY1" fmla="*/ 37148 h 2042159"/>
                    <a:gd name="connsiteX2" fmla="*/ 82765 w 3868054"/>
                    <a:gd name="connsiteY2" fmla="*/ 1991678 h 2042159"/>
                    <a:gd name="connsiteX3" fmla="*/ 0 w 3868054"/>
                    <a:gd name="connsiteY3" fmla="*/ 2042160 h 2042159"/>
                    <a:gd name="connsiteX4" fmla="*/ 58982 w 3868054"/>
                    <a:gd name="connsiteY4" fmla="*/ 1965008 h 2042159"/>
                    <a:gd name="connsiteX5" fmla="*/ 3859492 w 3868054"/>
                    <a:gd name="connsiteY5" fmla="*/ 953 h 2042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68054" h="2042159">
                      <a:moveTo>
                        <a:pt x="3859492" y="0"/>
                      </a:moveTo>
                      <a:cubicBezTo>
                        <a:pt x="3862347" y="12383"/>
                        <a:pt x="3865200" y="24765"/>
                        <a:pt x="3868054" y="37148"/>
                      </a:cubicBezTo>
                      <a:cubicBezTo>
                        <a:pt x="2397318" y="375285"/>
                        <a:pt x="1134921" y="1026795"/>
                        <a:pt x="82765" y="1991678"/>
                      </a:cubicBezTo>
                      <a:lnTo>
                        <a:pt x="0" y="2042160"/>
                      </a:lnTo>
                      <a:lnTo>
                        <a:pt x="58982" y="1965008"/>
                      </a:lnTo>
                      <a:cubicBezTo>
                        <a:pt x="1127310" y="1018222"/>
                        <a:pt x="2394465" y="362903"/>
                        <a:pt x="3859492" y="953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8" name="Freeform 1687">
                  <a:extLst>
                    <a:ext uri="{FF2B5EF4-FFF2-40B4-BE49-F238E27FC236}">
                      <a16:creationId xmlns:a16="http://schemas.microsoft.com/office/drawing/2014/main" id="{E554058F-3FD5-C38E-4D00-A6F11B5C44DF}"/>
                    </a:ext>
                  </a:extLst>
                </p:cNvPr>
                <p:cNvSpPr/>
                <p:nvPr/>
              </p:nvSpPr>
              <p:spPr>
                <a:xfrm>
                  <a:off x="7133529" y="2559367"/>
                  <a:ext cx="1159060" cy="535087"/>
                </a:xfrm>
                <a:custGeom>
                  <a:avLst/>
                  <a:gdLst>
                    <a:gd name="connsiteX0" fmla="*/ 1148596 w 1159060"/>
                    <a:gd name="connsiteY0" fmla="*/ 278130 h 535087"/>
                    <a:gd name="connsiteX1" fmla="*/ 1159061 w 1159060"/>
                    <a:gd name="connsiteY1" fmla="*/ 317183 h 535087"/>
                    <a:gd name="connsiteX2" fmla="*/ 927890 w 1159060"/>
                    <a:gd name="connsiteY2" fmla="*/ 20003 h 535087"/>
                    <a:gd name="connsiteX3" fmla="*/ 1023022 w 1159060"/>
                    <a:gd name="connsiteY3" fmla="*/ 0 h 535087"/>
                    <a:gd name="connsiteX4" fmla="*/ 942160 w 1159060"/>
                    <a:gd name="connsiteY4" fmla="*/ 54292 h 535087"/>
                    <a:gd name="connsiteX5" fmla="*/ 1148596 w 1159060"/>
                    <a:gd name="connsiteY5" fmla="*/ 278130 h 5350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9060" h="535087">
                      <a:moveTo>
                        <a:pt x="1148596" y="278130"/>
                      </a:moveTo>
                      <a:cubicBezTo>
                        <a:pt x="1152402" y="290513"/>
                        <a:pt x="1155255" y="303848"/>
                        <a:pt x="1159061" y="317183"/>
                      </a:cubicBezTo>
                      <a:cubicBezTo>
                        <a:pt x="-305016" y="685800"/>
                        <a:pt x="-382073" y="586740"/>
                        <a:pt x="927890" y="20003"/>
                      </a:cubicBezTo>
                      <a:lnTo>
                        <a:pt x="1023022" y="0"/>
                      </a:lnTo>
                      <a:lnTo>
                        <a:pt x="942160" y="54292"/>
                      </a:lnTo>
                      <a:cubicBezTo>
                        <a:pt x="-377316" y="598170"/>
                        <a:pt x="-308821" y="672465"/>
                        <a:pt x="1148596" y="27813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89" name="Freeform 1688">
                  <a:extLst>
                    <a:ext uri="{FF2B5EF4-FFF2-40B4-BE49-F238E27FC236}">
                      <a16:creationId xmlns:a16="http://schemas.microsoft.com/office/drawing/2014/main" id="{C6E5CBAB-9E94-4127-1094-24587004FE5D}"/>
                    </a:ext>
                  </a:extLst>
                </p:cNvPr>
                <p:cNvSpPr/>
                <p:nvPr/>
              </p:nvSpPr>
              <p:spPr>
                <a:xfrm>
                  <a:off x="6790811" y="1458277"/>
                  <a:ext cx="1223042" cy="3119437"/>
                </a:xfrm>
                <a:custGeom>
                  <a:avLst/>
                  <a:gdLst>
                    <a:gd name="connsiteX0" fmla="*/ 428693 w 1223042"/>
                    <a:gd name="connsiteY0" fmla="*/ 1905 h 3119437"/>
                    <a:gd name="connsiteX1" fmla="*/ 464844 w 1223042"/>
                    <a:gd name="connsiteY1" fmla="*/ 22860 h 3119437"/>
                    <a:gd name="connsiteX2" fmla="*/ 1151694 w 1223042"/>
                    <a:gd name="connsiteY2" fmla="*/ 3053715 h 3119437"/>
                    <a:gd name="connsiteX3" fmla="*/ 1223043 w 1223042"/>
                    <a:gd name="connsiteY3" fmla="*/ 3119438 h 3119437"/>
                    <a:gd name="connsiteX4" fmla="*/ 1130766 w 1223042"/>
                    <a:gd name="connsiteY4" fmla="*/ 3087053 h 3119437"/>
                    <a:gd name="connsiteX5" fmla="*/ 427742 w 1223042"/>
                    <a:gd name="connsiteY5" fmla="*/ 0 h 31194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23042" h="3119437">
                      <a:moveTo>
                        <a:pt x="428693" y="1905"/>
                      </a:moveTo>
                      <a:cubicBezTo>
                        <a:pt x="441061" y="8573"/>
                        <a:pt x="452476" y="16193"/>
                        <a:pt x="464844" y="22860"/>
                      </a:cubicBezTo>
                      <a:cubicBezTo>
                        <a:pt x="-307625" y="1321118"/>
                        <a:pt x="-79309" y="2331720"/>
                        <a:pt x="1151694" y="3053715"/>
                      </a:cubicBezTo>
                      <a:lnTo>
                        <a:pt x="1223043" y="3119438"/>
                      </a:lnTo>
                      <a:lnTo>
                        <a:pt x="1130766" y="3087053"/>
                      </a:lnTo>
                      <a:cubicBezTo>
                        <a:pt x="-86920" y="2341245"/>
                        <a:pt x="-320944" y="1312545"/>
                        <a:pt x="427742" y="0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0" name="Freeform 1689">
                  <a:extLst>
                    <a:ext uri="{FF2B5EF4-FFF2-40B4-BE49-F238E27FC236}">
                      <a16:creationId xmlns:a16="http://schemas.microsoft.com/office/drawing/2014/main" id="{E59338B7-6806-0F66-E06F-68038D27CB68}"/>
                    </a:ext>
                  </a:extLst>
                </p:cNvPr>
                <p:cNvSpPr/>
                <p:nvPr/>
              </p:nvSpPr>
              <p:spPr>
                <a:xfrm>
                  <a:off x="6240808" y="4141667"/>
                  <a:ext cx="1798731" cy="1548568"/>
                </a:xfrm>
                <a:custGeom>
                  <a:avLst/>
                  <a:gdLst>
                    <a:gd name="connsiteX0" fmla="*/ 54017 w 1798731"/>
                    <a:gd name="connsiteY0" fmla="*/ 1545710 h 1548568"/>
                    <a:gd name="connsiteX1" fmla="*/ 12159 w 1798731"/>
                    <a:gd name="connsiteY1" fmla="*/ 1548568 h 1548568"/>
                    <a:gd name="connsiteX2" fmla="*/ 1725480 w 1798731"/>
                    <a:gd name="connsiteY2" fmla="*/ 328415 h 1548568"/>
                    <a:gd name="connsiteX3" fmla="*/ 1798732 w 1798731"/>
                    <a:gd name="connsiteY3" fmla="*/ 393185 h 1548568"/>
                    <a:gd name="connsiteX4" fmla="*/ 1706454 w 1798731"/>
                    <a:gd name="connsiteY4" fmla="*/ 363658 h 1548568"/>
                    <a:gd name="connsiteX5" fmla="*/ 54017 w 1798731"/>
                    <a:gd name="connsiteY5" fmla="*/ 1545710 h 1548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98731" h="1548568">
                      <a:moveTo>
                        <a:pt x="54017" y="1545710"/>
                      </a:moveTo>
                      <a:cubicBezTo>
                        <a:pt x="39747" y="1546663"/>
                        <a:pt x="26429" y="1547615"/>
                        <a:pt x="12159" y="1548568"/>
                      </a:cubicBezTo>
                      <a:cubicBezTo>
                        <a:pt x="-92486" y="40760"/>
                        <a:pt x="478304" y="-365957"/>
                        <a:pt x="1725480" y="328415"/>
                      </a:cubicBezTo>
                      <a:lnTo>
                        <a:pt x="1798732" y="393185"/>
                      </a:lnTo>
                      <a:lnTo>
                        <a:pt x="1706454" y="363658"/>
                      </a:lnTo>
                      <a:cubicBezTo>
                        <a:pt x="472596" y="-353574"/>
                        <a:pt x="-78216" y="39808"/>
                        <a:pt x="54017" y="1545710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1" name="Freeform 1690">
                  <a:extLst>
                    <a:ext uri="{FF2B5EF4-FFF2-40B4-BE49-F238E27FC236}">
                      <a16:creationId xmlns:a16="http://schemas.microsoft.com/office/drawing/2014/main" id="{DB23F527-BEA9-F482-4C86-1F592F3AB1B2}"/>
                    </a:ext>
                  </a:extLst>
                </p:cNvPr>
                <p:cNvSpPr/>
                <p:nvPr/>
              </p:nvSpPr>
              <p:spPr>
                <a:xfrm>
                  <a:off x="6703177" y="4233902"/>
                  <a:ext cx="1188908" cy="1205825"/>
                </a:xfrm>
                <a:custGeom>
                  <a:avLst/>
                  <a:gdLst>
                    <a:gd name="connsiteX0" fmla="*/ 1188909 w 1188908"/>
                    <a:gd name="connsiteY0" fmla="*/ 575270 h 1205825"/>
                    <a:gd name="connsiteX1" fmla="*/ 1160369 w 1188908"/>
                    <a:gd name="connsiteY1" fmla="*/ 611465 h 1205825"/>
                    <a:gd name="connsiteX2" fmla="*/ 351750 w 1188908"/>
                    <a:gd name="connsiteY2" fmla="*/ 1110575 h 1205825"/>
                    <a:gd name="connsiteX3" fmla="*/ 373630 w 1188908"/>
                    <a:gd name="connsiteY3" fmla="*/ 1205825 h 1205825"/>
                    <a:gd name="connsiteX4" fmla="*/ 311795 w 1188908"/>
                    <a:gd name="connsiteY4" fmla="*/ 1129625 h 1205825"/>
                    <a:gd name="connsiteX5" fmla="*/ 1187958 w 1188908"/>
                    <a:gd name="connsiteY5" fmla="*/ 574317 h 1205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88908" h="1205825">
                      <a:moveTo>
                        <a:pt x="1188909" y="575270"/>
                      </a:moveTo>
                      <a:cubicBezTo>
                        <a:pt x="1179396" y="587653"/>
                        <a:pt x="1169882" y="600035"/>
                        <a:pt x="1160369" y="611465"/>
                      </a:cubicBezTo>
                      <a:cubicBezTo>
                        <a:pt x="-18312" y="-332462"/>
                        <a:pt x="-287535" y="-166728"/>
                        <a:pt x="351750" y="1110575"/>
                      </a:cubicBezTo>
                      <a:lnTo>
                        <a:pt x="373630" y="1205825"/>
                      </a:lnTo>
                      <a:lnTo>
                        <a:pt x="311795" y="1129625"/>
                      </a:lnTo>
                      <a:cubicBezTo>
                        <a:pt x="-301804" y="-160060"/>
                        <a:pt x="-9750" y="-345797"/>
                        <a:pt x="1187958" y="574317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2" name="Freeform 1691">
                  <a:extLst>
                    <a:ext uri="{FF2B5EF4-FFF2-40B4-BE49-F238E27FC236}">
                      <a16:creationId xmlns:a16="http://schemas.microsoft.com/office/drawing/2014/main" id="{4CAA2807-EFFE-4AD2-DEFB-9BF336FA8E2F}"/>
                    </a:ext>
                  </a:extLst>
                </p:cNvPr>
                <p:cNvSpPr/>
                <p:nvPr/>
              </p:nvSpPr>
              <p:spPr>
                <a:xfrm>
                  <a:off x="6928141" y="1864042"/>
                  <a:ext cx="1018169" cy="863208"/>
                </a:xfrm>
                <a:custGeom>
                  <a:avLst/>
                  <a:gdLst>
                    <a:gd name="connsiteX0" fmla="*/ 987727 w 1018169"/>
                    <a:gd name="connsiteY0" fmla="*/ 216217 h 863208"/>
                    <a:gd name="connsiteX1" fmla="*/ 1018170 w 1018169"/>
                    <a:gd name="connsiteY1" fmla="*/ 259080 h 863208"/>
                    <a:gd name="connsiteX2" fmla="*/ 680452 w 1018169"/>
                    <a:gd name="connsiteY2" fmla="*/ 48578 h 863208"/>
                    <a:gd name="connsiteX3" fmla="*/ 766071 w 1018169"/>
                    <a:gd name="connsiteY3" fmla="*/ 0 h 863208"/>
                    <a:gd name="connsiteX4" fmla="*/ 715651 w 1018169"/>
                    <a:gd name="connsiteY4" fmla="*/ 84773 h 863208"/>
                    <a:gd name="connsiteX5" fmla="*/ 987727 w 1018169"/>
                    <a:gd name="connsiteY5" fmla="*/ 216217 h 863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18169" h="863208">
                      <a:moveTo>
                        <a:pt x="987727" y="216217"/>
                      </a:moveTo>
                      <a:cubicBezTo>
                        <a:pt x="998192" y="230505"/>
                        <a:pt x="1008656" y="244792"/>
                        <a:pt x="1018170" y="259080"/>
                      </a:cubicBezTo>
                      <a:cubicBezTo>
                        <a:pt x="-215688" y="1129665"/>
                        <a:pt x="-327944" y="1059180"/>
                        <a:pt x="680452" y="48578"/>
                      </a:cubicBezTo>
                      <a:lnTo>
                        <a:pt x="766071" y="0"/>
                      </a:lnTo>
                      <a:lnTo>
                        <a:pt x="715651" y="84773"/>
                      </a:lnTo>
                      <a:cubicBezTo>
                        <a:pt x="-316528" y="1071563"/>
                        <a:pt x="-225202" y="1115378"/>
                        <a:pt x="987727" y="216217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3" name="Freeform 1692">
                  <a:extLst>
                    <a:ext uri="{FF2B5EF4-FFF2-40B4-BE49-F238E27FC236}">
                      <a16:creationId xmlns:a16="http://schemas.microsoft.com/office/drawing/2014/main" id="{E60E3D97-D5A1-C9E8-EBE5-33D8DB822A1E}"/>
                    </a:ext>
                  </a:extLst>
                </p:cNvPr>
                <p:cNvSpPr/>
                <p:nvPr/>
              </p:nvSpPr>
              <p:spPr>
                <a:xfrm>
                  <a:off x="6905524" y="1821179"/>
                  <a:ext cx="1023663" cy="2980372"/>
                </a:xfrm>
                <a:custGeom>
                  <a:avLst/>
                  <a:gdLst>
                    <a:gd name="connsiteX0" fmla="*/ 1023663 w 1023663"/>
                    <a:gd name="connsiteY0" fmla="*/ 2937510 h 2980372"/>
                    <a:gd name="connsiteX1" fmla="*/ 992270 w 1023663"/>
                    <a:gd name="connsiteY1" fmla="*/ 2980373 h 2980372"/>
                    <a:gd name="connsiteX2" fmla="*/ 661211 w 1023663"/>
                    <a:gd name="connsiteY2" fmla="*/ 51435 h 2980372"/>
                    <a:gd name="connsiteX3" fmla="*/ 744928 w 1023663"/>
                    <a:gd name="connsiteY3" fmla="*/ 0 h 2980372"/>
                    <a:gd name="connsiteX4" fmla="*/ 696410 w 1023663"/>
                    <a:gd name="connsiteY4" fmla="*/ 85725 h 2980372"/>
                    <a:gd name="connsiteX5" fmla="*/ 1023663 w 1023663"/>
                    <a:gd name="connsiteY5" fmla="*/ 2937510 h 2980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23663" h="2980372">
                      <a:moveTo>
                        <a:pt x="1023663" y="2937510"/>
                      </a:moveTo>
                      <a:cubicBezTo>
                        <a:pt x="1013198" y="2951798"/>
                        <a:pt x="1002734" y="2966085"/>
                        <a:pt x="992270" y="2980373"/>
                      </a:cubicBezTo>
                      <a:cubicBezTo>
                        <a:pt x="-209243" y="2065020"/>
                        <a:pt x="-319596" y="1088708"/>
                        <a:pt x="661211" y="51435"/>
                      </a:cubicBezTo>
                      <a:lnTo>
                        <a:pt x="744928" y="0"/>
                      </a:lnTo>
                      <a:lnTo>
                        <a:pt x="696410" y="85725"/>
                      </a:lnTo>
                      <a:cubicBezTo>
                        <a:pt x="-308180" y="1100138"/>
                        <a:pt x="-198779" y="2051685"/>
                        <a:pt x="1023663" y="2937510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4" name="Freeform 1693">
                  <a:extLst>
                    <a:ext uri="{FF2B5EF4-FFF2-40B4-BE49-F238E27FC236}">
                      <a16:creationId xmlns:a16="http://schemas.microsoft.com/office/drawing/2014/main" id="{767F3433-1DAE-C141-B673-E5EDE4C5182D}"/>
                    </a:ext>
                  </a:extLst>
                </p:cNvPr>
                <p:cNvSpPr/>
                <p:nvPr/>
              </p:nvSpPr>
              <p:spPr>
                <a:xfrm>
                  <a:off x="5710716" y="1244917"/>
                  <a:ext cx="879968" cy="4429125"/>
                </a:xfrm>
                <a:custGeom>
                  <a:avLst/>
                  <a:gdLst>
                    <a:gd name="connsiteX0" fmla="*/ 62787 w 879968"/>
                    <a:gd name="connsiteY0" fmla="*/ 4428173 h 4429125"/>
                    <a:gd name="connsiteX1" fmla="*/ 0 w 879968"/>
                    <a:gd name="connsiteY1" fmla="*/ 4418648 h 4429125"/>
                    <a:gd name="connsiteX2" fmla="*/ 820986 w 879968"/>
                    <a:gd name="connsiteY2" fmla="*/ 86678 h 4429125"/>
                    <a:gd name="connsiteX3" fmla="*/ 871406 w 879968"/>
                    <a:gd name="connsiteY3" fmla="*/ 0 h 4429125"/>
                    <a:gd name="connsiteX4" fmla="*/ 879968 w 879968"/>
                    <a:gd name="connsiteY4" fmla="*/ 100013 h 4429125"/>
                    <a:gd name="connsiteX5" fmla="*/ 63738 w 879968"/>
                    <a:gd name="connsiteY5" fmla="*/ 4429125 h 44291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79968" h="4429125">
                      <a:moveTo>
                        <a:pt x="62787" y="4428173"/>
                      </a:moveTo>
                      <a:cubicBezTo>
                        <a:pt x="41858" y="4425315"/>
                        <a:pt x="20929" y="4421506"/>
                        <a:pt x="0" y="4418648"/>
                      </a:cubicBezTo>
                      <a:cubicBezTo>
                        <a:pt x="256856" y="2929890"/>
                        <a:pt x="530835" y="1484948"/>
                        <a:pt x="820986" y="86678"/>
                      </a:cubicBezTo>
                      <a:lnTo>
                        <a:pt x="871406" y="0"/>
                      </a:lnTo>
                      <a:lnTo>
                        <a:pt x="879968" y="100013"/>
                      </a:lnTo>
                      <a:cubicBezTo>
                        <a:pt x="550812" y="1490663"/>
                        <a:pt x="278736" y="2933700"/>
                        <a:pt x="63738" y="4429125"/>
                      </a:cubicBezTo>
                      <a:close/>
                    </a:path>
                  </a:pathLst>
                </a:custGeom>
                <a:solidFill>
                  <a:srgbClr val="F6D4D1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5" name="Freeform 1694">
                  <a:extLst>
                    <a:ext uri="{FF2B5EF4-FFF2-40B4-BE49-F238E27FC236}">
                      <a16:creationId xmlns:a16="http://schemas.microsoft.com/office/drawing/2014/main" id="{25CCD358-0E72-F84A-53AC-F603389D9794}"/>
                    </a:ext>
                  </a:extLst>
                </p:cNvPr>
                <p:cNvSpPr/>
                <p:nvPr/>
              </p:nvSpPr>
              <p:spPr>
                <a:xfrm>
                  <a:off x="6402174" y="1229677"/>
                  <a:ext cx="1568870" cy="3522344"/>
                </a:xfrm>
                <a:custGeom>
                  <a:avLst/>
                  <a:gdLst>
                    <a:gd name="connsiteX0" fmla="*/ 1568871 w 1568870"/>
                    <a:gd name="connsiteY0" fmla="*/ 3469958 h 3522344"/>
                    <a:gd name="connsiteX1" fmla="*/ 1532721 w 1568870"/>
                    <a:gd name="connsiteY1" fmla="*/ 3522345 h 3522344"/>
                    <a:gd name="connsiteX2" fmla="*/ 61034 w 1568870"/>
                    <a:gd name="connsiteY2" fmla="*/ 88583 h 3522344"/>
                    <a:gd name="connsiteX3" fmla="*/ 108600 w 1568870"/>
                    <a:gd name="connsiteY3" fmla="*/ 0 h 3522344"/>
                    <a:gd name="connsiteX4" fmla="*/ 120016 w 1568870"/>
                    <a:gd name="connsiteY4" fmla="*/ 99060 h 3522344"/>
                    <a:gd name="connsiteX5" fmla="*/ 1568871 w 1568870"/>
                    <a:gd name="connsiteY5" fmla="*/ 3469005 h 35223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68870" h="3522344">
                      <a:moveTo>
                        <a:pt x="1568871" y="3469958"/>
                      </a:moveTo>
                      <a:cubicBezTo>
                        <a:pt x="1557456" y="3487103"/>
                        <a:pt x="1545088" y="3505200"/>
                        <a:pt x="1532721" y="3522345"/>
                      </a:cubicBezTo>
                      <a:cubicBezTo>
                        <a:pt x="306474" y="2641283"/>
                        <a:pt x="-183454" y="1496378"/>
                        <a:pt x="61034" y="88583"/>
                      </a:cubicBezTo>
                      <a:lnTo>
                        <a:pt x="108600" y="0"/>
                      </a:lnTo>
                      <a:lnTo>
                        <a:pt x="120016" y="99060"/>
                      </a:lnTo>
                      <a:cubicBezTo>
                        <a:pt x="-164428" y="1499235"/>
                        <a:pt x="318841" y="2622233"/>
                        <a:pt x="1568871" y="3469005"/>
                      </a:cubicBezTo>
                      <a:close/>
                    </a:path>
                  </a:pathLst>
                </a:custGeom>
                <a:solidFill>
                  <a:srgbClr val="E8A97E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6" name="Freeform 1695">
                  <a:extLst>
                    <a:ext uri="{FF2B5EF4-FFF2-40B4-BE49-F238E27FC236}">
                      <a16:creationId xmlns:a16="http://schemas.microsoft.com/office/drawing/2014/main" id="{8254B1C1-64DE-0F3D-80C1-5A54FB7492B1}"/>
                    </a:ext>
                  </a:extLst>
                </p:cNvPr>
                <p:cNvSpPr/>
                <p:nvPr/>
              </p:nvSpPr>
              <p:spPr>
                <a:xfrm>
                  <a:off x="6508014" y="1261110"/>
                  <a:ext cx="1854022" cy="2216467"/>
                </a:xfrm>
                <a:custGeom>
                  <a:avLst/>
                  <a:gdLst>
                    <a:gd name="connsiteX0" fmla="*/ 1852120 w 1854022"/>
                    <a:gd name="connsiteY0" fmla="*/ 2148840 h 2216467"/>
                    <a:gd name="connsiteX1" fmla="*/ 1852120 w 1854022"/>
                    <a:gd name="connsiteY1" fmla="*/ 2216468 h 2216467"/>
                    <a:gd name="connsiteX2" fmla="*/ 91232 w 1854022"/>
                    <a:gd name="connsiteY2" fmla="*/ 84773 h 2216467"/>
                    <a:gd name="connsiteX3" fmla="*/ 146409 w 1854022"/>
                    <a:gd name="connsiteY3" fmla="*/ 0 h 2216467"/>
                    <a:gd name="connsiteX4" fmla="*/ 154019 w 1854022"/>
                    <a:gd name="connsiteY4" fmla="*/ 100013 h 2216467"/>
                    <a:gd name="connsiteX5" fmla="*/ 1854022 w 1854022"/>
                    <a:gd name="connsiteY5" fmla="*/ 2147888 h 2216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54022" h="2216467">
                      <a:moveTo>
                        <a:pt x="1852120" y="2148840"/>
                      </a:moveTo>
                      <a:cubicBezTo>
                        <a:pt x="1852120" y="2171700"/>
                        <a:pt x="1852120" y="2193608"/>
                        <a:pt x="1852120" y="2216468"/>
                      </a:cubicBezTo>
                      <a:cubicBezTo>
                        <a:pt x="343331" y="2184083"/>
                        <a:pt x="-243631" y="1473518"/>
                        <a:pt x="91232" y="84773"/>
                      </a:cubicBezTo>
                      <a:lnTo>
                        <a:pt x="146409" y="0"/>
                      </a:lnTo>
                      <a:lnTo>
                        <a:pt x="154019" y="100013"/>
                      </a:lnTo>
                      <a:cubicBezTo>
                        <a:pt x="-221751" y="1478280"/>
                        <a:pt x="344282" y="2161222"/>
                        <a:pt x="1854022" y="2147888"/>
                      </a:cubicBezTo>
                      <a:close/>
                    </a:path>
                  </a:pathLst>
                </a:custGeom>
                <a:solidFill>
                  <a:srgbClr val="D4A134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7" name="Freeform 1696">
                  <a:extLst>
                    <a:ext uri="{FF2B5EF4-FFF2-40B4-BE49-F238E27FC236}">
                      <a16:creationId xmlns:a16="http://schemas.microsoft.com/office/drawing/2014/main" id="{204D3353-8C22-89AA-EECD-E218D9008C48}"/>
                    </a:ext>
                  </a:extLst>
                </p:cNvPr>
                <p:cNvSpPr/>
                <p:nvPr/>
              </p:nvSpPr>
              <p:spPr>
                <a:xfrm>
                  <a:off x="7004118" y="1916429"/>
                  <a:ext cx="1275153" cy="1086263"/>
                </a:xfrm>
                <a:custGeom>
                  <a:avLst/>
                  <a:gdLst>
                    <a:gd name="connsiteX0" fmla="*/ 1255176 w 1275153"/>
                    <a:gd name="connsiteY0" fmla="*/ 842963 h 1086263"/>
                    <a:gd name="connsiteX1" fmla="*/ 1275154 w 1275153"/>
                    <a:gd name="connsiteY1" fmla="*/ 912495 h 1086263"/>
                    <a:gd name="connsiteX2" fmla="*/ 646334 w 1275153"/>
                    <a:gd name="connsiteY2" fmla="*/ 39053 h 1086263"/>
                    <a:gd name="connsiteX3" fmla="*/ 739562 w 1275153"/>
                    <a:gd name="connsiteY3" fmla="*/ 0 h 1086263"/>
                    <a:gd name="connsiteX4" fmla="*/ 691997 w 1275153"/>
                    <a:gd name="connsiteY4" fmla="*/ 89535 h 1086263"/>
                    <a:gd name="connsiteX5" fmla="*/ 1255176 w 1275153"/>
                    <a:gd name="connsiteY5" fmla="*/ 842963 h 10862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75153" h="1086263">
                      <a:moveTo>
                        <a:pt x="1255176" y="842963"/>
                      </a:moveTo>
                      <a:cubicBezTo>
                        <a:pt x="1261835" y="865823"/>
                        <a:pt x="1269446" y="888683"/>
                        <a:pt x="1275154" y="912495"/>
                      </a:cubicBezTo>
                      <a:cubicBezTo>
                        <a:pt x="-180361" y="1312545"/>
                        <a:pt x="-389651" y="1022033"/>
                        <a:pt x="646334" y="39053"/>
                      </a:cubicBezTo>
                      <a:lnTo>
                        <a:pt x="739562" y="0"/>
                      </a:lnTo>
                      <a:lnTo>
                        <a:pt x="691997" y="89535"/>
                      </a:lnTo>
                      <a:cubicBezTo>
                        <a:pt x="-374430" y="1038225"/>
                        <a:pt x="-187020" y="1289685"/>
                        <a:pt x="1255176" y="842963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8" name="Freeform 1697">
                  <a:extLst>
                    <a:ext uri="{FF2B5EF4-FFF2-40B4-BE49-F238E27FC236}">
                      <a16:creationId xmlns:a16="http://schemas.microsoft.com/office/drawing/2014/main" id="{AC68ED45-6FD2-0063-D027-7BA9B33CE0C5}"/>
                    </a:ext>
                  </a:extLst>
                </p:cNvPr>
                <p:cNvSpPr/>
                <p:nvPr/>
              </p:nvSpPr>
              <p:spPr>
                <a:xfrm>
                  <a:off x="6248814" y="1283017"/>
                  <a:ext cx="491227" cy="4403407"/>
                </a:xfrm>
                <a:custGeom>
                  <a:avLst/>
                  <a:gdLst>
                    <a:gd name="connsiteX0" fmla="*/ 133532 w 491227"/>
                    <a:gd name="connsiteY0" fmla="*/ 4394835 h 4403407"/>
                    <a:gd name="connsiteX1" fmla="*/ 55524 w 491227"/>
                    <a:gd name="connsiteY1" fmla="*/ 4403408 h 4403407"/>
                    <a:gd name="connsiteX2" fmla="*/ 419879 w 491227"/>
                    <a:gd name="connsiteY2" fmla="*/ 80963 h 4403407"/>
                    <a:gd name="connsiteX3" fmla="*/ 482665 w 491227"/>
                    <a:gd name="connsiteY3" fmla="*/ 0 h 4403407"/>
                    <a:gd name="connsiteX4" fmla="*/ 491227 w 491227"/>
                    <a:gd name="connsiteY4" fmla="*/ 101918 h 4403407"/>
                    <a:gd name="connsiteX5" fmla="*/ 133532 w 491227"/>
                    <a:gd name="connsiteY5" fmla="*/ 4394835 h 4403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91227" h="4403407">
                      <a:moveTo>
                        <a:pt x="133532" y="4394835"/>
                      </a:moveTo>
                      <a:cubicBezTo>
                        <a:pt x="107847" y="4397693"/>
                        <a:pt x="81210" y="4400550"/>
                        <a:pt x="55524" y="4403408"/>
                      </a:cubicBezTo>
                      <a:cubicBezTo>
                        <a:pt x="-83368" y="2898458"/>
                        <a:pt x="38401" y="1457325"/>
                        <a:pt x="419879" y="80963"/>
                      </a:cubicBezTo>
                      <a:lnTo>
                        <a:pt x="482665" y="0"/>
                      </a:lnTo>
                      <a:lnTo>
                        <a:pt x="491227" y="101918"/>
                      </a:lnTo>
                      <a:cubicBezTo>
                        <a:pt x="62184" y="1463993"/>
                        <a:pt x="-57682" y="2895600"/>
                        <a:pt x="133532" y="4394835"/>
                      </a:cubicBezTo>
                      <a:close/>
                    </a:path>
                  </a:pathLst>
                </a:custGeom>
                <a:solidFill>
                  <a:srgbClr val="F2BFB8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99" name="Freeform 1698">
                  <a:extLst>
                    <a:ext uri="{FF2B5EF4-FFF2-40B4-BE49-F238E27FC236}">
                      <a16:creationId xmlns:a16="http://schemas.microsoft.com/office/drawing/2014/main" id="{76753EB0-DF21-6E01-6A50-1F0E42CB68BF}"/>
                    </a:ext>
                  </a:extLst>
                </p:cNvPr>
                <p:cNvSpPr/>
                <p:nvPr/>
              </p:nvSpPr>
              <p:spPr>
                <a:xfrm>
                  <a:off x="6507874" y="1309687"/>
                  <a:ext cx="703068" cy="1115545"/>
                </a:xfrm>
                <a:custGeom>
                  <a:avLst/>
                  <a:gdLst>
                    <a:gd name="connsiteX0" fmla="*/ 632671 w 703068"/>
                    <a:gd name="connsiteY0" fmla="*/ 107633 h 1115545"/>
                    <a:gd name="connsiteX1" fmla="*/ 703069 w 703068"/>
                    <a:gd name="connsiteY1" fmla="*/ 145733 h 1115545"/>
                    <a:gd name="connsiteX2" fmla="*/ 240729 w 703068"/>
                    <a:gd name="connsiteY2" fmla="*/ 78105 h 1115545"/>
                    <a:gd name="connsiteX3" fmla="*/ 307321 w 703068"/>
                    <a:gd name="connsiteY3" fmla="*/ 0 h 1115545"/>
                    <a:gd name="connsiteX4" fmla="*/ 313029 w 703068"/>
                    <a:gd name="connsiteY4" fmla="*/ 102870 h 1115545"/>
                    <a:gd name="connsiteX5" fmla="*/ 632671 w 703068"/>
                    <a:gd name="connsiteY5" fmla="*/ 107633 h 11155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03068" h="1115545">
                      <a:moveTo>
                        <a:pt x="632671" y="107633"/>
                      </a:moveTo>
                      <a:cubicBezTo>
                        <a:pt x="656454" y="120015"/>
                        <a:pt x="680237" y="132398"/>
                        <a:pt x="703069" y="145733"/>
                      </a:cubicBezTo>
                      <a:cubicBezTo>
                        <a:pt x="-39910" y="1461135"/>
                        <a:pt x="-194023" y="1438275"/>
                        <a:pt x="240729" y="78105"/>
                      </a:cubicBezTo>
                      <a:lnTo>
                        <a:pt x="307321" y="0"/>
                      </a:lnTo>
                      <a:lnTo>
                        <a:pt x="313029" y="102870"/>
                      </a:lnTo>
                      <a:cubicBezTo>
                        <a:pt x="-170240" y="1446848"/>
                        <a:pt x="-63692" y="1448753"/>
                        <a:pt x="632671" y="107633"/>
                      </a:cubicBezTo>
                      <a:close/>
                    </a:path>
                  </a:pathLst>
                </a:custGeom>
                <a:solidFill>
                  <a:srgbClr val="BD6233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00" name="Freeform 1699">
                  <a:extLst>
                    <a:ext uri="{FF2B5EF4-FFF2-40B4-BE49-F238E27FC236}">
                      <a16:creationId xmlns:a16="http://schemas.microsoft.com/office/drawing/2014/main" id="{DCCF471E-B281-431E-5C0E-A9EE1AB13022}"/>
                    </a:ext>
                  </a:extLst>
                </p:cNvPr>
                <p:cNvSpPr/>
                <p:nvPr/>
              </p:nvSpPr>
              <p:spPr>
                <a:xfrm>
                  <a:off x="6618794" y="1341120"/>
                  <a:ext cx="1292317" cy="1277208"/>
                </a:xfrm>
                <a:custGeom>
                  <a:avLst/>
                  <a:gdLst>
                    <a:gd name="connsiteX0" fmla="*/ 1237141 w 1292317"/>
                    <a:gd name="connsiteY0" fmla="*/ 661035 h 1277208"/>
                    <a:gd name="connsiteX1" fmla="*/ 1292317 w 1292317"/>
                    <a:gd name="connsiteY1" fmla="*/ 731520 h 1277208"/>
                    <a:gd name="connsiteX2" fmla="*/ 210670 w 1292317"/>
                    <a:gd name="connsiteY2" fmla="*/ 74295 h 1277208"/>
                    <a:gd name="connsiteX3" fmla="*/ 284873 w 1292317"/>
                    <a:gd name="connsiteY3" fmla="*/ 0 h 1277208"/>
                    <a:gd name="connsiteX4" fmla="*/ 289630 w 1292317"/>
                    <a:gd name="connsiteY4" fmla="*/ 104775 h 1277208"/>
                    <a:gd name="connsiteX5" fmla="*/ 1237141 w 1292317"/>
                    <a:gd name="connsiteY5" fmla="*/ 661035 h 12772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292317" h="1277208">
                      <a:moveTo>
                        <a:pt x="1237141" y="661035"/>
                      </a:moveTo>
                      <a:cubicBezTo>
                        <a:pt x="1256167" y="683895"/>
                        <a:pt x="1274243" y="707708"/>
                        <a:pt x="1292317" y="731520"/>
                      </a:cubicBezTo>
                      <a:cubicBezTo>
                        <a:pt x="82243" y="1635443"/>
                        <a:pt x="-277355" y="1416368"/>
                        <a:pt x="210670" y="74295"/>
                      </a:cubicBezTo>
                      <a:lnTo>
                        <a:pt x="284873" y="0"/>
                      </a:lnTo>
                      <a:lnTo>
                        <a:pt x="289630" y="104775"/>
                      </a:lnTo>
                      <a:cubicBezTo>
                        <a:pt x="-251670" y="1426845"/>
                        <a:pt x="64168" y="1612583"/>
                        <a:pt x="1237141" y="661035"/>
                      </a:cubicBezTo>
                      <a:close/>
                    </a:path>
                  </a:pathLst>
                </a:custGeom>
                <a:solidFill>
                  <a:srgbClr val="BE7830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01" name="Freeform 1700">
                  <a:extLst>
                    <a:ext uri="{FF2B5EF4-FFF2-40B4-BE49-F238E27FC236}">
                      <a16:creationId xmlns:a16="http://schemas.microsoft.com/office/drawing/2014/main" id="{1834FF8C-D62D-290C-F8EA-20F8FC3B57A6}"/>
                    </a:ext>
                  </a:extLst>
                </p:cNvPr>
                <p:cNvSpPr/>
                <p:nvPr/>
              </p:nvSpPr>
              <p:spPr>
                <a:xfrm>
                  <a:off x="6690689" y="1378267"/>
                  <a:ext cx="1565750" cy="1544896"/>
                </a:xfrm>
                <a:custGeom>
                  <a:avLst/>
                  <a:gdLst>
                    <a:gd name="connsiteX0" fmla="*/ 1536260 w 1565750"/>
                    <a:gd name="connsiteY0" fmla="*/ 1284923 h 1544896"/>
                    <a:gd name="connsiteX1" fmla="*/ 1565751 w 1565750"/>
                    <a:gd name="connsiteY1" fmla="*/ 1371600 h 1544896"/>
                    <a:gd name="connsiteX2" fmla="*/ 225346 w 1565750"/>
                    <a:gd name="connsiteY2" fmla="*/ 70485 h 1544896"/>
                    <a:gd name="connsiteX3" fmla="*/ 303354 w 1565750"/>
                    <a:gd name="connsiteY3" fmla="*/ 0 h 1544896"/>
                    <a:gd name="connsiteX4" fmla="*/ 303354 w 1565750"/>
                    <a:gd name="connsiteY4" fmla="*/ 104775 h 1544896"/>
                    <a:gd name="connsiteX5" fmla="*/ 1536260 w 1565750"/>
                    <a:gd name="connsiteY5" fmla="*/ 1283970 h 1544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565750" h="1544896">
                      <a:moveTo>
                        <a:pt x="1536260" y="1284923"/>
                      </a:moveTo>
                      <a:cubicBezTo>
                        <a:pt x="1546725" y="1313498"/>
                        <a:pt x="1556238" y="1342073"/>
                        <a:pt x="1565751" y="1371600"/>
                      </a:cubicBezTo>
                      <a:cubicBezTo>
                        <a:pt x="125458" y="1824038"/>
                        <a:pt x="-320710" y="1390650"/>
                        <a:pt x="225346" y="70485"/>
                      </a:cubicBezTo>
                      <a:lnTo>
                        <a:pt x="303354" y="0"/>
                      </a:lnTo>
                      <a:lnTo>
                        <a:pt x="303354" y="104775"/>
                      </a:lnTo>
                      <a:cubicBezTo>
                        <a:pt x="-295024" y="1401128"/>
                        <a:pt x="115945" y="1794510"/>
                        <a:pt x="1536260" y="1283970"/>
                      </a:cubicBezTo>
                      <a:close/>
                    </a:path>
                  </a:pathLst>
                </a:custGeom>
                <a:solidFill>
                  <a:srgbClr val="C98C32">
                    <a:alpha val="80000"/>
                  </a:srgbClr>
                </a:solidFill>
                <a:ln w="951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1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702" name="Graphic 1296">
                <a:extLst>
                  <a:ext uri="{FF2B5EF4-FFF2-40B4-BE49-F238E27FC236}">
                    <a16:creationId xmlns:a16="http://schemas.microsoft.com/office/drawing/2014/main" id="{1CD5F860-637C-893D-32C6-BFF5FDBFA7E4}"/>
                  </a:ext>
                </a:extLst>
              </p:cNvPr>
              <p:cNvGrpSpPr/>
              <p:nvPr/>
            </p:nvGrpSpPr>
            <p:grpSpPr>
              <a:xfrm>
                <a:off x="3198523" y="530874"/>
                <a:ext cx="5782642" cy="5805710"/>
                <a:chOff x="3198523" y="530874"/>
                <a:chExt cx="5782642" cy="5805710"/>
              </a:xfrm>
              <a:solidFill>
                <a:srgbClr val="000000"/>
              </a:solidFill>
            </p:grpSpPr>
            <p:sp>
              <p:nvSpPr>
                <p:cNvPr id="1703" name="TextBox 1702">
                  <a:extLst>
                    <a:ext uri="{FF2B5EF4-FFF2-40B4-BE49-F238E27FC236}">
                      <a16:creationId xmlns:a16="http://schemas.microsoft.com/office/drawing/2014/main" id="{4972A0F4-5947-FDC4-43EF-69E70460CAF8}"/>
                    </a:ext>
                  </a:extLst>
                </p:cNvPr>
                <p:cNvSpPr txBox="1"/>
                <p:nvPr/>
              </p:nvSpPr>
              <p:spPr>
                <a:xfrm rot="3755999">
                  <a:off x="4628680" y="934736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1980</a:t>
                  </a:r>
                </a:p>
              </p:txBody>
            </p:sp>
            <p:sp>
              <p:nvSpPr>
                <p:cNvPr id="1704" name="TextBox 1703">
                  <a:extLst>
                    <a:ext uri="{FF2B5EF4-FFF2-40B4-BE49-F238E27FC236}">
                      <a16:creationId xmlns:a16="http://schemas.microsoft.com/office/drawing/2014/main" id="{D9036B98-A948-C200-07CC-3B3364B0FDE1}"/>
                    </a:ext>
                  </a:extLst>
                </p:cNvPr>
                <p:cNvSpPr txBox="1"/>
                <p:nvPr/>
              </p:nvSpPr>
              <p:spPr>
                <a:xfrm rot="21029999">
                  <a:off x="3234669" y="3728902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1979</a:t>
                  </a:r>
                </a:p>
              </p:txBody>
            </p:sp>
            <p:sp>
              <p:nvSpPr>
                <p:cNvPr id="1705" name="TextBox 1704">
                  <a:extLst>
                    <a:ext uri="{FF2B5EF4-FFF2-40B4-BE49-F238E27FC236}">
                      <a16:creationId xmlns:a16="http://schemas.microsoft.com/office/drawing/2014/main" id="{BC2E0A7A-025F-DA68-81FB-0F23B88D925D}"/>
                    </a:ext>
                  </a:extLst>
                </p:cNvPr>
                <p:cNvSpPr txBox="1"/>
                <p:nvPr/>
              </p:nvSpPr>
              <p:spPr>
                <a:xfrm rot="5106000">
                  <a:off x="5625373" y="645746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1981</a:t>
                  </a:r>
                </a:p>
              </p:txBody>
            </p:sp>
            <p:sp>
              <p:nvSpPr>
                <p:cNvPr id="1706" name="TextBox 1705">
                  <a:extLst>
                    <a:ext uri="{FF2B5EF4-FFF2-40B4-BE49-F238E27FC236}">
                      <a16:creationId xmlns:a16="http://schemas.microsoft.com/office/drawing/2014/main" id="{D356FF78-EB5D-4F9E-4A56-6FD39C74C98D}"/>
                    </a:ext>
                  </a:extLst>
                </p:cNvPr>
                <p:cNvSpPr txBox="1"/>
                <p:nvPr/>
              </p:nvSpPr>
              <p:spPr>
                <a:xfrm rot="4632001">
                  <a:off x="5262839" y="701752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1990</a:t>
                  </a:r>
                </a:p>
              </p:txBody>
            </p:sp>
            <p:sp>
              <p:nvSpPr>
                <p:cNvPr id="1707" name="TextBox 1706">
                  <a:extLst>
                    <a:ext uri="{FF2B5EF4-FFF2-40B4-BE49-F238E27FC236}">
                      <a16:creationId xmlns:a16="http://schemas.microsoft.com/office/drawing/2014/main" id="{340D953A-7AA4-335B-0036-612AD17720E6}"/>
                    </a:ext>
                  </a:extLst>
                </p:cNvPr>
                <p:cNvSpPr txBox="1"/>
                <p:nvPr/>
              </p:nvSpPr>
              <p:spPr>
                <a:xfrm rot="3984000">
                  <a:off x="4789564" y="857943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1992</a:t>
                  </a:r>
                </a:p>
              </p:txBody>
            </p:sp>
            <p:sp>
              <p:nvSpPr>
                <p:cNvPr id="1708" name="TextBox 1707">
                  <a:extLst>
                    <a:ext uri="{FF2B5EF4-FFF2-40B4-BE49-F238E27FC236}">
                      <a16:creationId xmlns:a16="http://schemas.microsoft.com/office/drawing/2014/main" id="{52722AC4-58AF-589E-3959-1ABB1D20CF0E}"/>
                    </a:ext>
                  </a:extLst>
                </p:cNvPr>
                <p:cNvSpPr txBox="1"/>
                <p:nvPr/>
              </p:nvSpPr>
              <p:spPr>
                <a:xfrm rot="5256000">
                  <a:off x="5738665" y="638929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1995</a:t>
                  </a:r>
                </a:p>
              </p:txBody>
            </p:sp>
            <p:sp>
              <p:nvSpPr>
                <p:cNvPr id="1709" name="TextBox 1708">
                  <a:extLst>
                    <a:ext uri="{FF2B5EF4-FFF2-40B4-BE49-F238E27FC236}">
                      <a16:creationId xmlns:a16="http://schemas.microsoft.com/office/drawing/2014/main" id="{231C7AEB-0076-CBFB-1CD5-581F9A0C6EEC}"/>
                    </a:ext>
                  </a:extLst>
                </p:cNvPr>
                <p:cNvSpPr txBox="1"/>
                <p:nvPr/>
              </p:nvSpPr>
              <p:spPr>
                <a:xfrm rot="4961998">
                  <a:off x="5511819" y="658157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1997</a:t>
                  </a:r>
                </a:p>
              </p:txBody>
            </p:sp>
            <p:sp>
              <p:nvSpPr>
                <p:cNvPr id="1710" name="TextBox 1709">
                  <a:extLst>
                    <a:ext uri="{FF2B5EF4-FFF2-40B4-BE49-F238E27FC236}">
                      <a16:creationId xmlns:a16="http://schemas.microsoft.com/office/drawing/2014/main" id="{611D0AB6-EF93-67AB-9782-92EC9FF2F857}"/>
                    </a:ext>
                  </a:extLst>
                </p:cNvPr>
                <p:cNvSpPr txBox="1"/>
                <p:nvPr/>
              </p:nvSpPr>
              <p:spPr>
                <a:xfrm rot="3515999">
                  <a:off x="4470566" y="1024206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1998</a:t>
                  </a:r>
                </a:p>
              </p:txBody>
            </p:sp>
            <p:sp>
              <p:nvSpPr>
                <p:cNvPr id="1711" name="TextBox 1710">
                  <a:extLst>
                    <a:ext uri="{FF2B5EF4-FFF2-40B4-BE49-F238E27FC236}">
                      <a16:creationId xmlns:a16="http://schemas.microsoft.com/office/drawing/2014/main" id="{6D5B886A-8E97-05C3-E2D3-926518CF3293}"/>
                    </a:ext>
                  </a:extLst>
                </p:cNvPr>
                <p:cNvSpPr txBox="1"/>
                <p:nvPr/>
              </p:nvSpPr>
              <p:spPr>
                <a:xfrm rot="2604000">
                  <a:off x="3923382" y="1466795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1999</a:t>
                  </a:r>
                </a:p>
              </p:txBody>
            </p:sp>
            <p:sp>
              <p:nvSpPr>
                <p:cNvPr id="1712" name="TextBox 1711">
                  <a:extLst>
                    <a:ext uri="{FF2B5EF4-FFF2-40B4-BE49-F238E27FC236}">
                      <a16:creationId xmlns:a16="http://schemas.microsoft.com/office/drawing/2014/main" id="{065737E0-D362-5917-933A-C12384B0BD33}"/>
                    </a:ext>
                  </a:extLst>
                </p:cNvPr>
                <p:cNvSpPr txBox="1"/>
                <p:nvPr/>
              </p:nvSpPr>
              <p:spPr>
                <a:xfrm rot="3270001">
                  <a:off x="4310255" y="1130291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2000</a:t>
                  </a:r>
                </a:p>
              </p:txBody>
            </p:sp>
            <p:sp>
              <p:nvSpPr>
                <p:cNvPr id="1713" name="TextBox 1712">
                  <a:extLst>
                    <a:ext uri="{FF2B5EF4-FFF2-40B4-BE49-F238E27FC236}">
                      <a16:creationId xmlns:a16="http://schemas.microsoft.com/office/drawing/2014/main" id="{AF90E9EB-1032-B432-EB1E-BF83C0D81F18}"/>
                    </a:ext>
                  </a:extLst>
                </p:cNvPr>
                <p:cNvSpPr txBox="1"/>
                <p:nvPr/>
              </p:nvSpPr>
              <p:spPr>
                <a:xfrm rot="19571998">
                  <a:off x="3647014" y="4768501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2002</a:t>
                  </a:r>
                </a:p>
              </p:txBody>
            </p:sp>
            <p:sp>
              <p:nvSpPr>
                <p:cNvPr id="1714" name="TextBox 1713">
                  <a:extLst>
                    <a:ext uri="{FF2B5EF4-FFF2-40B4-BE49-F238E27FC236}">
                      <a16:creationId xmlns:a16="http://schemas.microsoft.com/office/drawing/2014/main" id="{FAAF2ACE-7336-7BCA-951E-1A00028DC9CA}"/>
                    </a:ext>
                  </a:extLst>
                </p:cNvPr>
                <p:cNvSpPr txBox="1"/>
                <p:nvPr/>
              </p:nvSpPr>
              <p:spPr>
                <a:xfrm rot="4212000">
                  <a:off x="4950119" y="794102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2003</a:t>
                  </a:r>
                </a:p>
              </p:txBody>
            </p:sp>
            <p:sp>
              <p:nvSpPr>
                <p:cNvPr id="1715" name="TextBox 1714">
                  <a:extLst>
                    <a:ext uri="{FF2B5EF4-FFF2-40B4-BE49-F238E27FC236}">
                      <a16:creationId xmlns:a16="http://schemas.microsoft.com/office/drawing/2014/main" id="{FAEDFA21-F01B-03A8-0F3E-1F4D819CFE90}"/>
                    </a:ext>
                  </a:extLst>
                </p:cNvPr>
                <p:cNvSpPr txBox="1"/>
                <p:nvPr/>
              </p:nvSpPr>
              <p:spPr>
                <a:xfrm rot="17957999">
                  <a:off x="4550445" y="5605407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2005</a:t>
                  </a:r>
                </a:p>
              </p:txBody>
            </p:sp>
            <p:sp>
              <p:nvSpPr>
                <p:cNvPr id="1716" name="TextBox 1715">
                  <a:extLst>
                    <a:ext uri="{FF2B5EF4-FFF2-40B4-BE49-F238E27FC236}">
                      <a16:creationId xmlns:a16="http://schemas.microsoft.com/office/drawing/2014/main" id="{73D1823C-B36F-5B2F-61F5-E32F91E49A83}"/>
                    </a:ext>
                  </a:extLst>
                </p:cNvPr>
                <p:cNvSpPr txBox="1"/>
                <p:nvPr/>
              </p:nvSpPr>
              <p:spPr>
                <a:xfrm rot="1242001">
                  <a:off x="3370042" y="2351978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2006</a:t>
                  </a:r>
                </a:p>
              </p:txBody>
            </p:sp>
            <p:sp>
              <p:nvSpPr>
                <p:cNvPr id="1717" name="TextBox 1716">
                  <a:extLst>
                    <a:ext uri="{FF2B5EF4-FFF2-40B4-BE49-F238E27FC236}">
                      <a16:creationId xmlns:a16="http://schemas.microsoft.com/office/drawing/2014/main" id="{ACDB86C5-619E-BA55-CE01-2B2266BCC94F}"/>
                    </a:ext>
                  </a:extLst>
                </p:cNvPr>
                <p:cNvSpPr txBox="1"/>
                <p:nvPr/>
              </p:nvSpPr>
              <p:spPr>
                <a:xfrm rot="671999">
                  <a:off x="3248902" y="2774024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2007</a:t>
                  </a:r>
                </a:p>
              </p:txBody>
            </p:sp>
            <p:sp>
              <p:nvSpPr>
                <p:cNvPr id="1718" name="TextBox 1717">
                  <a:extLst>
                    <a:ext uri="{FF2B5EF4-FFF2-40B4-BE49-F238E27FC236}">
                      <a16:creationId xmlns:a16="http://schemas.microsoft.com/office/drawing/2014/main" id="{E6DDE85E-5708-204F-A6D5-8CB6A2BA85D9}"/>
                    </a:ext>
                  </a:extLst>
                </p:cNvPr>
                <p:cNvSpPr txBox="1"/>
                <p:nvPr/>
              </p:nvSpPr>
              <p:spPr>
                <a:xfrm rot="2964000">
                  <a:off x="4124880" y="1274347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2008</a:t>
                  </a:r>
                </a:p>
              </p:txBody>
            </p:sp>
            <p:sp>
              <p:nvSpPr>
                <p:cNvPr id="1719" name="TextBox 1718">
                  <a:extLst>
                    <a:ext uri="{FF2B5EF4-FFF2-40B4-BE49-F238E27FC236}">
                      <a16:creationId xmlns:a16="http://schemas.microsoft.com/office/drawing/2014/main" id="{DF3C0E23-A2CF-D3C5-4FE7-28EB24B1EFE7}"/>
                    </a:ext>
                  </a:extLst>
                </p:cNvPr>
                <p:cNvSpPr txBox="1"/>
                <p:nvPr/>
              </p:nvSpPr>
              <p:spPr>
                <a:xfrm rot="66000">
                  <a:off x="3198523" y="3239998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2009</a:t>
                  </a:r>
                </a:p>
              </p:txBody>
            </p:sp>
            <p:sp>
              <p:nvSpPr>
                <p:cNvPr id="1720" name="TextBox 1719">
                  <a:extLst>
                    <a:ext uri="{FF2B5EF4-FFF2-40B4-BE49-F238E27FC236}">
                      <a16:creationId xmlns:a16="http://schemas.microsoft.com/office/drawing/2014/main" id="{439A14EB-A323-5BC7-15FE-218610A14998}"/>
                    </a:ext>
                  </a:extLst>
                </p:cNvPr>
                <p:cNvSpPr txBox="1"/>
                <p:nvPr/>
              </p:nvSpPr>
              <p:spPr>
                <a:xfrm rot="2219999">
                  <a:off x="3733406" y="1692225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2010</a:t>
                  </a:r>
                </a:p>
              </p:txBody>
            </p:sp>
            <p:sp>
              <p:nvSpPr>
                <p:cNvPr id="1721" name="TextBox 1720">
                  <a:extLst>
                    <a:ext uri="{FF2B5EF4-FFF2-40B4-BE49-F238E27FC236}">
                      <a16:creationId xmlns:a16="http://schemas.microsoft.com/office/drawing/2014/main" id="{27A3B11B-662B-BB46-1C6A-95128BCCFA5C}"/>
                    </a:ext>
                  </a:extLst>
                </p:cNvPr>
                <p:cNvSpPr txBox="1"/>
                <p:nvPr/>
              </p:nvSpPr>
              <p:spPr>
                <a:xfrm rot="4416002">
                  <a:off x="6597560" y="5840731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2011</a:t>
                  </a:r>
                </a:p>
              </p:txBody>
            </p:sp>
            <p:sp>
              <p:nvSpPr>
                <p:cNvPr id="1722" name="TextBox 1721">
                  <a:extLst>
                    <a:ext uri="{FF2B5EF4-FFF2-40B4-BE49-F238E27FC236}">
                      <a16:creationId xmlns:a16="http://schemas.microsoft.com/office/drawing/2014/main" id="{94F08137-099D-A8C8-EC49-225EA2B7CD52}"/>
                    </a:ext>
                  </a:extLst>
                </p:cNvPr>
                <p:cNvSpPr txBox="1"/>
                <p:nvPr/>
              </p:nvSpPr>
              <p:spPr>
                <a:xfrm rot="1770001">
                  <a:off x="3542590" y="1983605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2012</a:t>
                  </a:r>
                </a:p>
              </p:txBody>
            </p:sp>
            <p:sp>
              <p:nvSpPr>
                <p:cNvPr id="1723" name="TextBox 1722">
                  <a:extLst>
                    <a:ext uri="{FF2B5EF4-FFF2-40B4-BE49-F238E27FC236}">
                      <a16:creationId xmlns:a16="http://schemas.microsoft.com/office/drawing/2014/main" id="{DAF4C3C6-6DCB-0406-4213-ABBAFA2517A4}"/>
                    </a:ext>
                  </a:extLst>
                </p:cNvPr>
                <p:cNvSpPr txBox="1"/>
                <p:nvPr/>
              </p:nvSpPr>
              <p:spPr>
                <a:xfrm rot="1457999">
                  <a:off x="8273382" y="4387009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2013</a:t>
                  </a:r>
                </a:p>
              </p:txBody>
            </p:sp>
            <p:sp>
              <p:nvSpPr>
                <p:cNvPr id="1724" name="TextBox 1723">
                  <a:extLst>
                    <a:ext uri="{FF2B5EF4-FFF2-40B4-BE49-F238E27FC236}">
                      <a16:creationId xmlns:a16="http://schemas.microsoft.com/office/drawing/2014/main" id="{247B09C1-B5DE-F4D8-B171-C47C74363D39}"/>
                    </a:ext>
                  </a:extLst>
                </p:cNvPr>
                <p:cNvSpPr txBox="1"/>
                <p:nvPr/>
              </p:nvSpPr>
              <p:spPr>
                <a:xfrm rot="16950001">
                  <a:off x="6424504" y="691999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2014</a:t>
                  </a:r>
                </a:p>
              </p:txBody>
            </p:sp>
            <p:sp>
              <p:nvSpPr>
                <p:cNvPr id="1725" name="TextBox 1724">
                  <a:extLst>
                    <a:ext uri="{FF2B5EF4-FFF2-40B4-BE49-F238E27FC236}">
                      <a16:creationId xmlns:a16="http://schemas.microsoft.com/office/drawing/2014/main" id="{FEA46CDD-90FE-B295-D170-3A903D31805F}"/>
                    </a:ext>
                  </a:extLst>
                </p:cNvPr>
                <p:cNvSpPr txBox="1"/>
                <p:nvPr/>
              </p:nvSpPr>
              <p:spPr>
                <a:xfrm rot="20327999">
                  <a:off x="3377285" y="4249236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2015</a:t>
                  </a:r>
                </a:p>
              </p:txBody>
            </p:sp>
            <p:sp>
              <p:nvSpPr>
                <p:cNvPr id="1726" name="TextBox 1725">
                  <a:extLst>
                    <a:ext uri="{FF2B5EF4-FFF2-40B4-BE49-F238E27FC236}">
                      <a16:creationId xmlns:a16="http://schemas.microsoft.com/office/drawing/2014/main" id="{84479953-32C1-0CC7-4C7F-54E81AFAFDBC}"/>
                    </a:ext>
                  </a:extLst>
                </p:cNvPr>
                <p:cNvSpPr txBox="1"/>
                <p:nvPr/>
              </p:nvSpPr>
              <p:spPr>
                <a:xfrm rot="3462001">
                  <a:off x="7271475" y="5541512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2016</a:t>
                  </a:r>
                </a:p>
              </p:txBody>
            </p:sp>
            <p:sp>
              <p:nvSpPr>
                <p:cNvPr id="1727" name="TextBox 1726">
                  <a:extLst>
                    <a:ext uri="{FF2B5EF4-FFF2-40B4-BE49-F238E27FC236}">
                      <a16:creationId xmlns:a16="http://schemas.microsoft.com/office/drawing/2014/main" id="{2837C019-27D7-0787-3B73-0CAF1CA676DB}"/>
                    </a:ext>
                  </a:extLst>
                </p:cNvPr>
                <p:cNvSpPr txBox="1"/>
                <p:nvPr/>
              </p:nvSpPr>
              <p:spPr>
                <a:xfrm rot="18791999">
                  <a:off x="4036213" y="5227861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2017</a:t>
                  </a:r>
                </a:p>
              </p:txBody>
            </p:sp>
            <p:sp>
              <p:nvSpPr>
                <p:cNvPr id="1728" name="TextBox 1727">
                  <a:extLst>
                    <a:ext uri="{FF2B5EF4-FFF2-40B4-BE49-F238E27FC236}">
                      <a16:creationId xmlns:a16="http://schemas.microsoft.com/office/drawing/2014/main" id="{52809191-02FD-9A32-03D1-4DA7EBD72C3B}"/>
                    </a:ext>
                  </a:extLst>
                </p:cNvPr>
                <p:cNvSpPr txBox="1"/>
                <p:nvPr/>
              </p:nvSpPr>
              <p:spPr>
                <a:xfrm rot="17070000">
                  <a:off x="5184166" y="5860977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2018</a:t>
                  </a:r>
                </a:p>
              </p:txBody>
            </p:sp>
            <p:sp>
              <p:nvSpPr>
                <p:cNvPr id="1729" name="TextBox 1728">
                  <a:extLst>
                    <a:ext uri="{FF2B5EF4-FFF2-40B4-BE49-F238E27FC236}">
                      <a16:creationId xmlns:a16="http://schemas.microsoft.com/office/drawing/2014/main" id="{38D63247-E069-2CC9-3B82-CA500C176CD4}"/>
                    </a:ext>
                  </a:extLst>
                </p:cNvPr>
                <p:cNvSpPr txBox="1"/>
                <p:nvPr/>
              </p:nvSpPr>
              <p:spPr>
                <a:xfrm rot="18474000">
                  <a:off x="7484560" y="1190733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2019</a:t>
                  </a:r>
                </a:p>
              </p:txBody>
            </p:sp>
            <p:sp>
              <p:nvSpPr>
                <p:cNvPr id="1730" name="TextBox 1729">
                  <a:extLst>
                    <a:ext uri="{FF2B5EF4-FFF2-40B4-BE49-F238E27FC236}">
                      <a16:creationId xmlns:a16="http://schemas.microsoft.com/office/drawing/2014/main" id="{40C55A9C-5776-C327-EAC8-70AE93D3E009}"/>
                    </a:ext>
                  </a:extLst>
                </p:cNvPr>
                <p:cNvSpPr txBox="1"/>
                <p:nvPr/>
              </p:nvSpPr>
              <p:spPr>
                <a:xfrm rot="4812002">
                  <a:off x="5396457" y="675060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 dirty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1986</a:t>
                  </a:r>
                </a:p>
              </p:txBody>
            </p:sp>
            <p:sp>
              <p:nvSpPr>
                <p:cNvPr id="1731" name="TextBox 1730">
                  <a:extLst>
                    <a:ext uri="{FF2B5EF4-FFF2-40B4-BE49-F238E27FC236}">
                      <a16:creationId xmlns:a16="http://schemas.microsoft.com/office/drawing/2014/main" id="{84A1382B-C39B-8314-70A8-1F2498C09E04}"/>
                    </a:ext>
                  </a:extLst>
                </p:cNvPr>
                <p:cNvSpPr txBox="1"/>
                <p:nvPr/>
              </p:nvSpPr>
              <p:spPr>
                <a:xfrm rot="419999">
                  <a:off x="8489515" y="3616294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2020</a:t>
                  </a:r>
                </a:p>
              </p:txBody>
            </p:sp>
            <p:sp>
              <p:nvSpPr>
                <p:cNvPr id="1732" name="TextBox 1731">
                  <a:extLst>
                    <a:ext uri="{FF2B5EF4-FFF2-40B4-BE49-F238E27FC236}">
                      <a16:creationId xmlns:a16="http://schemas.microsoft.com/office/drawing/2014/main" id="{3CDB72D8-61CC-88E1-4D09-B0E7BF842BF1}"/>
                    </a:ext>
                  </a:extLst>
                </p:cNvPr>
                <p:cNvSpPr txBox="1"/>
                <p:nvPr/>
              </p:nvSpPr>
              <p:spPr>
                <a:xfrm rot="5352000">
                  <a:off x="5889752" y="5952989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2021</a:t>
                  </a:r>
                </a:p>
              </p:txBody>
            </p:sp>
            <p:sp>
              <p:nvSpPr>
                <p:cNvPr id="1733" name="TextBox 1732">
                  <a:extLst>
                    <a:ext uri="{FF2B5EF4-FFF2-40B4-BE49-F238E27FC236}">
                      <a16:creationId xmlns:a16="http://schemas.microsoft.com/office/drawing/2014/main" id="{1502CDEC-0784-744B-91D4-6D0F6C2EC9A3}"/>
                    </a:ext>
                  </a:extLst>
                </p:cNvPr>
                <p:cNvSpPr txBox="1"/>
                <p:nvPr/>
              </p:nvSpPr>
              <p:spPr>
                <a:xfrm rot="19757999">
                  <a:off x="8137154" y="1933148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2022</a:t>
                  </a:r>
                </a:p>
              </p:txBody>
            </p:sp>
            <p:sp>
              <p:nvSpPr>
                <p:cNvPr id="1734" name="TextBox 1733">
                  <a:extLst>
                    <a:ext uri="{FF2B5EF4-FFF2-40B4-BE49-F238E27FC236}">
                      <a16:creationId xmlns:a16="http://schemas.microsoft.com/office/drawing/2014/main" id="{2B4B7064-5ACC-1D45-111C-82264B281D54}"/>
                    </a:ext>
                  </a:extLst>
                </p:cNvPr>
                <p:cNvSpPr txBox="1"/>
                <p:nvPr/>
              </p:nvSpPr>
              <p:spPr>
                <a:xfrm rot="2466000">
                  <a:off x="7852380" y="5043090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2023</a:t>
                  </a:r>
                </a:p>
              </p:txBody>
            </p:sp>
            <p:sp>
              <p:nvSpPr>
                <p:cNvPr id="1735" name="TextBox 1734">
                  <a:extLst>
                    <a:ext uri="{FF2B5EF4-FFF2-40B4-BE49-F238E27FC236}">
                      <a16:creationId xmlns:a16="http://schemas.microsoft.com/office/drawing/2014/main" id="{1C730E35-865B-BBD7-036C-A7DF25834DE6}"/>
                    </a:ext>
                  </a:extLst>
                </p:cNvPr>
                <p:cNvSpPr txBox="1"/>
                <p:nvPr/>
              </p:nvSpPr>
              <p:spPr>
                <a:xfrm rot="20916001">
                  <a:off x="8456604" y="2764458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2024</a:t>
                  </a:r>
                </a:p>
              </p:txBody>
            </p:sp>
            <p:sp>
              <p:nvSpPr>
                <p:cNvPr id="1736" name="TextBox 1735">
                  <a:extLst>
                    <a:ext uri="{FF2B5EF4-FFF2-40B4-BE49-F238E27FC236}">
                      <a16:creationId xmlns:a16="http://schemas.microsoft.com/office/drawing/2014/main" id="{4D56C71E-2D05-E7BD-6B3B-5CB2B049964C}"/>
                    </a:ext>
                  </a:extLst>
                </p:cNvPr>
                <p:cNvSpPr txBox="1"/>
                <p:nvPr/>
              </p:nvSpPr>
              <p:spPr>
                <a:xfrm rot="4428001">
                  <a:off x="5107857" y="742023"/>
                  <a:ext cx="491650" cy="2755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100" spc="0" baseline="0">
                      <a:ln/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sym typeface="Arial"/>
                      <a:rtl val="0"/>
                    </a:rPr>
                    <a:t>2025</a:t>
                  </a:r>
                </a:p>
              </p:txBody>
            </p:sp>
          </p:grpSp>
        </p:grpSp>
        <p:graphicFrame>
          <p:nvGraphicFramePr>
            <p:cNvPr id="1739" name="Chart 1738">
              <a:extLst>
                <a:ext uri="{FF2B5EF4-FFF2-40B4-BE49-F238E27FC236}">
                  <a16:creationId xmlns:a16="http://schemas.microsoft.com/office/drawing/2014/main" id="{1CC9C0D8-398E-BEAD-3132-3234BEBFB57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91526859"/>
                </p:ext>
              </p:extLst>
            </p:nvPr>
          </p:nvGraphicFramePr>
          <p:xfrm>
            <a:off x="2067550" y="4417443"/>
            <a:ext cx="1503647" cy="86964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3"/>
            </a:graphicData>
          </a:graphic>
        </p:graphicFrame>
        <p:sp>
          <p:nvSpPr>
            <p:cNvPr id="937" name="TextBox 936">
              <a:extLst>
                <a:ext uri="{FF2B5EF4-FFF2-40B4-BE49-F238E27FC236}">
                  <a16:creationId xmlns:a16="http://schemas.microsoft.com/office/drawing/2014/main" id="{84ACA239-64B7-F16B-8F50-4346CC8CD764}"/>
                </a:ext>
              </a:extLst>
            </p:cNvPr>
            <p:cNvSpPr txBox="1"/>
            <p:nvPr/>
          </p:nvSpPr>
          <p:spPr>
            <a:xfrm>
              <a:off x="10502463" y="299320"/>
              <a:ext cx="5437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Cited</a:t>
              </a:r>
            </a:p>
          </p:txBody>
        </p:sp>
        <p:sp>
          <p:nvSpPr>
            <p:cNvPr id="938" name="TextBox 937">
              <a:extLst>
                <a:ext uri="{FF2B5EF4-FFF2-40B4-BE49-F238E27FC236}">
                  <a16:creationId xmlns:a16="http://schemas.microsoft.com/office/drawing/2014/main" id="{85372BB2-96E2-B773-C8C0-738BC78D4A47}"/>
                </a:ext>
              </a:extLst>
            </p:cNvPr>
            <p:cNvSpPr txBox="1"/>
            <p:nvPr/>
          </p:nvSpPr>
          <p:spPr>
            <a:xfrm>
              <a:off x="9208285" y="299320"/>
              <a:ext cx="5950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Citing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116514-1113-B57E-1CC4-AC06EC44D60E}"/>
                </a:ext>
              </a:extLst>
            </p:cNvPr>
            <p:cNvSpPr txBox="1"/>
            <p:nvPr/>
          </p:nvSpPr>
          <p:spPr>
            <a:xfrm>
              <a:off x="8327707" y="299320"/>
              <a:ext cx="8848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Cited Year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04F52C4-8C5B-10B5-B65C-4FA86EC68817}"/>
                </a:ext>
              </a:extLst>
            </p:cNvPr>
            <p:cNvSpPr txBox="1"/>
            <p:nvPr/>
          </p:nvSpPr>
          <p:spPr>
            <a:xfrm>
              <a:off x="2264331" y="299320"/>
              <a:ext cx="5437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Cited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DEB9725-0387-9586-4454-6C3E89BDC188}"/>
                </a:ext>
              </a:extLst>
            </p:cNvPr>
            <p:cNvSpPr txBox="1"/>
            <p:nvPr/>
          </p:nvSpPr>
          <p:spPr>
            <a:xfrm>
              <a:off x="970153" y="299320"/>
              <a:ext cx="5950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Citing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A5E0290-2D26-91D1-BA6E-D17D4AA187F4}"/>
                </a:ext>
              </a:extLst>
            </p:cNvPr>
            <p:cNvSpPr txBox="1"/>
            <p:nvPr/>
          </p:nvSpPr>
          <p:spPr>
            <a:xfrm>
              <a:off x="89575" y="299320"/>
              <a:ext cx="88485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Cited Year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188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83288-9FCF-BA25-2B80-BF9B8654C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" name="Group 575">
            <a:extLst>
              <a:ext uri="{FF2B5EF4-FFF2-40B4-BE49-F238E27FC236}">
                <a16:creationId xmlns:a16="http://schemas.microsoft.com/office/drawing/2014/main" id="{135E539A-627E-CC48-8030-A73132B05D02}"/>
              </a:ext>
            </a:extLst>
          </p:cNvPr>
          <p:cNvGrpSpPr/>
          <p:nvPr/>
        </p:nvGrpSpPr>
        <p:grpSpPr>
          <a:xfrm>
            <a:off x="1797344" y="240342"/>
            <a:ext cx="9262210" cy="6031051"/>
            <a:chOff x="1797344" y="240342"/>
            <a:chExt cx="9262210" cy="6031051"/>
          </a:xfrm>
        </p:grpSpPr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F5440793-9F9C-B32E-BEFF-4AD30CCA4164}"/>
                </a:ext>
              </a:extLst>
            </p:cNvPr>
            <p:cNvSpPr/>
            <p:nvPr/>
          </p:nvSpPr>
          <p:spPr>
            <a:xfrm>
              <a:off x="2203032" y="1104219"/>
              <a:ext cx="7463080" cy="2467014"/>
            </a:xfrm>
            <a:custGeom>
              <a:avLst/>
              <a:gdLst>
                <a:gd name="connsiteX0" fmla="*/ 0 w 7463080"/>
                <a:gd name="connsiteY0" fmla="*/ 2337475 h 2467014"/>
                <a:gd name="connsiteX1" fmla="*/ 76105 w 7463080"/>
                <a:gd name="connsiteY1" fmla="*/ 2329855 h 2467014"/>
                <a:gd name="connsiteX2" fmla="*/ 406212 w 7463080"/>
                <a:gd name="connsiteY2" fmla="*/ 2329855 h 2467014"/>
                <a:gd name="connsiteX3" fmla="*/ 609794 w 7463080"/>
                <a:gd name="connsiteY3" fmla="*/ 2443202 h 2467014"/>
                <a:gd name="connsiteX4" fmla="*/ 863796 w 7463080"/>
                <a:gd name="connsiteY4" fmla="*/ 2435583 h 2467014"/>
                <a:gd name="connsiteX5" fmla="*/ 1498324 w 7463080"/>
                <a:gd name="connsiteY5" fmla="*/ 2403198 h 2467014"/>
                <a:gd name="connsiteX6" fmla="*/ 2082432 w 7463080"/>
                <a:gd name="connsiteY6" fmla="*/ 2427010 h 2467014"/>
                <a:gd name="connsiteX7" fmla="*/ 2462959 w 7463080"/>
                <a:gd name="connsiteY7" fmla="*/ 2419390 h 2467014"/>
                <a:gd name="connsiteX8" fmla="*/ 2844437 w 7463080"/>
                <a:gd name="connsiteY8" fmla="*/ 2354620 h 2467014"/>
                <a:gd name="connsiteX9" fmla="*/ 3048019 w 7463080"/>
                <a:gd name="connsiteY9" fmla="*/ 2347000 h 2467014"/>
                <a:gd name="connsiteX10" fmla="*/ 3200230 w 7463080"/>
                <a:gd name="connsiteY10" fmla="*/ 2353667 h 2467014"/>
                <a:gd name="connsiteX11" fmla="*/ 3352440 w 7463080"/>
                <a:gd name="connsiteY11" fmla="*/ 2290802 h 2467014"/>
                <a:gd name="connsiteX12" fmla="*/ 3504651 w 7463080"/>
                <a:gd name="connsiteY12" fmla="*/ 2372717 h 2467014"/>
                <a:gd name="connsiteX13" fmla="*/ 3656862 w 7463080"/>
                <a:gd name="connsiteY13" fmla="*/ 2318425 h 2467014"/>
                <a:gd name="connsiteX14" fmla="*/ 3809072 w 7463080"/>
                <a:gd name="connsiteY14" fmla="*/ 2288898 h 2467014"/>
                <a:gd name="connsiteX15" fmla="*/ 3961283 w 7463080"/>
                <a:gd name="connsiteY15" fmla="*/ 2252702 h 2467014"/>
                <a:gd name="connsiteX16" fmla="*/ 4113494 w 7463080"/>
                <a:gd name="connsiteY16" fmla="*/ 2236510 h 2467014"/>
                <a:gd name="connsiteX17" fmla="*/ 4265705 w 7463080"/>
                <a:gd name="connsiteY17" fmla="*/ 2221270 h 2467014"/>
                <a:gd name="connsiteX18" fmla="*/ 4417915 w 7463080"/>
                <a:gd name="connsiteY18" fmla="*/ 2038390 h 2467014"/>
                <a:gd name="connsiteX19" fmla="*/ 4570126 w 7463080"/>
                <a:gd name="connsiteY19" fmla="*/ 1934567 h 2467014"/>
                <a:gd name="connsiteX20" fmla="*/ 4722337 w 7463080"/>
                <a:gd name="connsiteY20" fmla="*/ 1946950 h 2467014"/>
                <a:gd name="connsiteX21" fmla="*/ 4874548 w 7463080"/>
                <a:gd name="connsiteY21" fmla="*/ 1906945 h 2467014"/>
                <a:gd name="connsiteX22" fmla="*/ 5026758 w 7463080"/>
                <a:gd name="connsiteY22" fmla="*/ 1843127 h 2467014"/>
                <a:gd name="connsiteX23" fmla="*/ 5178969 w 7463080"/>
                <a:gd name="connsiteY23" fmla="*/ 1707872 h 2467014"/>
                <a:gd name="connsiteX24" fmla="*/ 5331180 w 7463080"/>
                <a:gd name="connsiteY24" fmla="*/ 1447840 h 2467014"/>
                <a:gd name="connsiteX25" fmla="*/ 5483390 w 7463080"/>
                <a:gd name="connsiteY25" fmla="*/ 1385927 h 2467014"/>
                <a:gd name="connsiteX26" fmla="*/ 5635601 w 7463080"/>
                <a:gd name="connsiteY26" fmla="*/ 1135420 h 2467014"/>
                <a:gd name="connsiteX27" fmla="*/ 5787812 w 7463080"/>
                <a:gd name="connsiteY27" fmla="*/ 1101130 h 2467014"/>
                <a:gd name="connsiteX28" fmla="*/ 5940022 w 7463080"/>
                <a:gd name="connsiteY28" fmla="*/ 1184950 h 2467014"/>
                <a:gd name="connsiteX29" fmla="*/ 6092233 w 7463080"/>
                <a:gd name="connsiteY29" fmla="*/ 1178282 h 2467014"/>
                <a:gd name="connsiteX30" fmla="*/ 6244444 w 7463080"/>
                <a:gd name="connsiteY30" fmla="*/ 1385927 h 2467014"/>
                <a:gd name="connsiteX31" fmla="*/ 6396654 w 7463080"/>
                <a:gd name="connsiteY31" fmla="*/ 897295 h 2467014"/>
                <a:gd name="connsiteX32" fmla="*/ 6548865 w 7463080"/>
                <a:gd name="connsiteY32" fmla="*/ 484862 h 2467014"/>
                <a:gd name="connsiteX33" fmla="*/ 6701076 w 7463080"/>
                <a:gd name="connsiteY33" fmla="*/ 364847 h 2467014"/>
                <a:gd name="connsiteX34" fmla="*/ 6853286 w 7463080"/>
                <a:gd name="connsiteY34" fmla="*/ 246737 h 2467014"/>
                <a:gd name="connsiteX35" fmla="*/ 7005497 w 7463080"/>
                <a:gd name="connsiteY35" fmla="*/ 40 h 2467014"/>
                <a:gd name="connsiteX36" fmla="*/ 7157708 w 7463080"/>
                <a:gd name="connsiteY36" fmla="*/ 275312 h 2467014"/>
                <a:gd name="connsiteX37" fmla="*/ 7309919 w 7463080"/>
                <a:gd name="connsiteY37" fmla="*/ 769660 h 2467014"/>
                <a:gd name="connsiteX38" fmla="*/ 7437395 w 7463080"/>
                <a:gd name="connsiteY38" fmla="*/ 1677392 h 2467014"/>
                <a:gd name="connsiteX39" fmla="*/ 7463080 w 7463080"/>
                <a:gd name="connsiteY39" fmla="*/ 1891705 h 2467014"/>
                <a:gd name="connsiteX40" fmla="*/ 7463080 w 7463080"/>
                <a:gd name="connsiteY40" fmla="*/ 1891705 h 2467014"/>
                <a:gd name="connsiteX41" fmla="*/ 7437395 w 7463080"/>
                <a:gd name="connsiteY41" fmla="*/ 1725970 h 2467014"/>
                <a:gd name="connsiteX42" fmla="*/ 7309919 w 7463080"/>
                <a:gd name="connsiteY42" fmla="*/ 980162 h 2467014"/>
                <a:gd name="connsiteX43" fmla="*/ 7157708 w 7463080"/>
                <a:gd name="connsiteY43" fmla="*/ 502007 h 2467014"/>
                <a:gd name="connsiteX44" fmla="*/ 7005497 w 7463080"/>
                <a:gd name="connsiteY44" fmla="*/ 533440 h 2467014"/>
                <a:gd name="connsiteX45" fmla="*/ 6853286 w 7463080"/>
                <a:gd name="connsiteY45" fmla="*/ 699175 h 2467014"/>
                <a:gd name="connsiteX46" fmla="*/ 6701076 w 7463080"/>
                <a:gd name="connsiteY46" fmla="*/ 784900 h 2467014"/>
                <a:gd name="connsiteX47" fmla="*/ 6548865 w 7463080"/>
                <a:gd name="connsiteY47" fmla="*/ 743942 h 2467014"/>
                <a:gd name="connsiteX48" fmla="*/ 6396654 w 7463080"/>
                <a:gd name="connsiteY48" fmla="*/ 1156375 h 2467014"/>
                <a:gd name="connsiteX49" fmla="*/ 6244444 w 7463080"/>
                <a:gd name="connsiteY49" fmla="*/ 1596430 h 2467014"/>
                <a:gd name="connsiteX50" fmla="*/ 6092233 w 7463080"/>
                <a:gd name="connsiteY50" fmla="*/ 1340207 h 2467014"/>
                <a:gd name="connsiteX51" fmla="*/ 5940022 w 7463080"/>
                <a:gd name="connsiteY51" fmla="*/ 1249720 h 2467014"/>
                <a:gd name="connsiteX52" fmla="*/ 5787812 w 7463080"/>
                <a:gd name="connsiteY52" fmla="*/ 1245910 h 2467014"/>
                <a:gd name="connsiteX53" fmla="*/ 5635601 w 7463080"/>
                <a:gd name="connsiteY53" fmla="*/ 1264007 h 2467014"/>
                <a:gd name="connsiteX54" fmla="*/ 5483390 w 7463080"/>
                <a:gd name="connsiteY54" fmla="*/ 1530707 h 2467014"/>
                <a:gd name="connsiteX55" fmla="*/ 5331180 w 7463080"/>
                <a:gd name="connsiteY55" fmla="*/ 1496417 h 2467014"/>
                <a:gd name="connsiteX56" fmla="*/ 5178969 w 7463080"/>
                <a:gd name="connsiteY56" fmla="*/ 1772642 h 2467014"/>
                <a:gd name="connsiteX57" fmla="*/ 5026758 w 7463080"/>
                <a:gd name="connsiteY57" fmla="*/ 1875512 h 2467014"/>
                <a:gd name="connsiteX58" fmla="*/ 4874548 w 7463080"/>
                <a:gd name="connsiteY58" fmla="*/ 1971715 h 2467014"/>
                <a:gd name="connsiteX59" fmla="*/ 4722337 w 7463080"/>
                <a:gd name="connsiteY59" fmla="*/ 1963142 h 2467014"/>
                <a:gd name="connsiteX60" fmla="*/ 4570126 w 7463080"/>
                <a:gd name="connsiteY60" fmla="*/ 1934567 h 2467014"/>
                <a:gd name="connsiteX61" fmla="*/ 4417915 w 7463080"/>
                <a:gd name="connsiteY61" fmla="*/ 2054582 h 2467014"/>
                <a:gd name="connsiteX62" fmla="*/ 4265705 w 7463080"/>
                <a:gd name="connsiteY62" fmla="*/ 2286040 h 2467014"/>
                <a:gd name="connsiteX63" fmla="*/ 4113494 w 7463080"/>
                <a:gd name="connsiteY63" fmla="*/ 2268895 h 2467014"/>
                <a:gd name="connsiteX64" fmla="*/ 3961283 w 7463080"/>
                <a:gd name="connsiteY64" fmla="*/ 2317473 h 2467014"/>
                <a:gd name="connsiteX65" fmla="*/ 3809072 w 7463080"/>
                <a:gd name="connsiteY65" fmla="*/ 2305090 h 2467014"/>
                <a:gd name="connsiteX66" fmla="*/ 3656862 w 7463080"/>
                <a:gd name="connsiteY66" fmla="*/ 2318425 h 2467014"/>
                <a:gd name="connsiteX67" fmla="*/ 3504651 w 7463080"/>
                <a:gd name="connsiteY67" fmla="*/ 2372717 h 2467014"/>
                <a:gd name="connsiteX68" fmla="*/ 3352440 w 7463080"/>
                <a:gd name="connsiteY68" fmla="*/ 2290802 h 2467014"/>
                <a:gd name="connsiteX69" fmla="*/ 3200230 w 7463080"/>
                <a:gd name="connsiteY69" fmla="*/ 2353667 h 2467014"/>
                <a:gd name="connsiteX70" fmla="*/ 3048019 w 7463080"/>
                <a:gd name="connsiteY70" fmla="*/ 2347000 h 2467014"/>
                <a:gd name="connsiteX71" fmla="*/ 2844437 w 7463080"/>
                <a:gd name="connsiteY71" fmla="*/ 2354620 h 2467014"/>
                <a:gd name="connsiteX72" fmla="*/ 2462959 w 7463080"/>
                <a:gd name="connsiteY72" fmla="*/ 2419390 h 2467014"/>
                <a:gd name="connsiteX73" fmla="*/ 2082432 w 7463080"/>
                <a:gd name="connsiteY73" fmla="*/ 2443202 h 2467014"/>
                <a:gd name="connsiteX74" fmla="*/ 1498324 w 7463080"/>
                <a:gd name="connsiteY74" fmla="*/ 2467015 h 2467014"/>
                <a:gd name="connsiteX75" fmla="*/ 863796 w 7463080"/>
                <a:gd name="connsiteY75" fmla="*/ 2450823 h 2467014"/>
                <a:gd name="connsiteX76" fmla="*/ 609794 w 7463080"/>
                <a:gd name="connsiteY76" fmla="*/ 2443202 h 2467014"/>
                <a:gd name="connsiteX77" fmla="*/ 406212 w 7463080"/>
                <a:gd name="connsiteY77" fmla="*/ 2346048 h 2467014"/>
                <a:gd name="connsiteX78" fmla="*/ 76105 w 7463080"/>
                <a:gd name="connsiteY78" fmla="*/ 2410817 h 2467014"/>
                <a:gd name="connsiteX79" fmla="*/ 0 w 7463080"/>
                <a:gd name="connsiteY79" fmla="*/ 2434630 h 2467014"/>
                <a:gd name="connsiteX80" fmla="*/ 0 w 7463080"/>
                <a:gd name="connsiteY80" fmla="*/ 2337475 h 246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463080" h="2467014">
                  <a:moveTo>
                    <a:pt x="0" y="2337475"/>
                  </a:moveTo>
                  <a:lnTo>
                    <a:pt x="76105" y="2329855"/>
                  </a:lnTo>
                  <a:cubicBezTo>
                    <a:pt x="152211" y="2322235"/>
                    <a:pt x="304421" y="2306042"/>
                    <a:pt x="406212" y="2329855"/>
                  </a:cubicBezTo>
                  <a:cubicBezTo>
                    <a:pt x="508003" y="2353667"/>
                    <a:pt x="558423" y="2418437"/>
                    <a:pt x="609794" y="2443202"/>
                  </a:cubicBezTo>
                  <a:cubicBezTo>
                    <a:pt x="660214" y="2467015"/>
                    <a:pt x="711585" y="2450823"/>
                    <a:pt x="863796" y="2435583"/>
                  </a:cubicBezTo>
                  <a:cubicBezTo>
                    <a:pt x="1016006" y="2419390"/>
                    <a:pt x="1270008" y="2403198"/>
                    <a:pt x="1498324" y="2403198"/>
                  </a:cubicBezTo>
                  <a:cubicBezTo>
                    <a:pt x="1726640" y="2403198"/>
                    <a:pt x="1930222" y="2419390"/>
                    <a:pt x="2082432" y="2427010"/>
                  </a:cubicBezTo>
                  <a:cubicBezTo>
                    <a:pt x="2234643" y="2434630"/>
                    <a:pt x="2336434" y="2434630"/>
                    <a:pt x="2462959" y="2419390"/>
                  </a:cubicBezTo>
                  <a:cubicBezTo>
                    <a:pt x="2589484" y="2403198"/>
                    <a:pt x="2742646" y="2370812"/>
                    <a:pt x="2844437" y="2354620"/>
                  </a:cubicBezTo>
                  <a:cubicBezTo>
                    <a:pt x="2946228" y="2338427"/>
                    <a:pt x="2996648" y="2338427"/>
                    <a:pt x="3048019" y="2347000"/>
                  </a:cubicBezTo>
                  <a:cubicBezTo>
                    <a:pt x="3099390" y="2355573"/>
                    <a:pt x="3149810" y="2370812"/>
                    <a:pt x="3200230" y="2353667"/>
                  </a:cubicBezTo>
                  <a:cubicBezTo>
                    <a:pt x="3250650" y="2336523"/>
                    <a:pt x="3302021" y="2284135"/>
                    <a:pt x="3352440" y="2290802"/>
                  </a:cubicBezTo>
                  <a:cubicBezTo>
                    <a:pt x="3402860" y="2297470"/>
                    <a:pt x="3454231" y="2362240"/>
                    <a:pt x="3504651" y="2372717"/>
                  </a:cubicBezTo>
                  <a:cubicBezTo>
                    <a:pt x="3555071" y="2383195"/>
                    <a:pt x="3606442" y="2340333"/>
                    <a:pt x="3656862" y="2318425"/>
                  </a:cubicBezTo>
                  <a:cubicBezTo>
                    <a:pt x="3707282" y="2296517"/>
                    <a:pt x="3758653" y="2296517"/>
                    <a:pt x="3809072" y="2288898"/>
                  </a:cubicBezTo>
                  <a:cubicBezTo>
                    <a:pt x="3859492" y="2281277"/>
                    <a:pt x="3910863" y="2265085"/>
                    <a:pt x="3961283" y="2252702"/>
                  </a:cubicBezTo>
                  <a:cubicBezTo>
                    <a:pt x="4011703" y="2240320"/>
                    <a:pt x="4063074" y="2232700"/>
                    <a:pt x="4113494" y="2236510"/>
                  </a:cubicBezTo>
                  <a:cubicBezTo>
                    <a:pt x="4163914" y="2240320"/>
                    <a:pt x="4215285" y="2256512"/>
                    <a:pt x="4265705" y="2221270"/>
                  </a:cubicBezTo>
                  <a:cubicBezTo>
                    <a:pt x="4316125" y="2186027"/>
                    <a:pt x="4367496" y="2099350"/>
                    <a:pt x="4417915" y="2038390"/>
                  </a:cubicBezTo>
                  <a:cubicBezTo>
                    <a:pt x="4468335" y="1977430"/>
                    <a:pt x="4519706" y="1942187"/>
                    <a:pt x="4570126" y="1934567"/>
                  </a:cubicBezTo>
                  <a:cubicBezTo>
                    <a:pt x="4620546" y="1926947"/>
                    <a:pt x="4671917" y="1946950"/>
                    <a:pt x="4722337" y="1946950"/>
                  </a:cubicBezTo>
                  <a:cubicBezTo>
                    <a:pt x="4772757" y="1946950"/>
                    <a:pt x="4824127" y="1926947"/>
                    <a:pt x="4874548" y="1906945"/>
                  </a:cubicBezTo>
                  <a:cubicBezTo>
                    <a:pt x="4924967" y="1886942"/>
                    <a:pt x="4976338" y="1867892"/>
                    <a:pt x="5026758" y="1843127"/>
                  </a:cubicBezTo>
                  <a:cubicBezTo>
                    <a:pt x="5077178" y="1818362"/>
                    <a:pt x="5128549" y="1787882"/>
                    <a:pt x="5178969" y="1707872"/>
                  </a:cubicBezTo>
                  <a:cubicBezTo>
                    <a:pt x="5229389" y="1627862"/>
                    <a:pt x="5280759" y="1495465"/>
                    <a:pt x="5331180" y="1447840"/>
                  </a:cubicBezTo>
                  <a:cubicBezTo>
                    <a:pt x="5381599" y="1400215"/>
                    <a:pt x="5432970" y="1435457"/>
                    <a:pt x="5483390" y="1385927"/>
                  </a:cubicBezTo>
                  <a:cubicBezTo>
                    <a:pt x="5533810" y="1336397"/>
                    <a:pt x="5585181" y="1202095"/>
                    <a:pt x="5635601" y="1135420"/>
                  </a:cubicBezTo>
                  <a:cubicBezTo>
                    <a:pt x="5686021" y="1068745"/>
                    <a:pt x="5737391" y="1070650"/>
                    <a:pt x="5787812" y="1101130"/>
                  </a:cubicBezTo>
                  <a:cubicBezTo>
                    <a:pt x="5838231" y="1130657"/>
                    <a:pt x="5889602" y="1188760"/>
                    <a:pt x="5940022" y="1184950"/>
                  </a:cubicBezTo>
                  <a:cubicBezTo>
                    <a:pt x="5990442" y="1181140"/>
                    <a:pt x="6041813" y="1118275"/>
                    <a:pt x="6092233" y="1178282"/>
                  </a:cubicBezTo>
                  <a:cubicBezTo>
                    <a:pt x="6142653" y="1238290"/>
                    <a:pt x="6194024" y="1422122"/>
                    <a:pt x="6244444" y="1385927"/>
                  </a:cubicBezTo>
                  <a:cubicBezTo>
                    <a:pt x="6294863" y="1349732"/>
                    <a:pt x="6346234" y="1093510"/>
                    <a:pt x="6396654" y="897295"/>
                  </a:cubicBezTo>
                  <a:cubicBezTo>
                    <a:pt x="6447074" y="701080"/>
                    <a:pt x="6498445" y="564872"/>
                    <a:pt x="6548865" y="484862"/>
                  </a:cubicBezTo>
                  <a:cubicBezTo>
                    <a:pt x="6599285" y="404852"/>
                    <a:pt x="6650656" y="382945"/>
                    <a:pt x="6701076" y="364847"/>
                  </a:cubicBezTo>
                  <a:cubicBezTo>
                    <a:pt x="6751495" y="346750"/>
                    <a:pt x="6802866" y="332462"/>
                    <a:pt x="6853286" y="246737"/>
                  </a:cubicBezTo>
                  <a:cubicBezTo>
                    <a:pt x="6903706" y="161012"/>
                    <a:pt x="6955077" y="2897"/>
                    <a:pt x="7005497" y="40"/>
                  </a:cubicBezTo>
                  <a:cubicBezTo>
                    <a:pt x="7055917" y="-2818"/>
                    <a:pt x="7107288" y="148630"/>
                    <a:pt x="7157708" y="275312"/>
                  </a:cubicBezTo>
                  <a:cubicBezTo>
                    <a:pt x="7208128" y="401995"/>
                    <a:pt x="7259498" y="503912"/>
                    <a:pt x="7309919" y="769660"/>
                  </a:cubicBezTo>
                  <a:cubicBezTo>
                    <a:pt x="7360338" y="1034455"/>
                    <a:pt x="7411709" y="1463080"/>
                    <a:pt x="7437395" y="1677392"/>
                  </a:cubicBezTo>
                  <a:lnTo>
                    <a:pt x="7463080" y="1891705"/>
                  </a:lnTo>
                  <a:lnTo>
                    <a:pt x="7463080" y="1891705"/>
                  </a:lnTo>
                  <a:lnTo>
                    <a:pt x="7437395" y="1725970"/>
                  </a:lnTo>
                  <a:cubicBezTo>
                    <a:pt x="7411709" y="1560235"/>
                    <a:pt x="7361289" y="1228765"/>
                    <a:pt x="7309919" y="980162"/>
                  </a:cubicBezTo>
                  <a:cubicBezTo>
                    <a:pt x="7259498" y="731560"/>
                    <a:pt x="7208128" y="564872"/>
                    <a:pt x="7157708" y="502007"/>
                  </a:cubicBezTo>
                  <a:cubicBezTo>
                    <a:pt x="7107288" y="439142"/>
                    <a:pt x="7055917" y="482005"/>
                    <a:pt x="7005497" y="533440"/>
                  </a:cubicBezTo>
                  <a:cubicBezTo>
                    <a:pt x="6955077" y="584875"/>
                    <a:pt x="6903706" y="645835"/>
                    <a:pt x="6853286" y="699175"/>
                  </a:cubicBezTo>
                  <a:cubicBezTo>
                    <a:pt x="6802866" y="752515"/>
                    <a:pt x="6751495" y="799187"/>
                    <a:pt x="6701076" y="784900"/>
                  </a:cubicBezTo>
                  <a:cubicBezTo>
                    <a:pt x="6650656" y="770612"/>
                    <a:pt x="6599285" y="696317"/>
                    <a:pt x="6548865" y="743942"/>
                  </a:cubicBezTo>
                  <a:cubicBezTo>
                    <a:pt x="6498445" y="791567"/>
                    <a:pt x="6447074" y="960160"/>
                    <a:pt x="6396654" y="1156375"/>
                  </a:cubicBezTo>
                  <a:cubicBezTo>
                    <a:pt x="6346234" y="1352590"/>
                    <a:pt x="6294863" y="1576427"/>
                    <a:pt x="6244444" y="1596430"/>
                  </a:cubicBezTo>
                  <a:cubicBezTo>
                    <a:pt x="6194024" y="1616432"/>
                    <a:pt x="6142653" y="1432600"/>
                    <a:pt x="6092233" y="1340207"/>
                  </a:cubicBezTo>
                  <a:cubicBezTo>
                    <a:pt x="6041813" y="1247815"/>
                    <a:pt x="5990442" y="1246862"/>
                    <a:pt x="5940022" y="1249720"/>
                  </a:cubicBezTo>
                  <a:cubicBezTo>
                    <a:pt x="5889602" y="1252577"/>
                    <a:pt x="5838231" y="1260197"/>
                    <a:pt x="5787812" y="1245910"/>
                  </a:cubicBezTo>
                  <a:cubicBezTo>
                    <a:pt x="5737391" y="1232575"/>
                    <a:pt x="5686021" y="1198285"/>
                    <a:pt x="5635601" y="1264007"/>
                  </a:cubicBezTo>
                  <a:cubicBezTo>
                    <a:pt x="5585181" y="1330682"/>
                    <a:pt x="5533810" y="1496417"/>
                    <a:pt x="5483390" y="1530707"/>
                  </a:cubicBezTo>
                  <a:cubicBezTo>
                    <a:pt x="5432970" y="1564045"/>
                    <a:pt x="5381599" y="1464032"/>
                    <a:pt x="5331180" y="1496417"/>
                  </a:cubicBezTo>
                  <a:cubicBezTo>
                    <a:pt x="5280759" y="1527850"/>
                    <a:pt x="5229389" y="1691680"/>
                    <a:pt x="5178969" y="1772642"/>
                  </a:cubicBezTo>
                  <a:cubicBezTo>
                    <a:pt x="5128549" y="1853605"/>
                    <a:pt x="5077178" y="1850747"/>
                    <a:pt x="5026758" y="1875512"/>
                  </a:cubicBezTo>
                  <a:cubicBezTo>
                    <a:pt x="4976338" y="1900277"/>
                    <a:pt x="4924967" y="1952665"/>
                    <a:pt x="4874548" y="1971715"/>
                  </a:cubicBezTo>
                  <a:cubicBezTo>
                    <a:pt x="4824127" y="1991717"/>
                    <a:pt x="4772757" y="1979335"/>
                    <a:pt x="4722337" y="1963142"/>
                  </a:cubicBezTo>
                  <a:cubicBezTo>
                    <a:pt x="4671917" y="1946950"/>
                    <a:pt x="4620546" y="1926947"/>
                    <a:pt x="4570126" y="1934567"/>
                  </a:cubicBezTo>
                  <a:cubicBezTo>
                    <a:pt x="4519706" y="1942187"/>
                    <a:pt x="4468335" y="1977430"/>
                    <a:pt x="4417915" y="2054582"/>
                  </a:cubicBezTo>
                  <a:cubicBezTo>
                    <a:pt x="4367496" y="2131735"/>
                    <a:pt x="4316125" y="2250798"/>
                    <a:pt x="4265705" y="2286040"/>
                  </a:cubicBezTo>
                  <a:cubicBezTo>
                    <a:pt x="4215285" y="2321283"/>
                    <a:pt x="4163914" y="2272705"/>
                    <a:pt x="4113494" y="2268895"/>
                  </a:cubicBezTo>
                  <a:cubicBezTo>
                    <a:pt x="4063074" y="2265085"/>
                    <a:pt x="4011703" y="2305090"/>
                    <a:pt x="3961283" y="2317473"/>
                  </a:cubicBezTo>
                  <a:cubicBezTo>
                    <a:pt x="3910863" y="2329855"/>
                    <a:pt x="3859492" y="2313662"/>
                    <a:pt x="3809072" y="2305090"/>
                  </a:cubicBezTo>
                  <a:cubicBezTo>
                    <a:pt x="3758653" y="2297470"/>
                    <a:pt x="3707282" y="2297470"/>
                    <a:pt x="3656862" y="2318425"/>
                  </a:cubicBezTo>
                  <a:cubicBezTo>
                    <a:pt x="3606442" y="2339380"/>
                    <a:pt x="3555071" y="2383195"/>
                    <a:pt x="3504651" y="2372717"/>
                  </a:cubicBezTo>
                  <a:cubicBezTo>
                    <a:pt x="3454231" y="2362240"/>
                    <a:pt x="3402860" y="2297470"/>
                    <a:pt x="3352440" y="2290802"/>
                  </a:cubicBezTo>
                  <a:cubicBezTo>
                    <a:pt x="3302021" y="2284135"/>
                    <a:pt x="3250650" y="2336523"/>
                    <a:pt x="3200230" y="2353667"/>
                  </a:cubicBezTo>
                  <a:cubicBezTo>
                    <a:pt x="3149810" y="2370812"/>
                    <a:pt x="3098439" y="2355573"/>
                    <a:pt x="3048019" y="2347000"/>
                  </a:cubicBezTo>
                  <a:cubicBezTo>
                    <a:pt x="2997599" y="2338427"/>
                    <a:pt x="2946228" y="2339380"/>
                    <a:pt x="2844437" y="2354620"/>
                  </a:cubicBezTo>
                  <a:cubicBezTo>
                    <a:pt x="2742646" y="2370812"/>
                    <a:pt x="2590436" y="2403198"/>
                    <a:pt x="2462959" y="2419390"/>
                  </a:cubicBezTo>
                  <a:cubicBezTo>
                    <a:pt x="2336434" y="2435583"/>
                    <a:pt x="2234643" y="2435583"/>
                    <a:pt x="2082432" y="2443202"/>
                  </a:cubicBezTo>
                  <a:cubicBezTo>
                    <a:pt x="1930222" y="2450823"/>
                    <a:pt x="1726640" y="2467015"/>
                    <a:pt x="1498324" y="2467015"/>
                  </a:cubicBezTo>
                  <a:cubicBezTo>
                    <a:pt x="1270008" y="2467015"/>
                    <a:pt x="1016006" y="2450823"/>
                    <a:pt x="863796" y="2450823"/>
                  </a:cubicBezTo>
                  <a:cubicBezTo>
                    <a:pt x="711585" y="2450823"/>
                    <a:pt x="660214" y="2467015"/>
                    <a:pt x="609794" y="2443202"/>
                  </a:cubicBezTo>
                  <a:cubicBezTo>
                    <a:pt x="559374" y="2419390"/>
                    <a:pt x="508003" y="2354620"/>
                    <a:pt x="406212" y="2346048"/>
                  </a:cubicBezTo>
                  <a:cubicBezTo>
                    <a:pt x="304421" y="2337475"/>
                    <a:pt x="152211" y="2386052"/>
                    <a:pt x="76105" y="2410817"/>
                  </a:cubicBezTo>
                  <a:lnTo>
                    <a:pt x="0" y="2434630"/>
                  </a:lnTo>
                  <a:lnTo>
                    <a:pt x="0" y="2337475"/>
                  </a:lnTo>
                  <a:close/>
                </a:path>
              </a:pathLst>
            </a:custGeom>
            <a:solidFill>
              <a:srgbClr val="C04E3F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D3509243-0E13-F9F9-2DBA-2310F40B6CA4}"/>
                </a:ext>
              </a:extLst>
            </p:cNvPr>
            <p:cNvSpPr/>
            <p:nvPr/>
          </p:nvSpPr>
          <p:spPr>
            <a:xfrm>
              <a:off x="2203032" y="2990866"/>
              <a:ext cx="7463080" cy="2545285"/>
            </a:xfrm>
            <a:custGeom>
              <a:avLst/>
              <a:gdLst>
                <a:gd name="connsiteX0" fmla="*/ 0 w 7463080"/>
                <a:gd name="connsiteY0" fmla="*/ 547983 h 2545285"/>
                <a:gd name="connsiteX1" fmla="*/ 76105 w 7463080"/>
                <a:gd name="connsiteY1" fmla="*/ 555602 h 2545285"/>
                <a:gd name="connsiteX2" fmla="*/ 406212 w 7463080"/>
                <a:gd name="connsiteY2" fmla="*/ 587988 h 2545285"/>
                <a:gd name="connsiteX3" fmla="*/ 609794 w 7463080"/>
                <a:gd name="connsiteY3" fmla="*/ 604180 h 2545285"/>
                <a:gd name="connsiteX4" fmla="*/ 863796 w 7463080"/>
                <a:gd name="connsiteY4" fmla="*/ 627993 h 2545285"/>
                <a:gd name="connsiteX5" fmla="*/ 1498324 w 7463080"/>
                <a:gd name="connsiteY5" fmla="*/ 595608 h 2545285"/>
                <a:gd name="connsiteX6" fmla="*/ 2082432 w 7463080"/>
                <a:gd name="connsiteY6" fmla="*/ 555602 h 2545285"/>
                <a:gd name="connsiteX7" fmla="*/ 2462959 w 7463080"/>
                <a:gd name="connsiteY7" fmla="*/ 563223 h 2545285"/>
                <a:gd name="connsiteX8" fmla="*/ 2844437 w 7463080"/>
                <a:gd name="connsiteY8" fmla="*/ 627993 h 2545285"/>
                <a:gd name="connsiteX9" fmla="*/ 3048019 w 7463080"/>
                <a:gd name="connsiteY9" fmla="*/ 620373 h 2545285"/>
                <a:gd name="connsiteX10" fmla="*/ 3200230 w 7463080"/>
                <a:gd name="connsiteY10" fmla="*/ 513692 h 2545285"/>
                <a:gd name="connsiteX11" fmla="*/ 3352440 w 7463080"/>
                <a:gd name="connsiteY11" fmla="*/ 467020 h 2545285"/>
                <a:gd name="connsiteX12" fmla="*/ 3504651 w 7463080"/>
                <a:gd name="connsiteY12" fmla="*/ 532743 h 2545285"/>
                <a:gd name="connsiteX13" fmla="*/ 3656862 w 7463080"/>
                <a:gd name="connsiteY13" fmla="*/ 575605 h 2545285"/>
                <a:gd name="connsiteX14" fmla="*/ 3809072 w 7463080"/>
                <a:gd name="connsiteY14" fmla="*/ 513692 h 2545285"/>
                <a:gd name="connsiteX15" fmla="*/ 3961283 w 7463080"/>
                <a:gd name="connsiteY15" fmla="*/ 477498 h 2545285"/>
                <a:gd name="connsiteX16" fmla="*/ 4113494 w 7463080"/>
                <a:gd name="connsiteY16" fmla="*/ 509883 h 2545285"/>
                <a:gd name="connsiteX17" fmla="*/ 4265705 w 7463080"/>
                <a:gd name="connsiteY17" fmla="*/ 478450 h 2545285"/>
                <a:gd name="connsiteX18" fmla="*/ 4417915 w 7463080"/>
                <a:gd name="connsiteY18" fmla="*/ 407965 h 2545285"/>
                <a:gd name="connsiteX19" fmla="*/ 4570126 w 7463080"/>
                <a:gd name="connsiteY19" fmla="*/ 320335 h 2545285"/>
                <a:gd name="connsiteX20" fmla="*/ 4722337 w 7463080"/>
                <a:gd name="connsiteY20" fmla="*/ 284140 h 2545285"/>
                <a:gd name="connsiteX21" fmla="*/ 4874548 w 7463080"/>
                <a:gd name="connsiteY21" fmla="*/ 292713 h 2545285"/>
                <a:gd name="connsiteX22" fmla="*/ 5026758 w 7463080"/>
                <a:gd name="connsiteY22" fmla="*/ 276520 h 2545285"/>
                <a:gd name="connsiteX23" fmla="*/ 5178969 w 7463080"/>
                <a:gd name="connsiteY23" fmla="*/ 286045 h 2545285"/>
                <a:gd name="connsiteX24" fmla="*/ 5331180 w 7463080"/>
                <a:gd name="connsiteY24" fmla="*/ 106975 h 2545285"/>
                <a:gd name="connsiteX25" fmla="*/ 5483390 w 7463080"/>
                <a:gd name="connsiteY25" fmla="*/ 93640 h 2545285"/>
                <a:gd name="connsiteX26" fmla="*/ 5635601 w 7463080"/>
                <a:gd name="connsiteY26" fmla="*/ 166983 h 2545285"/>
                <a:gd name="connsiteX27" fmla="*/ 5787812 w 7463080"/>
                <a:gd name="connsiteY27" fmla="*/ 35538 h 2545285"/>
                <a:gd name="connsiteX28" fmla="*/ 5940022 w 7463080"/>
                <a:gd name="connsiteY28" fmla="*/ 71733 h 2545285"/>
                <a:gd name="connsiteX29" fmla="*/ 6092233 w 7463080"/>
                <a:gd name="connsiteY29" fmla="*/ 295 h 2545285"/>
                <a:gd name="connsiteX30" fmla="*/ 6244444 w 7463080"/>
                <a:gd name="connsiteY30" fmla="*/ 62208 h 2545285"/>
                <a:gd name="connsiteX31" fmla="*/ 6396654 w 7463080"/>
                <a:gd name="connsiteY31" fmla="*/ 26013 h 2545285"/>
                <a:gd name="connsiteX32" fmla="*/ 6548865 w 7463080"/>
                <a:gd name="connsiteY32" fmla="*/ 66017 h 2545285"/>
                <a:gd name="connsiteX33" fmla="*/ 6701076 w 7463080"/>
                <a:gd name="connsiteY33" fmla="*/ 268900 h 2545285"/>
                <a:gd name="connsiteX34" fmla="*/ 6853286 w 7463080"/>
                <a:gd name="connsiteY34" fmla="*/ 102213 h 2545285"/>
                <a:gd name="connsiteX35" fmla="*/ 7005497 w 7463080"/>
                <a:gd name="connsiteY35" fmla="*/ 211750 h 2545285"/>
                <a:gd name="connsiteX36" fmla="*/ 7157708 w 7463080"/>
                <a:gd name="connsiteY36" fmla="*/ 147933 h 2545285"/>
                <a:gd name="connsiteX37" fmla="*/ 7309919 w 7463080"/>
                <a:gd name="connsiteY37" fmla="*/ 60302 h 2545285"/>
                <a:gd name="connsiteX38" fmla="*/ 7437395 w 7463080"/>
                <a:gd name="connsiteY38" fmla="*/ 240325 h 2545285"/>
                <a:gd name="connsiteX39" fmla="*/ 7463080 w 7463080"/>
                <a:gd name="connsiteY39" fmla="*/ 292713 h 2545285"/>
                <a:gd name="connsiteX40" fmla="*/ 7463080 w 7463080"/>
                <a:gd name="connsiteY40" fmla="*/ 583225 h 2545285"/>
                <a:gd name="connsiteX41" fmla="*/ 7437395 w 7463080"/>
                <a:gd name="connsiteY41" fmla="*/ 869927 h 2545285"/>
                <a:gd name="connsiteX42" fmla="*/ 7309919 w 7463080"/>
                <a:gd name="connsiteY42" fmla="*/ 2031025 h 2545285"/>
                <a:gd name="connsiteX43" fmla="*/ 7157708 w 7463080"/>
                <a:gd name="connsiteY43" fmla="*/ 2377735 h 2545285"/>
                <a:gd name="connsiteX44" fmla="*/ 7005497 w 7463080"/>
                <a:gd name="connsiteY44" fmla="*/ 2409168 h 2545285"/>
                <a:gd name="connsiteX45" fmla="*/ 6853286 w 7463080"/>
                <a:gd name="connsiteY45" fmla="*/ 2315823 h 2545285"/>
                <a:gd name="connsiteX46" fmla="*/ 6701076 w 7463080"/>
                <a:gd name="connsiteY46" fmla="*/ 2111035 h 2545285"/>
                <a:gd name="connsiteX47" fmla="*/ 6548865 w 7463080"/>
                <a:gd name="connsiteY47" fmla="*/ 2538708 h 2545285"/>
                <a:gd name="connsiteX48" fmla="*/ 6396654 w 7463080"/>
                <a:gd name="connsiteY48" fmla="*/ 2142468 h 2545285"/>
                <a:gd name="connsiteX49" fmla="*/ 6244444 w 7463080"/>
                <a:gd name="connsiteY49" fmla="*/ 1693840 h 2545285"/>
                <a:gd name="connsiteX50" fmla="*/ 6092233 w 7463080"/>
                <a:gd name="connsiteY50" fmla="*/ 2019595 h 2545285"/>
                <a:gd name="connsiteX51" fmla="*/ 5940022 w 7463080"/>
                <a:gd name="connsiteY51" fmla="*/ 2026263 h 2545285"/>
                <a:gd name="connsiteX52" fmla="*/ 5787812 w 7463080"/>
                <a:gd name="connsiteY52" fmla="*/ 2022452 h 2545285"/>
                <a:gd name="connsiteX53" fmla="*/ 5635601 w 7463080"/>
                <a:gd name="connsiteY53" fmla="*/ 1814808 h 2545285"/>
                <a:gd name="connsiteX54" fmla="*/ 5483390 w 7463080"/>
                <a:gd name="connsiteY54" fmla="*/ 1660502 h 2545285"/>
                <a:gd name="connsiteX55" fmla="*/ 5331180 w 7463080"/>
                <a:gd name="connsiteY55" fmla="*/ 1593827 h 2545285"/>
                <a:gd name="connsiteX56" fmla="*/ 5178969 w 7463080"/>
                <a:gd name="connsiteY56" fmla="*/ 1239498 h 2545285"/>
                <a:gd name="connsiteX57" fmla="*/ 5026758 w 7463080"/>
                <a:gd name="connsiteY57" fmla="*/ 1181395 h 2545285"/>
                <a:gd name="connsiteX58" fmla="*/ 4874548 w 7463080"/>
                <a:gd name="connsiteY58" fmla="*/ 1116625 h 2545285"/>
                <a:gd name="connsiteX59" fmla="*/ 4722337 w 7463080"/>
                <a:gd name="connsiteY59" fmla="*/ 1124245 h 2545285"/>
                <a:gd name="connsiteX60" fmla="*/ 4570126 w 7463080"/>
                <a:gd name="connsiteY60" fmla="*/ 1063285 h 2545285"/>
                <a:gd name="connsiteX61" fmla="*/ 4417915 w 7463080"/>
                <a:gd name="connsiteY61" fmla="*/ 876595 h 2545285"/>
                <a:gd name="connsiteX62" fmla="*/ 4265705 w 7463080"/>
                <a:gd name="connsiteY62" fmla="*/ 655615 h 2545285"/>
                <a:gd name="connsiteX63" fmla="*/ 4113494 w 7463080"/>
                <a:gd name="connsiteY63" fmla="*/ 703240 h 2545285"/>
                <a:gd name="connsiteX64" fmla="*/ 3961283 w 7463080"/>
                <a:gd name="connsiteY64" fmla="*/ 703240 h 2545285"/>
                <a:gd name="connsiteX65" fmla="*/ 3809072 w 7463080"/>
                <a:gd name="connsiteY65" fmla="*/ 577510 h 2545285"/>
                <a:gd name="connsiteX66" fmla="*/ 3656862 w 7463080"/>
                <a:gd name="connsiteY66" fmla="*/ 655615 h 2545285"/>
                <a:gd name="connsiteX67" fmla="*/ 3504651 w 7463080"/>
                <a:gd name="connsiteY67" fmla="*/ 661330 h 2545285"/>
                <a:gd name="connsiteX68" fmla="*/ 3352440 w 7463080"/>
                <a:gd name="connsiteY68" fmla="*/ 676570 h 2545285"/>
                <a:gd name="connsiteX69" fmla="*/ 3200230 w 7463080"/>
                <a:gd name="connsiteY69" fmla="*/ 562270 h 2545285"/>
                <a:gd name="connsiteX70" fmla="*/ 3048019 w 7463080"/>
                <a:gd name="connsiteY70" fmla="*/ 620373 h 2545285"/>
                <a:gd name="connsiteX71" fmla="*/ 2844437 w 7463080"/>
                <a:gd name="connsiteY71" fmla="*/ 644185 h 2545285"/>
                <a:gd name="connsiteX72" fmla="*/ 2462959 w 7463080"/>
                <a:gd name="connsiteY72" fmla="*/ 644185 h 2545285"/>
                <a:gd name="connsiteX73" fmla="*/ 2082432 w 7463080"/>
                <a:gd name="connsiteY73" fmla="*/ 636565 h 2545285"/>
                <a:gd name="connsiteX74" fmla="*/ 1498324 w 7463080"/>
                <a:gd name="connsiteY74" fmla="*/ 612752 h 2545285"/>
                <a:gd name="connsiteX75" fmla="*/ 863796 w 7463080"/>
                <a:gd name="connsiteY75" fmla="*/ 645138 h 2545285"/>
                <a:gd name="connsiteX76" fmla="*/ 609794 w 7463080"/>
                <a:gd name="connsiteY76" fmla="*/ 685143 h 2545285"/>
                <a:gd name="connsiteX77" fmla="*/ 406212 w 7463080"/>
                <a:gd name="connsiteY77" fmla="*/ 668950 h 2545285"/>
                <a:gd name="connsiteX78" fmla="*/ 76105 w 7463080"/>
                <a:gd name="connsiteY78" fmla="*/ 571795 h 2545285"/>
                <a:gd name="connsiteX79" fmla="*/ 0 w 7463080"/>
                <a:gd name="connsiteY79" fmla="*/ 547983 h 2545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2545285">
                  <a:moveTo>
                    <a:pt x="0" y="547983"/>
                  </a:moveTo>
                  <a:lnTo>
                    <a:pt x="76105" y="555602"/>
                  </a:lnTo>
                  <a:cubicBezTo>
                    <a:pt x="152211" y="563223"/>
                    <a:pt x="304421" y="579415"/>
                    <a:pt x="406212" y="587988"/>
                  </a:cubicBezTo>
                  <a:cubicBezTo>
                    <a:pt x="508003" y="596560"/>
                    <a:pt x="558423" y="595608"/>
                    <a:pt x="609794" y="604180"/>
                  </a:cubicBezTo>
                  <a:cubicBezTo>
                    <a:pt x="660214" y="611800"/>
                    <a:pt x="711585" y="627993"/>
                    <a:pt x="863796" y="627993"/>
                  </a:cubicBezTo>
                  <a:cubicBezTo>
                    <a:pt x="1016006" y="627993"/>
                    <a:pt x="1270008" y="611800"/>
                    <a:pt x="1498324" y="595608"/>
                  </a:cubicBezTo>
                  <a:cubicBezTo>
                    <a:pt x="1726640" y="579415"/>
                    <a:pt x="1930222" y="563223"/>
                    <a:pt x="2082432" y="555602"/>
                  </a:cubicBezTo>
                  <a:cubicBezTo>
                    <a:pt x="2234643" y="547983"/>
                    <a:pt x="2336434" y="547983"/>
                    <a:pt x="2462959" y="563223"/>
                  </a:cubicBezTo>
                  <a:cubicBezTo>
                    <a:pt x="2589484" y="579415"/>
                    <a:pt x="2742646" y="611800"/>
                    <a:pt x="2844437" y="627993"/>
                  </a:cubicBezTo>
                  <a:cubicBezTo>
                    <a:pt x="2946228" y="644185"/>
                    <a:pt x="2996648" y="644185"/>
                    <a:pt x="3048019" y="620373"/>
                  </a:cubicBezTo>
                  <a:cubicBezTo>
                    <a:pt x="3098439" y="596560"/>
                    <a:pt x="3149810" y="547983"/>
                    <a:pt x="3200230" y="513692"/>
                  </a:cubicBezTo>
                  <a:cubicBezTo>
                    <a:pt x="3250650" y="479402"/>
                    <a:pt x="3302021" y="460352"/>
                    <a:pt x="3352440" y="467020"/>
                  </a:cubicBezTo>
                  <a:cubicBezTo>
                    <a:pt x="3402860" y="473688"/>
                    <a:pt x="3454231" y="506073"/>
                    <a:pt x="3504651" y="532743"/>
                  </a:cubicBezTo>
                  <a:cubicBezTo>
                    <a:pt x="3555071" y="559413"/>
                    <a:pt x="3606442" y="581320"/>
                    <a:pt x="3656862" y="575605"/>
                  </a:cubicBezTo>
                  <a:cubicBezTo>
                    <a:pt x="3707282" y="569890"/>
                    <a:pt x="3758653" y="537505"/>
                    <a:pt x="3809072" y="513692"/>
                  </a:cubicBezTo>
                  <a:cubicBezTo>
                    <a:pt x="3859492" y="489880"/>
                    <a:pt x="3910863" y="473688"/>
                    <a:pt x="3961283" y="477498"/>
                  </a:cubicBezTo>
                  <a:cubicBezTo>
                    <a:pt x="4011703" y="481308"/>
                    <a:pt x="4063074" y="506073"/>
                    <a:pt x="4113494" y="509883"/>
                  </a:cubicBezTo>
                  <a:cubicBezTo>
                    <a:pt x="4163914" y="513692"/>
                    <a:pt x="4215285" y="497500"/>
                    <a:pt x="4265705" y="478450"/>
                  </a:cubicBezTo>
                  <a:cubicBezTo>
                    <a:pt x="4316125" y="459400"/>
                    <a:pt x="4367496" y="437492"/>
                    <a:pt x="4417915" y="407965"/>
                  </a:cubicBezTo>
                  <a:cubicBezTo>
                    <a:pt x="4468335" y="379390"/>
                    <a:pt x="4519706" y="344148"/>
                    <a:pt x="4570126" y="320335"/>
                  </a:cubicBezTo>
                  <a:cubicBezTo>
                    <a:pt x="4620546" y="296523"/>
                    <a:pt x="4671917" y="284140"/>
                    <a:pt x="4722337" y="284140"/>
                  </a:cubicBezTo>
                  <a:cubicBezTo>
                    <a:pt x="4772757" y="284140"/>
                    <a:pt x="4824127" y="296523"/>
                    <a:pt x="4874548" y="292713"/>
                  </a:cubicBezTo>
                  <a:cubicBezTo>
                    <a:pt x="4924967" y="288902"/>
                    <a:pt x="4976338" y="269852"/>
                    <a:pt x="5026758" y="276520"/>
                  </a:cubicBezTo>
                  <a:cubicBezTo>
                    <a:pt x="5077178" y="284140"/>
                    <a:pt x="5128549" y="318430"/>
                    <a:pt x="5178969" y="286045"/>
                  </a:cubicBezTo>
                  <a:cubicBezTo>
                    <a:pt x="5229389" y="253660"/>
                    <a:pt x="5280759" y="154600"/>
                    <a:pt x="5331180" y="106975"/>
                  </a:cubicBezTo>
                  <a:cubicBezTo>
                    <a:pt x="5381599" y="59350"/>
                    <a:pt x="5432970" y="62208"/>
                    <a:pt x="5483390" y="93640"/>
                  </a:cubicBezTo>
                  <a:cubicBezTo>
                    <a:pt x="5533810" y="125073"/>
                    <a:pt x="5585181" y="184127"/>
                    <a:pt x="5635601" y="166983"/>
                  </a:cubicBezTo>
                  <a:cubicBezTo>
                    <a:pt x="5686021" y="149838"/>
                    <a:pt x="5737391" y="54588"/>
                    <a:pt x="5787812" y="35538"/>
                  </a:cubicBezTo>
                  <a:cubicBezTo>
                    <a:pt x="5838231" y="16488"/>
                    <a:pt x="5889602" y="74590"/>
                    <a:pt x="5940022" y="71733"/>
                  </a:cubicBezTo>
                  <a:cubicBezTo>
                    <a:pt x="5990442" y="68875"/>
                    <a:pt x="6041813" y="5058"/>
                    <a:pt x="6092233" y="295"/>
                  </a:cubicBezTo>
                  <a:cubicBezTo>
                    <a:pt x="6142653" y="-4467"/>
                    <a:pt x="6194024" y="49825"/>
                    <a:pt x="6244444" y="62208"/>
                  </a:cubicBezTo>
                  <a:cubicBezTo>
                    <a:pt x="6294863" y="74590"/>
                    <a:pt x="6346234" y="44110"/>
                    <a:pt x="6396654" y="26013"/>
                  </a:cubicBezTo>
                  <a:cubicBezTo>
                    <a:pt x="6447074" y="7915"/>
                    <a:pt x="6498445" y="295"/>
                    <a:pt x="6548865" y="66017"/>
                  </a:cubicBezTo>
                  <a:cubicBezTo>
                    <a:pt x="6599285" y="131740"/>
                    <a:pt x="6650656" y="270805"/>
                    <a:pt x="6701076" y="268900"/>
                  </a:cubicBezTo>
                  <a:cubicBezTo>
                    <a:pt x="6751495" y="266995"/>
                    <a:pt x="6802866" y="123167"/>
                    <a:pt x="6853286" y="102213"/>
                  </a:cubicBezTo>
                  <a:cubicBezTo>
                    <a:pt x="6903706" y="81258"/>
                    <a:pt x="6955077" y="182223"/>
                    <a:pt x="7005497" y="211750"/>
                  </a:cubicBezTo>
                  <a:cubicBezTo>
                    <a:pt x="7055917" y="241277"/>
                    <a:pt x="7107288" y="198415"/>
                    <a:pt x="7157708" y="147933"/>
                  </a:cubicBezTo>
                  <a:cubicBezTo>
                    <a:pt x="7208128" y="96498"/>
                    <a:pt x="7259498" y="37442"/>
                    <a:pt x="7309919" y="60302"/>
                  </a:cubicBezTo>
                  <a:cubicBezTo>
                    <a:pt x="7360338" y="83163"/>
                    <a:pt x="7411709" y="187938"/>
                    <a:pt x="7437395" y="240325"/>
                  </a:cubicBezTo>
                  <a:lnTo>
                    <a:pt x="7463080" y="292713"/>
                  </a:lnTo>
                  <a:lnTo>
                    <a:pt x="7463080" y="583225"/>
                  </a:lnTo>
                  <a:lnTo>
                    <a:pt x="7437395" y="869927"/>
                  </a:lnTo>
                  <a:cubicBezTo>
                    <a:pt x="7411709" y="1156630"/>
                    <a:pt x="7361289" y="1730988"/>
                    <a:pt x="7309919" y="2031025"/>
                  </a:cubicBezTo>
                  <a:cubicBezTo>
                    <a:pt x="7259498" y="2332015"/>
                    <a:pt x="7208128" y="2358685"/>
                    <a:pt x="7157708" y="2377735"/>
                  </a:cubicBezTo>
                  <a:cubicBezTo>
                    <a:pt x="7107288" y="2396785"/>
                    <a:pt x="7055917" y="2406310"/>
                    <a:pt x="7005497" y="2409168"/>
                  </a:cubicBezTo>
                  <a:cubicBezTo>
                    <a:pt x="6955077" y="2412025"/>
                    <a:pt x="6903706" y="2408215"/>
                    <a:pt x="6853286" y="2315823"/>
                  </a:cubicBezTo>
                  <a:cubicBezTo>
                    <a:pt x="6802866" y="2223430"/>
                    <a:pt x="6751495" y="2043408"/>
                    <a:pt x="6701076" y="2111035"/>
                  </a:cubicBezTo>
                  <a:cubicBezTo>
                    <a:pt x="6650656" y="2178663"/>
                    <a:pt x="6599285" y="2491083"/>
                    <a:pt x="6548865" y="2538708"/>
                  </a:cubicBezTo>
                  <a:cubicBezTo>
                    <a:pt x="6498445" y="2586333"/>
                    <a:pt x="6447074" y="2367258"/>
                    <a:pt x="6396654" y="2142468"/>
                  </a:cubicBezTo>
                  <a:cubicBezTo>
                    <a:pt x="6346234" y="1918630"/>
                    <a:pt x="6294863" y="1690030"/>
                    <a:pt x="6244444" y="1693840"/>
                  </a:cubicBezTo>
                  <a:cubicBezTo>
                    <a:pt x="6194024" y="1697650"/>
                    <a:pt x="6142653" y="1934823"/>
                    <a:pt x="6092233" y="2019595"/>
                  </a:cubicBezTo>
                  <a:cubicBezTo>
                    <a:pt x="6041813" y="2105320"/>
                    <a:pt x="5990442" y="2039598"/>
                    <a:pt x="5940022" y="2026263"/>
                  </a:cubicBezTo>
                  <a:cubicBezTo>
                    <a:pt x="5889602" y="2012927"/>
                    <a:pt x="5838231" y="2052933"/>
                    <a:pt x="5787812" y="2022452"/>
                  </a:cubicBezTo>
                  <a:cubicBezTo>
                    <a:pt x="5737391" y="1992925"/>
                    <a:pt x="5686021" y="1893865"/>
                    <a:pt x="5635601" y="1814808"/>
                  </a:cubicBezTo>
                  <a:cubicBezTo>
                    <a:pt x="5585181" y="1735750"/>
                    <a:pt x="5533810" y="1675743"/>
                    <a:pt x="5483390" y="1660502"/>
                  </a:cubicBezTo>
                  <a:cubicBezTo>
                    <a:pt x="5432970" y="1645263"/>
                    <a:pt x="5381599" y="1674790"/>
                    <a:pt x="5331180" y="1593827"/>
                  </a:cubicBezTo>
                  <a:cubicBezTo>
                    <a:pt x="5280759" y="1512865"/>
                    <a:pt x="5229389" y="1320460"/>
                    <a:pt x="5178969" y="1239498"/>
                  </a:cubicBezTo>
                  <a:cubicBezTo>
                    <a:pt x="5128549" y="1158535"/>
                    <a:pt x="5077178" y="1189015"/>
                    <a:pt x="5026758" y="1181395"/>
                  </a:cubicBezTo>
                  <a:cubicBezTo>
                    <a:pt x="4976338" y="1173775"/>
                    <a:pt x="4924967" y="1129008"/>
                    <a:pt x="4874548" y="1116625"/>
                  </a:cubicBezTo>
                  <a:cubicBezTo>
                    <a:pt x="4824127" y="1104243"/>
                    <a:pt x="4772757" y="1124245"/>
                    <a:pt x="4722337" y="1124245"/>
                  </a:cubicBezTo>
                  <a:cubicBezTo>
                    <a:pt x="4671917" y="1124245"/>
                    <a:pt x="4620546" y="1104243"/>
                    <a:pt x="4570126" y="1063285"/>
                  </a:cubicBezTo>
                  <a:cubicBezTo>
                    <a:pt x="4519706" y="1022327"/>
                    <a:pt x="4468335" y="960415"/>
                    <a:pt x="4417915" y="876595"/>
                  </a:cubicBezTo>
                  <a:cubicBezTo>
                    <a:pt x="4367496" y="791823"/>
                    <a:pt x="4316125" y="685143"/>
                    <a:pt x="4265705" y="655615"/>
                  </a:cubicBezTo>
                  <a:cubicBezTo>
                    <a:pt x="4215285" y="626088"/>
                    <a:pt x="4163914" y="674665"/>
                    <a:pt x="4113494" y="703240"/>
                  </a:cubicBezTo>
                  <a:cubicBezTo>
                    <a:pt x="4063074" y="731815"/>
                    <a:pt x="4011703" y="739435"/>
                    <a:pt x="3961283" y="703240"/>
                  </a:cubicBezTo>
                  <a:cubicBezTo>
                    <a:pt x="3910863" y="667045"/>
                    <a:pt x="3859492" y="586083"/>
                    <a:pt x="3809072" y="577510"/>
                  </a:cubicBezTo>
                  <a:cubicBezTo>
                    <a:pt x="3758653" y="569890"/>
                    <a:pt x="3707282" y="633708"/>
                    <a:pt x="3656862" y="655615"/>
                  </a:cubicBezTo>
                  <a:cubicBezTo>
                    <a:pt x="3606442" y="677523"/>
                    <a:pt x="3555071" y="655615"/>
                    <a:pt x="3504651" y="661330"/>
                  </a:cubicBezTo>
                  <a:cubicBezTo>
                    <a:pt x="3454231" y="667045"/>
                    <a:pt x="3402860" y="699430"/>
                    <a:pt x="3352440" y="676570"/>
                  </a:cubicBezTo>
                  <a:cubicBezTo>
                    <a:pt x="3302021" y="653710"/>
                    <a:pt x="3250650" y="576558"/>
                    <a:pt x="3200230" y="562270"/>
                  </a:cubicBezTo>
                  <a:cubicBezTo>
                    <a:pt x="3149810" y="547983"/>
                    <a:pt x="3098439" y="596560"/>
                    <a:pt x="3048019" y="620373"/>
                  </a:cubicBezTo>
                  <a:cubicBezTo>
                    <a:pt x="2997599" y="644185"/>
                    <a:pt x="2946228" y="644185"/>
                    <a:pt x="2844437" y="644185"/>
                  </a:cubicBezTo>
                  <a:lnTo>
                    <a:pt x="2462959" y="644185"/>
                  </a:lnTo>
                  <a:cubicBezTo>
                    <a:pt x="2336434" y="644185"/>
                    <a:pt x="2234643" y="644185"/>
                    <a:pt x="2082432" y="636565"/>
                  </a:cubicBezTo>
                  <a:cubicBezTo>
                    <a:pt x="1930222" y="628945"/>
                    <a:pt x="1726640" y="612752"/>
                    <a:pt x="1498324" y="612752"/>
                  </a:cubicBezTo>
                  <a:cubicBezTo>
                    <a:pt x="1270008" y="612752"/>
                    <a:pt x="1016006" y="628945"/>
                    <a:pt x="863796" y="645138"/>
                  </a:cubicBezTo>
                  <a:cubicBezTo>
                    <a:pt x="711585" y="661330"/>
                    <a:pt x="660214" y="677523"/>
                    <a:pt x="609794" y="685143"/>
                  </a:cubicBezTo>
                  <a:cubicBezTo>
                    <a:pt x="559374" y="692763"/>
                    <a:pt x="508003" y="692763"/>
                    <a:pt x="406212" y="668950"/>
                  </a:cubicBezTo>
                  <a:cubicBezTo>
                    <a:pt x="304421" y="645138"/>
                    <a:pt x="152211" y="596560"/>
                    <a:pt x="76105" y="571795"/>
                  </a:cubicBezTo>
                  <a:lnTo>
                    <a:pt x="0" y="547983"/>
                  </a:lnTo>
                  <a:close/>
                </a:path>
              </a:pathLst>
            </a:custGeo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A340170C-E29E-3263-3A85-9416FE1D529C}"/>
                </a:ext>
              </a:extLst>
            </p:cNvPr>
            <p:cNvSpPr/>
            <p:nvPr/>
          </p:nvSpPr>
          <p:spPr>
            <a:xfrm>
              <a:off x="2203032" y="2459290"/>
              <a:ext cx="7463080" cy="1173755"/>
            </a:xfrm>
            <a:custGeom>
              <a:avLst/>
              <a:gdLst>
                <a:gd name="connsiteX0" fmla="*/ 0 w 7463080"/>
                <a:gd name="connsiteY0" fmla="*/ 1079559 h 1173755"/>
                <a:gd name="connsiteX1" fmla="*/ 76105 w 7463080"/>
                <a:gd name="connsiteY1" fmla="*/ 1055747 h 1173755"/>
                <a:gd name="connsiteX2" fmla="*/ 406212 w 7463080"/>
                <a:gd name="connsiteY2" fmla="*/ 990977 h 1173755"/>
                <a:gd name="connsiteX3" fmla="*/ 609794 w 7463080"/>
                <a:gd name="connsiteY3" fmla="*/ 1088131 h 1173755"/>
                <a:gd name="connsiteX4" fmla="*/ 863796 w 7463080"/>
                <a:gd name="connsiteY4" fmla="*/ 1095752 h 1173755"/>
                <a:gd name="connsiteX5" fmla="*/ 1498324 w 7463080"/>
                <a:gd name="connsiteY5" fmla="*/ 1111944 h 1173755"/>
                <a:gd name="connsiteX6" fmla="*/ 2082432 w 7463080"/>
                <a:gd name="connsiteY6" fmla="*/ 1088131 h 1173755"/>
                <a:gd name="connsiteX7" fmla="*/ 2462959 w 7463080"/>
                <a:gd name="connsiteY7" fmla="*/ 1080512 h 1173755"/>
                <a:gd name="connsiteX8" fmla="*/ 2844437 w 7463080"/>
                <a:gd name="connsiteY8" fmla="*/ 1080512 h 1173755"/>
                <a:gd name="connsiteX9" fmla="*/ 3048019 w 7463080"/>
                <a:gd name="connsiteY9" fmla="*/ 1072891 h 1173755"/>
                <a:gd name="connsiteX10" fmla="*/ 3200230 w 7463080"/>
                <a:gd name="connsiteY10" fmla="*/ 1030981 h 1173755"/>
                <a:gd name="connsiteX11" fmla="*/ 3352440 w 7463080"/>
                <a:gd name="connsiteY11" fmla="*/ 1000502 h 1173755"/>
                <a:gd name="connsiteX12" fmla="*/ 3504651 w 7463080"/>
                <a:gd name="connsiteY12" fmla="*/ 1033839 h 1173755"/>
                <a:gd name="connsiteX13" fmla="*/ 3656862 w 7463080"/>
                <a:gd name="connsiteY13" fmla="*/ 979546 h 1173755"/>
                <a:gd name="connsiteX14" fmla="*/ 3809072 w 7463080"/>
                <a:gd name="connsiteY14" fmla="*/ 1014789 h 1173755"/>
                <a:gd name="connsiteX15" fmla="*/ 3961283 w 7463080"/>
                <a:gd name="connsiteY15" fmla="*/ 994787 h 1173755"/>
                <a:gd name="connsiteX16" fmla="*/ 4113494 w 7463080"/>
                <a:gd name="connsiteY16" fmla="*/ 978594 h 1173755"/>
                <a:gd name="connsiteX17" fmla="*/ 4265705 w 7463080"/>
                <a:gd name="connsiteY17" fmla="*/ 979546 h 1173755"/>
                <a:gd name="connsiteX18" fmla="*/ 4417915 w 7463080"/>
                <a:gd name="connsiteY18" fmla="*/ 860484 h 1173755"/>
                <a:gd name="connsiteX19" fmla="*/ 4570126 w 7463080"/>
                <a:gd name="connsiteY19" fmla="*/ 756662 h 1173755"/>
                <a:gd name="connsiteX20" fmla="*/ 4722337 w 7463080"/>
                <a:gd name="connsiteY20" fmla="*/ 736659 h 1173755"/>
                <a:gd name="connsiteX21" fmla="*/ 4874548 w 7463080"/>
                <a:gd name="connsiteY21" fmla="*/ 793809 h 1173755"/>
                <a:gd name="connsiteX22" fmla="*/ 5026758 w 7463080"/>
                <a:gd name="connsiteY22" fmla="*/ 713799 h 1173755"/>
                <a:gd name="connsiteX23" fmla="*/ 5178969 w 7463080"/>
                <a:gd name="connsiteY23" fmla="*/ 659506 h 1173755"/>
                <a:gd name="connsiteX24" fmla="*/ 5331180 w 7463080"/>
                <a:gd name="connsiteY24" fmla="*/ 512821 h 1173755"/>
                <a:gd name="connsiteX25" fmla="*/ 5483390 w 7463080"/>
                <a:gd name="connsiteY25" fmla="*/ 386139 h 1173755"/>
                <a:gd name="connsiteX26" fmla="*/ 5635601 w 7463080"/>
                <a:gd name="connsiteY26" fmla="*/ 248979 h 1173755"/>
                <a:gd name="connsiteX27" fmla="*/ 5787812 w 7463080"/>
                <a:gd name="connsiteY27" fmla="*/ 230881 h 1173755"/>
                <a:gd name="connsiteX28" fmla="*/ 5940022 w 7463080"/>
                <a:gd name="connsiteY28" fmla="*/ 72766 h 1173755"/>
                <a:gd name="connsiteX29" fmla="*/ 6092233 w 7463080"/>
                <a:gd name="connsiteY29" fmla="*/ 195639 h 1173755"/>
                <a:gd name="connsiteX30" fmla="*/ 6244444 w 7463080"/>
                <a:gd name="connsiteY30" fmla="*/ 354706 h 1173755"/>
                <a:gd name="connsiteX31" fmla="*/ 6396654 w 7463080"/>
                <a:gd name="connsiteY31" fmla="*/ 172779 h 1173755"/>
                <a:gd name="connsiteX32" fmla="*/ 6548865 w 7463080"/>
                <a:gd name="connsiteY32" fmla="*/ 3234 h 1173755"/>
                <a:gd name="connsiteX33" fmla="*/ 6701076 w 7463080"/>
                <a:gd name="connsiteY33" fmla="*/ 60384 h 1173755"/>
                <a:gd name="connsiteX34" fmla="*/ 6853286 w 7463080"/>
                <a:gd name="connsiteY34" fmla="*/ 104199 h 1173755"/>
                <a:gd name="connsiteX35" fmla="*/ 7005497 w 7463080"/>
                <a:gd name="connsiteY35" fmla="*/ 100389 h 1173755"/>
                <a:gd name="connsiteX36" fmla="*/ 7157708 w 7463080"/>
                <a:gd name="connsiteY36" fmla="*/ 246121 h 1173755"/>
                <a:gd name="connsiteX37" fmla="*/ 7309919 w 7463080"/>
                <a:gd name="connsiteY37" fmla="*/ 335656 h 1173755"/>
                <a:gd name="connsiteX38" fmla="*/ 7437395 w 7463080"/>
                <a:gd name="connsiteY38" fmla="*/ 726181 h 1173755"/>
                <a:gd name="connsiteX39" fmla="*/ 7463080 w 7463080"/>
                <a:gd name="connsiteY39" fmla="*/ 827146 h 1173755"/>
                <a:gd name="connsiteX40" fmla="*/ 7463080 w 7463080"/>
                <a:gd name="connsiteY40" fmla="*/ 827146 h 1173755"/>
                <a:gd name="connsiteX41" fmla="*/ 7437395 w 7463080"/>
                <a:gd name="connsiteY41" fmla="*/ 774759 h 1173755"/>
                <a:gd name="connsiteX42" fmla="*/ 7309919 w 7463080"/>
                <a:gd name="connsiteY42" fmla="*/ 594737 h 1173755"/>
                <a:gd name="connsiteX43" fmla="*/ 7157708 w 7463080"/>
                <a:gd name="connsiteY43" fmla="*/ 682366 h 1173755"/>
                <a:gd name="connsiteX44" fmla="*/ 7005497 w 7463080"/>
                <a:gd name="connsiteY44" fmla="*/ 746184 h 1173755"/>
                <a:gd name="connsiteX45" fmla="*/ 6853286 w 7463080"/>
                <a:gd name="connsiteY45" fmla="*/ 636646 h 1173755"/>
                <a:gd name="connsiteX46" fmla="*/ 6701076 w 7463080"/>
                <a:gd name="connsiteY46" fmla="*/ 803334 h 1173755"/>
                <a:gd name="connsiteX47" fmla="*/ 6548865 w 7463080"/>
                <a:gd name="connsiteY47" fmla="*/ 600452 h 1173755"/>
                <a:gd name="connsiteX48" fmla="*/ 6396654 w 7463080"/>
                <a:gd name="connsiteY48" fmla="*/ 560446 h 1173755"/>
                <a:gd name="connsiteX49" fmla="*/ 6244444 w 7463080"/>
                <a:gd name="connsiteY49" fmla="*/ 596641 h 1173755"/>
                <a:gd name="connsiteX50" fmla="*/ 6092233 w 7463080"/>
                <a:gd name="connsiteY50" fmla="*/ 534729 h 1173755"/>
                <a:gd name="connsiteX51" fmla="*/ 5940022 w 7463080"/>
                <a:gd name="connsiteY51" fmla="*/ 606166 h 1173755"/>
                <a:gd name="connsiteX52" fmla="*/ 5787812 w 7463080"/>
                <a:gd name="connsiteY52" fmla="*/ 569971 h 1173755"/>
                <a:gd name="connsiteX53" fmla="*/ 5635601 w 7463080"/>
                <a:gd name="connsiteY53" fmla="*/ 701416 h 1173755"/>
                <a:gd name="connsiteX54" fmla="*/ 5483390 w 7463080"/>
                <a:gd name="connsiteY54" fmla="*/ 628074 h 1173755"/>
                <a:gd name="connsiteX55" fmla="*/ 5331180 w 7463080"/>
                <a:gd name="connsiteY55" fmla="*/ 641409 h 1173755"/>
                <a:gd name="connsiteX56" fmla="*/ 5178969 w 7463080"/>
                <a:gd name="connsiteY56" fmla="*/ 820479 h 1173755"/>
                <a:gd name="connsiteX57" fmla="*/ 5026758 w 7463080"/>
                <a:gd name="connsiteY57" fmla="*/ 810954 h 1173755"/>
                <a:gd name="connsiteX58" fmla="*/ 4874548 w 7463080"/>
                <a:gd name="connsiteY58" fmla="*/ 827146 h 1173755"/>
                <a:gd name="connsiteX59" fmla="*/ 4722337 w 7463080"/>
                <a:gd name="connsiteY59" fmla="*/ 818574 h 1173755"/>
                <a:gd name="connsiteX60" fmla="*/ 4570126 w 7463080"/>
                <a:gd name="connsiteY60" fmla="*/ 854769 h 1173755"/>
                <a:gd name="connsiteX61" fmla="*/ 4417915 w 7463080"/>
                <a:gd name="connsiteY61" fmla="*/ 942399 h 1173755"/>
                <a:gd name="connsiteX62" fmla="*/ 4265705 w 7463080"/>
                <a:gd name="connsiteY62" fmla="*/ 1012884 h 1173755"/>
                <a:gd name="connsiteX63" fmla="*/ 4113494 w 7463080"/>
                <a:gd name="connsiteY63" fmla="*/ 1044316 h 1173755"/>
                <a:gd name="connsiteX64" fmla="*/ 3961283 w 7463080"/>
                <a:gd name="connsiteY64" fmla="*/ 1011931 h 1173755"/>
                <a:gd name="connsiteX65" fmla="*/ 3809072 w 7463080"/>
                <a:gd name="connsiteY65" fmla="*/ 1048127 h 1173755"/>
                <a:gd name="connsiteX66" fmla="*/ 3656862 w 7463080"/>
                <a:gd name="connsiteY66" fmla="*/ 1110039 h 1173755"/>
                <a:gd name="connsiteX67" fmla="*/ 3504651 w 7463080"/>
                <a:gd name="connsiteY67" fmla="*/ 1067177 h 1173755"/>
                <a:gd name="connsiteX68" fmla="*/ 3352440 w 7463080"/>
                <a:gd name="connsiteY68" fmla="*/ 1001454 h 1173755"/>
                <a:gd name="connsiteX69" fmla="*/ 3200230 w 7463080"/>
                <a:gd name="connsiteY69" fmla="*/ 1048127 h 1173755"/>
                <a:gd name="connsiteX70" fmla="*/ 3048019 w 7463080"/>
                <a:gd name="connsiteY70" fmla="*/ 1154806 h 1173755"/>
                <a:gd name="connsiteX71" fmla="*/ 2844437 w 7463080"/>
                <a:gd name="connsiteY71" fmla="*/ 1162427 h 1173755"/>
                <a:gd name="connsiteX72" fmla="*/ 2462959 w 7463080"/>
                <a:gd name="connsiteY72" fmla="*/ 1097656 h 1173755"/>
                <a:gd name="connsiteX73" fmla="*/ 2082432 w 7463080"/>
                <a:gd name="connsiteY73" fmla="*/ 1090037 h 1173755"/>
                <a:gd name="connsiteX74" fmla="*/ 1498324 w 7463080"/>
                <a:gd name="connsiteY74" fmla="*/ 1130041 h 1173755"/>
                <a:gd name="connsiteX75" fmla="*/ 863796 w 7463080"/>
                <a:gd name="connsiteY75" fmla="*/ 1162427 h 1173755"/>
                <a:gd name="connsiteX76" fmla="*/ 609794 w 7463080"/>
                <a:gd name="connsiteY76" fmla="*/ 1138614 h 1173755"/>
                <a:gd name="connsiteX77" fmla="*/ 406212 w 7463080"/>
                <a:gd name="connsiteY77" fmla="*/ 1122422 h 1173755"/>
                <a:gd name="connsiteX78" fmla="*/ 76105 w 7463080"/>
                <a:gd name="connsiteY78" fmla="*/ 1090037 h 1173755"/>
                <a:gd name="connsiteX79" fmla="*/ 0 w 7463080"/>
                <a:gd name="connsiteY79" fmla="*/ 1082416 h 117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1173755">
                  <a:moveTo>
                    <a:pt x="0" y="1079559"/>
                  </a:moveTo>
                  <a:lnTo>
                    <a:pt x="76105" y="1055747"/>
                  </a:lnTo>
                  <a:cubicBezTo>
                    <a:pt x="152211" y="1031934"/>
                    <a:pt x="304421" y="983356"/>
                    <a:pt x="406212" y="990977"/>
                  </a:cubicBezTo>
                  <a:cubicBezTo>
                    <a:pt x="508003" y="998596"/>
                    <a:pt x="558423" y="1063366"/>
                    <a:pt x="609794" y="1088131"/>
                  </a:cubicBezTo>
                  <a:cubicBezTo>
                    <a:pt x="660214" y="1111944"/>
                    <a:pt x="711585" y="1095752"/>
                    <a:pt x="863796" y="1095752"/>
                  </a:cubicBezTo>
                  <a:cubicBezTo>
                    <a:pt x="1016006" y="1095752"/>
                    <a:pt x="1270008" y="1111944"/>
                    <a:pt x="1498324" y="1111944"/>
                  </a:cubicBezTo>
                  <a:cubicBezTo>
                    <a:pt x="1726640" y="1111944"/>
                    <a:pt x="1930222" y="1095752"/>
                    <a:pt x="2082432" y="1088131"/>
                  </a:cubicBezTo>
                  <a:cubicBezTo>
                    <a:pt x="2234643" y="1080512"/>
                    <a:pt x="2336434" y="1080512"/>
                    <a:pt x="2462959" y="1080512"/>
                  </a:cubicBezTo>
                  <a:lnTo>
                    <a:pt x="2844437" y="1080512"/>
                  </a:lnTo>
                  <a:cubicBezTo>
                    <a:pt x="2946228" y="1080512"/>
                    <a:pt x="2996648" y="1080512"/>
                    <a:pt x="3048019" y="1072891"/>
                  </a:cubicBezTo>
                  <a:cubicBezTo>
                    <a:pt x="3098439" y="1065272"/>
                    <a:pt x="3149810" y="1049079"/>
                    <a:pt x="3200230" y="1030981"/>
                  </a:cubicBezTo>
                  <a:cubicBezTo>
                    <a:pt x="3250650" y="1012884"/>
                    <a:pt x="3302021" y="993834"/>
                    <a:pt x="3352440" y="1000502"/>
                  </a:cubicBezTo>
                  <a:cubicBezTo>
                    <a:pt x="3402860" y="1007169"/>
                    <a:pt x="3454231" y="1039554"/>
                    <a:pt x="3504651" y="1033839"/>
                  </a:cubicBezTo>
                  <a:cubicBezTo>
                    <a:pt x="3555071" y="1028124"/>
                    <a:pt x="3606442" y="985262"/>
                    <a:pt x="3656862" y="979546"/>
                  </a:cubicBezTo>
                  <a:cubicBezTo>
                    <a:pt x="3707282" y="973831"/>
                    <a:pt x="3758653" y="1006216"/>
                    <a:pt x="3809072" y="1014789"/>
                  </a:cubicBezTo>
                  <a:cubicBezTo>
                    <a:pt x="3859492" y="1023362"/>
                    <a:pt x="3910863" y="1007169"/>
                    <a:pt x="3961283" y="994787"/>
                  </a:cubicBezTo>
                  <a:cubicBezTo>
                    <a:pt x="4011703" y="982404"/>
                    <a:pt x="4063074" y="974784"/>
                    <a:pt x="4113494" y="978594"/>
                  </a:cubicBezTo>
                  <a:cubicBezTo>
                    <a:pt x="4163914" y="982404"/>
                    <a:pt x="4215285" y="998596"/>
                    <a:pt x="4265705" y="979546"/>
                  </a:cubicBezTo>
                  <a:cubicBezTo>
                    <a:pt x="4316125" y="960496"/>
                    <a:pt x="4367496" y="906204"/>
                    <a:pt x="4417915" y="860484"/>
                  </a:cubicBezTo>
                  <a:cubicBezTo>
                    <a:pt x="4468335" y="814764"/>
                    <a:pt x="4519706" y="780474"/>
                    <a:pt x="4570126" y="756662"/>
                  </a:cubicBezTo>
                  <a:cubicBezTo>
                    <a:pt x="4620546" y="732849"/>
                    <a:pt x="4671917" y="720466"/>
                    <a:pt x="4722337" y="736659"/>
                  </a:cubicBezTo>
                  <a:cubicBezTo>
                    <a:pt x="4772757" y="752852"/>
                    <a:pt x="4824127" y="797619"/>
                    <a:pt x="4874548" y="793809"/>
                  </a:cubicBezTo>
                  <a:cubicBezTo>
                    <a:pt x="4924967" y="789999"/>
                    <a:pt x="4976338" y="738564"/>
                    <a:pt x="5026758" y="713799"/>
                  </a:cubicBezTo>
                  <a:cubicBezTo>
                    <a:pt x="5077178" y="689034"/>
                    <a:pt x="5128549" y="690939"/>
                    <a:pt x="5178969" y="659506"/>
                  </a:cubicBezTo>
                  <a:cubicBezTo>
                    <a:pt x="5229389" y="628074"/>
                    <a:pt x="5280759" y="560446"/>
                    <a:pt x="5331180" y="512821"/>
                  </a:cubicBezTo>
                  <a:cubicBezTo>
                    <a:pt x="5381599" y="465196"/>
                    <a:pt x="5432970" y="435669"/>
                    <a:pt x="5483390" y="386139"/>
                  </a:cubicBezTo>
                  <a:cubicBezTo>
                    <a:pt x="5533810" y="336609"/>
                    <a:pt x="5585181" y="267076"/>
                    <a:pt x="5635601" y="248979"/>
                  </a:cubicBezTo>
                  <a:cubicBezTo>
                    <a:pt x="5686021" y="230881"/>
                    <a:pt x="5737391" y="265171"/>
                    <a:pt x="5787812" y="230881"/>
                  </a:cubicBezTo>
                  <a:cubicBezTo>
                    <a:pt x="5838231" y="195639"/>
                    <a:pt x="5889602" y="91816"/>
                    <a:pt x="5940022" y="72766"/>
                  </a:cubicBezTo>
                  <a:cubicBezTo>
                    <a:pt x="5990442" y="53716"/>
                    <a:pt x="6041813" y="119439"/>
                    <a:pt x="6092233" y="195639"/>
                  </a:cubicBezTo>
                  <a:cubicBezTo>
                    <a:pt x="6142653" y="271839"/>
                    <a:pt x="6194024" y="358516"/>
                    <a:pt x="6244444" y="354706"/>
                  </a:cubicBezTo>
                  <a:cubicBezTo>
                    <a:pt x="6294863" y="350896"/>
                    <a:pt x="6346234" y="255646"/>
                    <a:pt x="6396654" y="172779"/>
                  </a:cubicBezTo>
                  <a:cubicBezTo>
                    <a:pt x="6447074" y="89912"/>
                    <a:pt x="6498445" y="17521"/>
                    <a:pt x="6548865" y="3234"/>
                  </a:cubicBezTo>
                  <a:cubicBezTo>
                    <a:pt x="6599285" y="-12006"/>
                    <a:pt x="6650656" y="29904"/>
                    <a:pt x="6701076" y="60384"/>
                  </a:cubicBezTo>
                  <a:cubicBezTo>
                    <a:pt x="6751495" y="90864"/>
                    <a:pt x="6802866" y="108962"/>
                    <a:pt x="6853286" y="104199"/>
                  </a:cubicBezTo>
                  <a:cubicBezTo>
                    <a:pt x="6903706" y="99437"/>
                    <a:pt x="6955077" y="70862"/>
                    <a:pt x="7005497" y="100389"/>
                  </a:cubicBezTo>
                  <a:cubicBezTo>
                    <a:pt x="7055917" y="129916"/>
                    <a:pt x="7107288" y="216594"/>
                    <a:pt x="7157708" y="246121"/>
                  </a:cubicBezTo>
                  <a:cubicBezTo>
                    <a:pt x="7208128" y="275649"/>
                    <a:pt x="7259498" y="248979"/>
                    <a:pt x="7309919" y="335656"/>
                  </a:cubicBezTo>
                  <a:cubicBezTo>
                    <a:pt x="7360338" y="423287"/>
                    <a:pt x="7411709" y="625216"/>
                    <a:pt x="7437395" y="726181"/>
                  </a:cubicBezTo>
                  <a:lnTo>
                    <a:pt x="7463080" y="827146"/>
                  </a:lnTo>
                  <a:lnTo>
                    <a:pt x="7463080" y="827146"/>
                  </a:lnTo>
                  <a:lnTo>
                    <a:pt x="7437395" y="774759"/>
                  </a:lnTo>
                  <a:cubicBezTo>
                    <a:pt x="7411709" y="722371"/>
                    <a:pt x="7361289" y="617596"/>
                    <a:pt x="7309919" y="594737"/>
                  </a:cubicBezTo>
                  <a:cubicBezTo>
                    <a:pt x="7259498" y="571877"/>
                    <a:pt x="7208128" y="631884"/>
                    <a:pt x="7157708" y="682366"/>
                  </a:cubicBezTo>
                  <a:cubicBezTo>
                    <a:pt x="7107288" y="733802"/>
                    <a:pt x="7055917" y="775712"/>
                    <a:pt x="7005497" y="746184"/>
                  </a:cubicBezTo>
                  <a:cubicBezTo>
                    <a:pt x="6955077" y="716656"/>
                    <a:pt x="6903706" y="615691"/>
                    <a:pt x="6853286" y="636646"/>
                  </a:cubicBezTo>
                  <a:cubicBezTo>
                    <a:pt x="6802866" y="657602"/>
                    <a:pt x="6751495" y="801429"/>
                    <a:pt x="6701076" y="803334"/>
                  </a:cubicBezTo>
                  <a:cubicBezTo>
                    <a:pt x="6650656" y="805239"/>
                    <a:pt x="6599285" y="666174"/>
                    <a:pt x="6548865" y="600452"/>
                  </a:cubicBezTo>
                  <a:cubicBezTo>
                    <a:pt x="6498445" y="534729"/>
                    <a:pt x="6447074" y="541396"/>
                    <a:pt x="6396654" y="560446"/>
                  </a:cubicBezTo>
                  <a:cubicBezTo>
                    <a:pt x="6346234" y="579496"/>
                    <a:pt x="6294863" y="609024"/>
                    <a:pt x="6244444" y="596641"/>
                  </a:cubicBezTo>
                  <a:cubicBezTo>
                    <a:pt x="6194024" y="584259"/>
                    <a:pt x="6142653" y="529966"/>
                    <a:pt x="6092233" y="534729"/>
                  </a:cubicBezTo>
                  <a:cubicBezTo>
                    <a:pt x="6041813" y="539491"/>
                    <a:pt x="5990442" y="603309"/>
                    <a:pt x="5940022" y="606166"/>
                  </a:cubicBezTo>
                  <a:cubicBezTo>
                    <a:pt x="5889602" y="609024"/>
                    <a:pt x="5838231" y="551874"/>
                    <a:pt x="5787812" y="569971"/>
                  </a:cubicBezTo>
                  <a:cubicBezTo>
                    <a:pt x="5737391" y="589021"/>
                    <a:pt x="5686021" y="684271"/>
                    <a:pt x="5635601" y="701416"/>
                  </a:cubicBezTo>
                  <a:cubicBezTo>
                    <a:pt x="5585181" y="718562"/>
                    <a:pt x="5533810" y="659506"/>
                    <a:pt x="5483390" y="628074"/>
                  </a:cubicBezTo>
                  <a:cubicBezTo>
                    <a:pt x="5432970" y="596641"/>
                    <a:pt x="5381599" y="593784"/>
                    <a:pt x="5331180" y="641409"/>
                  </a:cubicBezTo>
                  <a:cubicBezTo>
                    <a:pt x="5280759" y="689034"/>
                    <a:pt x="5229389" y="788094"/>
                    <a:pt x="5178969" y="820479"/>
                  </a:cubicBezTo>
                  <a:cubicBezTo>
                    <a:pt x="5128549" y="852864"/>
                    <a:pt x="5077178" y="817621"/>
                    <a:pt x="5026758" y="810954"/>
                  </a:cubicBezTo>
                  <a:cubicBezTo>
                    <a:pt x="4976338" y="803334"/>
                    <a:pt x="4924967" y="823337"/>
                    <a:pt x="4874548" y="827146"/>
                  </a:cubicBezTo>
                  <a:cubicBezTo>
                    <a:pt x="4824127" y="830956"/>
                    <a:pt x="4772757" y="818574"/>
                    <a:pt x="4722337" y="818574"/>
                  </a:cubicBezTo>
                  <a:cubicBezTo>
                    <a:pt x="4671917" y="818574"/>
                    <a:pt x="4620546" y="830956"/>
                    <a:pt x="4570126" y="854769"/>
                  </a:cubicBezTo>
                  <a:cubicBezTo>
                    <a:pt x="4519706" y="878581"/>
                    <a:pt x="4468335" y="913824"/>
                    <a:pt x="4417915" y="942399"/>
                  </a:cubicBezTo>
                  <a:cubicBezTo>
                    <a:pt x="4367496" y="970974"/>
                    <a:pt x="4316125" y="993834"/>
                    <a:pt x="4265705" y="1012884"/>
                  </a:cubicBezTo>
                  <a:cubicBezTo>
                    <a:pt x="4215285" y="1031934"/>
                    <a:pt x="4163914" y="1048127"/>
                    <a:pt x="4113494" y="1044316"/>
                  </a:cubicBezTo>
                  <a:cubicBezTo>
                    <a:pt x="4063074" y="1040506"/>
                    <a:pt x="4011703" y="1015741"/>
                    <a:pt x="3961283" y="1011931"/>
                  </a:cubicBezTo>
                  <a:cubicBezTo>
                    <a:pt x="3910863" y="1008121"/>
                    <a:pt x="3859492" y="1024314"/>
                    <a:pt x="3809072" y="1048127"/>
                  </a:cubicBezTo>
                  <a:cubicBezTo>
                    <a:pt x="3758653" y="1071939"/>
                    <a:pt x="3707282" y="1104324"/>
                    <a:pt x="3656862" y="1110039"/>
                  </a:cubicBezTo>
                  <a:cubicBezTo>
                    <a:pt x="3606442" y="1115754"/>
                    <a:pt x="3555071" y="1093847"/>
                    <a:pt x="3504651" y="1067177"/>
                  </a:cubicBezTo>
                  <a:cubicBezTo>
                    <a:pt x="3454231" y="1040506"/>
                    <a:pt x="3402860" y="1008121"/>
                    <a:pt x="3352440" y="1001454"/>
                  </a:cubicBezTo>
                  <a:cubicBezTo>
                    <a:pt x="3302021" y="994787"/>
                    <a:pt x="3250650" y="1014789"/>
                    <a:pt x="3200230" y="1048127"/>
                  </a:cubicBezTo>
                  <a:cubicBezTo>
                    <a:pt x="3149810" y="1082416"/>
                    <a:pt x="3098439" y="1130994"/>
                    <a:pt x="3048019" y="1154806"/>
                  </a:cubicBezTo>
                  <a:cubicBezTo>
                    <a:pt x="2997599" y="1178619"/>
                    <a:pt x="2946228" y="1178619"/>
                    <a:pt x="2844437" y="1162427"/>
                  </a:cubicBezTo>
                  <a:cubicBezTo>
                    <a:pt x="2742646" y="1146234"/>
                    <a:pt x="2590436" y="1113849"/>
                    <a:pt x="2462959" y="1097656"/>
                  </a:cubicBezTo>
                  <a:cubicBezTo>
                    <a:pt x="2336434" y="1081464"/>
                    <a:pt x="2234643" y="1081464"/>
                    <a:pt x="2082432" y="1090037"/>
                  </a:cubicBezTo>
                  <a:cubicBezTo>
                    <a:pt x="1930222" y="1098609"/>
                    <a:pt x="1726640" y="1113849"/>
                    <a:pt x="1498324" y="1130041"/>
                  </a:cubicBezTo>
                  <a:cubicBezTo>
                    <a:pt x="1270008" y="1146234"/>
                    <a:pt x="1016006" y="1162427"/>
                    <a:pt x="863796" y="1162427"/>
                  </a:cubicBezTo>
                  <a:cubicBezTo>
                    <a:pt x="711585" y="1162427"/>
                    <a:pt x="660214" y="1146234"/>
                    <a:pt x="609794" y="1138614"/>
                  </a:cubicBezTo>
                  <a:cubicBezTo>
                    <a:pt x="559374" y="1130994"/>
                    <a:pt x="508003" y="1130994"/>
                    <a:pt x="406212" y="1122422"/>
                  </a:cubicBezTo>
                  <a:cubicBezTo>
                    <a:pt x="304421" y="1113849"/>
                    <a:pt x="152211" y="1098609"/>
                    <a:pt x="76105" y="1090037"/>
                  </a:cubicBezTo>
                  <a:lnTo>
                    <a:pt x="0" y="1082416"/>
                  </a:lnTo>
                  <a:close/>
                </a:path>
              </a:pathLst>
            </a:custGeom>
            <a:solidFill>
              <a:srgbClr val="339999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954CDF3B-4C84-0B97-2298-1B9E131A212F}"/>
                </a:ext>
              </a:extLst>
            </p:cNvPr>
            <p:cNvSpPr/>
            <p:nvPr/>
          </p:nvSpPr>
          <p:spPr>
            <a:xfrm>
              <a:off x="2203032" y="1575324"/>
              <a:ext cx="7463080" cy="1996862"/>
            </a:xfrm>
            <a:custGeom>
              <a:avLst/>
              <a:gdLst>
                <a:gd name="connsiteX0" fmla="*/ 0 w 7463080"/>
                <a:gd name="connsiteY0" fmla="*/ 1963526 h 1996862"/>
                <a:gd name="connsiteX1" fmla="*/ 76105 w 7463080"/>
                <a:gd name="connsiteY1" fmla="*/ 1939713 h 1996862"/>
                <a:gd name="connsiteX2" fmla="*/ 406212 w 7463080"/>
                <a:gd name="connsiteY2" fmla="*/ 1874943 h 1996862"/>
                <a:gd name="connsiteX3" fmla="*/ 609794 w 7463080"/>
                <a:gd name="connsiteY3" fmla="*/ 1972098 h 1996862"/>
                <a:gd name="connsiteX4" fmla="*/ 863796 w 7463080"/>
                <a:gd name="connsiteY4" fmla="*/ 1979718 h 1996862"/>
                <a:gd name="connsiteX5" fmla="*/ 1498324 w 7463080"/>
                <a:gd name="connsiteY5" fmla="*/ 1995910 h 1996862"/>
                <a:gd name="connsiteX6" fmla="*/ 2082432 w 7463080"/>
                <a:gd name="connsiteY6" fmla="*/ 1972098 h 1996862"/>
                <a:gd name="connsiteX7" fmla="*/ 2462959 w 7463080"/>
                <a:gd name="connsiteY7" fmla="*/ 1948285 h 1996862"/>
                <a:gd name="connsiteX8" fmla="*/ 2844437 w 7463080"/>
                <a:gd name="connsiteY8" fmla="*/ 1883516 h 1996862"/>
                <a:gd name="connsiteX9" fmla="*/ 3048019 w 7463080"/>
                <a:gd name="connsiteY9" fmla="*/ 1875895 h 1996862"/>
                <a:gd name="connsiteX10" fmla="*/ 3200230 w 7463080"/>
                <a:gd name="connsiteY10" fmla="*/ 1882563 h 1996862"/>
                <a:gd name="connsiteX11" fmla="*/ 3352440 w 7463080"/>
                <a:gd name="connsiteY11" fmla="*/ 1819698 h 1996862"/>
                <a:gd name="connsiteX12" fmla="*/ 3504651 w 7463080"/>
                <a:gd name="connsiteY12" fmla="*/ 1901613 h 1996862"/>
                <a:gd name="connsiteX13" fmla="*/ 3656862 w 7463080"/>
                <a:gd name="connsiteY13" fmla="*/ 1847320 h 1996862"/>
                <a:gd name="connsiteX14" fmla="*/ 3809072 w 7463080"/>
                <a:gd name="connsiteY14" fmla="*/ 1833985 h 1996862"/>
                <a:gd name="connsiteX15" fmla="*/ 3961283 w 7463080"/>
                <a:gd name="connsiteY15" fmla="*/ 1846368 h 1996862"/>
                <a:gd name="connsiteX16" fmla="*/ 4113494 w 7463080"/>
                <a:gd name="connsiteY16" fmla="*/ 1797791 h 1996862"/>
                <a:gd name="connsiteX17" fmla="*/ 4265705 w 7463080"/>
                <a:gd name="connsiteY17" fmla="*/ 1814935 h 1996862"/>
                <a:gd name="connsiteX18" fmla="*/ 4417915 w 7463080"/>
                <a:gd name="connsiteY18" fmla="*/ 1583478 h 1996862"/>
                <a:gd name="connsiteX19" fmla="*/ 4570126 w 7463080"/>
                <a:gd name="connsiteY19" fmla="*/ 1463463 h 1996862"/>
                <a:gd name="connsiteX20" fmla="*/ 4722337 w 7463080"/>
                <a:gd name="connsiteY20" fmla="*/ 1492038 h 1996862"/>
                <a:gd name="connsiteX21" fmla="*/ 4874548 w 7463080"/>
                <a:gd name="connsiteY21" fmla="*/ 1500610 h 1996862"/>
                <a:gd name="connsiteX22" fmla="*/ 5026758 w 7463080"/>
                <a:gd name="connsiteY22" fmla="*/ 1404408 h 1996862"/>
                <a:gd name="connsiteX23" fmla="*/ 5178969 w 7463080"/>
                <a:gd name="connsiteY23" fmla="*/ 1301538 h 1996862"/>
                <a:gd name="connsiteX24" fmla="*/ 5331180 w 7463080"/>
                <a:gd name="connsiteY24" fmla="*/ 1025313 h 1996862"/>
                <a:gd name="connsiteX25" fmla="*/ 5483390 w 7463080"/>
                <a:gd name="connsiteY25" fmla="*/ 1059603 h 1996862"/>
                <a:gd name="connsiteX26" fmla="*/ 5635601 w 7463080"/>
                <a:gd name="connsiteY26" fmla="*/ 792903 h 1996862"/>
                <a:gd name="connsiteX27" fmla="*/ 5787812 w 7463080"/>
                <a:gd name="connsiteY27" fmla="*/ 774805 h 1996862"/>
                <a:gd name="connsiteX28" fmla="*/ 5940022 w 7463080"/>
                <a:gd name="connsiteY28" fmla="*/ 778616 h 1996862"/>
                <a:gd name="connsiteX29" fmla="*/ 6092233 w 7463080"/>
                <a:gd name="connsiteY29" fmla="*/ 869103 h 1996862"/>
                <a:gd name="connsiteX30" fmla="*/ 6244444 w 7463080"/>
                <a:gd name="connsiteY30" fmla="*/ 1125326 h 1996862"/>
                <a:gd name="connsiteX31" fmla="*/ 6396654 w 7463080"/>
                <a:gd name="connsiteY31" fmla="*/ 685271 h 1996862"/>
                <a:gd name="connsiteX32" fmla="*/ 6548865 w 7463080"/>
                <a:gd name="connsiteY32" fmla="*/ 272838 h 1996862"/>
                <a:gd name="connsiteX33" fmla="*/ 6701076 w 7463080"/>
                <a:gd name="connsiteY33" fmla="*/ 313796 h 1996862"/>
                <a:gd name="connsiteX34" fmla="*/ 6853286 w 7463080"/>
                <a:gd name="connsiteY34" fmla="*/ 228071 h 1996862"/>
                <a:gd name="connsiteX35" fmla="*/ 7005497 w 7463080"/>
                <a:gd name="connsiteY35" fmla="*/ 62335 h 1996862"/>
                <a:gd name="connsiteX36" fmla="*/ 7157708 w 7463080"/>
                <a:gd name="connsiteY36" fmla="*/ 30903 h 1996862"/>
                <a:gd name="connsiteX37" fmla="*/ 7309919 w 7463080"/>
                <a:gd name="connsiteY37" fmla="*/ 509058 h 1996862"/>
                <a:gd name="connsiteX38" fmla="*/ 7437395 w 7463080"/>
                <a:gd name="connsiteY38" fmla="*/ 1254866 h 1996862"/>
                <a:gd name="connsiteX39" fmla="*/ 7463080 w 7463080"/>
                <a:gd name="connsiteY39" fmla="*/ 1420601 h 1996862"/>
                <a:gd name="connsiteX40" fmla="*/ 7463080 w 7463080"/>
                <a:gd name="connsiteY40" fmla="*/ 1420601 h 1996862"/>
                <a:gd name="connsiteX41" fmla="*/ 7437395 w 7463080"/>
                <a:gd name="connsiteY41" fmla="*/ 1287251 h 1996862"/>
                <a:gd name="connsiteX42" fmla="*/ 7309919 w 7463080"/>
                <a:gd name="connsiteY42" fmla="*/ 686223 h 1996862"/>
                <a:gd name="connsiteX43" fmla="*/ 7157708 w 7463080"/>
                <a:gd name="connsiteY43" fmla="*/ 289030 h 1996862"/>
                <a:gd name="connsiteX44" fmla="*/ 7005497 w 7463080"/>
                <a:gd name="connsiteY44" fmla="*/ 271885 h 1996862"/>
                <a:gd name="connsiteX45" fmla="*/ 6853286 w 7463080"/>
                <a:gd name="connsiteY45" fmla="*/ 421428 h 1996862"/>
                <a:gd name="connsiteX46" fmla="*/ 6701076 w 7463080"/>
                <a:gd name="connsiteY46" fmla="*/ 539538 h 1996862"/>
                <a:gd name="connsiteX47" fmla="*/ 6548865 w 7463080"/>
                <a:gd name="connsiteY47" fmla="*/ 579543 h 1996862"/>
                <a:gd name="connsiteX48" fmla="*/ 6396654 w 7463080"/>
                <a:gd name="connsiteY48" fmla="*/ 813858 h 1996862"/>
                <a:gd name="connsiteX49" fmla="*/ 6244444 w 7463080"/>
                <a:gd name="connsiteY49" fmla="*/ 1173903 h 1996862"/>
                <a:gd name="connsiteX50" fmla="*/ 6092233 w 7463080"/>
                <a:gd name="connsiteY50" fmla="*/ 1014835 h 1996862"/>
                <a:gd name="connsiteX51" fmla="*/ 5940022 w 7463080"/>
                <a:gd name="connsiteY51" fmla="*/ 908155 h 1996862"/>
                <a:gd name="connsiteX52" fmla="*/ 5787812 w 7463080"/>
                <a:gd name="connsiteY52" fmla="*/ 985308 h 1996862"/>
                <a:gd name="connsiteX53" fmla="*/ 5635601 w 7463080"/>
                <a:gd name="connsiteY53" fmla="*/ 1100560 h 1996862"/>
                <a:gd name="connsiteX54" fmla="*/ 5483390 w 7463080"/>
                <a:gd name="connsiteY54" fmla="*/ 1221528 h 1996862"/>
                <a:gd name="connsiteX55" fmla="*/ 5331180 w 7463080"/>
                <a:gd name="connsiteY55" fmla="*/ 1187238 h 1996862"/>
                <a:gd name="connsiteX56" fmla="*/ 5178969 w 7463080"/>
                <a:gd name="connsiteY56" fmla="*/ 1431078 h 1996862"/>
                <a:gd name="connsiteX57" fmla="*/ 5026758 w 7463080"/>
                <a:gd name="connsiteY57" fmla="*/ 1566333 h 1996862"/>
                <a:gd name="connsiteX58" fmla="*/ 4874548 w 7463080"/>
                <a:gd name="connsiteY58" fmla="*/ 1613958 h 1996862"/>
                <a:gd name="connsiteX59" fmla="*/ 4722337 w 7463080"/>
                <a:gd name="connsiteY59" fmla="*/ 1605385 h 1996862"/>
                <a:gd name="connsiteX60" fmla="*/ 4570126 w 7463080"/>
                <a:gd name="connsiteY60" fmla="*/ 1641581 h 1996862"/>
                <a:gd name="connsiteX61" fmla="*/ 4417915 w 7463080"/>
                <a:gd name="connsiteY61" fmla="*/ 1745403 h 1996862"/>
                <a:gd name="connsiteX62" fmla="*/ 4265705 w 7463080"/>
                <a:gd name="connsiteY62" fmla="*/ 1864466 h 1996862"/>
                <a:gd name="connsiteX63" fmla="*/ 4113494 w 7463080"/>
                <a:gd name="connsiteY63" fmla="*/ 1863513 h 1996862"/>
                <a:gd name="connsiteX64" fmla="*/ 3961283 w 7463080"/>
                <a:gd name="connsiteY64" fmla="*/ 1879706 h 1996862"/>
                <a:gd name="connsiteX65" fmla="*/ 3809072 w 7463080"/>
                <a:gd name="connsiteY65" fmla="*/ 1899708 h 1996862"/>
                <a:gd name="connsiteX66" fmla="*/ 3656862 w 7463080"/>
                <a:gd name="connsiteY66" fmla="*/ 1864466 h 1996862"/>
                <a:gd name="connsiteX67" fmla="*/ 3504651 w 7463080"/>
                <a:gd name="connsiteY67" fmla="*/ 1918758 h 1996862"/>
                <a:gd name="connsiteX68" fmla="*/ 3352440 w 7463080"/>
                <a:gd name="connsiteY68" fmla="*/ 1885420 h 1996862"/>
                <a:gd name="connsiteX69" fmla="*/ 3200230 w 7463080"/>
                <a:gd name="connsiteY69" fmla="*/ 1915901 h 1996862"/>
                <a:gd name="connsiteX70" fmla="*/ 3048019 w 7463080"/>
                <a:gd name="connsiteY70" fmla="*/ 1957810 h 1996862"/>
                <a:gd name="connsiteX71" fmla="*/ 2844437 w 7463080"/>
                <a:gd name="connsiteY71" fmla="*/ 1965431 h 1996862"/>
                <a:gd name="connsiteX72" fmla="*/ 2462959 w 7463080"/>
                <a:gd name="connsiteY72" fmla="*/ 1965431 h 1996862"/>
                <a:gd name="connsiteX73" fmla="*/ 2082432 w 7463080"/>
                <a:gd name="connsiteY73" fmla="*/ 1973051 h 1996862"/>
                <a:gd name="connsiteX74" fmla="*/ 1498324 w 7463080"/>
                <a:gd name="connsiteY74" fmla="*/ 1996863 h 1996862"/>
                <a:gd name="connsiteX75" fmla="*/ 863796 w 7463080"/>
                <a:gd name="connsiteY75" fmla="*/ 1980670 h 1996862"/>
                <a:gd name="connsiteX76" fmla="*/ 609794 w 7463080"/>
                <a:gd name="connsiteY76" fmla="*/ 1973051 h 1996862"/>
                <a:gd name="connsiteX77" fmla="*/ 406212 w 7463080"/>
                <a:gd name="connsiteY77" fmla="*/ 1875895 h 1996862"/>
                <a:gd name="connsiteX78" fmla="*/ 76105 w 7463080"/>
                <a:gd name="connsiteY78" fmla="*/ 1940666 h 1996862"/>
                <a:gd name="connsiteX79" fmla="*/ 0 w 7463080"/>
                <a:gd name="connsiteY79" fmla="*/ 1964478 h 1996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1996862">
                  <a:moveTo>
                    <a:pt x="0" y="1963526"/>
                  </a:moveTo>
                  <a:lnTo>
                    <a:pt x="76105" y="1939713"/>
                  </a:lnTo>
                  <a:cubicBezTo>
                    <a:pt x="152211" y="1915901"/>
                    <a:pt x="304421" y="1867323"/>
                    <a:pt x="406212" y="1874943"/>
                  </a:cubicBezTo>
                  <a:cubicBezTo>
                    <a:pt x="508003" y="1882563"/>
                    <a:pt x="558423" y="1947333"/>
                    <a:pt x="609794" y="1972098"/>
                  </a:cubicBezTo>
                  <a:cubicBezTo>
                    <a:pt x="660214" y="1995910"/>
                    <a:pt x="711585" y="1979718"/>
                    <a:pt x="863796" y="1979718"/>
                  </a:cubicBezTo>
                  <a:cubicBezTo>
                    <a:pt x="1016006" y="1979718"/>
                    <a:pt x="1270008" y="1995910"/>
                    <a:pt x="1498324" y="1995910"/>
                  </a:cubicBezTo>
                  <a:cubicBezTo>
                    <a:pt x="1726640" y="1995910"/>
                    <a:pt x="1930222" y="1979718"/>
                    <a:pt x="2082432" y="1972098"/>
                  </a:cubicBezTo>
                  <a:cubicBezTo>
                    <a:pt x="2234643" y="1964478"/>
                    <a:pt x="2336434" y="1964478"/>
                    <a:pt x="2462959" y="1948285"/>
                  </a:cubicBezTo>
                  <a:cubicBezTo>
                    <a:pt x="2589484" y="1932093"/>
                    <a:pt x="2742646" y="1899708"/>
                    <a:pt x="2844437" y="1883516"/>
                  </a:cubicBezTo>
                  <a:cubicBezTo>
                    <a:pt x="2946228" y="1867323"/>
                    <a:pt x="2996648" y="1867323"/>
                    <a:pt x="3048019" y="1875895"/>
                  </a:cubicBezTo>
                  <a:cubicBezTo>
                    <a:pt x="3099390" y="1884468"/>
                    <a:pt x="3149810" y="1899708"/>
                    <a:pt x="3200230" y="1882563"/>
                  </a:cubicBezTo>
                  <a:cubicBezTo>
                    <a:pt x="3250650" y="1865418"/>
                    <a:pt x="3302021" y="1813031"/>
                    <a:pt x="3352440" y="1819698"/>
                  </a:cubicBezTo>
                  <a:cubicBezTo>
                    <a:pt x="3402860" y="1826366"/>
                    <a:pt x="3454231" y="1891135"/>
                    <a:pt x="3504651" y="1901613"/>
                  </a:cubicBezTo>
                  <a:cubicBezTo>
                    <a:pt x="3555071" y="1912091"/>
                    <a:pt x="3606442" y="1869228"/>
                    <a:pt x="3656862" y="1847320"/>
                  </a:cubicBezTo>
                  <a:cubicBezTo>
                    <a:pt x="3707282" y="1825413"/>
                    <a:pt x="3758653" y="1825413"/>
                    <a:pt x="3809072" y="1833985"/>
                  </a:cubicBezTo>
                  <a:cubicBezTo>
                    <a:pt x="3859492" y="1841606"/>
                    <a:pt x="3910863" y="1857798"/>
                    <a:pt x="3961283" y="1846368"/>
                  </a:cubicBezTo>
                  <a:cubicBezTo>
                    <a:pt x="4011703" y="1833985"/>
                    <a:pt x="4063074" y="1793981"/>
                    <a:pt x="4113494" y="1797791"/>
                  </a:cubicBezTo>
                  <a:cubicBezTo>
                    <a:pt x="4163914" y="1801601"/>
                    <a:pt x="4215285" y="1850178"/>
                    <a:pt x="4265705" y="1814935"/>
                  </a:cubicBezTo>
                  <a:cubicBezTo>
                    <a:pt x="4316125" y="1779693"/>
                    <a:pt x="4367496" y="1660631"/>
                    <a:pt x="4417915" y="1583478"/>
                  </a:cubicBezTo>
                  <a:cubicBezTo>
                    <a:pt x="4468335" y="1506326"/>
                    <a:pt x="4519706" y="1471083"/>
                    <a:pt x="4570126" y="1463463"/>
                  </a:cubicBezTo>
                  <a:cubicBezTo>
                    <a:pt x="4620546" y="1455843"/>
                    <a:pt x="4671917" y="1475845"/>
                    <a:pt x="4722337" y="1492038"/>
                  </a:cubicBezTo>
                  <a:cubicBezTo>
                    <a:pt x="4772757" y="1508231"/>
                    <a:pt x="4824127" y="1520613"/>
                    <a:pt x="4874548" y="1500610"/>
                  </a:cubicBezTo>
                  <a:cubicBezTo>
                    <a:pt x="4924967" y="1480608"/>
                    <a:pt x="4976338" y="1429173"/>
                    <a:pt x="5026758" y="1404408"/>
                  </a:cubicBezTo>
                  <a:cubicBezTo>
                    <a:pt x="5077178" y="1379643"/>
                    <a:pt x="5128549" y="1381548"/>
                    <a:pt x="5178969" y="1301538"/>
                  </a:cubicBezTo>
                  <a:cubicBezTo>
                    <a:pt x="5229389" y="1221528"/>
                    <a:pt x="5280759" y="1056746"/>
                    <a:pt x="5331180" y="1025313"/>
                  </a:cubicBezTo>
                  <a:cubicBezTo>
                    <a:pt x="5381599" y="993880"/>
                    <a:pt x="5432970" y="1092941"/>
                    <a:pt x="5483390" y="1059603"/>
                  </a:cubicBezTo>
                  <a:cubicBezTo>
                    <a:pt x="5533810" y="1026266"/>
                    <a:pt x="5585181" y="859578"/>
                    <a:pt x="5635601" y="792903"/>
                  </a:cubicBezTo>
                  <a:cubicBezTo>
                    <a:pt x="5686021" y="726228"/>
                    <a:pt x="5737391" y="760518"/>
                    <a:pt x="5787812" y="774805"/>
                  </a:cubicBezTo>
                  <a:cubicBezTo>
                    <a:pt x="5838231" y="788141"/>
                    <a:pt x="5889602" y="781473"/>
                    <a:pt x="5940022" y="778616"/>
                  </a:cubicBezTo>
                  <a:cubicBezTo>
                    <a:pt x="5990442" y="775758"/>
                    <a:pt x="6041813" y="776710"/>
                    <a:pt x="6092233" y="869103"/>
                  </a:cubicBezTo>
                  <a:cubicBezTo>
                    <a:pt x="6142653" y="961496"/>
                    <a:pt x="6194024" y="1145328"/>
                    <a:pt x="6244444" y="1125326"/>
                  </a:cubicBezTo>
                  <a:cubicBezTo>
                    <a:pt x="6294863" y="1105323"/>
                    <a:pt x="6346234" y="881485"/>
                    <a:pt x="6396654" y="685271"/>
                  </a:cubicBezTo>
                  <a:cubicBezTo>
                    <a:pt x="6447074" y="489055"/>
                    <a:pt x="6498445" y="320463"/>
                    <a:pt x="6548865" y="272838"/>
                  </a:cubicBezTo>
                  <a:cubicBezTo>
                    <a:pt x="6599285" y="225213"/>
                    <a:pt x="6650656" y="299508"/>
                    <a:pt x="6701076" y="313796"/>
                  </a:cubicBezTo>
                  <a:cubicBezTo>
                    <a:pt x="6751495" y="328083"/>
                    <a:pt x="6802866" y="281410"/>
                    <a:pt x="6853286" y="228071"/>
                  </a:cubicBezTo>
                  <a:cubicBezTo>
                    <a:pt x="6903706" y="174730"/>
                    <a:pt x="6955077" y="113770"/>
                    <a:pt x="7005497" y="62335"/>
                  </a:cubicBezTo>
                  <a:cubicBezTo>
                    <a:pt x="7055917" y="10900"/>
                    <a:pt x="7107288" y="-31010"/>
                    <a:pt x="7157708" y="30903"/>
                  </a:cubicBezTo>
                  <a:cubicBezTo>
                    <a:pt x="7208128" y="92816"/>
                    <a:pt x="7259498" y="259503"/>
                    <a:pt x="7309919" y="509058"/>
                  </a:cubicBezTo>
                  <a:cubicBezTo>
                    <a:pt x="7360338" y="757660"/>
                    <a:pt x="7411709" y="1089131"/>
                    <a:pt x="7437395" y="1254866"/>
                  </a:cubicBezTo>
                  <a:lnTo>
                    <a:pt x="7463080" y="1420601"/>
                  </a:lnTo>
                  <a:lnTo>
                    <a:pt x="7463080" y="1420601"/>
                  </a:lnTo>
                  <a:lnTo>
                    <a:pt x="7437395" y="1287251"/>
                  </a:lnTo>
                  <a:cubicBezTo>
                    <a:pt x="7411709" y="1153901"/>
                    <a:pt x="7361289" y="887200"/>
                    <a:pt x="7309919" y="686223"/>
                  </a:cubicBezTo>
                  <a:cubicBezTo>
                    <a:pt x="7258547" y="485246"/>
                    <a:pt x="7208128" y="350943"/>
                    <a:pt x="7157708" y="289030"/>
                  </a:cubicBezTo>
                  <a:cubicBezTo>
                    <a:pt x="7107288" y="227118"/>
                    <a:pt x="7055917" y="236643"/>
                    <a:pt x="7005497" y="271885"/>
                  </a:cubicBezTo>
                  <a:cubicBezTo>
                    <a:pt x="6955077" y="307128"/>
                    <a:pt x="6903706" y="368088"/>
                    <a:pt x="6853286" y="421428"/>
                  </a:cubicBezTo>
                  <a:cubicBezTo>
                    <a:pt x="6802866" y="474768"/>
                    <a:pt x="6751495" y="521441"/>
                    <a:pt x="6701076" y="539538"/>
                  </a:cubicBezTo>
                  <a:cubicBezTo>
                    <a:pt x="6650656" y="557635"/>
                    <a:pt x="6599285" y="548110"/>
                    <a:pt x="6548865" y="579543"/>
                  </a:cubicBezTo>
                  <a:cubicBezTo>
                    <a:pt x="6498445" y="610975"/>
                    <a:pt x="6447074" y="682413"/>
                    <a:pt x="6396654" y="813858"/>
                  </a:cubicBezTo>
                  <a:cubicBezTo>
                    <a:pt x="6346234" y="945303"/>
                    <a:pt x="6294863" y="1137708"/>
                    <a:pt x="6244444" y="1173903"/>
                  </a:cubicBezTo>
                  <a:cubicBezTo>
                    <a:pt x="6194024" y="1210098"/>
                    <a:pt x="6142653" y="1091035"/>
                    <a:pt x="6092233" y="1014835"/>
                  </a:cubicBezTo>
                  <a:cubicBezTo>
                    <a:pt x="6041813" y="938635"/>
                    <a:pt x="5990442" y="905298"/>
                    <a:pt x="5940022" y="908155"/>
                  </a:cubicBezTo>
                  <a:cubicBezTo>
                    <a:pt x="5889602" y="911013"/>
                    <a:pt x="5838231" y="951018"/>
                    <a:pt x="5787812" y="985308"/>
                  </a:cubicBezTo>
                  <a:cubicBezTo>
                    <a:pt x="5737391" y="1020550"/>
                    <a:pt x="5686021" y="1051031"/>
                    <a:pt x="5635601" y="1100560"/>
                  </a:cubicBezTo>
                  <a:cubicBezTo>
                    <a:pt x="5585181" y="1150091"/>
                    <a:pt x="5533810" y="1220576"/>
                    <a:pt x="5483390" y="1221528"/>
                  </a:cubicBezTo>
                  <a:cubicBezTo>
                    <a:pt x="5432970" y="1222481"/>
                    <a:pt x="5381599" y="1154853"/>
                    <a:pt x="5331180" y="1187238"/>
                  </a:cubicBezTo>
                  <a:cubicBezTo>
                    <a:pt x="5280759" y="1218671"/>
                    <a:pt x="5229389" y="1350116"/>
                    <a:pt x="5178969" y="1431078"/>
                  </a:cubicBezTo>
                  <a:cubicBezTo>
                    <a:pt x="5128549" y="1512041"/>
                    <a:pt x="5077178" y="1541568"/>
                    <a:pt x="5026758" y="1566333"/>
                  </a:cubicBezTo>
                  <a:cubicBezTo>
                    <a:pt x="4976338" y="1591098"/>
                    <a:pt x="4924967" y="1611101"/>
                    <a:pt x="4874548" y="1613958"/>
                  </a:cubicBezTo>
                  <a:cubicBezTo>
                    <a:pt x="4824127" y="1617768"/>
                    <a:pt x="4772757" y="1605385"/>
                    <a:pt x="4722337" y="1605385"/>
                  </a:cubicBezTo>
                  <a:cubicBezTo>
                    <a:pt x="4671917" y="1605385"/>
                    <a:pt x="4620546" y="1617768"/>
                    <a:pt x="4570126" y="1641581"/>
                  </a:cubicBezTo>
                  <a:cubicBezTo>
                    <a:pt x="4519706" y="1665393"/>
                    <a:pt x="4468335" y="1700635"/>
                    <a:pt x="4417915" y="1745403"/>
                  </a:cubicBezTo>
                  <a:cubicBezTo>
                    <a:pt x="4367496" y="1790170"/>
                    <a:pt x="4316125" y="1844463"/>
                    <a:pt x="4265705" y="1864466"/>
                  </a:cubicBezTo>
                  <a:cubicBezTo>
                    <a:pt x="4215285" y="1883516"/>
                    <a:pt x="4163914" y="1867323"/>
                    <a:pt x="4113494" y="1863513"/>
                  </a:cubicBezTo>
                  <a:cubicBezTo>
                    <a:pt x="4063074" y="1859703"/>
                    <a:pt x="4011703" y="1867323"/>
                    <a:pt x="3961283" y="1879706"/>
                  </a:cubicBezTo>
                  <a:cubicBezTo>
                    <a:pt x="3910863" y="1892088"/>
                    <a:pt x="3859492" y="1908281"/>
                    <a:pt x="3809072" y="1899708"/>
                  </a:cubicBezTo>
                  <a:cubicBezTo>
                    <a:pt x="3758653" y="1891135"/>
                    <a:pt x="3707282" y="1859703"/>
                    <a:pt x="3656862" y="1864466"/>
                  </a:cubicBezTo>
                  <a:cubicBezTo>
                    <a:pt x="3606442" y="1870181"/>
                    <a:pt x="3555071" y="1913043"/>
                    <a:pt x="3504651" y="1918758"/>
                  </a:cubicBezTo>
                  <a:cubicBezTo>
                    <a:pt x="3454231" y="1924473"/>
                    <a:pt x="3402860" y="1892088"/>
                    <a:pt x="3352440" y="1885420"/>
                  </a:cubicBezTo>
                  <a:cubicBezTo>
                    <a:pt x="3302021" y="1878753"/>
                    <a:pt x="3250650" y="1898756"/>
                    <a:pt x="3200230" y="1915901"/>
                  </a:cubicBezTo>
                  <a:cubicBezTo>
                    <a:pt x="3149810" y="1933045"/>
                    <a:pt x="3098439" y="1950191"/>
                    <a:pt x="3048019" y="1957810"/>
                  </a:cubicBezTo>
                  <a:cubicBezTo>
                    <a:pt x="2997599" y="1965431"/>
                    <a:pt x="2946228" y="1965431"/>
                    <a:pt x="2844437" y="1965431"/>
                  </a:cubicBezTo>
                  <a:lnTo>
                    <a:pt x="2462959" y="1965431"/>
                  </a:lnTo>
                  <a:cubicBezTo>
                    <a:pt x="2336434" y="1965431"/>
                    <a:pt x="2234643" y="1965431"/>
                    <a:pt x="2082432" y="1973051"/>
                  </a:cubicBezTo>
                  <a:cubicBezTo>
                    <a:pt x="1930222" y="1980670"/>
                    <a:pt x="1726640" y="1996863"/>
                    <a:pt x="1498324" y="1996863"/>
                  </a:cubicBezTo>
                  <a:cubicBezTo>
                    <a:pt x="1270008" y="1996863"/>
                    <a:pt x="1016006" y="1980670"/>
                    <a:pt x="863796" y="1980670"/>
                  </a:cubicBezTo>
                  <a:cubicBezTo>
                    <a:pt x="711585" y="1980670"/>
                    <a:pt x="660214" y="1996863"/>
                    <a:pt x="609794" y="1973051"/>
                  </a:cubicBezTo>
                  <a:cubicBezTo>
                    <a:pt x="559374" y="1949238"/>
                    <a:pt x="508003" y="1884468"/>
                    <a:pt x="406212" y="1875895"/>
                  </a:cubicBezTo>
                  <a:cubicBezTo>
                    <a:pt x="304421" y="1867323"/>
                    <a:pt x="152211" y="1915901"/>
                    <a:pt x="76105" y="1940666"/>
                  </a:cubicBezTo>
                  <a:lnTo>
                    <a:pt x="0" y="1964478"/>
                  </a:lnTo>
                  <a:close/>
                </a:path>
              </a:pathLst>
            </a:custGeom>
            <a:solidFill>
              <a:srgbClr val="CB7729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6A4B7D18-5790-AEB9-C13C-37527D144D87}"/>
                </a:ext>
              </a:extLst>
            </p:cNvPr>
            <p:cNvSpPr/>
            <p:nvPr/>
          </p:nvSpPr>
          <p:spPr>
            <a:xfrm>
              <a:off x="2203032" y="982026"/>
              <a:ext cx="7463080" cy="2578137"/>
            </a:xfrm>
            <a:custGeom>
              <a:avLst/>
              <a:gdLst>
                <a:gd name="connsiteX0" fmla="*/ 0 w 7463080"/>
                <a:gd name="connsiteY0" fmla="*/ 2459668 h 2578137"/>
                <a:gd name="connsiteX1" fmla="*/ 76105 w 7463080"/>
                <a:gd name="connsiteY1" fmla="*/ 2452048 h 2578137"/>
                <a:gd name="connsiteX2" fmla="*/ 406212 w 7463080"/>
                <a:gd name="connsiteY2" fmla="*/ 2452048 h 2578137"/>
                <a:gd name="connsiteX3" fmla="*/ 609794 w 7463080"/>
                <a:gd name="connsiteY3" fmla="*/ 2565395 h 2578137"/>
                <a:gd name="connsiteX4" fmla="*/ 863796 w 7463080"/>
                <a:gd name="connsiteY4" fmla="*/ 2557775 h 2578137"/>
                <a:gd name="connsiteX5" fmla="*/ 1498324 w 7463080"/>
                <a:gd name="connsiteY5" fmla="*/ 2525390 h 2578137"/>
                <a:gd name="connsiteX6" fmla="*/ 2082432 w 7463080"/>
                <a:gd name="connsiteY6" fmla="*/ 2549203 h 2578137"/>
                <a:gd name="connsiteX7" fmla="*/ 2462959 w 7463080"/>
                <a:gd name="connsiteY7" fmla="*/ 2541583 h 2578137"/>
                <a:gd name="connsiteX8" fmla="*/ 2844437 w 7463080"/>
                <a:gd name="connsiteY8" fmla="*/ 2476813 h 2578137"/>
                <a:gd name="connsiteX9" fmla="*/ 3048019 w 7463080"/>
                <a:gd name="connsiteY9" fmla="*/ 2453000 h 2578137"/>
                <a:gd name="connsiteX10" fmla="*/ 3200230 w 7463080"/>
                <a:gd name="connsiteY10" fmla="*/ 2394898 h 2578137"/>
                <a:gd name="connsiteX11" fmla="*/ 3352440 w 7463080"/>
                <a:gd name="connsiteY11" fmla="*/ 2332033 h 2578137"/>
                <a:gd name="connsiteX12" fmla="*/ 3504651 w 7463080"/>
                <a:gd name="connsiteY12" fmla="*/ 2478718 h 2578137"/>
                <a:gd name="connsiteX13" fmla="*/ 3656862 w 7463080"/>
                <a:gd name="connsiteY13" fmla="*/ 2440618 h 2578137"/>
                <a:gd name="connsiteX14" fmla="*/ 3809072 w 7463080"/>
                <a:gd name="connsiteY14" fmla="*/ 2394898 h 2578137"/>
                <a:gd name="connsiteX15" fmla="*/ 3961283 w 7463080"/>
                <a:gd name="connsiteY15" fmla="*/ 2310125 h 2578137"/>
                <a:gd name="connsiteX16" fmla="*/ 4113494 w 7463080"/>
                <a:gd name="connsiteY16" fmla="*/ 2326318 h 2578137"/>
                <a:gd name="connsiteX17" fmla="*/ 4265705 w 7463080"/>
                <a:gd name="connsiteY17" fmla="*/ 2278693 h 2578137"/>
                <a:gd name="connsiteX18" fmla="*/ 4417915 w 7463080"/>
                <a:gd name="connsiteY18" fmla="*/ 2143438 h 2578137"/>
                <a:gd name="connsiteX19" fmla="*/ 4570126 w 7463080"/>
                <a:gd name="connsiteY19" fmla="*/ 2023423 h 2578137"/>
                <a:gd name="connsiteX20" fmla="*/ 4722337 w 7463080"/>
                <a:gd name="connsiteY20" fmla="*/ 1922458 h 2578137"/>
                <a:gd name="connsiteX21" fmla="*/ 4874548 w 7463080"/>
                <a:gd name="connsiteY21" fmla="*/ 1914838 h 2578137"/>
                <a:gd name="connsiteX22" fmla="*/ 5026758 w 7463080"/>
                <a:gd name="connsiteY22" fmla="*/ 1883405 h 2578137"/>
                <a:gd name="connsiteX23" fmla="*/ 5178969 w 7463080"/>
                <a:gd name="connsiteY23" fmla="*/ 1812920 h 2578137"/>
                <a:gd name="connsiteX24" fmla="*/ 5331180 w 7463080"/>
                <a:gd name="connsiteY24" fmla="*/ 1552888 h 2578137"/>
                <a:gd name="connsiteX25" fmla="*/ 5483390 w 7463080"/>
                <a:gd name="connsiteY25" fmla="*/ 1410013 h 2578137"/>
                <a:gd name="connsiteX26" fmla="*/ 5635601 w 7463080"/>
                <a:gd name="connsiteY26" fmla="*/ 1095688 h 2578137"/>
                <a:gd name="connsiteX27" fmla="*/ 5787812 w 7463080"/>
                <a:gd name="connsiteY27" fmla="*/ 1061398 h 2578137"/>
                <a:gd name="connsiteX28" fmla="*/ 5940022 w 7463080"/>
                <a:gd name="connsiteY28" fmla="*/ 1000438 h 2578137"/>
                <a:gd name="connsiteX29" fmla="*/ 6092233 w 7463080"/>
                <a:gd name="connsiteY29" fmla="*/ 1107118 h 2578137"/>
                <a:gd name="connsiteX30" fmla="*/ 6244444 w 7463080"/>
                <a:gd name="connsiteY30" fmla="*/ 1443350 h 2578137"/>
                <a:gd name="connsiteX31" fmla="*/ 6396654 w 7463080"/>
                <a:gd name="connsiteY31" fmla="*/ 776600 h 2578137"/>
                <a:gd name="connsiteX32" fmla="*/ 6548865 w 7463080"/>
                <a:gd name="connsiteY32" fmla="*/ 57463 h 2578137"/>
                <a:gd name="connsiteX33" fmla="*/ 6701076 w 7463080"/>
                <a:gd name="connsiteY33" fmla="*/ 82228 h 2578137"/>
                <a:gd name="connsiteX34" fmla="*/ 6853286 w 7463080"/>
                <a:gd name="connsiteY34" fmla="*/ 158428 h 2578137"/>
                <a:gd name="connsiteX35" fmla="*/ 7005497 w 7463080"/>
                <a:gd name="connsiteY35" fmla="*/ 8885 h 2578137"/>
                <a:gd name="connsiteX36" fmla="*/ 7157708 w 7463080"/>
                <a:gd name="connsiteY36" fmla="*/ 251773 h 2578137"/>
                <a:gd name="connsiteX37" fmla="*/ 7309919 w 7463080"/>
                <a:gd name="connsiteY37" fmla="*/ 616580 h 2578137"/>
                <a:gd name="connsiteX38" fmla="*/ 7437395 w 7463080"/>
                <a:gd name="connsiteY38" fmla="*/ 1734815 h 2578137"/>
                <a:gd name="connsiteX39" fmla="*/ 7463080 w 7463080"/>
                <a:gd name="connsiteY39" fmla="*/ 2013898 h 2578137"/>
                <a:gd name="connsiteX40" fmla="*/ 7463080 w 7463080"/>
                <a:gd name="connsiteY40" fmla="*/ 2013898 h 2578137"/>
                <a:gd name="connsiteX41" fmla="*/ 7437395 w 7463080"/>
                <a:gd name="connsiteY41" fmla="*/ 1799585 h 2578137"/>
                <a:gd name="connsiteX42" fmla="*/ 7309919 w 7463080"/>
                <a:gd name="connsiteY42" fmla="*/ 891853 h 2578137"/>
                <a:gd name="connsiteX43" fmla="*/ 7157708 w 7463080"/>
                <a:gd name="connsiteY43" fmla="*/ 397505 h 2578137"/>
                <a:gd name="connsiteX44" fmla="*/ 7005497 w 7463080"/>
                <a:gd name="connsiteY44" fmla="*/ 122233 h 2578137"/>
                <a:gd name="connsiteX45" fmla="*/ 6853286 w 7463080"/>
                <a:gd name="connsiteY45" fmla="*/ 368930 h 2578137"/>
                <a:gd name="connsiteX46" fmla="*/ 6701076 w 7463080"/>
                <a:gd name="connsiteY46" fmla="*/ 487040 h 2578137"/>
                <a:gd name="connsiteX47" fmla="*/ 6548865 w 7463080"/>
                <a:gd name="connsiteY47" fmla="*/ 607055 h 2578137"/>
                <a:gd name="connsiteX48" fmla="*/ 6396654 w 7463080"/>
                <a:gd name="connsiteY48" fmla="*/ 1019488 h 2578137"/>
                <a:gd name="connsiteX49" fmla="*/ 6244444 w 7463080"/>
                <a:gd name="connsiteY49" fmla="*/ 1508120 h 2578137"/>
                <a:gd name="connsiteX50" fmla="*/ 6092233 w 7463080"/>
                <a:gd name="connsiteY50" fmla="*/ 1300475 h 2578137"/>
                <a:gd name="connsiteX51" fmla="*/ 5940022 w 7463080"/>
                <a:gd name="connsiteY51" fmla="*/ 1307143 h 2578137"/>
                <a:gd name="connsiteX52" fmla="*/ 5787812 w 7463080"/>
                <a:gd name="connsiteY52" fmla="*/ 1223323 h 2578137"/>
                <a:gd name="connsiteX53" fmla="*/ 5635601 w 7463080"/>
                <a:gd name="connsiteY53" fmla="*/ 1257613 h 2578137"/>
                <a:gd name="connsiteX54" fmla="*/ 5483390 w 7463080"/>
                <a:gd name="connsiteY54" fmla="*/ 1508120 h 2578137"/>
                <a:gd name="connsiteX55" fmla="*/ 5331180 w 7463080"/>
                <a:gd name="connsiteY55" fmla="*/ 1570033 h 2578137"/>
                <a:gd name="connsiteX56" fmla="*/ 5178969 w 7463080"/>
                <a:gd name="connsiteY56" fmla="*/ 1830065 h 2578137"/>
                <a:gd name="connsiteX57" fmla="*/ 5026758 w 7463080"/>
                <a:gd name="connsiteY57" fmla="*/ 1965320 h 2578137"/>
                <a:gd name="connsiteX58" fmla="*/ 4874548 w 7463080"/>
                <a:gd name="connsiteY58" fmla="*/ 2029138 h 2578137"/>
                <a:gd name="connsiteX59" fmla="*/ 4722337 w 7463080"/>
                <a:gd name="connsiteY59" fmla="*/ 2069142 h 2578137"/>
                <a:gd name="connsiteX60" fmla="*/ 4570126 w 7463080"/>
                <a:gd name="connsiteY60" fmla="*/ 2056760 h 2578137"/>
                <a:gd name="connsiteX61" fmla="*/ 4417915 w 7463080"/>
                <a:gd name="connsiteY61" fmla="*/ 2160583 h 2578137"/>
                <a:gd name="connsiteX62" fmla="*/ 4265705 w 7463080"/>
                <a:gd name="connsiteY62" fmla="*/ 2343463 h 2578137"/>
                <a:gd name="connsiteX63" fmla="*/ 4113494 w 7463080"/>
                <a:gd name="connsiteY63" fmla="*/ 2358703 h 2578137"/>
                <a:gd name="connsiteX64" fmla="*/ 3961283 w 7463080"/>
                <a:gd name="connsiteY64" fmla="*/ 2374895 h 2578137"/>
                <a:gd name="connsiteX65" fmla="*/ 3809072 w 7463080"/>
                <a:gd name="connsiteY65" fmla="*/ 2411090 h 2578137"/>
                <a:gd name="connsiteX66" fmla="*/ 3656862 w 7463080"/>
                <a:gd name="connsiteY66" fmla="*/ 2440618 h 2578137"/>
                <a:gd name="connsiteX67" fmla="*/ 3504651 w 7463080"/>
                <a:gd name="connsiteY67" fmla="*/ 2494910 h 2578137"/>
                <a:gd name="connsiteX68" fmla="*/ 3352440 w 7463080"/>
                <a:gd name="connsiteY68" fmla="*/ 2412995 h 2578137"/>
                <a:gd name="connsiteX69" fmla="*/ 3200230 w 7463080"/>
                <a:gd name="connsiteY69" fmla="*/ 2475860 h 2578137"/>
                <a:gd name="connsiteX70" fmla="*/ 3048019 w 7463080"/>
                <a:gd name="connsiteY70" fmla="*/ 2469193 h 2578137"/>
                <a:gd name="connsiteX71" fmla="*/ 2844437 w 7463080"/>
                <a:gd name="connsiteY71" fmla="*/ 2476813 h 2578137"/>
                <a:gd name="connsiteX72" fmla="*/ 2462959 w 7463080"/>
                <a:gd name="connsiteY72" fmla="*/ 2541583 h 2578137"/>
                <a:gd name="connsiteX73" fmla="*/ 2082432 w 7463080"/>
                <a:gd name="connsiteY73" fmla="*/ 2549203 h 2578137"/>
                <a:gd name="connsiteX74" fmla="*/ 1498324 w 7463080"/>
                <a:gd name="connsiteY74" fmla="*/ 2525390 h 2578137"/>
                <a:gd name="connsiteX75" fmla="*/ 863796 w 7463080"/>
                <a:gd name="connsiteY75" fmla="*/ 2557775 h 2578137"/>
                <a:gd name="connsiteX76" fmla="*/ 609794 w 7463080"/>
                <a:gd name="connsiteY76" fmla="*/ 2565395 h 2578137"/>
                <a:gd name="connsiteX77" fmla="*/ 406212 w 7463080"/>
                <a:gd name="connsiteY77" fmla="*/ 2452048 h 2578137"/>
                <a:gd name="connsiteX78" fmla="*/ 76105 w 7463080"/>
                <a:gd name="connsiteY78" fmla="*/ 2452048 h 2578137"/>
                <a:gd name="connsiteX79" fmla="*/ 0 w 7463080"/>
                <a:gd name="connsiteY79" fmla="*/ 2459668 h 2578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2578137">
                  <a:moveTo>
                    <a:pt x="0" y="2459668"/>
                  </a:moveTo>
                  <a:lnTo>
                    <a:pt x="76105" y="2452048"/>
                  </a:lnTo>
                  <a:cubicBezTo>
                    <a:pt x="152211" y="2444428"/>
                    <a:pt x="304421" y="2428235"/>
                    <a:pt x="406212" y="2452048"/>
                  </a:cubicBezTo>
                  <a:cubicBezTo>
                    <a:pt x="508003" y="2475860"/>
                    <a:pt x="558423" y="2540630"/>
                    <a:pt x="609794" y="2565395"/>
                  </a:cubicBezTo>
                  <a:cubicBezTo>
                    <a:pt x="660214" y="2589208"/>
                    <a:pt x="711585" y="2573015"/>
                    <a:pt x="863796" y="2557775"/>
                  </a:cubicBezTo>
                  <a:cubicBezTo>
                    <a:pt x="1016006" y="2541583"/>
                    <a:pt x="1270008" y="2525390"/>
                    <a:pt x="1498324" y="2525390"/>
                  </a:cubicBezTo>
                  <a:cubicBezTo>
                    <a:pt x="1726640" y="2525390"/>
                    <a:pt x="1930222" y="2541583"/>
                    <a:pt x="2082432" y="2549203"/>
                  </a:cubicBezTo>
                  <a:cubicBezTo>
                    <a:pt x="2234643" y="2556823"/>
                    <a:pt x="2336434" y="2556823"/>
                    <a:pt x="2462959" y="2541583"/>
                  </a:cubicBezTo>
                  <a:cubicBezTo>
                    <a:pt x="2589484" y="2525390"/>
                    <a:pt x="2742646" y="2493005"/>
                    <a:pt x="2844437" y="2476813"/>
                  </a:cubicBezTo>
                  <a:cubicBezTo>
                    <a:pt x="2946228" y="2460620"/>
                    <a:pt x="2996648" y="2460620"/>
                    <a:pt x="3048019" y="2453000"/>
                  </a:cubicBezTo>
                  <a:cubicBezTo>
                    <a:pt x="3098439" y="2445380"/>
                    <a:pt x="3149810" y="2429188"/>
                    <a:pt x="3200230" y="2394898"/>
                  </a:cubicBezTo>
                  <a:cubicBezTo>
                    <a:pt x="3250650" y="2360608"/>
                    <a:pt x="3302021" y="2309173"/>
                    <a:pt x="3352440" y="2332033"/>
                  </a:cubicBezTo>
                  <a:cubicBezTo>
                    <a:pt x="3402860" y="2354893"/>
                    <a:pt x="3454231" y="2452048"/>
                    <a:pt x="3504651" y="2478718"/>
                  </a:cubicBezTo>
                  <a:cubicBezTo>
                    <a:pt x="3555071" y="2505388"/>
                    <a:pt x="3606442" y="2462525"/>
                    <a:pt x="3656862" y="2440618"/>
                  </a:cubicBezTo>
                  <a:cubicBezTo>
                    <a:pt x="3707282" y="2418710"/>
                    <a:pt x="3758653" y="2418710"/>
                    <a:pt x="3809072" y="2394898"/>
                  </a:cubicBezTo>
                  <a:cubicBezTo>
                    <a:pt x="3859492" y="2371085"/>
                    <a:pt x="3910863" y="2322508"/>
                    <a:pt x="3961283" y="2310125"/>
                  </a:cubicBezTo>
                  <a:cubicBezTo>
                    <a:pt x="4011703" y="2297743"/>
                    <a:pt x="4063074" y="2322508"/>
                    <a:pt x="4113494" y="2326318"/>
                  </a:cubicBezTo>
                  <a:cubicBezTo>
                    <a:pt x="4163914" y="2330128"/>
                    <a:pt x="4215285" y="2313935"/>
                    <a:pt x="4265705" y="2278693"/>
                  </a:cubicBezTo>
                  <a:cubicBezTo>
                    <a:pt x="4316125" y="2243450"/>
                    <a:pt x="4367496" y="2189158"/>
                    <a:pt x="4417915" y="2143438"/>
                  </a:cubicBezTo>
                  <a:cubicBezTo>
                    <a:pt x="4468335" y="2098670"/>
                    <a:pt x="4519706" y="2063428"/>
                    <a:pt x="4570126" y="2023423"/>
                  </a:cubicBezTo>
                  <a:cubicBezTo>
                    <a:pt x="4620546" y="1983417"/>
                    <a:pt x="4671917" y="1938650"/>
                    <a:pt x="4722337" y="1922458"/>
                  </a:cubicBezTo>
                  <a:cubicBezTo>
                    <a:pt x="4772757" y="1906265"/>
                    <a:pt x="4824127" y="1918648"/>
                    <a:pt x="4874548" y="1914838"/>
                  </a:cubicBezTo>
                  <a:cubicBezTo>
                    <a:pt x="4924967" y="1911028"/>
                    <a:pt x="4976338" y="1891978"/>
                    <a:pt x="5026758" y="1883405"/>
                  </a:cubicBezTo>
                  <a:cubicBezTo>
                    <a:pt x="5077178" y="1874833"/>
                    <a:pt x="5128549" y="1876738"/>
                    <a:pt x="5178969" y="1812920"/>
                  </a:cubicBezTo>
                  <a:cubicBezTo>
                    <a:pt x="5229389" y="1748150"/>
                    <a:pt x="5280759" y="1616705"/>
                    <a:pt x="5331180" y="1552888"/>
                  </a:cubicBezTo>
                  <a:cubicBezTo>
                    <a:pt x="5381599" y="1489070"/>
                    <a:pt x="5432970" y="1491928"/>
                    <a:pt x="5483390" y="1410013"/>
                  </a:cubicBezTo>
                  <a:cubicBezTo>
                    <a:pt x="5533810" y="1328098"/>
                    <a:pt x="5585181" y="1161410"/>
                    <a:pt x="5635601" y="1095688"/>
                  </a:cubicBezTo>
                  <a:cubicBezTo>
                    <a:pt x="5686021" y="1029013"/>
                    <a:pt x="5737391" y="1063303"/>
                    <a:pt x="5787812" y="1061398"/>
                  </a:cubicBezTo>
                  <a:cubicBezTo>
                    <a:pt x="5838231" y="1058540"/>
                    <a:pt x="5889602" y="1019488"/>
                    <a:pt x="5940022" y="1000438"/>
                  </a:cubicBezTo>
                  <a:cubicBezTo>
                    <a:pt x="5990442" y="981388"/>
                    <a:pt x="6041813" y="982340"/>
                    <a:pt x="6092233" y="1107118"/>
                  </a:cubicBezTo>
                  <a:cubicBezTo>
                    <a:pt x="6142653" y="1231895"/>
                    <a:pt x="6194024" y="1480498"/>
                    <a:pt x="6244444" y="1443350"/>
                  </a:cubicBezTo>
                  <a:cubicBezTo>
                    <a:pt x="6294863" y="1407155"/>
                    <a:pt x="6346234" y="1086163"/>
                    <a:pt x="6396654" y="776600"/>
                  </a:cubicBezTo>
                  <a:cubicBezTo>
                    <a:pt x="6447074" y="467038"/>
                    <a:pt x="6498445" y="168905"/>
                    <a:pt x="6548865" y="57463"/>
                  </a:cubicBezTo>
                  <a:cubicBezTo>
                    <a:pt x="6599285" y="-53980"/>
                    <a:pt x="6650656" y="20315"/>
                    <a:pt x="6701076" y="82228"/>
                  </a:cubicBezTo>
                  <a:cubicBezTo>
                    <a:pt x="6751495" y="145093"/>
                    <a:pt x="6802866" y="195575"/>
                    <a:pt x="6853286" y="158428"/>
                  </a:cubicBezTo>
                  <a:cubicBezTo>
                    <a:pt x="6903706" y="121280"/>
                    <a:pt x="6955077" y="-4450"/>
                    <a:pt x="7005497" y="8885"/>
                  </a:cubicBezTo>
                  <a:cubicBezTo>
                    <a:pt x="7055917" y="22220"/>
                    <a:pt x="7107288" y="173668"/>
                    <a:pt x="7157708" y="251773"/>
                  </a:cubicBezTo>
                  <a:cubicBezTo>
                    <a:pt x="7208128" y="329878"/>
                    <a:pt x="7259498" y="334640"/>
                    <a:pt x="7309919" y="616580"/>
                  </a:cubicBezTo>
                  <a:cubicBezTo>
                    <a:pt x="7360338" y="897568"/>
                    <a:pt x="7411709" y="1455733"/>
                    <a:pt x="7437395" y="1734815"/>
                  </a:cubicBezTo>
                  <a:lnTo>
                    <a:pt x="7463080" y="2013898"/>
                  </a:lnTo>
                  <a:lnTo>
                    <a:pt x="7463080" y="2013898"/>
                  </a:lnTo>
                  <a:lnTo>
                    <a:pt x="7437395" y="1799585"/>
                  </a:lnTo>
                  <a:cubicBezTo>
                    <a:pt x="7411709" y="1585273"/>
                    <a:pt x="7361289" y="1156648"/>
                    <a:pt x="7309919" y="891853"/>
                  </a:cubicBezTo>
                  <a:cubicBezTo>
                    <a:pt x="7259498" y="627058"/>
                    <a:pt x="7208128" y="525140"/>
                    <a:pt x="7157708" y="397505"/>
                  </a:cubicBezTo>
                  <a:cubicBezTo>
                    <a:pt x="7107288" y="270823"/>
                    <a:pt x="7055917" y="119375"/>
                    <a:pt x="7005497" y="122233"/>
                  </a:cubicBezTo>
                  <a:cubicBezTo>
                    <a:pt x="6955077" y="125090"/>
                    <a:pt x="6903706" y="283205"/>
                    <a:pt x="6853286" y="368930"/>
                  </a:cubicBezTo>
                  <a:cubicBezTo>
                    <a:pt x="6802866" y="454655"/>
                    <a:pt x="6751495" y="468943"/>
                    <a:pt x="6701076" y="487040"/>
                  </a:cubicBezTo>
                  <a:cubicBezTo>
                    <a:pt x="6650656" y="505138"/>
                    <a:pt x="6599285" y="527998"/>
                    <a:pt x="6548865" y="607055"/>
                  </a:cubicBezTo>
                  <a:cubicBezTo>
                    <a:pt x="6498445" y="687065"/>
                    <a:pt x="6447074" y="823273"/>
                    <a:pt x="6396654" y="1019488"/>
                  </a:cubicBezTo>
                  <a:cubicBezTo>
                    <a:pt x="6346234" y="1215703"/>
                    <a:pt x="6294863" y="1471925"/>
                    <a:pt x="6244444" y="1508120"/>
                  </a:cubicBezTo>
                  <a:cubicBezTo>
                    <a:pt x="6194024" y="1544315"/>
                    <a:pt x="6142653" y="1360483"/>
                    <a:pt x="6092233" y="1300475"/>
                  </a:cubicBezTo>
                  <a:cubicBezTo>
                    <a:pt x="6041813" y="1240468"/>
                    <a:pt x="5990442" y="1304285"/>
                    <a:pt x="5940022" y="1307143"/>
                  </a:cubicBezTo>
                  <a:cubicBezTo>
                    <a:pt x="5889602" y="1310000"/>
                    <a:pt x="5838231" y="1252850"/>
                    <a:pt x="5787812" y="1223323"/>
                  </a:cubicBezTo>
                  <a:cubicBezTo>
                    <a:pt x="5737391" y="1193795"/>
                    <a:pt x="5686021" y="1191890"/>
                    <a:pt x="5635601" y="1257613"/>
                  </a:cubicBezTo>
                  <a:cubicBezTo>
                    <a:pt x="5585181" y="1324288"/>
                    <a:pt x="5533810" y="1458590"/>
                    <a:pt x="5483390" y="1508120"/>
                  </a:cubicBezTo>
                  <a:cubicBezTo>
                    <a:pt x="5432970" y="1557650"/>
                    <a:pt x="5381599" y="1522408"/>
                    <a:pt x="5331180" y="1570033"/>
                  </a:cubicBezTo>
                  <a:cubicBezTo>
                    <a:pt x="5280759" y="1617658"/>
                    <a:pt x="5229389" y="1749103"/>
                    <a:pt x="5178969" y="1830065"/>
                  </a:cubicBezTo>
                  <a:cubicBezTo>
                    <a:pt x="5128549" y="1911028"/>
                    <a:pt x="5077178" y="1940555"/>
                    <a:pt x="5026758" y="1965320"/>
                  </a:cubicBezTo>
                  <a:cubicBezTo>
                    <a:pt x="4976338" y="1990085"/>
                    <a:pt x="4924967" y="2010088"/>
                    <a:pt x="4874548" y="2029138"/>
                  </a:cubicBezTo>
                  <a:cubicBezTo>
                    <a:pt x="4824127" y="2049140"/>
                    <a:pt x="4772757" y="2069142"/>
                    <a:pt x="4722337" y="2069142"/>
                  </a:cubicBezTo>
                  <a:cubicBezTo>
                    <a:pt x="4671917" y="2069142"/>
                    <a:pt x="4620546" y="2049140"/>
                    <a:pt x="4570126" y="2056760"/>
                  </a:cubicBezTo>
                  <a:cubicBezTo>
                    <a:pt x="4519706" y="2064380"/>
                    <a:pt x="4468335" y="2099623"/>
                    <a:pt x="4417915" y="2160583"/>
                  </a:cubicBezTo>
                  <a:cubicBezTo>
                    <a:pt x="4367496" y="2221543"/>
                    <a:pt x="4316125" y="2308220"/>
                    <a:pt x="4265705" y="2343463"/>
                  </a:cubicBezTo>
                  <a:cubicBezTo>
                    <a:pt x="4215285" y="2378705"/>
                    <a:pt x="4163914" y="2362513"/>
                    <a:pt x="4113494" y="2358703"/>
                  </a:cubicBezTo>
                  <a:cubicBezTo>
                    <a:pt x="4063074" y="2354893"/>
                    <a:pt x="4011703" y="2362513"/>
                    <a:pt x="3961283" y="2374895"/>
                  </a:cubicBezTo>
                  <a:cubicBezTo>
                    <a:pt x="3910863" y="2387278"/>
                    <a:pt x="3859492" y="2403470"/>
                    <a:pt x="3809072" y="2411090"/>
                  </a:cubicBezTo>
                  <a:cubicBezTo>
                    <a:pt x="3758653" y="2418710"/>
                    <a:pt x="3707282" y="2418710"/>
                    <a:pt x="3656862" y="2440618"/>
                  </a:cubicBezTo>
                  <a:cubicBezTo>
                    <a:pt x="3606442" y="2462525"/>
                    <a:pt x="3555071" y="2505388"/>
                    <a:pt x="3504651" y="2494910"/>
                  </a:cubicBezTo>
                  <a:cubicBezTo>
                    <a:pt x="3454231" y="2484433"/>
                    <a:pt x="3402860" y="2419663"/>
                    <a:pt x="3352440" y="2412995"/>
                  </a:cubicBezTo>
                  <a:cubicBezTo>
                    <a:pt x="3302021" y="2406328"/>
                    <a:pt x="3250650" y="2458715"/>
                    <a:pt x="3200230" y="2475860"/>
                  </a:cubicBezTo>
                  <a:cubicBezTo>
                    <a:pt x="3149810" y="2493005"/>
                    <a:pt x="3098439" y="2477765"/>
                    <a:pt x="3048019" y="2469193"/>
                  </a:cubicBezTo>
                  <a:cubicBezTo>
                    <a:pt x="2997599" y="2460620"/>
                    <a:pt x="2946228" y="2461573"/>
                    <a:pt x="2844437" y="2476813"/>
                  </a:cubicBezTo>
                  <a:cubicBezTo>
                    <a:pt x="2742646" y="2493005"/>
                    <a:pt x="2590436" y="2525390"/>
                    <a:pt x="2462959" y="2541583"/>
                  </a:cubicBezTo>
                  <a:cubicBezTo>
                    <a:pt x="2336434" y="2557775"/>
                    <a:pt x="2234643" y="2557775"/>
                    <a:pt x="2082432" y="2549203"/>
                  </a:cubicBezTo>
                  <a:cubicBezTo>
                    <a:pt x="1930222" y="2541583"/>
                    <a:pt x="1726640" y="2525390"/>
                    <a:pt x="1498324" y="2525390"/>
                  </a:cubicBezTo>
                  <a:cubicBezTo>
                    <a:pt x="1270008" y="2525390"/>
                    <a:pt x="1016006" y="2541583"/>
                    <a:pt x="863796" y="2557775"/>
                  </a:cubicBezTo>
                  <a:cubicBezTo>
                    <a:pt x="711585" y="2573968"/>
                    <a:pt x="660214" y="2590160"/>
                    <a:pt x="609794" y="2565395"/>
                  </a:cubicBezTo>
                  <a:cubicBezTo>
                    <a:pt x="559374" y="2541583"/>
                    <a:pt x="508003" y="2476813"/>
                    <a:pt x="406212" y="2452048"/>
                  </a:cubicBezTo>
                  <a:cubicBezTo>
                    <a:pt x="304421" y="2428235"/>
                    <a:pt x="152211" y="2444428"/>
                    <a:pt x="76105" y="2452048"/>
                  </a:cubicBezTo>
                  <a:lnTo>
                    <a:pt x="0" y="2459668"/>
                  </a:lnTo>
                  <a:close/>
                </a:path>
              </a:pathLst>
            </a:custGeom>
            <a:solidFill>
              <a:srgbClr val="F4E1A1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92A1F90B-0043-4F34-125C-53F4FD9C3ED3}"/>
                </a:ext>
              </a:extLst>
            </p:cNvPr>
            <p:cNvSpPr/>
            <p:nvPr/>
          </p:nvSpPr>
          <p:spPr>
            <a:xfrm>
              <a:off x="2203032" y="886935"/>
              <a:ext cx="7463080" cy="2672564"/>
            </a:xfrm>
            <a:custGeom>
              <a:avLst/>
              <a:gdLst>
                <a:gd name="connsiteX0" fmla="*/ 0 w 7463080"/>
                <a:gd name="connsiteY0" fmla="*/ 2554760 h 2672564"/>
                <a:gd name="connsiteX1" fmla="*/ 76105 w 7463080"/>
                <a:gd name="connsiteY1" fmla="*/ 2547140 h 2672564"/>
                <a:gd name="connsiteX2" fmla="*/ 406212 w 7463080"/>
                <a:gd name="connsiteY2" fmla="*/ 2547140 h 2672564"/>
                <a:gd name="connsiteX3" fmla="*/ 609794 w 7463080"/>
                <a:gd name="connsiteY3" fmla="*/ 2660487 h 2672564"/>
                <a:gd name="connsiteX4" fmla="*/ 863796 w 7463080"/>
                <a:gd name="connsiteY4" fmla="*/ 2652867 h 2672564"/>
                <a:gd name="connsiteX5" fmla="*/ 1498324 w 7463080"/>
                <a:gd name="connsiteY5" fmla="*/ 2620482 h 2672564"/>
                <a:gd name="connsiteX6" fmla="*/ 2082432 w 7463080"/>
                <a:gd name="connsiteY6" fmla="*/ 2644295 h 2672564"/>
                <a:gd name="connsiteX7" fmla="*/ 2462959 w 7463080"/>
                <a:gd name="connsiteY7" fmla="*/ 2636675 h 2672564"/>
                <a:gd name="connsiteX8" fmla="*/ 2844437 w 7463080"/>
                <a:gd name="connsiteY8" fmla="*/ 2571905 h 2672564"/>
                <a:gd name="connsiteX9" fmla="*/ 3048019 w 7463080"/>
                <a:gd name="connsiteY9" fmla="*/ 2548092 h 2672564"/>
                <a:gd name="connsiteX10" fmla="*/ 3200230 w 7463080"/>
                <a:gd name="connsiteY10" fmla="*/ 2489990 h 2672564"/>
                <a:gd name="connsiteX11" fmla="*/ 3352440 w 7463080"/>
                <a:gd name="connsiteY11" fmla="*/ 2427125 h 2672564"/>
                <a:gd name="connsiteX12" fmla="*/ 3504651 w 7463080"/>
                <a:gd name="connsiteY12" fmla="*/ 2573810 h 2672564"/>
                <a:gd name="connsiteX13" fmla="*/ 3656862 w 7463080"/>
                <a:gd name="connsiteY13" fmla="*/ 2519517 h 2672564"/>
                <a:gd name="connsiteX14" fmla="*/ 3809072 w 7463080"/>
                <a:gd name="connsiteY14" fmla="*/ 2409027 h 2672564"/>
                <a:gd name="connsiteX15" fmla="*/ 3961283 w 7463080"/>
                <a:gd name="connsiteY15" fmla="*/ 2324255 h 2672564"/>
                <a:gd name="connsiteX16" fmla="*/ 4113494 w 7463080"/>
                <a:gd name="connsiteY16" fmla="*/ 2405217 h 2672564"/>
                <a:gd name="connsiteX17" fmla="*/ 4265705 w 7463080"/>
                <a:gd name="connsiteY17" fmla="*/ 2373785 h 2672564"/>
                <a:gd name="connsiteX18" fmla="*/ 4417915 w 7463080"/>
                <a:gd name="connsiteY18" fmla="*/ 2238530 h 2672564"/>
                <a:gd name="connsiteX19" fmla="*/ 4570126 w 7463080"/>
                <a:gd name="connsiteY19" fmla="*/ 2118515 h 2672564"/>
                <a:gd name="connsiteX20" fmla="*/ 4722337 w 7463080"/>
                <a:gd name="connsiteY20" fmla="*/ 2001357 h 2672564"/>
                <a:gd name="connsiteX21" fmla="*/ 4874548 w 7463080"/>
                <a:gd name="connsiteY21" fmla="*/ 1945160 h 2672564"/>
                <a:gd name="connsiteX22" fmla="*/ 5026758 w 7463080"/>
                <a:gd name="connsiteY22" fmla="*/ 1945160 h 2672564"/>
                <a:gd name="connsiteX23" fmla="*/ 5178969 w 7463080"/>
                <a:gd name="connsiteY23" fmla="*/ 1826097 h 2672564"/>
                <a:gd name="connsiteX24" fmla="*/ 5331180 w 7463080"/>
                <a:gd name="connsiteY24" fmla="*/ 1566065 h 2672564"/>
                <a:gd name="connsiteX25" fmla="*/ 5483390 w 7463080"/>
                <a:gd name="connsiteY25" fmla="*/ 1487960 h 2672564"/>
                <a:gd name="connsiteX26" fmla="*/ 5635601 w 7463080"/>
                <a:gd name="connsiteY26" fmla="*/ 1141249 h 2672564"/>
                <a:gd name="connsiteX27" fmla="*/ 5787812 w 7463080"/>
                <a:gd name="connsiteY27" fmla="*/ 945035 h 2672564"/>
                <a:gd name="connsiteX28" fmla="*/ 5940022 w 7463080"/>
                <a:gd name="connsiteY28" fmla="*/ 965037 h 2672564"/>
                <a:gd name="connsiteX29" fmla="*/ 6092233 w 7463080"/>
                <a:gd name="connsiteY29" fmla="*/ 1055524 h 2672564"/>
                <a:gd name="connsiteX30" fmla="*/ 6244444 w 7463080"/>
                <a:gd name="connsiteY30" fmla="*/ 1263170 h 2672564"/>
                <a:gd name="connsiteX31" fmla="*/ 6396654 w 7463080"/>
                <a:gd name="connsiteY31" fmla="*/ 790730 h 2672564"/>
                <a:gd name="connsiteX32" fmla="*/ 6548865 w 7463080"/>
                <a:gd name="connsiteY32" fmla="*/ 71592 h 2672564"/>
                <a:gd name="connsiteX33" fmla="*/ 6701076 w 7463080"/>
                <a:gd name="connsiteY33" fmla="*/ 80164 h 2672564"/>
                <a:gd name="connsiteX34" fmla="*/ 6853286 w 7463080"/>
                <a:gd name="connsiteY34" fmla="*/ 156365 h 2672564"/>
                <a:gd name="connsiteX35" fmla="*/ 7005497 w 7463080"/>
                <a:gd name="connsiteY35" fmla="*/ 23014 h 2672564"/>
                <a:gd name="connsiteX36" fmla="*/ 7157708 w 7463080"/>
                <a:gd name="connsiteY36" fmla="*/ 314479 h 2672564"/>
                <a:gd name="connsiteX37" fmla="*/ 7309919 w 7463080"/>
                <a:gd name="connsiteY37" fmla="*/ 646902 h 2672564"/>
                <a:gd name="connsiteX38" fmla="*/ 7437395 w 7463080"/>
                <a:gd name="connsiteY38" fmla="*/ 1812762 h 2672564"/>
                <a:gd name="connsiteX39" fmla="*/ 7463080 w 7463080"/>
                <a:gd name="connsiteY39" fmla="*/ 2108037 h 2672564"/>
                <a:gd name="connsiteX40" fmla="*/ 7463080 w 7463080"/>
                <a:gd name="connsiteY40" fmla="*/ 2108037 h 2672564"/>
                <a:gd name="connsiteX41" fmla="*/ 7437395 w 7463080"/>
                <a:gd name="connsiteY41" fmla="*/ 1828955 h 2672564"/>
                <a:gd name="connsiteX42" fmla="*/ 7309919 w 7463080"/>
                <a:gd name="connsiteY42" fmla="*/ 710719 h 2672564"/>
                <a:gd name="connsiteX43" fmla="*/ 7157708 w 7463080"/>
                <a:gd name="connsiteY43" fmla="*/ 345912 h 2672564"/>
                <a:gd name="connsiteX44" fmla="*/ 7005497 w 7463080"/>
                <a:gd name="connsiteY44" fmla="*/ 86832 h 2672564"/>
                <a:gd name="connsiteX45" fmla="*/ 6853286 w 7463080"/>
                <a:gd name="connsiteY45" fmla="*/ 171604 h 2672564"/>
                <a:gd name="connsiteX46" fmla="*/ 6701076 w 7463080"/>
                <a:gd name="connsiteY46" fmla="*/ 79212 h 2672564"/>
                <a:gd name="connsiteX47" fmla="*/ 6548865 w 7463080"/>
                <a:gd name="connsiteY47" fmla="*/ 70639 h 2672564"/>
                <a:gd name="connsiteX48" fmla="*/ 6396654 w 7463080"/>
                <a:gd name="connsiteY48" fmla="*/ 822162 h 2672564"/>
                <a:gd name="connsiteX49" fmla="*/ 6244444 w 7463080"/>
                <a:gd name="connsiteY49" fmla="*/ 1407949 h 2672564"/>
                <a:gd name="connsiteX50" fmla="*/ 6092233 w 7463080"/>
                <a:gd name="connsiteY50" fmla="*/ 1151727 h 2672564"/>
                <a:gd name="connsiteX51" fmla="*/ 5940022 w 7463080"/>
                <a:gd name="connsiteY51" fmla="*/ 996469 h 2672564"/>
                <a:gd name="connsiteX52" fmla="*/ 5787812 w 7463080"/>
                <a:gd name="connsiteY52" fmla="*/ 1008852 h 2672564"/>
                <a:gd name="connsiteX53" fmla="*/ 5635601 w 7463080"/>
                <a:gd name="connsiteY53" fmla="*/ 1156490 h 2672564"/>
                <a:gd name="connsiteX54" fmla="*/ 5483390 w 7463080"/>
                <a:gd name="connsiteY54" fmla="*/ 1503199 h 2672564"/>
                <a:gd name="connsiteX55" fmla="*/ 5331180 w 7463080"/>
                <a:gd name="connsiteY55" fmla="*/ 1629882 h 2672564"/>
                <a:gd name="connsiteX56" fmla="*/ 5178969 w 7463080"/>
                <a:gd name="connsiteY56" fmla="*/ 1841337 h 2672564"/>
                <a:gd name="connsiteX57" fmla="*/ 5026758 w 7463080"/>
                <a:gd name="connsiteY57" fmla="*/ 1960399 h 2672564"/>
                <a:gd name="connsiteX58" fmla="*/ 4874548 w 7463080"/>
                <a:gd name="connsiteY58" fmla="*/ 2008024 h 2672564"/>
                <a:gd name="connsiteX59" fmla="*/ 4722337 w 7463080"/>
                <a:gd name="connsiteY59" fmla="*/ 2015645 h 2672564"/>
                <a:gd name="connsiteX60" fmla="*/ 4570126 w 7463080"/>
                <a:gd name="connsiteY60" fmla="*/ 2116610 h 2672564"/>
                <a:gd name="connsiteX61" fmla="*/ 4417915 w 7463080"/>
                <a:gd name="connsiteY61" fmla="*/ 2236625 h 2672564"/>
                <a:gd name="connsiteX62" fmla="*/ 4265705 w 7463080"/>
                <a:gd name="connsiteY62" fmla="*/ 2371880 h 2672564"/>
                <a:gd name="connsiteX63" fmla="*/ 4113494 w 7463080"/>
                <a:gd name="connsiteY63" fmla="*/ 2403312 h 2672564"/>
                <a:gd name="connsiteX64" fmla="*/ 3961283 w 7463080"/>
                <a:gd name="connsiteY64" fmla="*/ 2338542 h 2672564"/>
                <a:gd name="connsiteX65" fmla="*/ 3809072 w 7463080"/>
                <a:gd name="connsiteY65" fmla="*/ 2471892 h 2672564"/>
                <a:gd name="connsiteX66" fmla="*/ 3656862 w 7463080"/>
                <a:gd name="connsiteY66" fmla="*/ 2533805 h 2672564"/>
                <a:gd name="connsiteX67" fmla="*/ 3504651 w 7463080"/>
                <a:gd name="connsiteY67" fmla="*/ 2571905 h 2672564"/>
                <a:gd name="connsiteX68" fmla="*/ 3352440 w 7463080"/>
                <a:gd name="connsiteY68" fmla="*/ 2425220 h 2672564"/>
                <a:gd name="connsiteX69" fmla="*/ 3200230 w 7463080"/>
                <a:gd name="connsiteY69" fmla="*/ 2488085 h 2672564"/>
                <a:gd name="connsiteX70" fmla="*/ 3048019 w 7463080"/>
                <a:gd name="connsiteY70" fmla="*/ 2546187 h 2672564"/>
                <a:gd name="connsiteX71" fmla="*/ 2844437 w 7463080"/>
                <a:gd name="connsiteY71" fmla="*/ 2570000 h 2672564"/>
                <a:gd name="connsiteX72" fmla="*/ 2462959 w 7463080"/>
                <a:gd name="connsiteY72" fmla="*/ 2634770 h 2672564"/>
                <a:gd name="connsiteX73" fmla="*/ 2082432 w 7463080"/>
                <a:gd name="connsiteY73" fmla="*/ 2642390 h 2672564"/>
                <a:gd name="connsiteX74" fmla="*/ 1498324 w 7463080"/>
                <a:gd name="connsiteY74" fmla="*/ 2618577 h 2672564"/>
                <a:gd name="connsiteX75" fmla="*/ 863796 w 7463080"/>
                <a:gd name="connsiteY75" fmla="*/ 2650962 h 2672564"/>
                <a:gd name="connsiteX76" fmla="*/ 609794 w 7463080"/>
                <a:gd name="connsiteY76" fmla="*/ 2658582 h 2672564"/>
                <a:gd name="connsiteX77" fmla="*/ 406212 w 7463080"/>
                <a:gd name="connsiteY77" fmla="*/ 2545235 h 2672564"/>
                <a:gd name="connsiteX78" fmla="*/ 76105 w 7463080"/>
                <a:gd name="connsiteY78" fmla="*/ 2545235 h 2672564"/>
                <a:gd name="connsiteX79" fmla="*/ 0 w 7463080"/>
                <a:gd name="connsiteY79" fmla="*/ 2552855 h 2672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2672564">
                  <a:moveTo>
                    <a:pt x="0" y="2554760"/>
                  </a:moveTo>
                  <a:lnTo>
                    <a:pt x="76105" y="2547140"/>
                  </a:lnTo>
                  <a:cubicBezTo>
                    <a:pt x="152211" y="2539520"/>
                    <a:pt x="304421" y="2523327"/>
                    <a:pt x="406212" y="2547140"/>
                  </a:cubicBezTo>
                  <a:cubicBezTo>
                    <a:pt x="508003" y="2570952"/>
                    <a:pt x="558423" y="2635722"/>
                    <a:pt x="609794" y="2660487"/>
                  </a:cubicBezTo>
                  <a:cubicBezTo>
                    <a:pt x="660214" y="2684300"/>
                    <a:pt x="711585" y="2668107"/>
                    <a:pt x="863796" y="2652867"/>
                  </a:cubicBezTo>
                  <a:cubicBezTo>
                    <a:pt x="1016006" y="2636675"/>
                    <a:pt x="1270008" y="2620482"/>
                    <a:pt x="1498324" y="2620482"/>
                  </a:cubicBezTo>
                  <a:cubicBezTo>
                    <a:pt x="1726640" y="2620482"/>
                    <a:pt x="1930222" y="2636675"/>
                    <a:pt x="2082432" y="2644295"/>
                  </a:cubicBezTo>
                  <a:cubicBezTo>
                    <a:pt x="2234643" y="2651915"/>
                    <a:pt x="2336434" y="2651915"/>
                    <a:pt x="2462959" y="2636675"/>
                  </a:cubicBezTo>
                  <a:cubicBezTo>
                    <a:pt x="2589484" y="2620482"/>
                    <a:pt x="2742646" y="2588097"/>
                    <a:pt x="2844437" y="2571905"/>
                  </a:cubicBezTo>
                  <a:cubicBezTo>
                    <a:pt x="2946228" y="2555712"/>
                    <a:pt x="2996648" y="2555712"/>
                    <a:pt x="3048019" y="2548092"/>
                  </a:cubicBezTo>
                  <a:cubicBezTo>
                    <a:pt x="3098439" y="2540472"/>
                    <a:pt x="3149810" y="2524280"/>
                    <a:pt x="3200230" y="2489990"/>
                  </a:cubicBezTo>
                  <a:cubicBezTo>
                    <a:pt x="3250650" y="2455700"/>
                    <a:pt x="3302021" y="2404265"/>
                    <a:pt x="3352440" y="2427125"/>
                  </a:cubicBezTo>
                  <a:cubicBezTo>
                    <a:pt x="3402860" y="2449985"/>
                    <a:pt x="3454231" y="2547140"/>
                    <a:pt x="3504651" y="2573810"/>
                  </a:cubicBezTo>
                  <a:cubicBezTo>
                    <a:pt x="3555071" y="2600480"/>
                    <a:pt x="3606442" y="2557617"/>
                    <a:pt x="3656862" y="2519517"/>
                  </a:cubicBezTo>
                  <a:cubicBezTo>
                    <a:pt x="3707282" y="2481417"/>
                    <a:pt x="3758653" y="2449032"/>
                    <a:pt x="3809072" y="2409027"/>
                  </a:cubicBezTo>
                  <a:cubicBezTo>
                    <a:pt x="3859492" y="2369022"/>
                    <a:pt x="3910863" y="2320445"/>
                    <a:pt x="3961283" y="2324255"/>
                  </a:cubicBezTo>
                  <a:cubicBezTo>
                    <a:pt x="4011703" y="2328065"/>
                    <a:pt x="4063074" y="2385215"/>
                    <a:pt x="4113494" y="2405217"/>
                  </a:cubicBezTo>
                  <a:cubicBezTo>
                    <a:pt x="4163914" y="2425220"/>
                    <a:pt x="4215285" y="2409027"/>
                    <a:pt x="4265705" y="2373785"/>
                  </a:cubicBezTo>
                  <a:cubicBezTo>
                    <a:pt x="4316125" y="2338542"/>
                    <a:pt x="4367496" y="2284250"/>
                    <a:pt x="4417915" y="2238530"/>
                  </a:cubicBezTo>
                  <a:cubicBezTo>
                    <a:pt x="4468335" y="2193762"/>
                    <a:pt x="4519706" y="2158520"/>
                    <a:pt x="4570126" y="2118515"/>
                  </a:cubicBezTo>
                  <a:cubicBezTo>
                    <a:pt x="4620546" y="2078509"/>
                    <a:pt x="4671917" y="2033742"/>
                    <a:pt x="4722337" y="2001357"/>
                  </a:cubicBezTo>
                  <a:cubicBezTo>
                    <a:pt x="4772757" y="1968972"/>
                    <a:pt x="4824127" y="1948970"/>
                    <a:pt x="4874548" y="1945160"/>
                  </a:cubicBezTo>
                  <a:cubicBezTo>
                    <a:pt x="4924967" y="1941349"/>
                    <a:pt x="4976338" y="1954685"/>
                    <a:pt x="5026758" y="1945160"/>
                  </a:cubicBezTo>
                  <a:cubicBezTo>
                    <a:pt x="5077178" y="1936587"/>
                    <a:pt x="5128549" y="1906107"/>
                    <a:pt x="5178969" y="1826097"/>
                  </a:cubicBezTo>
                  <a:cubicBezTo>
                    <a:pt x="5229389" y="1746087"/>
                    <a:pt x="5280759" y="1613690"/>
                    <a:pt x="5331180" y="1566065"/>
                  </a:cubicBezTo>
                  <a:cubicBezTo>
                    <a:pt x="5381599" y="1518440"/>
                    <a:pt x="5432970" y="1553682"/>
                    <a:pt x="5483390" y="1487960"/>
                  </a:cubicBezTo>
                  <a:cubicBezTo>
                    <a:pt x="5533810" y="1422237"/>
                    <a:pt x="5585181" y="1255549"/>
                    <a:pt x="5635601" y="1141249"/>
                  </a:cubicBezTo>
                  <a:cubicBezTo>
                    <a:pt x="5686021" y="1026949"/>
                    <a:pt x="5737391" y="964085"/>
                    <a:pt x="5787812" y="945035"/>
                  </a:cubicBezTo>
                  <a:cubicBezTo>
                    <a:pt x="5838231" y="925985"/>
                    <a:pt x="5889602" y="951702"/>
                    <a:pt x="5940022" y="965037"/>
                  </a:cubicBezTo>
                  <a:cubicBezTo>
                    <a:pt x="5990442" y="978372"/>
                    <a:pt x="6041813" y="979324"/>
                    <a:pt x="6092233" y="1055524"/>
                  </a:cubicBezTo>
                  <a:cubicBezTo>
                    <a:pt x="6142653" y="1131724"/>
                    <a:pt x="6194024" y="1283172"/>
                    <a:pt x="6244444" y="1263170"/>
                  </a:cubicBezTo>
                  <a:cubicBezTo>
                    <a:pt x="6294863" y="1243167"/>
                    <a:pt x="6346234" y="1051715"/>
                    <a:pt x="6396654" y="790730"/>
                  </a:cubicBezTo>
                  <a:cubicBezTo>
                    <a:pt x="6447074" y="529744"/>
                    <a:pt x="6498445" y="199227"/>
                    <a:pt x="6548865" y="71592"/>
                  </a:cubicBezTo>
                  <a:cubicBezTo>
                    <a:pt x="6599285" y="-56043"/>
                    <a:pt x="6650656" y="18252"/>
                    <a:pt x="6701076" y="80164"/>
                  </a:cubicBezTo>
                  <a:cubicBezTo>
                    <a:pt x="6751495" y="142077"/>
                    <a:pt x="6802866" y="193512"/>
                    <a:pt x="6853286" y="156365"/>
                  </a:cubicBezTo>
                  <a:cubicBezTo>
                    <a:pt x="6903706" y="119217"/>
                    <a:pt x="6955077" y="-6513"/>
                    <a:pt x="7005497" y="23014"/>
                  </a:cubicBezTo>
                  <a:cubicBezTo>
                    <a:pt x="7055917" y="52542"/>
                    <a:pt x="7107288" y="236375"/>
                    <a:pt x="7157708" y="314479"/>
                  </a:cubicBezTo>
                  <a:cubicBezTo>
                    <a:pt x="7208128" y="392585"/>
                    <a:pt x="7259498" y="365915"/>
                    <a:pt x="7309919" y="646902"/>
                  </a:cubicBezTo>
                  <a:cubicBezTo>
                    <a:pt x="7360338" y="927890"/>
                    <a:pt x="7411709" y="1518440"/>
                    <a:pt x="7437395" y="1812762"/>
                  </a:cubicBezTo>
                  <a:lnTo>
                    <a:pt x="7463080" y="2108037"/>
                  </a:lnTo>
                  <a:lnTo>
                    <a:pt x="7463080" y="2108037"/>
                  </a:lnTo>
                  <a:lnTo>
                    <a:pt x="7437395" y="1828955"/>
                  </a:lnTo>
                  <a:cubicBezTo>
                    <a:pt x="7411709" y="1549872"/>
                    <a:pt x="7361289" y="992660"/>
                    <a:pt x="7309919" y="710719"/>
                  </a:cubicBezTo>
                  <a:cubicBezTo>
                    <a:pt x="7259498" y="429732"/>
                    <a:pt x="7208128" y="424017"/>
                    <a:pt x="7157708" y="345912"/>
                  </a:cubicBezTo>
                  <a:cubicBezTo>
                    <a:pt x="7107288" y="267807"/>
                    <a:pt x="7055917" y="116359"/>
                    <a:pt x="7005497" y="86832"/>
                  </a:cubicBezTo>
                  <a:cubicBezTo>
                    <a:pt x="6955077" y="57304"/>
                    <a:pt x="6903706" y="150650"/>
                    <a:pt x="6853286" y="171604"/>
                  </a:cubicBezTo>
                  <a:cubicBezTo>
                    <a:pt x="6802866" y="192560"/>
                    <a:pt x="6751495" y="142077"/>
                    <a:pt x="6701076" y="79212"/>
                  </a:cubicBezTo>
                  <a:cubicBezTo>
                    <a:pt x="6650656" y="16347"/>
                    <a:pt x="6599285" y="-57948"/>
                    <a:pt x="6548865" y="70639"/>
                  </a:cubicBezTo>
                  <a:cubicBezTo>
                    <a:pt x="6498445" y="198275"/>
                    <a:pt x="6447074" y="528792"/>
                    <a:pt x="6396654" y="822162"/>
                  </a:cubicBezTo>
                  <a:cubicBezTo>
                    <a:pt x="6346234" y="1115532"/>
                    <a:pt x="6294863" y="1371755"/>
                    <a:pt x="6244444" y="1407949"/>
                  </a:cubicBezTo>
                  <a:cubicBezTo>
                    <a:pt x="6194024" y="1444145"/>
                    <a:pt x="6142653" y="1260312"/>
                    <a:pt x="6092233" y="1151727"/>
                  </a:cubicBezTo>
                  <a:cubicBezTo>
                    <a:pt x="6041813" y="1043142"/>
                    <a:pt x="5990442" y="1009805"/>
                    <a:pt x="5940022" y="996469"/>
                  </a:cubicBezTo>
                  <a:cubicBezTo>
                    <a:pt x="5889602" y="983135"/>
                    <a:pt x="5838231" y="990755"/>
                    <a:pt x="5787812" y="1008852"/>
                  </a:cubicBezTo>
                  <a:cubicBezTo>
                    <a:pt x="5737391" y="1027902"/>
                    <a:pt x="5686021" y="1058382"/>
                    <a:pt x="5635601" y="1156490"/>
                  </a:cubicBezTo>
                  <a:cubicBezTo>
                    <a:pt x="5585181" y="1254597"/>
                    <a:pt x="5533810" y="1421285"/>
                    <a:pt x="5483390" y="1503199"/>
                  </a:cubicBezTo>
                  <a:cubicBezTo>
                    <a:pt x="5432970" y="1585115"/>
                    <a:pt x="5381599" y="1582257"/>
                    <a:pt x="5331180" y="1629882"/>
                  </a:cubicBezTo>
                  <a:cubicBezTo>
                    <a:pt x="5280759" y="1677507"/>
                    <a:pt x="5229389" y="1776567"/>
                    <a:pt x="5178969" y="1841337"/>
                  </a:cubicBezTo>
                  <a:cubicBezTo>
                    <a:pt x="5128549" y="1906107"/>
                    <a:pt x="5077178" y="1935635"/>
                    <a:pt x="5026758" y="1960399"/>
                  </a:cubicBezTo>
                  <a:cubicBezTo>
                    <a:pt x="4976338" y="1985165"/>
                    <a:pt x="4924967" y="2005167"/>
                    <a:pt x="4874548" y="2008024"/>
                  </a:cubicBezTo>
                  <a:cubicBezTo>
                    <a:pt x="4824127" y="2011834"/>
                    <a:pt x="4772757" y="1999452"/>
                    <a:pt x="4722337" y="2015645"/>
                  </a:cubicBezTo>
                  <a:cubicBezTo>
                    <a:pt x="4671917" y="2031837"/>
                    <a:pt x="4620546" y="2076605"/>
                    <a:pt x="4570126" y="2116610"/>
                  </a:cubicBezTo>
                  <a:cubicBezTo>
                    <a:pt x="4519706" y="2156615"/>
                    <a:pt x="4468335" y="2191857"/>
                    <a:pt x="4417915" y="2236625"/>
                  </a:cubicBezTo>
                  <a:cubicBezTo>
                    <a:pt x="4367496" y="2281392"/>
                    <a:pt x="4316125" y="2335685"/>
                    <a:pt x="4265705" y="2371880"/>
                  </a:cubicBezTo>
                  <a:cubicBezTo>
                    <a:pt x="4215285" y="2407122"/>
                    <a:pt x="4163914" y="2423315"/>
                    <a:pt x="4113494" y="2403312"/>
                  </a:cubicBezTo>
                  <a:cubicBezTo>
                    <a:pt x="4063074" y="2383310"/>
                    <a:pt x="4011703" y="2326160"/>
                    <a:pt x="3961283" y="2338542"/>
                  </a:cubicBezTo>
                  <a:cubicBezTo>
                    <a:pt x="3910863" y="2350925"/>
                    <a:pt x="3859492" y="2431887"/>
                    <a:pt x="3809072" y="2471892"/>
                  </a:cubicBezTo>
                  <a:cubicBezTo>
                    <a:pt x="3758653" y="2511897"/>
                    <a:pt x="3707282" y="2511897"/>
                    <a:pt x="3656862" y="2533805"/>
                  </a:cubicBezTo>
                  <a:cubicBezTo>
                    <a:pt x="3606442" y="2555712"/>
                    <a:pt x="3555071" y="2598575"/>
                    <a:pt x="3504651" y="2571905"/>
                  </a:cubicBezTo>
                  <a:cubicBezTo>
                    <a:pt x="3454231" y="2545235"/>
                    <a:pt x="3402860" y="2448080"/>
                    <a:pt x="3352440" y="2425220"/>
                  </a:cubicBezTo>
                  <a:cubicBezTo>
                    <a:pt x="3302021" y="2402360"/>
                    <a:pt x="3250650" y="2454747"/>
                    <a:pt x="3200230" y="2488085"/>
                  </a:cubicBezTo>
                  <a:cubicBezTo>
                    <a:pt x="3149810" y="2521422"/>
                    <a:pt x="3098439" y="2538567"/>
                    <a:pt x="3048019" y="2546187"/>
                  </a:cubicBezTo>
                  <a:cubicBezTo>
                    <a:pt x="2997599" y="2553807"/>
                    <a:pt x="2946228" y="2553807"/>
                    <a:pt x="2844437" y="2570000"/>
                  </a:cubicBezTo>
                  <a:cubicBezTo>
                    <a:pt x="2742646" y="2586192"/>
                    <a:pt x="2590436" y="2618577"/>
                    <a:pt x="2462959" y="2634770"/>
                  </a:cubicBezTo>
                  <a:cubicBezTo>
                    <a:pt x="2336434" y="2650962"/>
                    <a:pt x="2234643" y="2650962"/>
                    <a:pt x="2082432" y="2642390"/>
                  </a:cubicBezTo>
                  <a:cubicBezTo>
                    <a:pt x="1930222" y="2634770"/>
                    <a:pt x="1726640" y="2618577"/>
                    <a:pt x="1498324" y="2618577"/>
                  </a:cubicBezTo>
                  <a:cubicBezTo>
                    <a:pt x="1270008" y="2618577"/>
                    <a:pt x="1016006" y="2634770"/>
                    <a:pt x="863796" y="2650962"/>
                  </a:cubicBezTo>
                  <a:cubicBezTo>
                    <a:pt x="711585" y="2667155"/>
                    <a:pt x="660214" y="2683347"/>
                    <a:pt x="609794" y="2658582"/>
                  </a:cubicBezTo>
                  <a:cubicBezTo>
                    <a:pt x="559374" y="2634770"/>
                    <a:pt x="508003" y="2570000"/>
                    <a:pt x="406212" y="2545235"/>
                  </a:cubicBezTo>
                  <a:cubicBezTo>
                    <a:pt x="304421" y="2521422"/>
                    <a:pt x="152211" y="2537615"/>
                    <a:pt x="76105" y="2545235"/>
                  </a:cubicBezTo>
                  <a:lnTo>
                    <a:pt x="0" y="2552855"/>
                  </a:lnTo>
                  <a:close/>
                </a:path>
              </a:pathLst>
            </a:custGeom>
            <a:solidFill>
              <a:srgbClr val="FFC3C2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A29042C0-C666-FC3A-022E-2B2B64832E12}"/>
                </a:ext>
              </a:extLst>
            </p:cNvPr>
            <p:cNvSpPr/>
            <p:nvPr/>
          </p:nvSpPr>
          <p:spPr>
            <a:xfrm>
              <a:off x="2203032" y="889526"/>
              <a:ext cx="7463080" cy="2671590"/>
            </a:xfrm>
            <a:custGeom>
              <a:avLst/>
              <a:gdLst>
                <a:gd name="connsiteX0" fmla="*/ 0 w 7463080"/>
                <a:gd name="connsiteY0" fmla="*/ 2552168 h 2671590"/>
                <a:gd name="connsiteX1" fmla="*/ 76105 w 7463080"/>
                <a:gd name="connsiteY1" fmla="*/ 2544548 h 2671590"/>
                <a:gd name="connsiteX2" fmla="*/ 406212 w 7463080"/>
                <a:gd name="connsiteY2" fmla="*/ 2544548 h 2671590"/>
                <a:gd name="connsiteX3" fmla="*/ 609794 w 7463080"/>
                <a:gd name="connsiteY3" fmla="*/ 2657895 h 2671590"/>
                <a:gd name="connsiteX4" fmla="*/ 863796 w 7463080"/>
                <a:gd name="connsiteY4" fmla="*/ 2650275 h 2671590"/>
                <a:gd name="connsiteX5" fmla="*/ 1498324 w 7463080"/>
                <a:gd name="connsiteY5" fmla="*/ 2617890 h 2671590"/>
                <a:gd name="connsiteX6" fmla="*/ 2082432 w 7463080"/>
                <a:gd name="connsiteY6" fmla="*/ 2641703 h 2671590"/>
                <a:gd name="connsiteX7" fmla="*/ 2462959 w 7463080"/>
                <a:gd name="connsiteY7" fmla="*/ 2634083 h 2671590"/>
                <a:gd name="connsiteX8" fmla="*/ 2844437 w 7463080"/>
                <a:gd name="connsiteY8" fmla="*/ 2569313 h 2671590"/>
                <a:gd name="connsiteX9" fmla="*/ 3048019 w 7463080"/>
                <a:gd name="connsiteY9" fmla="*/ 2545500 h 2671590"/>
                <a:gd name="connsiteX10" fmla="*/ 3200230 w 7463080"/>
                <a:gd name="connsiteY10" fmla="*/ 2487398 h 2671590"/>
                <a:gd name="connsiteX11" fmla="*/ 3352440 w 7463080"/>
                <a:gd name="connsiteY11" fmla="*/ 2424533 h 2671590"/>
                <a:gd name="connsiteX12" fmla="*/ 3504651 w 7463080"/>
                <a:gd name="connsiteY12" fmla="*/ 2571218 h 2671590"/>
                <a:gd name="connsiteX13" fmla="*/ 3656862 w 7463080"/>
                <a:gd name="connsiteY13" fmla="*/ 2533118 h 2671590"/>
                <a:gd name="connsiteX14" fmla="*/ 3809072 w 7463080"/>
                <a:gd name="connsiteY14" fmla="*/ 2471205 h 2671590"/>
                <a:gd name="connsiteX15" fmla="*/ 3961283 w 7463080"/>
                <a:gd name="connsiteY15" fmla="*/ 2337855 h 2671590"/>
                <a:gd name="connsiteX16" fmla="*/ 4113494 w 7463080"/>
                <a:gd name="connsiteY16" fmla="*/ 2402625 h 2671590"/>
                <a:gd name="connsiteX17" fmla="*/ 4265705 w 7463080"/>
                <a:gd name="connsiteY17" fmla="*/ 2371193 h 2671590"/>
                <a:gd name="connsiteX18" fmla="*/ 4417915 w 7463080"/>
                <a:gd name="connsiteY18" fmla="*/ 2235938 h 2671590"/>
                <a:gd name="connsiteX19" fmla="*/ 4570126 w 7463080"/>
                <a:gd name="connsiteY19" fmla="*/ 2115923 h 2671590"/>
                <a:gd name="connsiteX20" fmla="*/ 4722337 w 7463080"/>
                <a:gd name="connsiteY20" fmla="*/ 2014958 h 2671590"/>
                <a:gd name="connsiteX21" fmla="*/ 4874548 w 7463080"/>
                <a:gd name="connsiteY21" fmla="*/ 2007338 h 2671590"/>
                <a:gd name="connsiteX22" fmla="*/ 5026758 w 7463080"/>
                <a:gd name="connsiteY22" fmla="*/ 1959713 h 2671590"/>
                <a:gd name="connsiteX23" fmla="*/ 5178969 w 7463080"/>
                <a:gd name="connsiteY23" fmla="*/ 1840650 h 2671590"/>
                <a:gd name="connsiteX24" fmla="*/ 5331180 w 7463080"/>
                <a:gd name="connsiteY24" fmla="*/ 1629195 h 2671590"/>
                <a:gd name="connsiteX25" fmla="*/ 5483390 w 7463080"/>
                <a:gd name="connsiteY25" fmla="*/ 1502513 h 2671590"/>
                <a:gd name="connsiteX26" fmla="*/ 5635601 w 7463080"/>
                <a:gd name="connsiteY26" fmla="*/ 1155803 h 2671590"/>
                <a:gd name="connsiteX27" fmla="*/ 5787812 w 7463080"/>
                <a:gd name="connsiteY27" fmla="*/ 1008165 h 2671590"/>
                <a:gd name="connsiteX28" fmla="*/ 5940022 w 7463080"/>
                <a:gd name="connsiteY28" fmla="*/ 995783 h 2671590"/>
                <a:gd name="connsiteX29" fmla="*/ 6092233 w 7463080"/>
                <a:gd name="connsiteY29" fmla="*/ 1151040 h 2671590"/>
                <a:gd name="connsiteX30" fmla="*/ 6244444 w 7463080"/>
                <a:gd name="connsiteY30" fmla="*/ 1407263 h 2671590"/>
                <a:gd name="connsiteX31" fmla="*/ 6396654 w 7463080"/>
                <a:gd name="connsiteY31" fmla="*/ 821475 h 2671590"/>
                <a:gd name="connsiteX32" fmla="*/ 6548865 w 7463080"/>
                <a:gd name="connsiteY32" fmla="*/ 69953 h 2671590"/>
                <a:gd name="connsiteX33" fmla="*/ 6701076 w 7463080"/>
                <a:gd name="connsiteY33" fmla="*/ 78525 h 2671590"/>
                <a:gd name="connsiteX34" fmla="*/ 6853286 w 7463080"/>
                <a:gd name="connsiteY34" fmla="*/ 170918 h 2671590"/>
                <a:gd name="connsiteX35" fmla="*/ 7005497 w 7463080"/>
                <a:gd name="connsiteY35" fmla="*/ 86145 h 2671590"/>
                <a:gd name="connsiteX36" fmla="*/ 7157708 w 7463080"/>
                <a:gd name="connsiteY36" fmla="*/ 345225 h 2671590"/>
                <a:gd name="connsiteX37" fmla="*/ 7309919 w 7463080"/>
                <a:gd name="connsiteY37" fmla="*/ 710033 h 2671590"/>
                <a:gd name="connsiteX38" fmla="*/ 7437395 w 7463080"/>
                <a:gd name="connsiteY38" fmla="*/ 1828268 h 2671590"/>
                <a:gd name="connsiteX39" fmla="*/ 7463080 w 7463080"/>
                <a:gd name="connsiteY39" fmla="*/ 2107350 h 2671590"/>
                <a:gd name="connsiteX40" fmla="*/ 7463080 w 7463080"/>
                <a:gd name="connsiteY40" fmla="*/ 2107350 h 2671590"/>
                <a:gd name="connsiteX41" fmla="*/ 7437395 w 7463080"/>
                <a:gd name="connsiteY41" fmla="*/ 1828268 h 2671590"/>
                <a:gd name="connsiteX42" fmla="*/ 7309919 w 7463080"/>
                <a:gd name="connsiteY42" fmla="*/ 710033 h 2671590"/>
                <a:gd name="connsiteX43" fmla="*/ 7157708 w 7463080"/>
                <a:gd name="connsiteY43" fmla="*/ 345225 h 2671590"/>
                <a:gd name="connsiteX44" fmla="*/ 7005497 w 7463080"/>
                <a:gd name="connsiteY44" fmla="*/ 102338 h 2671590"/>
                <a:gd name="connsiteX45" fmla="*/ 6853286 w 7463080"/>
                <a:gd name="connsiteY45" fmla="*/ 251880 h 2671590"/>
                <a:gd name="connsiteX46" fmla="*/ 6701076 w 7463080"/>
                <a:gd name="connsiteY46" fmla="*/ 175680 h 2671590"/>
                <a:gd name="connsiteX47" fmla="*/ 6548865 w 7463080"/>
                <a:gd name="connsiteY47" fmla="*/ 150915 h 2671590"/>
                <a:gd name="connsiteX48" fmla="*/ 6396654 w 7463080"/>
                <a:gd name="connsiteY48" fmla="*/ 870053 h 2671590"/>
                <a:gd name="connsiteX49" fmla="*/ 6244444 w 7463080"/>
                <a:gd name="connsiteY49" fmla="*/ 1536803 h 2671590"/>
                <a:gd name="connsiteX50" fmla="*/ 6092233 w 7463080"/>
                <a:gd name="connsiteY50" fmla="*/ 1200570 h 2671590"/>
                <a:gd name="connsiteX51" fmla="*/ 5940022 w 7463080"/>
                <a:gd name="connsiteY51" fmla="*/ 1093890 h 2671590"/>
                <a:gd name="connsiteX52" fmla="*/ 5787812 w 7463080"/>
                <a:gd name="connsiteY52" fmla="*/ 1154850 h 2671590"/>
                <a:gd name="connsiteX53" fmla="*/ 5635601 w 7463080"/>
                <a:gd name="connsiteY53" fmla="*/ 1189140 h 2671590"/>
                <a:gd name="connsiteX54" fmla="*/ 5483390 w 7463080"/>
                <a:gd name="connsiteY54" fmla="*/ 1503465 h 2671590"/>
                <a:gd name="connsiteX55" fmla="*/ 5331180 w 7463080"/>
                <a:gd name="connsiteY55" fmla="*/ 1646340 h 2671590"/>
                <a:gd name="connsiteX56" fmla="*/ 5178969 w 7463080"/>
                <a:gd name="connsiteY56" fmla="*/ 1906373 h 2671590"/>
                <a:gd name="connsiteX57" fmla="*/ 5026758 w 7463080"/>
                <a:gd name="connsiteY57" fmla="*/ 1976858 h 2671590"/>
                <a:gd name="connsiteX58" fmla="*/ 4874548 w 7463080"/>
                <a:gd name="connsiteY58" fmla="*/ 2008290 h 2671590"/>
                <a:gd name="connsiteX59" fmla="*/ 4722337 w 7463080"/>
                <a:gd name="connsiteY59" fmla="*/ 2015910 h 2671590"/>
                <a:gd name="connsiteX60" fmla="*/ 4570126 w 7463080"/>
                <a:gd name="connsiteY60" fmla="*/ 2116875 h 2671590"/>
                <a:gd name="connsiteX61" fmla="*/ 4417915 w 7463080"/>
                <a:gd name="connsiteY61" fmla="*/ 2236890 h 2671590"/>
                <a:gd name="connsiteX62" fmla="*/ 4265705 w 7463080"/>
                <a:gd name="connsiteY62" fmla="*/ 2372145 h 2671590"/>
                <a:gd name="connsiteX63" fmla="*/ 4113494 w 7463080"/>
                <a:gd name="connsiteY63" fmla="*/ 2419770 h 2671590"/>
                <a:gd name="connsiteX64" fmla="*/ 3961283 w 7463080"/>
                <a:gd name="connsiteY64" fmla="*/ 2403578 h 2671590"/>
                <a:gd name="connsiteX65" fmla="*/ 3809072 w 7463080"/>
                <a:gd name="connsiteY65" fmla="*/ 2488350 h 2671590"/>
                <a:gd name="connsiteX66" fmla="*/ 3656862 w 7463080"/>
                <a:gd name="connsiteY66" fmla="*/ 2534070 h 2671590"/>
                <a:gd name="connsiteX67" fmla="*/ 3504651 w 7463080"/>
                <a:gd name="connsiteY67" fmla="*/ 2572170 h 2671590"/>
                <a:gd name="connsiteX68" fmla="*/ 3352440 w 7463080"/>
                <a:gd name="connsiteY68" fmla="*/ 2425485 h 2671590"/>
                <a:gd name="connsiteX69" fmla="*/ 3200230 w 7463080"/>
                <a:gd name="connsiteY69" fmla="*/ 2488350 h 2671590"/>
                <a:gd name="connsiteX70" fmla="*/ 3048019 w 7463080"/>
                <a:gd name="connsiteY70" fmla="*/ 2546453 h 2671590"/>
                <a:gd name="connsiteX71" fmla="*/ 2844437 w 7463080"/>
                <a:gd name="connsiteY71" fmla="*/ 2570265 h 2671590"/>
                <a:gd name="connsiteX72" fmla="*/ 2462959 w 7463080"/>
                <a:gd name="connsiteY72" fmla="*/ 2635035 h 2671590"/>
                <a:gd name="connsiteX73" fmla="*/ 2082432 w 7463080"/>
                <a:gd name="connsiteY73" fmla="*/ 2642655 h 2671590"/>
                <a:gd name="connsiteX74" fmla="*/ 1498324 w 7463080"/>
                <a:gd name="connsiteY74" fmla="*/ 2618843 h 2671590"/>
                <a:gd name="connsiteX75" fmla="*/ 863796 w 7463080"/>
                <a:gd name="connsiteY75" fmla="*/ 2651228 h 2671590"/>
                <a:gd name="connsiteX76" fmla="*/ 609794 w 7463080"/>
                <a:gd name="connsiteY76" fmla="*/ 2658848 h 2671590"/>
                <a:gd name="connsiteX77" fmla="*/ 406212 w 7463080"/>
                <a:gd name="connsiteY77" fmla="*/ 2545500 h 2671590"/>
                <a:gd name="connsiteX78" fmla="*/ 76105 w 7463080"/>
                <a:gd name="connsiteY78" fmla="*/ 2545500 h 2671590"/>
                <a:gd name="connsiteX79" fmla="*/ 0 w 7463080"/>
                <a:gd name="connsiteY79" fmla="*/ 2553120 h 2671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2671590">
                  <a:moveTo>
                    <a:pt x="0" y="2552168"/>
                  </a:moveTo>
                  <a:lnTo>
                    <a:pt x="76105" y="2544548"/>
                  </a:lnTo>
                  <a:cubicBezTo>
                    <a:pt x="152211" y="2536928"/>
                    <a:pt x="304421" y="2520735"/>
                    <a:pt x="406212" y="2544548"/>
                  </a:cubicBezTo>
                  <a:cubicBezTo>
                    <a:pt x="508003" y="2568360"/>
                    <a:pt x="558423" y="2633130"/>
                    <a:pt x="609794" y="2657895"/>
                  </a:cubicBezTo>
                  <a:cubicBezTo>
                    <a:pt x="660214" y="2681708"/>
                    <a:pt x="711585" y="2665515"/>
                    <a:pt x="863796" y="2650275"/>
                  </a:cubicBezTo>
                  <a:cubicBezTo>
                    <a:pt x="1016006" y="2634083"/>
                    <a:pt x="1270008" y="2617890"/>
                    <a:pt x="1498324" y="2617890"/>
                  </a:cubicBezTo>
                  <a:cubicBezTo>
                    <a:pt x="1726640" y="2617890"/>
                    <a:pt x="1930222" y="2634083"/>
                    <a:pt x="2082432" y="2641703"/>
                  </a:cubicBezTo>
                  <a:cubicBezTo>
                    <a:pt x="2234643" y="2649323"/>
                    <a:pt x="2336434" y="2649323"/>
                    <a:pt x="2462959" y="2634083"/>
                  </a:cubicBezTo>
                  <a:cubicBezTo>
                    <a:pt x="2589484" y="2617890"/>
                    <a:pt x="2742646" y="2585505"/>
                    <a:pt x="2844437" y="2569313"/>
                  </a:cubicBezTo>
                  <a:cubicBezTo>
                    <a:pt x="2946228" y="2553120"/>
                    <a:pt x="2996648" y="2553120"/>
                    <a:pt x="3048019" y="2545500"/>
                  </a:cubicBezTo>
                  <a:cubicBezTo>
                    <a:pt x="3098439" y="2537880"/>
                    <a:pt x="3149810" y="2521688"/>
                    <a:pt x="3200230" y="2487398"/>
                  </a:cubicBezTo>
                  <a:cubicBezTo>
                    <a:pt x="3250650" y="2453108"/>
                    <a:pt x="3302021" y="2401673"/>
                    <a:pt x="3352440" y="2424533"/>
                  </a:cubicBezTo>
                  <a:cubicBezTo>
                    <a:pt x="3402860" y="2447393"/>
                    <a:pt x="3454231" y="2544548"/>
                    <a:pt x="3504651" y="2571218"/>
                  </a:cubicBezTo>
                  <a:cubicBezTo>
                    <a:pt x="3555071" y="2597888"/>
                    <a:pt x="3606442" y="2555025"/>
                    <a:pt x="3656862" y="2533118"/>
                  </a:cubicBezTo>
                  <a:cubicBezTo>
                    <a:pt x="3707282" y="2511210"/>
                    <a:pt x="3758653" y="2511210"/>
                    <a:pt x="3809072" y="2471205"/>
                  </a:cubicBezTo>
                  <a:cubicBezTo>
                    <a:pt x="3859492" y="2431200"/>
                    <a:pt x="3910863" y="2350238"/>
                    <a:pt x="3961283" y="2337855"/>
                  </a:cubicBezTo>
                  <a:cubicBezTo>
                    <a:pt x="4011703" y="2325473"/>
                    <a:pt x="4063074" y="2382623"/>
                    <a:pt x="4113494" y="2402625"/>
                  </a:cubicBezTo>
                  <a:cubicBezTo>
                    <a:pt x="4163914" y="2422628"/>
                    <a:pt x="4215285" y="2406435"/>
                    <a:pt x="4265705" y="2371193"/>
                  </a:cubicBezTo>
                  <a:cubicBezTo>
                    <a:pt x="4316125" y="2335950"/>
                    <a:pt x="4367496" y="2281658"/>
                    <a:pt x="4417915" y="2235938"/>
                  </a:cubicBezTo>
                  <a:cubicBezTo>
                    <a:pt x="4468335" y="2191170"/>
                    <a:pt x="4519706" y="2155928"/>
                    <a:pt x="4570126" y="2115923"/>
                  </a:cubicBezTo>
                  <a:cubicBezTo>
                    <a:pt x="4620546" y="2075917"/>
                    <a:pt x="4671917" y="2031150"/>
                    <a:pt x="4722337" y="2014958"/>
                  </a:cubicBezTo>
                  <a:cubicBezTo>
                    <a:pt x="4772757" y="1998765"/>
                    <a:pt x="4824127" y="2011148"/>
                    <a:pt x="4874548" y="2007338"/>
                  </a:cubicBezTo>
                  <a:cubicBezTo>
                    <a:pt x="4924967" y="2003528"/>
                    <a:pt x="4976338" y="1984478"/>
                    <a:pt x="5026758" y="1959713"/>
                  </a:cubicBezTo>
                  <a:cubicBezTo>
                    <a:pt x="5077178" y="1934948"/>
                    <a:pt x="5128549" y="1904468"/>
                    <a:pt x="5178969" y="1840650"/>
                  </a:cubicBezTo>
                  <a:cubicBezTo>
                    <a:pt x="5229389" y="1775880"/>
                    <a:pt x="5280759" y="1676820"/>
                    <a:pt x="5331180" y="1629195"/>
                  </a:cubicBezTo>
                  <a:cubicBezTo>
                    <a:pt x="5381599" y="1581570"/>
                    <a:pt x="5432970" y="1584428"/>
                    <a:pt x="5483390" y="1502513"/>
                  </a:cubicBezTo>
                  <a:cubicBezTo>
                    <a:pt x="5533810" y="1420598"/>
                    <a:pt x="5585181" y="1253910"/>
                    <a:pt x="5635601" y="1155803"/>
                  </a:cubicBezTo>
                  <a:cubicBezTo>
                    <a:pt x="5686021" y="1057695"/>
                    <a:pt x="5737391" y="1027215"/>
                    <a:pt x="5787812" y="1008165"/>
                  </a:cubicBezTo>
                  <a:cubicBezTo>
                    <a:pt x="5838231" y="989115"/>
                    <a:pt x="5889602" y="982448"/>
                    <a:pt x="5940022" y="995783"/>
                  </a:cubicBezTo>
                  <a:cubicBezTo>
                    <a:pt x="5990442" y="1009118"/>
                    <a:pt x="6041813" y="1042455"/>
                    <a:pt x="6092233" y="1151040"/>
                  </a:cubicBezTo>
                  <a:cubicBezTo>
                    <a:pt x="6142653" y="1259625"/>
                    <a:pt x="6194024" y="1443458"/>
                    <a:pt x="6244444" y="1407263"/>
                  </a:cubicBezTo>
                  <a:cubicBezTo>
                    <a:pt x="6294863" y="1371068"/>
                    <a:pt x="6346234" y="1114845"/>
                    <a:pt x="6396654" y="821475"/>
                  </a:cubicBezTo>
                  <a:cubicBezTo>
                    <a:pt x="6447074" y="528105"/>
                    <a:pt x="6498445" y="197588"/>
                    <a:pt x="6548865" y="69953"/>
                  </a:cubicBezTo>
                  <a:cubicBezTo>
                    <a:pt x="6599285" y="-57682"/>
                    <a:pt x="6650656" y="16613"/>
                    <a:pt x="6701076" y="78525"/>
                  </a:cubicBezTo>
                  <a:cubicBezTo>
                    <a:pt x="6751495" y="140438"/>
                    <a:pt x="6802866" y="191873"/>
                    <a:pt x="6853286" y="170918"/>
                  </a:cubicBezTo>
                  <a:cubicBezTo>
                    <a:pt x="6903706" y="149963"/>
                    <a:pt x="6955077" y="56618"/>
                    <a:pt x="7005497" y="86145"/>
                  </a:cubicBezTo>
                  <a:cubicBezTo>
                    <a:pt x="7055917" y="115673"/>
                    <a:pt x="7107288" y="267120"/>
                    <a:pt x="7157708" y="345225"/>
                  </a:cubicBezTo>
                  <a:cubicBezTo>
                    <a:pt x="7208128" y="423330"/>
                    <a:pt x="7259498" y="428093"/>
                    <a:pt x="7309919" y="710033"/>
                  </a:cubicBezTo>
                  <a:cubicBezTo>
                    <a:pt x="7360338" y="991020"/>
                    <a:pt x="7411709" y="1549185"/>
                    <a:pt x="7437395" y="1828268"/>
                  </a:cubicBezTo>
                  <a:lnTo>
                    <a:pt x="7463080" y="2107350"/>
                  </a:lnTo>
                  <a:lnTo>
                    <a:pt x="7463080" y="2107350"/>
                  </a:lnTo>
                  <a:lnTo>
                    <a:pt x="7437395" y="1828268"/>
                  </a:lnTo>
                  <a:cubicBezTo>
                    <a:pt x="7411709" y="1549185"/>
                    <a:pt x="7361289" y="991973"/>
                    <a:pt x="7309919" y="710033"/>
                  </a:cubicBezTo>
                  <a:cubicBezTo>
                    <a:pt x="7259498" y="429045"/>
                    <a:pt x="7208128" y="423330"/>
                    <a:pt x="7157708" y="345225"/>
                  </a:cubicBezTo>
                  <a:cubicBezTo>
                    <a:pt x="7107288" y="267120"/>
                    <a:pt x="7055917" y="115673"/>
                    <a:pt x="7005497" y="102338"/>
                  </a:cubicBezTo>
                  <a:cubicBezTo>
                    <a:pt x="6955077" y="89003"/>
                    <a:pt x="6903706" y="214733"/>
                    <a:pt x="6853286" y="251880"/>
                  </a:cubicBezTo>
                  <a:cubicBezTo>
                    <a:pt x="6802866" y="289028"/>
                    <a:pt x="6751495" y="238545"/>
                    <a:pt x="6701076" y="175680"/>
                  </a:cubicBezTo>
                  <a:cubicBezTo>
                    <a:pt x="6650656" y="112815"/>
                    <a:pt x="6599285" y="38520"/>
                    <a:pt x="6548865" y="150915"/>
                  </a:cubicBezTo>
                  <a:cubicBezTo>
                    <a:pt x="6498445" y="262358"/>
                    <a:pt x="6447074" y="560490"/>
                    <a:pt x="6396654" y="870053"/>
                  </a:cubicBezTo>
                  <a:cubicBezTo>
                    <a:pt x="6346234" y="1179615"/>
                    <a:pt x="6294863" y="1500608"/>
                    <a:pt x="6244444" y="1536803"/>
                  </a:cubicBezTo>
                  <a:cubicBezTo>
                    <a:pt x="6194024" y="1572998"/>
                    <a:pt x="6142653" y="1324395"/>
                    <a:pt x="6092233" y="1200570"/>
                  </a:cubicBezTo>
                  <a:cubicBezTo>
                    <a:pt x="6041813" y="1075793"/>
                    <a:pt x="5990442" y="1074840"/>
                    <a:pt x="5940022" y="1093890"/>
                  </a:cubicBezTo>
                  <a:cubicBezTo>
                    <a:pt x="5889602" y="1112940"/>
                    <a:pt x="5838231" y="1152945"/>
                    <a:pt x="5787812" y="1154850"/>
                  </a:cubicBezTo>
                  <a:cubicBezTo>
                    <a:pt x="5737391" y="1157708"/>
                    <a:pt x="5686021" y="1123418"/>
                    <a:pt x="5635601" y="1189140"/>
                  </a:cubicBezTo>
                  <a:cubicBezTo>
                    <a:pt x="5585181" y="1255815"/>
                    <a:pt x="5533810" y="1421550"/>
                    <a:pt x="5483390" y="1503465"/>
                  </a:cubicBezTo>
                  <a:cubicBezTo>
                    <a:pt x="5432970" y="1585380"/>
                    <a:pt x="5381599" y="1582523"/>
                    <a:pt x="5331180" y="1646340"/>
                  </a:cubicBezTo>
                  <a:cubicBezTo>
                    <a:pt x="5280759" y="1710158"/>
                    <a:pt x="5229389" y="1841603"/>
                    <a:pt x="5178969" y="1906373"/>
                  </a:cubicBezTo>
                  <a:cubicBezTo>
                    <a:pt x="5128549" y="1971143"/>
                    <a:pt x="5077178" y="1968285"/>
                    <a:pt x="5026758" y="1976858"/>
                  </a:cubicBezTo>
                  <a:cubicBezTo>
                    <a:pt x="4976338" y="1985430"/>
                    <a:pt x="4924967" y="2005433"/>
                    <a:pt x="4874548" y="2008290"/>
                  </a:cubicBezTo>
                  <a:cubicBezTo>
                    <a:pt x="4824127" y="2012100"/>
                    <a:pt x="4772757" y="1999717"/>
                    <a:pt x="4722337" y="2015910"/>
                  </a:cubicBezTo>
                  <a:cubicBezTo>
                    <a:pt x="4671917" y="2032103"/>
                    <a:pt x="4620546" y="2076870"/>
                    <a:pt x="4570126" y="2116875"/>
                  </a:cubicBezTo>
                  <a:cubicBezTo>
                    <a:pt x="4519706" y="2156880"/>
                    <a:pt x="4468335" y="2192123"/>
                    <a:pt x="4417915" y="2236890"/>
                  </a:cubicBezTo>
                  <a:cubicBezTo>
                    <a:pt x="4367496" y="2281658"/>
                    <a:pt x="4316125" y="2335950"/>
                    <a:pt x="4265705" y="2372145"/>
                  </a:cubicBezTo>
                  <a:cubicBezTo>
                    <a:pt x="4215285" y="2407388"/>
                    <a:pt x="4163914" y="2423580"/>
                    <a:pt x="4113494" y="2419770"/>
                  </a:cubicBezTo>
                  <a:cubicBezTo>
                    <a:pt x="4063074" y="2415960"/>
                    <a:pt x="4011703" y="2391195"/>
                    <a:pt x="3961283" y="2403578"/>
                  </a:cubicBezTo>
                  <a:cubicBezTo>
                    <a:pt x="3910863" y="2415960"/>
                    <a:pt x="3859492" y="2464538"/>
                    <a:pt x="3809072" y="2488350"/>
                  </a:cubicBezTo>
                  <a:cubicBezTo>
                    <a:pt x="3758653" y="2512163"/>
                    <a:pt x="3707282" y="2512163"/>
                    <a:pt x="3656862" y="2534070"/>
                  </a:cubicBezTo>
                  <a:cubicBezTo>
                    <a:pt x="3606442" y="2555978"/>
                    <a:pt x="3555071" y="2598840"/>
                    <a:pt x="3504651" y="2572170"/>
                  </a:cubicBezTo>
                  <a:cubicBezTo>
                    <a:pt x="3454231" y="2545500"/>
                    <a:pt x="3402860" y="2448345"/>
                    <a:pt x="3352440" y="2425485"/>
                  </a:cubicBezTo>
                  <a:cubicBezTo>
                    <a:pt x="3302021" y="2402625"/>
                    <a:pt x="3250650" y="2455013"/>
                    <a:pt x="3200230" y="2488350"/>
                  </a:cubicBezTo>
                  <a:cubicBezTo>
                    <a:pt x="3149810" y="2521688"/>
                    <a:pt x="3098439" y="2538833"/>
                    <a:pt x="3048019" y="2546453"/>
                  </a:cubicBezTo>
                  <a:cubicBezTo>
                    <a:pt x="2997599" y="2554073"/>
                    <a:pt x="2946228" y="2554073"/>
                    <a:pt x="2844437" y="2570265"/>
                  </a:cubicBezTo>
                  <a:cubicBezTo>
                    <a:pt x="2742646" y="2586458"/>
                    <a:pt x="2590436" y="2618843"/>
                    <a:pt x="2462959" y="2635035"/>
                  </a:cubicBezTo>
                  <a:cubicBezTo>
                    <a:pt x="2336434" y="2651228"/>
                    <a:pt x="2234643" y="2651228"/>
                    <a:pt x="2082432" y="2642655"/>
                  </a:cubicBezTo>
                  <a:cubicBezTo>
                    <a:pt x="1930222" y="2635035"/>
                    <a:pt x="1726640" y="2618843"/>
                    <a:pt x="1498324" y="2618843"/>
                  </a:cubicBezTo>
                  <a:cubicBezTo>
                    <a:pt x="1270008" y="2618843"/>
                    <a:pt x="1016006" y="2635035"/>
                    <a:pt x="863796" y="2651228"/>
                  </a:cubicBezTo>
                  <a:cubicBezTo>
                    <a:pt x="711585" y="2667420"/>
                    <a:pt x="660214" y="2683613"/>
                    <a:pt x="609794" y="2658848"/>
                  </a:cubicBezTo>
                  <a:cubicBezTo>
                    <a:pt x="559374" y="2635035"/>
                    <a:pt x="508003" y="2570265"/>
                    <a:pt x="406212" y="2545500"/>
                  </a:cubicBezTo>
                  <a:cubicBezTo>
                    <a:pt x="304421" y="2521688"/>
                    <a:pt x="152211" y="2537880"/>
                    <a:pt x="76105" y="2545500"/>
                  </a:cubicBezTo>
                  <a:lnTo>
                    <a:pt x="0" y="2553120"/>
                  </a:lnTo>
                  <a:close/>
                </a:path>
              </a:pathLst>
            </a:custGeom>
            <a:solidFill>
              <a:srgbClr val="005F56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3D44A6E7-B608-278E-19CF-2F5F7FDF2A19}"/>
                </a:ext>
              </a:extLst>
            </p:cNvPr>
            <p:cNvSpPr/>
            <p:nvPr/>
          </p:nvSpPr>
          <p:spPr>
            <a:xfrm>
              <a:off x="2203032" y="1817996"/>
              <a:ext cx="7463080" cy="1753237"/>
            </a:xfrm>
            <a:custGeom>
              <a:avLst/>
              <a:gdLst>
                <a:gd name="connsiteX0" fmla="*/ 0 w 7463080"/>
                <a:gd name="connsiteY0" fmla="*/ 1720853 h 1753237"/>
                <a:gd name="connsiteX1" fmla="*/ 76105 w 7463080"/>
                <a:gd name="connsiteY1" fmla="*/ 1697041 h 1753237"/>
                <a:gd name="connsiteX2" fmla="*/ 406212 w 7463080"/>
                <a:gd name="connsiteY2" fmla="*/ 1632271 h 1753237"/>
                <a:gd name="connsiteX3" fmla="*/ 609794 w 7463080"/>
                <a:gd name="connsiteY3" fmla="*/ 1729426 h 1753237"/>
                <a:gd name="connsiteX4" fmla="*/ 863796 w 7463080"/>
                <a:gd name="connsiteY4" fmla="*/ 1737046 h 1753237"/>
                <a:gd name="connsiteX5" fmla="*/ 1498324 w 7463080"/>
                <a:gd name="connsiteY5" fmla="*/ 1753238 h 1753237"/>
                <a:gd name="connsiteX6" fmla="*/ 2082432 w 7463080"/>
                <a:gd name="connsiteY6" fmla="*/ 1729426 h 1753237"/>
                <a:gd name="connsiteX7" fmla="*/ 2462959 w 7463080"/>
                <a:gd name="connsiteY7" fmla="*/ 1721806 h 1753237"/>
                <a:gd name="connsiteX8" fmla="*/ 2844437 w 7463080"/>
                <a:gd name="connsiteY8" fmla="*/ 1721806 h 1753237"/>
                <a:gd name="connsiteX9" fmla="*/ 3048019 w 7463080"/>
                <a:gd name="connsiteY9" fmla="*/ 1714185 h 1753237"/>
                <a:gd name="connsiteX10" fmla="*/ 3200230 w 7463080"/>
                <a:gd name="connsiteY10" fmla="*/ 1672276 h 1753237"/>
                <a:gd name="connsiteX11" fmla="*/ 3352440 w 7463080"/>
                <a:gd name="connsiteY11" fmla="*/ 1641796 h 1753237"/>
                <a:gd name="connsiteX12" fmla="*/ 3504651 w 7463080"/>
                <a:gd name="connsiteY12" fmla="*/ 1675133 h 1753237"/>
                <a:gd name="connsiteX13" fmla="*/ 3656862 w 7463080"/>
                <a:gd name="connsiteY13" fmla="*/ 1620841 h 1753237"/>
                <a:gd name="connsiteX14" fmla="*/ 3809072 w 7463080"/>
                <a:gd name="connsiteY14" fmla="*/ 1656083 h 1753237"/>
                <a:gd name="connsiteX15" fmla="*/ 3961283 w 7463080"/>
                <a:gd name="connsiteY15" fmla="*/ 1636081 h 1753237"/>
                <a:gd name="connsiteX16" fmla="*/ 4113494 w 7463080"/>
                <a:gd name="connsiteY16" fmla="*/ 1619888 h 1753237"/>
                <a:gd name="connsiteX17" fmla="*/ 4265705 w 7463080"/>
                <a:gd name="connsiteY17" fmla="*/ 1620841 h 1753237"/>
                <a:gd name="connsiteX18" fmla="*/ 4417915 w 7463080"/>
                <a:gd name="connsiteY18" fmla="*/ 1501778 h 1753237"/>
                <a:gd name="connsiteX19" fmla="*/ 4570126 w 7463080"/>
                <a:gd name="connsiteY19" fmla="*/ 1397956 h 1753237"/>
                <a:gd name="connsiteX20" fmla="*/ 4722337 w 7463080"/>
                <a:gd name="connsiteY20" fmla="*/ 1361760 h 1753237"/>
                <a:gd name="connsiteX21" fmla="*/ 4874548 w 7463080"/>
                <a:gd name="connsiteY21" fmla="*/ 1370333 h 1753237"/>
                <a:gd name="connsiteX22" fmla="*/ 5026758 w 7463080"/>
                <a:gd name="connsiteY22" fmla="*/ 1322708 h 1753237"/>
                <a:gd name="connsiteX23" fmla="*/ 5178969 w 7463080"/>
                <a:gd name="connsiteY23" fmla="*/ 1187453 h 1753237"/>
                <a:gd name="connsiteX24" fmla="*/ 5331180 w 7463080"/>
                <a:gd name="connsiteY24" fmla="*/ 943613 h 1753237"/>
                <a:gd name="connsiteX25" fmla="*/ 5483390 w 7463080"/>
                <a:gd name="connsiteY25" fmla="*/ 977903 h 1753237"/>
                <a:gd name="connsiteX26" fmla="*/ 5635601 w 7463080"/>
                <a:gd name="connsiteY26" fmla="*/ 856936 h 1753237"/>
                <a:gd name="connsiteX27" fmla="*/ 5787812 w 7463080"/>
                <a:gd name="connsiteY27" fmla="*/ 741683 h 1753237"/>
                <a:gd name="connsiteX28" fmla="*/ 5940022 w 7463080"/>
                <a:gd name="connsiteY28" fmla="*/ 664531 h 1753237"/>
                <a:gd name="connsiteX29" fmla="*/ 6092233 w 7463080"/>
                <a:gd name="connsiteY29" fmla="*/ 771211 h 1753237"/>
                <a:gd name="connsiteX30" fmla="*/ 6244444 w 7463080"/>
                <a:gd name="connsiteY30" fmla="*/ 930278 h 1753237"/>
                <a:gd name="connsiteX31" fmla="*/ 6396654 w 7463080"/>
                <a:gd name="connsiteY31" fmla="*/ 570233 h 1753237"/>
                <a:gd name="connsiteX32" fmla="*/ 6548865 w 7463080"/>
                <a:gd name="connsiteY32" fmla="*/ 335918 h 1753237"/>
                <a:gd name="connsiteX33" fmla="*/ 6701076 w 7463080"/>
                <a:gd name="connsiteY33" fmla="*/ 295913 h 1753237"/>
                <a:gd name="connsiteX34" fmla="*/ 6853286 w 7463080"/>
                <a:gd name="connsiteY34" fmla="*/ 177803 h 1753237"/>
                <a:gd name="connsiteX35" fmla="*/ 7005497 w 7463080"/>
                <a:gd name="connsiteY35" fmla="*/ 28261 h 1753237"/>
                <a:gd name="connsiteX36" fmla="*/ 7157708 w 7463080"/>
                <a:gd name="connsiteY36" fmla="*/ 45406 h 1753237"/>
                <a:gd name="connsiteX37" fmla="*/ 7309919 w 7463080"/>
                <a:gd name="connsiteY37" fmla="*/ 442598 h 1753237"/>
                <a:gd name="connsiteX38" fmla="*/ 7437395 w 7463080"/>
                <a:gd name="connsiteY38" fmla="*/ 1043625 h 1753237"/>
                <a:gd name="connsiteX39" fmla="*/ 7463080 w 7463080"/>
                <a:gd name="connsiteY39" fmla="*/ 1176976 h 1753237"/>
                <a:gd name="connsiteX40" fmla="*/ 7463080 w 7463080"/>
                <a:gd name="connsiteY40" fmla="*/ 1467488 h 1753237"/>
                <a:gd name="connsiteX41" fmla="*/ 7437395 w 7463080"/>
                <a:gd name="connsiteY41" fmla="*/ 1366523 h 1753237"/>
                <a:gd name="connsiteX42" fmla="*/ 7309919 w 7463080"/>
                <a:gd name="connsiteY42" fmla="*/ 975998 h 1753237"/>
                <a:gd name="connsiteX43" fmla="*/ 7157708 w 7463080"/>
                <a:gd name="connsiteY43" fmla="*/ 886463 h 1753237"/>
                <a:gd name="connsiteX44" fmla="*/ 7005497 w 7463080"/>
                <a:gd name="connsiteY44" fmla="*/ 740731 h 1753237"/>
                <a:gd name="connsiteX45" fmla="*/ 6853286 w 7463080"/>
                <a:gd name="connsiteY45" fmla="*/ 744541 h 1753237"/>
                <a:gd name="connsiteX46" fmla="*/ 6701076 w 7463080"/>
                <a:gd name="connsiteY46" fmla="*/ 700725 h 1753237"/>
                <a:gd name="connsiteX47" fmla="*/ 6548865 w 7463080"/>
                <a:gd name="connsiteY47" fmla="*/ 643575 h 1753237"/>
                <a:gd name="connsiteX48" fmla="*/ 6396654 w 7463080"/>
                <a:gd name="connsiteY48" fmla="*/ 813121 h 1753237"/>
                <a:gd name="connsiteX49" fmla="*/ 6244444 w 7463080"/>
                <a:gd name="connsiteY49" fmla="*/ 995048 h 1753237"/>
                <a:gd name="connsiteX50" fmla="*/ 6092233 w 7463080"/>
                <a:gd name="connsiteY50" fmla="*/ 835981 h 1753237"/>
                <a:gd name="connsiteX51" fmla="*/ 5940022 w 7463080"/>
                <a:gd name="connsiteY51" fmla="*/ 713108 h 1753237"/>
                <a:gd name="connsiteX52" fmla="*/ 5787812 w 7463080"/>
                <a:gd name="connsiteY52" fmla="*/ 871223 h 1753237"/>
                <a:gd name="connsiteX53" fmla="*/ 5635601 w 7463080"/>
                <a:gd name="connsiteY53" fmla="*/ 889321 h 1753237"/>
                <a:gd name="connsiteX54" fmla="*/ 5483390 w 7463080"/>
                <a:gd name="connsiteY54" fmla="*/ 1026481 h 1753237"/>
                <a:gd name="connsiteX55" fmla="*/ 5331180 w 7463080"/>
                <a:gd name="connsiteY55" fmla="*/ 1153163 h 1753237"/>
                <a:gd name="connsiteX56" fmla="*/ 5178969 w 7463080"/>
                <a:gd name="connsiteY56" fmla="*/ 1299848 h 1753237"/>
                <a:gd name="connsiteX57" fmla="*/ 5026758 w 7463080"/>
                <a:gd name="connsiteY57" fmla="*/ 1354141 h 1753237"/>
                <a:gd name="connsiteX58" fmla="*/ 4874548 w 7463080"/>
                <a:gd name="connsiteY58" fmla="*/ 1434151 h 1753237"/>
                <a:gd name="connsiteX59" fmla="*/ 4722337 w 7463080"/>
                <a:gd name="connsiteY59" fmla="*/ 1377001 h 1753237"/>
                <a:gd name="connsiteX60" fmla="*/ 4570126 w 7463080"/>
                <a:gd name="connsiteY60" fmla="*/ 1397003 h 1753237"/>
                <a:gd name="connsiteX61" fmla="*/ 4417915 w 7463080"/>
                <a:gd name="connsiteY61" fmla="*/ 1500826 h 1753237"/>
                <a:gd name="connsiteX62" fmla="*/ 4265705 w 7463080"/>
                <a:gd name="connsiteY62" fmla="*/ 1619888 h 1753237"/>
                <a:gd name="connsiteX63" fmla="*/ 4113494 w 7463080"/>
                <a:gd name="connsiteY63" fmla="*/ 1618935 h 1753237"/>
                <a:gd name="connsiteX64" fmla="*/ 3961283 w 7463080"/>
                <a:gd name="connsiteY64" fmla="*/ 1635128 h 1753237"/>
                <a:gd name="connsiteX65" fmla="*/ 3809072 w 7463080"/>
                <a:gd name="connsiteY65" fmla="*/ 1655131 h 1753237"/>
                <a:gd name="connsiteX66" fmla="*/ 3656862 w 7463080"/>
                <a:gd name="connsiteY66" fmla="*/ 1619888 h 1753237"/>
                <a:gd name="connsiteX67" fmla="*/ 3504651 w 7463080"/>
                <a:gd name="connsiteY67" fmla="*/ 1674181 h 1753237"/>
                <a:gd name="connsiteX68" fmla="*/ 3352440 w 7463080"/>
                <a:gd name="connsiteY68" fmla="*/ 1640843 h 1753237"/>
                <a:gd name="connsiteX69" fmla="*/ 3200230 w 7463080"/>
                <a:gd name="connsiteY69" fmla="*/ 1671323 h 1753237"/>
                <a:gd name="connsiteX70" fmla="*/ 3048019 w 7463080"/>
                <a:gd name="connsiteY70" fmla="*/ 1713233 h 1753237"/>
                <a:gd name="connsiteX71" fmla="*/ 2844437 w 7463080"/>
                <a:gd name="connsiteY71" fmla="*/ 1720853 h 1753237"/>
                <a:gd name="connsiteX72" fmla="*/ 2462959 w 7463080"/>
                <a:gd name="connsiteY72" fmla="*/ 1720853 h 1753237"/>
                <a:gd name="connsiteX73" fmla="*/ 2082432 w 7463080"/>
                <a:gd name="connsiteY73" fmla="*/ 1728473 h 1753237"/>
                <a:gd name="connsiteX74" fmla="*/ 1498324 w 7463080"/>
                <a:gd name="connsiteY74" fmla="*/ 1752285 h 1753237"/>
                <a:gd name="connsiteX75" fmla="*/ 863796 w 7463080"/>
                <a:gd name="connsiteY75" fmla="*/ 1736093 h 1753237"/>
                <a:gd name="connsiteX76" fmla="*/ 609794 w 7463080"/>
                <a:gd name="connsiteY76" fmla="*/ 1728473 h 1753237"/>
                <a:gd name="connsiteX77" fmla="*/ 406212 w 7463080"/>
                <a:gd name="connsiteY77" fmla="*/ 1631318 h 1753237"/>
                <a:gd name="connsiteX78" fmla="*/ 76105 w 7463080"/>
                <a:gd name="connsiteY78" fmla="*/ 1696088 h 1753237"/>
                <a:gd name="connsiteX79" fmla="*/ 0 w 7463080"/>
                <a:gd name="connsiteY79" fmla="*/ 1719901 h 1753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1753237">
                  <a:moveTo>
                    <a:pt x="0" y="1720853"/>
                  </a:moveTo>
                  <a:lnTo>
                    <a:pt x="76105" y="1697041"/>
                  </a:lnTo>
                  <a:cubicBezTo>
                    <a:pt x="152211" y="1673228"/>
                    <a:pt x="304421" y="1624651"/>
                    <a:pt x="406212" y="1632271"/>
                  </a:cubicBezTo>
                  <a:cubicBezTo>
                    <a:pt x="508003" y="1639891"/>
                    <a:pt x="558423" y="1704660"/>
                    <a:pt x="609794" y="1729426"/>
                  </a:cubicBezTo>
                  <a:cubicBezTo>
                    <a:pt x="660214" y="1753238"/>
                    <a:pt x="711585" y="1737046"/>
                    <a:pt x="863796" y="1737046"/>
                  </a:cubicBezTo>
                  <a:cubicBezTo>
                    <a:pt x="1016006" y="1737046"/>
                    <a:pt x="1270008" y="1753238"/>
                    <a:pt x="1498324" y="1753238"/>
                  </a:cubicBezTo>
                  <a:cubicBezTo>
                    <a:pt x="1726640" y="1753238"/>
                    <a:pt x="1930222" y="1737046"/>
                    <a:pt x="2082432" y="1729426"/>
                  </a:cubicBezTo>
                  <a:cubicBezTo>
                    <a:pt x="2234643" y="1721806"/>
                    <a:pt x="2336434" y="1721806"/>
                    <a:pt x="2462959" y="1721806"/>
                  </a:cubicBezTo>
                  <a:lnTo>
                    <a:pt x="2844437" y="1721806"/>
                  </a:lnTo>
                  <a:cubicBezTo>
                    <a:pt x="2946228" y="1721806"/>
                    <a:pt x="2996648" y="1721806"/>
                    <a:pt x="3048019" y="1714185"/>
                  </a:cubicBezTo>
                  <a:cubicBezTo>
                    <a:pt x="3098439" y="1706566"/>
                    <a:pt x="3149810" y="1690373"/>
                    <a:pt x="3200230" y="1672276"/>
                  </a:cubicBezTo>
                  <a:cubicBezTo>
                    <a:pt x="3250650" y="1654178"/>
                    <a:pt x="3302021" y="1635128"/>
                    <a:pt x="3352440" y="1641796"/>
                  </a:cubicBezTo>
                  <a:cubicBezTo>
                    <a:pt x="3402860" y="1648463"/>
                    <a:pt x="3454231" y="1680848"/>
                    <a:pt x="3504651" y="1675133"/>
                  </a:cubicBezTo>
                  <a:cubicBezTo>
                    <a:pt x="3555071" y="1669418"/>
                    <a:pt x="3606442" y="1626556"/>
                    <a:pt x="3656862" y="1620841"/>
                  </a:cubicBezTo>
                  <a:cubicBezTo>
                    <a:pt x="3707282" y="1615126"/>
                    <a:pt x="3758653" y="1647510"/>
                    <a:pt x="3809072" y="1656083"/>
                  </a:cubicBezTo>
                  <a:cubicBezTo>
                    <a:pt x="3859492" y="1664656"/>
                    <a:pt x="3910863" y="1648463"/>
                    <a:pt x="3961283" y="1636081"/>
                  </a:cubicBezTo>
                  <a:cubicBezTo>
                    <a:pt x="4011703" y="1623698"/>
                    <a:pt x="4063074" y="1616078"/>
                    <a:pt x="4113494" y="1619888"/>
                  </a:cubicBezTo>
                  <a:cubicBezTo>
                    <a:pt x="4163914" y="1623698"/>
                    <a:pt x="4215285" y="1639891"/>
                    <a:pt x="4265705" y="1620841"/>
                  </a:cubicBezTo>
                  <a:cubicBezTo>
                    <a:pt x="4316125" y="1601791"/>
                    <a:pt x="4367496" y="1547498"/>
                    <a:pt x="4417915" y="1501778"/>
                  </a:cubicBezTo>
                  <a:cubicBezTo>
                    <a:pt x="4468335" y="1456058"/>
                    <a:pt x="4519706" y="1421768"/>
                    <a:pt x="4570126" y="1397956"/>
                  </a:cubicBezTo>
                  <a:cubicBezTo>
                    <a:pt x="4620546" y="1374143"/>
                    <a:pt x="4671917" y="1361760"/>
                    <a:pt x="4722337" y="1361760"/>
                  </a:cubicBezTo>
                  <a:cubicBezTo>
                    <a:pt x="4772757" y="1361760"/>
                    <a:pt x="4824127" y="1374143"/>
                    <a:pt x="4874548" y="1370333"/>
                  </a:cubicBezTo>
                  <a:cubicBezTo>
                    <a:pt x="4924967" y="1366523"/>
                    <a:pt x="4976338" y="1347473"/>
                    <a:pt x="5026758" y="1322708"/>
                  </a:cubicBezTo>
                  <a:cubicBezTo>
                    <a:pt x="5077178" y="1297943"/>
                    <a:pt x="5128549" y="1267463"/>
                    <a:pt x="5178969" y="1187453"/>
                  </a:cubicBezTo>
                  <a:cubicBezTo>
                    <a:pt x="5229389" y="1107443"/>
                    <a:pt x="5280759" y="975046"/>
                    <a:pt x="5331180" y="943613"/>
                  </a:cubicBezTo>
                  <a:cubicBezTo>
                    <a:pt x="5381599" y="912181"/>
                    <a:pt x="5432970" y="979808"/>
                    <a:pt x="5483390" y="977903"/>
                  </a:cubicBezTo>
                  <a:cubicBezTo>
                    <a:pt x="5533810" y="975998"/>
                    <a:pt x="5585181" y="907418"/>
                    <a:pt x="5635601" y="856936"/>
                  </a:cubicBezTo>
                  <a:cubicBezTo>
                    <a:pt x="5686021" y="806453"/>
                    <a:pt x="5737391" y="776925"/>
                    <a:pt x="5787812" y="741683"/>
                  </a:cubicBezTo>
                  <a:cubicBezTo>
                    <a:pt x="5838231" y="706441"/>
                    <a:pt x="5889602" y="667388"/>
                    <a:pt x="5940022" y="664531"/>
                  </a:cubicBezTo>
                  <a:cubicBezTo>
                    <a:pt x="5990442" y="661673"/>
                    <a:pt x="6041813" y="695011"/>
                    <a:pt x="6092233" y="771211"/>
                  </a:cubicBezTo>
                  <a:cubicBezTo>
                    <a:pt x="6142653" y="847411"/>
                    <a:pt x="6194024" y="966473"/>
                    <a:pt x="6244444" y="930278"/>
                  </a:cubicBezTo>
                  <a:cubicBezTo>
                    <a:pt x="6294863" y="894083"/>
                    <a:pt x="6346234" y="702631"/>
                    <a:pt x="6396654" y="570233"/>
                  </a:cubicBezTo>
                  <a:cubicBezTo>
                    <a:pt x="6447074" y="437836"/>
                    <a:pt x="6498445" y="366398"/>
                    <a:pt x="6548865" y="335918"/>
                  </a:cubicBezTo>
                  <a:cubicBezTo>
                    <a:pt x="6599285" y="304486"/>
                    <a:pt x="6650656" y="314963"/>
                    <a:pt x="6701076" y="295913"/>
                  </a:cubicBezTo>
                  <a:cubicBezTo>
                    <a:pt x="6751495" y="277816"/>
                    <a:pt x="6802866" y="231143"/>
                    <a:pt x="6853286" y="177803"/>
                  </a:cubicBezTo>
                  <a:cubicBezTo>
                    <a:pt x="6903706" y="124463"/>
                    <a:pt x="6955077" y="63503"/>
                    <a:pt x="7005497" y="28261"/>
                  </a:cubicBezTo>
                  <a:cubicBezTo>
                    <a:pt x="7055917" y="-6982"/>
                    <a:pt x="7107288" y="-17459"/>
                    <a:pt x="7157708" y="45406"/>
                  </a:cubicBezTo>
                  <a:cubicBezTo>
                    <a:pt x="7208128" y="107318"/>
                    <a:pt x="7259498" y="241620"/>
                    <a:pt x="7309919" y="442598"/>
                  </a:cubicBezTo>
                  <a:cubicBezTo>
                    <a:pt x="7360338" y="643575"/>
                    <a:pt x="7411709" y="910275"/>
                    <a:pt x="7437395" y="1043625"/>
                  </a:cubicBezTo>
                  <a:lnTo>
                    <a:pt x="7463080" y="1176976"/>
                  </a:lnTo>
                  <a:lnTo>
                    <a:pt x="7463080" y="1467488"/>
                  </a:lnTo>
                  <a:lnTo>
                    <a:pt x="7437395" y="1366523"/>
                  </a:lnTo>
                  <a:cubicBezTo>
                    <a:pt x="7411709" y="1265558"/>
                    <a:pt x="7361289" y="1063628"/>
                    <a:pt x="7309919" y="975998"/>
                  </a:cubicBezTo>
                  <a:cubicBezTo>
                    <a:pt x="7259498" y="888368"/>
                    <a:pt x="7208128" y="915991"/>
                    <a:pt x="7157708" y="886463"/>
                  </a:cubicBezTo>
                  <a:cubicBezTo>
                    <a:pt x="7107288" y="856936"/>
                    <a:pt x="7055917" y="769306"/>
                    <a:pt x="7005497" y="740731"/>
                  </a:cubicBezTo>
                  <a:cubicBezTo>
                    <a:pt x="6955077" y="712156"/>
                    <a:pt x="6903706" y="739778"/>
                    <a:pt x="6853286" y="744541"/>
                  </a:cubicBezTo>
                  <a:cubicBezTo>
                    <a:pt x="6802866" y="749303"/>
                    <a:pt x="6751495" y="731206"/>
                    <a:pt x="6701076" y="700725"/>
                  </a:cubicBezTo>
                  <a:cubicBezTo>
                    <a:pt x="6650656" y="670246"/>
                    <a:pt x="6599285" y="628336"/>
                    <a:pt x="6548865" y="643575"/>
                  </a:cubicBezTo>
                  <a:cubicBezTo>
                    <a:pt x="6498445" y="658816"/>
                    <a:pt x="6447074" y="730253"/>
                    <a:pt x="6396654" y="813121"/>
                  </a:cubicBezTo>
                  <a:cubicBezTo>
                    <a:pt x="6346234" y="895988"/>
                    <a:pt x="6294863" y="991238"/>
                    <a:pt x="6244444" y="995048"/>
                  </a:cubicBezTo>
                  <a:cubicBezTo>
                    <a:pt x="6194024" y="998858"/>
                    <a:pt x="6142653" y="912181"/>
                    <a:pt x="6092233" y="835981"/>
                  </a:cubicBezTo>
                  <a:cubicBezTo>
                    <a:pt x="6041813" y="759781"/>
                    <a:pt x="5990442" y="694058"/>
                    <a:pt x="5940022" y="713108"/>
                  </a:cubicBezTo>
                  <a:cubicBezTo>
                    <a:pt x="5889602" y="732158"/>
                    <a:pt x="5838231" y="835981"/>
                    <a:pt x="5787812" y="871223"/>
                  </a:cubicBezTo>
                  <a:cubicBezTo>
                    <a:pt x="5737391" y="906466"/>
                    <a:pt x="5686021" y="871223"/>
                    <a:pt x="5635601" y="889321"/>
                  </a:cubicBezTo>
                  <a:cubicBezTo>
                    <a:pt x="5585181" y="907418"/>
                    <a:pt x="5533810" y="976950"/>
                    <a:pt x="5483390" y="1026481"/>
                  </a:cubicBezTo>
                  <a:cubicBezTo>
                    <a:pt x="5432970" y="1076010"/>
                    <a:pt x="5381599" y="1105538"/>
                    <a:pt x="5331180" y="1153163"/>
                  </a:cubicBezTo>
                  <a:cubicBezTo>
                    <a:pt x="5280759" y="1200788"/>
                    <a:pt x="5229389" y="1267463"/>
                    <a:pt x="5178969" y="1299848"/>
                  </a:cubicBezTo>
                  <a:cubicBezTo>
                    <a:pt x="5128549" y="1332233"/>
                    <a:pt x="5077178" y="1329376"/>
                    <a:pt x="5026758" y="1354141"/>
                  </a:cubicBezTo>
                  <a:cubicBezTo>
                    <a:pt x="4976338" y="1378906"/>
                    <a:pt x="4924967" y="1431293"/>
                    <a:pt x="4874548" y="1434151"/>
                  </a:cubicBezTo>
                  <a:cubicBezTo>
                    <a:pt x="4824127" y="1437960"/>
                    <a:pt x="4772757" y="1393193"/>
                    <a:pt x="4722337" y="1377001"/>
                  </a:cubicBezTo>
                  <a:cubicBezTo>
                    <a:pt x="4671917" y="1360808"/>
                    <a:pt x="4620546" y="1373191"/>
                    <a:pt x="4570126" y="1397003"/>
                  </a:cubicBezTo>
                  <a:cubicBezTo>
                    <a:pt x="4519706" y="1420816"/>
                    <a:pt x="4468335" y="1456058"/>
                    <a:pt x="4417915" y="1500826"/>
                  </a:cubicBezTo>
                  <a:cubicBezTo>
                    <a:pt x="4367496" y="1545593"/>
                    <a:pt x="4316125" y="1599885"/>
                    <a:pt x="4265705" y="1619888"/>
                  </a:cubicBezTo>
                  <a:cubicBezTo>
                    <a:pt x="4215285" y="1638938"/>
                    <a:pt x="4163914" y="1622746"/>
                    <a:pt x="4113494" y="1618935"/>
                  </a:cubicBezTo>
                  <a:cubicBezTo>
                    <a:pt x="4063074" y="1615126"/>
                    <a:pt x="4011703" y="1622746"/>
                    <a:pt x="3961283" y="1635128"/>
                  </a:cubicBezTo>
                  <a:cubicBezTo>
                    <a:pt x="3910863" y="1647510"/>
                    <a:pt x="3859492" y="1663703"/>
                    <a:pt x="3809072" y="1655131"/>
                  </a:cubicBezTo>
                  <a:cubicBezTo>
                    <a:pt x="3758653" y="1646558"/>
                    <a:pt x="3707282" y="1615126"/>
                    <a:pt x="3656862" y="1619888"/>
                  </a:cubicBezTo>
                  <a:cubicBezTo>
                    <a:pt x="3606442" y="1625603"/>
                    <a:pt x="3555071" y="1668466"/>
                    <a:pt x="3504651" y="1674181"/>
                  </a:cubicBezTo>
                  <a:cubicBezTo>
                    <a:pt x="3454231" y="1679896"/>
                    <a:pt x="3402860" y="1647510"/>
                    <a:pt x="3352440" y="1640843"/>
                  </a:cubicBezTo>
                  <a:cubicBezTo>
                    <a:pt x="3302021" y="1634176"/>
                    <a:pt x="3250650" y="1654178"/>
                    <a:pt x="3200230" y="1671323"/>
                  </a:cubicBezTo>
                  <a:cubicBezTo>
                    <a:pt x="3149810" y="1688468"/>
                    <a:pt x="3098439" y="1705613"/>
                    <a:pt x="3048019" y="1713233"/>
                  </a:cubicBezTo>
                  <a:cubicBezTo>
                    <a:pt x="2997599" y="1720853"/>
                    <a:pt x="2946228" y="1720853"/>
                    <a:pt x="2844437" y="1720853"/>
                  </a:cubicBezTo>
                  <a:lnTo>
                    <a:pt x="2462959" y="1720853"/>
                  </a:lnTo>
                  <a:cubicBezTo>
                    <a:pt x="2336434" y="1720853"/>
                    <a:pt x="2234643" y="1720853"/>
                    <a:pt x="2082432" y="1728473"/>
                  </a:cubicBezTo>
                  <a:cubicBezTo>
                    <a:pt x="1930222" y="1736093"/>
                    <a:pt x="1726640" y="1752285"/>
                    <a:pt x="1498324" y="1752285"/>
                  </a:cubicBezTo>
                  <a:cubicBezTo>
                    <a:pt x="1270008" y="1752285"/>
                    <a:pt x="1016006" y="1736093"/>
                    <a:pt x="863796" y="1736093"/>
                  </a:cubicBezTo>
                  <a:cubicBezTo>
                    <a:pt x="711585" y="1736093"/>
                    <a:pt x="660214" y="1752285"/>
                    <a:pt x="609794" y="1728473"/>
                  </a:cubicBezTo>
                  <a:cubicBezTo>
                    <a:pt x="559374" y="1704660"/>
                    <a:pt x="508003" y="1639891"/>
                    <a:pt x="406212" y="1631318"/>
                  </a:cubicBezTo>
                  <a:cubicBezTo>
                    <a:pt x="304421" y="1622746"/>
                    <a:pt x="152211" y="1671323"/>
                    <a:pt x="76105" y="1696088"/>
                  </a:cubicBezTo>
                  <a:lnTo>
                    <a:pt x="0" y="1719901"/>
                  </a:lnTo>
                  <a:close/>
                </a:path>
              </a:pathLst>
            </a:custGeom>
            <a:solidFill>
              <a:srgbClr val="F4A988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539CC80E-14E2-219D-3A1A-876713157D9E}"/>
                </a:ext>
              </a:extLst>
            </p:cNvPr>
            <p:cNvSpPr/>
            <p:nvPr/>
          </p:nvSpPr>
          <p:spPr>
            <a:xfrm>
              <a:off x="2203032" y="5962962"/>
              <a:ext cx="7467836" cy="9525"/>
            </a:xfrm>
            <a:custGeom>
              <a:avLst/>
              <a:gdLst>
                <a:gd name="connsiteX0" fmla="*/ 0 w 7467836"/>
                <a:gd name="connsiteY0" fmla="*/ 0 h 9525"/>
                <a:gd name="connsiteX1" fmla="*/ 7467837 w 746783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67836" h="9525">
                  <a:moveTo>
                    <a:pt x="0" y="0"/>
                  </a:moveTo>
                  <a:lnTo>
                    <a:pt x="7467837" y="0"/>
                  </a:lnTo>
                </a:path>
              </a:pathLst>
            </a:custGeom>
            <a:noFill/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DD213CC5-E2E0-F83D-5D71-FF6DA8B44DB4}"/>
                </a:ext>
              </a:extLst>
            </p:cNvPr>
            <p:cNvSpPr/>
            <p:nvPr/>
          </p:nvSpPr>
          <p:spPr>
            <a:xfrm>
              <a:off x="2812826" y="5962962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F4CCD5C8-C010-D818-0E6A-186DC1F4339A}"/>
                </a:ext>
              </a:extLst>
            </p:cNvPr>
            <p:cNvSpPr txBox="1"/>
            <p:nvPr/>
          </p:nvSpPr>
          <p:spPr>
            <a:xfrm>
              <a:off x="2561847" y="599439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1980</a:t>
              </a:r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7C13E5C2-AEC3-1838-6775-5BA36BED6690}"/>
                </a:ext>
              </a:extLst>
            </p:cNvPr>
            <p:cNvSpPr/>
            <p:nvPr/>
          </p:nvSpPr>
          <p:spPr>
            <a:xfrm>
              <a:off x="3574831" y="5962962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F17DC31C-E9EE-6A1C-0F4C-E324F2B6B2C0}"/>
                </a:ext>
              </a:extLst>
            </p:cNvPr>
            <p:cNvSpPr txBox="1"/>
            <p:nvPr/>
          </p:nvSpPr>
          <p:spPr>
            <a:xfrm>
              <a:off x="3323852" y="599439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1985</a:t>
              </a:r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1A6BB57B-4700-D90A-8A7D-B6848F7F26B6}"/>
                </a:ext>
              </a:extLst>
            </p:cNvPr>
            <p:cNvSpPr/>
            <p:nvPr/>
          </p:nvSpPr>
          <p:spPr>
            <a:xfrm>
              <a:off x="4336836" y="5962962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8A1517BD-E491-2061-4E17-AC8B18EBC705}"/>
                </a:ext>
              </a:extLst>
            </p:cNvPr>
            <p:cNvSpPr txBox="1"/>
            <p:nvPr/>
          </p:nvSpPr>
          <p:spPr>
            <a:xfrm>
              <a:off x="4085857" y="599439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1990</a:t>
              </a:r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DB0501DC-4840-4B0D-D79D-A71AEB762B93}"/>
                </a:ext>
              </a:extLst>
            </p:cNvPr>
            <p:cNvSpPr/>
            <p:nvPr/>
          </p:nvSpPr>
          <p:spPr>
            <a:xfrm>
              <a:off x="5098840" y="5962962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57ABBE99-CF89-AAB3-7224-8D36E95F8916}"/>
                </a:ext>
              </a:extLst>
            </p:cNvPr>
            <p:cNvSpPr txBox="1"/>
            <p:nvPr/>
          </p:nvSpPr>
          <p:spPr>
            <a:xfrm>
              <a:off x="4847861" y="599439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1995</a:t>
              </a:r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8254FA64-6ACD-594F-07DB-7E916A343E36}"/>
                </a:ext>
              </a:extLst>
            </p:cNvPr>
            <p:cNvSpPr/>
            <p:nvPr/>
          </p:nvSpPr>
          <p:spPr>
            <a:xfrm>
              <a:off x="5860845" y="5962962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1D7C38A2-E649-9ADB-F0A5-0DF16FE2384A}"/>
                </a:ext>
              </a:extLst>
            </p:cNvPr>
            <p:cNvSpPr txBox="1"/>
            <p:nvPr/>
          </p:nvSpPr>
          <p:spPr>
            <a:xfrm>
              <a:off x="5609866" y="599439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2000</a:t>
              </a:r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393D8F3A-7A57-648B-DD5F-4FAE26676A0E}"/>
                </a:ext>
              </a:extLst>
            </p:cNvPr>
            <p:cNvSpPr/>
            <p:nvPr/>
          </p:nvSpPr>
          <p:spPr>
            <a:xfrm>
              <a:off x="6622850" y="5962962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C032CEF3-61DF-72C8-6D57-CE1F6B28AA71}"/>
                </a:ext>
              </a:extLst>
            </p:cNvPr>
            <p:cNvSpPr txBox="1"/>
            <p:nvPr/>
          </p:nvSpPr>
          <p:spPr>
            <a:xfrm>
              <a:off x="6371871" y="599439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2005</a:t>
              </a:r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44FACA73-F68C-5132-0150-18F5110B6A4E}"/>
                </a:ext>
              </a:extLst>
            </p:cNvPr>
            <p:cNvSpPr/>
            <p:nvPr/>
          </p:nvSpPr>
          <p:spPr>
            <a:xfrm>
              <a:off x="7384855" y="5962962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4A56CCDB-EE00-E256-05BB-B2ADBEC345DE}"/>
                </a:ext>
              </a:extLst>
            </p:cNvPr>
            <p:cNvSpPr txBox="1"/>
            <p:nvPr/>
          </p:nvSpPr>
          <p:spPr>
            <a:xfrm>
              <a:off x="7133875" y="599439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2010</a:t>
              </a:r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7B722BBE-5DDF-7712-FFDD-DE9AD041AE98}"/>
                </a:ext>
              </a:extLst>
            </p:cNvPr>
            <p:cNvSpPr/>
            <p:nvPr/>
          </p:nvSpPr>
          <p:spPr>
            <a:xfrm>
              <a:off x="8146859" y="5962962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1D2640B3-B416-2179-5C1F-46365970D08F}"/>
                </a:ext>
              </a:extLst>
            </p:cNvPr>
            <p:cNvSpPr txBox="1"/>
            <p:nvPr/>
          </p:nvSpPr>
          <p:spPr>
            <a:xfrm>
              <a:off x="7895880" y="599439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2015</a:t>
              </a:r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1F8E8546-8846-3AA8-D142-AA6CF39AD74A}"/>
                </a:ext>
              </a:extLst>
            </p:cNvPr>
            <p:cNvSpPr/>
            <p:nvPr/>
          </p:nvSpPr>
          <p:spPr>
            <a:xfrm>
              <a:off x="8908864" y="5962962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7FC113DB-D433-F5C4-07A0-8CD48703F317}"/>
                </a:ext>
              </a:extLst>
            </p:cNvPr>
            <p:cNvSpPr txBox="1"/>
            <p:nvPr/>
          </p:nvSpPr>
          <p:spPr>
            <a:xfrm>
              <a:off x="8656934" y="599439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2020</a:t>
              </a:r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E7424B60-3451-FFD9-3D34-21E7262CFA84}"/>
                </a:ext>
              </a:extLst>
            </p:cNvPr>
            <p:cNvSpPr/>
            <p:nvPr/>
          </p:nvSpPr>
          <p:spPr>
            <a:xfrm>
              <a:off x="9670869" y="5962962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8F76CFF4-BEE0-2002-DF1A-0D2279F64C39}"/>
                </a:ext>
              </a:extLst>
            </p:cNvPr>
            <p:cNvSpPr txBox="1"/>
            <p:nvPr/>
          </p:nvSpPr>
          <p:spPr>
            <a:xfrm>
              <a:off x="9419890" y="599439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2025</a:t>
              </a:r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BDCFCCD6-CFC5-A795-31ED-6EDD1054FA12}"/>
                </a:ext>
              </a:extLst>
            </p:cNvPr>
            <p:cNvSpPr/>
            <p:nvPr/>
          </p:nvSpPr>
          <p:spPr>
            <a:xfrm>
              <a:off x="2203032" y="628962"/>
              <a:ext cx="9513" cy="5334000"/>
            </a:xfrm>
            <a:custGeom>
              <a:avLst/>
              <a:gdLst>
                <a:gd name="connsiteX0" fmla="*/ 0 w 9513"/>
                <a:gd name="connsiteY0" fmla="*/ 5334000 h 5334000"/>
                <a:gd name="connsiteX1" fmla="*/ 0 w 9513"/>
                <a:gd name="connsiteY1" fmla="*/ 0 h 533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334000">
                  <a:moveTo>
                    <a:pt x="0" y="5334000"/>
                  </a:moveTo>
                  <a:lnTo>
                    <a:pt x="0" y="0"/>
                  </a:lnTo>
                </a:path>
              </a:pathLst>
            </a:custGeom>
            <a:noFill/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0359EC6B-3DC2-2FE9-878F-A30FC278D6AF}"/>
                </a:ext>
              </a:extLst>
            </p:cNvPr>
            <p:cNvSpPr/>
            <p:nvPr/>
          </p:nvSpPr>
          <p:spPr>
            <a:xfrm>
              <a:off x="2145953" y="5962962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E22339FA-A07C-CAFB-B927-523463AE7BFD}"/>
                </a:ext>
              </a:extLst>
            </p:cNvPr>
            <p:cNvSpPr txBox="1"/>
            <p:nvPr/>
          </p:nvSpPr>
          <p:spPr>
            <a:xfrm>
              <a:off x="1797344" y="5826918"/>
              <a:ext cx="425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−25</a:t>
              </a:r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E09A4E6D-5F40-0C89-1683-7ACD77DB6C52}"/>
                </a:ext>
              </a:extLst>
            </p:cNvPr>
            <p:cNvSpPr/>
            <p:nvPr/>
          </p:nvSpPr>
          <p:spPr>
            <a:xfrm>
              <a:off x="2145953" y="5478139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2DFBD8F6-4901-CF46-5F19-E2EC1EAC4D81}"/>
                </a:ext>
              </a:extLst>
            </p:cNvPr>
            <p:cNvSpPr txBox="1"/>
            <p:nvPr/>
          </p:nvSpPr>
          <p:spPr>
            <a:xfrm>
              <a:off x="1797344" y="5342095"/>
              <a:ext cx="425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−20</a:t>
              </a:r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A681F3B3-7FC1-899A-8E21-DC4AEAC8813D}"/>
                </a:ext>
              </a:extLst>
            </p:cNvPr>
            <p:cNvSpPr/>
            <p:nvPr/>
          </p:nvSpPr>
          <p:spPr>
            <a:xfrm>
              <a:off x="2145953" y="4993317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53E317AF-E05A-AB79-77D2-4BDBD09EEC0E}"/>
                </a:ext>
              </a:extLst>
            </p:cNvPr>
            <p:cNvSpPr txBox="1"/>
            <p:nvPr/>
          </p:nvSpPr>
          <p:spPr>
            <a:xfrm>
              <a:off x="1797344" y="4857273"/>
              <a:ext cx="425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−15</a:t>
              </a:r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EFC402FD-B41C-4826-29EE-326CBCA1CB07}"/>
                </a:ext>
              </a:extLst>
            </p:cNvPr>
            <p:cNvSpPr/>
            <p:nvPr/>
          </p:nvSpPr>
          <p:spPr>
            <a:xfrm>
              <a:off x="2145953" y="4508494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78CE8CD7-F990-F893-9986-1EFDAAB3D92C}"/>
                </a:ext>
              </a:extLst>
            </p:cNvPr>
            <p:cNvSpPr txBox="1"/>
            <p:nvPr/>
          </p:nvSpPr>
          <p:spPr>
            <a:xfrm>
              <a:off x="1797344" y="4372450"/>
              <a:ext cx="425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−10</a:t>
              </a:r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0D10815C-9CC4-F5A8-3484-F06F6D32F310}"/>
                </a:ext>
              </a:extLst>
            </p:cNvPr>
            <p:cNvSpPr/>
            <p:nvPr/>
          </p:nvSpPr>
          <p:spPr>
            <a:xfrm>
              <a:off x="2145953" y="4023672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54D81C12-1C82-D5B9-5D10-E782328DF299}"/>
                </a:ext>
              </a:extLst>
            </p:cNvPr>
            <p:cNvSpPr txBox="1"/>
            <p:nvPr/>
          </p:nvSpPr>
          <p:spPr>
            <a:xfrm>
              <a:off x="1850618" y="3887628"/>
              <a:ext cx="3593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−5</a:t>
              </a:r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AB3DC6A4-19C0-63AE-8B16-0FCF28C308B6}"/>
                </a:ext>
              </a:extLst>
            </p:cNvPr>
            <p:cNvSpPr/>
            <p:nvPr/>
          </p:nvSpPr>
          <p:spPr>
            <a:xfrm>
              <a:off x="2145953" y="3538849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18A42F98-77A3-D2A5-7D1F-733FA88F8292}"/>
                </a:ext>
              </a:extLst>
            </p:cNvPr>
            <p:cNvSpPr txBox="1"/>
            <p:nvPr/>
          </p:nvSpPr>
          <p:spPr>
            <a:xfrm>
              <a:off x="1905794" y="3402805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0</a:t>
              </a:r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627FA294-F4B4-D85C-7C84-08497D232D43}"/>
                </a:ext>
              </a:extLst>
            </p:cNvPr>
            <p:cNvSpPr/>
            <p:nvPr/>
          </p:nvSpPr>
          <p:spPr>
            <a:xfrm>
              <a:off x="2145953" y="3053074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A211B1EC-BE67-8E63-A1D3-E21656A03E7D}"/>
                </a:ext>
              </a:extLst>
            </p:cNvPr>
            <p:cNvSpPr txBox="1"/>
            <p:nvPr/>
          </p:nvSpPr>
          <p:spPr>
            <a:xfrm>
              <a:off x="1905794" y="291703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5</a:t>
              </a:r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17B14BC7-BBE0-6A5E-261C-D556E34AD8AD}"/>
                </a:ext>
              </a:extLst>
            </p:cNvPr>
            <p:cNvSpPr/>
            <p:nvPr/>
          </p:nvSpPr>
          <p:spPr>
            <a:xfrm>
              <a:off x="2145953" y="2568252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TextBox 247">
              <a:extLst>
                <a:ext uri="{FF2B5EF4-FFF2-40B4-BE49-F238E27FC236}">
                  <a16:creationId xmlns:a16="http://schemas.microsoft.com/office/drawing/2014/main" id="{87B04D01-C037-3532-78AB-7BD9132543B6}"/>
                </a:ext>
              </a:extLst>
            </p:cNvPr>
            <p:cNvSpPr txBox="1"/>
            <p:nvPr/>
          </p:nvSpPr>
          <p:spPr>
            <a:xfrm>
              <a:off x="1853472" y="2432208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10</a:t>
              </a:r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F5AB2F19-A57B-4972-1AD0-20BD460613B7}"/>
                </a:ext>
              </a:extLst>
            </p:cNvPr>
            <p:cNvSpPr/>
            <p:nvPr/>
          </p:nvSpPr>
          <p:spPr>
            <a:xfrm>
              <a:off x="2145953" y="2083429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FA595435-A0A2-E224-4685-3332951E609A}"/>
                </a:ext>
              </a:extLst>
            </p:cNvPr>
            <p:cNvSpPr txBox="1"/>
            <p:nvPr/>
          </p:nvSpPr>
          <p:spPr>
            <a:xfrm>
              <a:off x="1853472" y="1947385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15</a:t>
              </a:r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D3CC2BE9-5C5F-22C8-D0DE-CDAFB2F524F6}"/>
                </a:ext>
              </a:extLst>
            </p:cNvPr>
            <p:cNvSpPr/>
            <p:nvPr/>
          </p:nvSpPr>
          <p:spPr>
            <a:xfrm>
              <a:off x="2145953" y="1598607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AE49F45F-44B4-F5B8-7264-264EB8645399}"/>
                </a:ext>
              </a:extLst>
            </p:cNvPr>
            <p:cNvSpPr txBox="1"/>
            <p:nvPr/>
          </p:nvSpPr>
          <p:spPr>
            <a:xfrm>
              <a:off x="1853472" y="1462563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</a:t>
              </a:r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66F45BA4-F7FA-48A9-7804-DE21CE8E306B}"/>
                </a:ext>
              </a:extLst>
            </p:cNvPr>
            <p:cNvSpPr/>
            <p:nvPr/>
          </p:nvSpPr>
          <p:spPr>
            <a:xfrm>
              <a:off x="2145953" y="1113784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B0C6421A-D1CC-9E23-D7E8-41B48C8A799D}"/>
                </a:ext>
              </a:extLst>
            </p:cNvPr>
            <p:cNvSpPr txBox="1"/>
            <p:nvPr/>
          </p:nvSpPr>
          <p:spPr>
            <a:xfrm>
              <a:off x="1853472" y="977740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25</a:t>
              </a:r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F449C23C-6FB4-524A-8A64-98E7CCADBE1C}"/>
                </a:ext>
              </a:extLst>
            </p:cNvPr>
            <p:cNvSpPr/>
            <p:nvPr/>
          </p:nvSpPr>
          <p:spPr>
            <a:xfrm>
              <a:off x="2145953" y="628962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403C0F74-4879-84F0-6F6A-3874EC4100B7}"/>
                </a:ext>
              </a:extLst>
            </p:cNvPr>
            <p:cNvSpPr txBox="1"/>
            <p:nvPr/>
          </p:nvSpPr>
          <p:spPr>
            <a:xfrm>
              <a:off x="1853472" y="492918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30</a:t>
              </a:r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C7BD1AC3-47AF-928C-570F-1A7789535D52}"/>
                </a:ext>
              </a:extLst>
            </p:cNvPr>
            <p:cNvSpPr/>
            <p:nvPr/>
          </p:nvSpPr>
          <p:spPr>
            <a:xfrm>
              <a:off x="11050029" y="24034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72079353-2D9B-3320-2B40-66C054FDB92E}"/>
                </a:ext>
              </a:extLst>
            </p:cNvPr>
            <p:cNvSpPr/>
            <p:nvPr/>
          </p:nvSpPr>
          <p:spPr>
            <a:xfrm>
              <a:off x="11050029" y="24034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 520">
              <a:extLst>
                <a:ext uri="{FF2B5EF4-FFF2-40B4-BE49-F238E27FC236}">
                  <a16:creationId xmlns:a16="http://schemas.microsoft.com/office/drawing/2014/main" id="{29829DCE-691A-D8B5-AFA5-3B08F584B3BE}"/>
                </a:ext>
              </a:extLst>
            </p:cNvPr>
            <p:cNvSpPr/>
            <p:nvPr/>
          </p:nvSpPr>
          <p:spPr>
            <a:xfrm>
              <a:off x="11050029" y="24034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927C6F13-039F-3C7C-CDA6-8279C352A2BE}"/>
                </a:ext>
              </a:extLst>
            </p:cNvPr>
            <p:cNvSpPr/>
            <p:nvPr/>
          </p:nvSpPr>
          <p:spPr>
            <a:xfrm>
              <a:off x="11050029" y="240342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 452">
              <a:extLst>
                <a:ext uri="{FF2B5EF4-FFF2-40B4-BE49-F238E27FC236}">
                  <a16:creationId xmlns:a16="http://schemas.microsoft.com/office/drawing/2014/main" id="{503E1804-3CC7-C6C7-43ED-DB896AD93B7E}"/>
                </a:ext>
              </a:extLst>
            </p:cNvPr>
            <p:cNvSpPr/>
            <p:nvPr/>
          </p:nvSpPr>
          <p:spPr>
            <a:xfrm>
              <a:off x="2784815" y="695701"/>
              <a:ext cx="2678439" cy="1785625"/>
            </a:xfrm>
            <a:custGeom>
              <a:avLst/>
              <a:gdLst>
                <a:gd name="connsiteX0" fmla="*/ 0 w 5143500"/>
                <a:gd name="connsiteY0" fmla="*/ 0 h 3429000"/>
                <a:gd name="connsiteX1" fmla="*/ 5143500 w 5143500"/>
                <a:gd name="connsiteY1" fmla="*/ 0 h 3429000"/>
                <a:gd name="connsiteX2" fmla="*/ 5143500 w 5143500"/>
                <a:gd name="connsiteY2" fmla="*/ 3429000 h 3429000"/>
                <a:gd name="connsiteX3" fmla="*/ 0 w 5143500"/>
                <a:gd name="connsiteY3" fmla="*/ 3429000 h 342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43500" h="3429000">
                  <a:moveTo>
                    <a:pt x="0" y="0"/>
                  </a:moveTo>
                  <a:lnTo>
                    <a:pt x="5143500" y="0"/>
                  </a:lnTo>
                  <a:lnTo>
                    <a:pt x="514350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15179D5C-B51C-3D85-8366-A1508335911E}"/>
                </a:ext>
              </a:extLst>
            </p:cNvPr>
            <p:cNvSpPr/>
            <p:nvPr/>
          </p:nvSpPr>
          <p:spPr>
            <a:xfrm>
              <a:off x="2784815" y="2481326"/>
              <a:ext cx="2678439" cy="4960"/>
            </a:xfrm>
            <a:custGeom>
              <a:avLst/>
              <a:gdLst>
                <a:gd name="connsiteX0" fmla="*/ 0 w 5143500"/>
                <a:gd name="connsiteY0" fmla="*/ 420 h 9525"/>
                <a:gd name="connsiteX1" fmla="*/ 5143500 w 5143500"/>
                <a:gd name="connsiteY1" fmla="*/ 42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43500" h="9525">
                  <a:moveTo>
                    <a:pt x="0" y="420"/>
                  </a:moveTo>
                  <a:lnTo>
                    <a:pt x="5143500" y="420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465" name="Graphic 271">
              <a:extLst>
                <a:ext uri="{FF2B5EF4-FFF2-40B4-BE49-F238E27FC236}">
                  <a16:creationId xmlns:a16="http://schemas.microsoft.com/office/drawing/2014/main" id="{F94E0AA5-D469-FA38-EB62-FDEAECE4A585}"/>
                </a:ext>
              </a:extLst>
            </p:cNvPr>
            <p:cNvGrpSpPr/>
            <p:nvPr/>
          </p:nvGrpSpPr>
          <p:grpSpPr>
            <a:xfrm>
              <a:off x="2807135" y="1915879"/>
              <a:ext cx="2633798" cy="565448"/>
              <a:chOff x="11854891" y="3154992"/>
              <a:chExt cx="5057775" cy="1085850"/>
            </a:xfrm>
            <a:solidFill>
              <a:srgbClr val="C04E3F"/>
            </a:solidFill>
          </p:grpSpPr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160974B4-2CF4-294C-E11F-D1B957A2654A}"/>
                  </a:ext>
                </a:extLst>
              </p:cNvPr>
              <p:cNvSpPr/>
              <p:nvPr/>
            </p:nvSpPr>
            <p:spPr>
              <a:xfrm>
                <a:off x="11854891" y="3426454"/>
                <a:ext cx="771525" cy="814387"/>
              </a:xfrm>
              <a:custGeom>
                <a:avLst/>
                <a:gdLst>
                  <a:gd name="connsiteX0" fmla="*/ 80 w 771525"/>
                  <a:gd name="connsiteY0" fmla="*/ 814448 h 814387"/>
                  <a:gd name="connsiteX1" fmla="*/ 80 w 771525"/>
                  <a:gd name="connsiteY1" fmla="*/ 60 h 814387"/>
                  <a:gd name="connsiteX2" fmla="*/ 771605 w 771525"/>
                  <a:gd name="connsiteY2" fmla="*/ 60 h 814387"/>
                  <a:gd name="connsiteX3" fmla="*/ 771605 w 771525"/>
                  <a:gd name="connsiteY3" fmla="*/ 814448 h 814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814387">
                    <a:moveTo>
                      <a:pt x="80" y="814448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814448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3B820688-12F3-653B-B2C9-907FEB184A8F}"/>
                  </a:ext>
                </a:extLst>
              </p:cNvPr>
              <p:cNvSpPr/>
              <p:nvPr/>
            </p:nvSpPr>
            <p:spPr>
              <a:xfrm>
                <a:off x="12712141" y="3154992"/>
                <a:ext cx="771525" cy="1085850"/>
              </a:xfrm>
              <a:custGeom>
                <a:avLst/>
                <a:gdLst>
                  <a:gd name="connsiteX0" fmla="*/ 80 w 771525"/>
                  <a:gd name="connsiteY0" fmla="*/ 1085910 h 1085850"/>
                  <a:gd name="connsiteX1" fmla="*/ 80 w 771525"/>
                  <a:gd name="connsiteY1" fmla="*/ 60 h 1085850"/>
                  <a:gd name="connsiteX2" fmla="*/ 771605 w 771525"/>
                  <a:gd name="connsiteY2" fmla="*/ 60 h 1085850"/>
                  <a:gd name="connsiteX3" fmla="*/ 771605 w 771525"/>
                  <a:gd name="connsiteY3" fmla="*/ 1085910 h 108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85850">
                    <a:moveTo>
                      <a:pt x="80" y="108591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085910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622F55AC-9537-2666-3EA7-CDFC985342EE}"/>
                  </a:ext>
                </a:extLst>
              </p:cNvPr>
              <p:cNvSpPr/>
              <p:nvPr/>
            </p:nvSpPr>
            <p:spPr>
              <a:xfrm>
                <a:off x="13569391" y="4240842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5CB1E29B-413E-31B6-0B98-2A66F54AE106}"/>
                  </a:ext>
                </a:extLst>
              </p:cNvPr>
              <p:cNvSpPr/>
              <p:nvPr/>
            </p:nvSpPr>
            <p:spPr>
              <a:xfrm>
                <a:off x="14426641" y="4113968"/>
                <a:ext cx="771525" cy="126873"/>
              </a:xfrm>
              <a:custGeom>
                <a:avLst/>
                <a:gdLst>
                  <a:gd name="connsiteX0" fmla="*/ 80 w 771525"/>
                  <a:gd name="connsiteY0" fmla="*/ 126933 h 126873"/>
                  <a:gd name="connsiteX1" fmla="*/ 80 w 771525"/>
                  <a:gd name="connsiteY1" fmla="*/ 60 h 126873"/>
                  <a:gd name="connsiteX2" fmla="*/ 771605 w 771525"/>
                  <a:gd name="connsiteY2" fmla="*/ 60 h 126873"/>
                  <a:gd name="connsiteX3" fmla="*/ 771605 w 771525"/>
                  <a:gd name="connsiteY3" fmla="*/ 126933 h 1268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26873">
                    <a:moveTo>
                      <a:pt x="80" y="12693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26933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D1BEF60A-BB40-EED1-EF6C-8B1A621CD955}"/>
                  </a:ext>
                </a:extLst>
              </p:cNvPr>
              <p:cNvSpPr/>
              <p:nvPr/>
            </p:nvSpPr>
            <p:spPr>
              <a:xfrm>
                <a:off x="15283891" y="4076916"/>
                <a:ext cx="771525" cy="163925"/>
              </a:xfrm>
              <a:custGeom>
                <a:avLst/>
                <a:gdLst>
                  <a:gd name="connsiteX0" fmla="*/ 80 w 771525"/>
                  <a:gd name="connsiteY0" fmla="*/ 163985 h 163925"/>
                  <a:gd name="connsiteX1" fmla="*/ 80 w 771525"/>
                  <a:gd name="connsiteY1" fmla="*/ 60 h 163925"/>
                  <a:gd name="connsiteX2" fmla="*/ 771605 w 771525"/>
                  <a:gd name="connsiteY2" fmla="*/ 60 h 163925"/>
                  <a:gd name="connsiteX3" fmla="*/ 771605 w 771525"/>
                  <a:gd name="connsiteY3" fmla="*/ 163985 h 163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63925">
                    <a:moveTo>
                      <a:pt x="80" y="163985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63985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C8CF4572-F4BA-C271-BA27-A2ED3133FD16}"/>
                  </a:ext>
                </a:extLst>
              </p:cNvPr>
              <p:cNvSpPr/>
              <p:nvPr/>
            </p:nvSpPr>
            <p:spPr>
              <a:xfrm>
                <a:off x="16141141" y="3947376"/>
                <a:ext cx="771525" cy="293465"/>
              </a:xfrm>
              <a:custGeom>
                <a:avLst/>
                <a:gdLst>
                  <a:gd name="connsiteX0" fmla="*/ 80 w 771525"/>
                  <a:gd name="connsiteY0" fmla="*/ 293525 h 293465"/>
                  <a:gd name="connsiteX1" fmla="*/ 80 w 771525"/>
                  <a:gd name="connsiteY1" fmla="*/ 60 h 293465"/>
                  <a:gd name="connsiteX2" fmla="*/ 771605 w 771525"/>
                  <a:gd name="connsiteY2" fmla="*/ 60 h 293465"/>
                  <a:gd name="connsiteX3" fmla="*/ 771605 w 771525"/>
                  <a:gd name="connsiteY3" fmla="*/ 293525 h 293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93465">
                    <a:moveTo>
                      <a:pt x="80" y="293525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93525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72" name="Graphic 271">
              <a:extLst>
                <a:ext uri="{FF2B5EF4-FFF2-40B4-BE49-F238E27FC236}">
                  <a16:creationId xmlns:a16="http://schemas.microsoft.com/office/drawing/2014/main" id="{DB082000-7829-DB43-0C51-0134C9719E4C}"/>
                </a:ext>
              </a:extLst>
            </p:cNvPr>
            <p:cNvGrpSpPr/>
            <p:nvPr/>
          </p:nvGrpSpPr>
          <p:grpSpPr>
            <a:xfrm>
              <a:off x="2807135" y="1209069"/>
              <a:ext cx="2633798" cy="1272258"/>
              <a:chOff x="11854891" y="1797679"/>
              <a:chExt cx="5057775" cy="2443162"/>
            </a:xfrm>
            <a:solidFill>
              <a:srgbClr val="339999"/>
            </a:solidFill>
          </p:grpSpPr>
          <p:sp>
            <p:nvSpPr>
              <p:cNvPr id="473" name="Freeform 472">
                <a:extLst>
                  <a:ext uri="{FF2B5EF4-FFF2-40B4-BE49-F238E27FC236}">
                    <a16:creationId xmlns:a16="http://schemas.microsoft.com/office/drawing/2014/main" id="{FDC46900-F6F6-E13F-6129-638A31DF253B}"/>
                  </a:ext>
                </a:extLst>
              </p:cNvPr>
              <p:cNvSpPr/>
              <p:nvPr/>
            </p:nvSpPr>
            <p:spPr>
              <a:xfrm>
                <a:off x="11854891" y="1797679"/>
                <a:ext cx="771525" cy="1628775"/>
              </a:xfrm>
              <a:custGeom>
                <a:avLst/>
                <a:gdLst>
                  <a:gd name="connsiteX0" fmla="*/ 80 w 771525"/>
                  <a:gd name="connsiteY0" fmla="*/ 1628835 h 1628775"/>
                  <a:gd name="connsiteX1" fmla="*/ 80 w 771525"/>
                  <a:gd name="connsiteY1" fmla="*/ 60 h 1628775"/>
                  <a:gd name="connsiteX2" fmla="*/ 771605 w 771525"/>
                  <a:gd name="connsiteY2" fmla="*/ 60 h 1628775"/>
                  <a:gd name="connsiteX3" fmla="*/ 771605 w 771525"/>
                  <a:gd name="connsiteY3" fmla="*/ 1628835 h 162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628775">
                    <a:moveTo>
                      <a:pt x="80" y="1628835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628835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4" name="Freeform 473">
                <a:extLst>
                  <a:ext uri="{FF2B5EF4-FFF2-40B4-BE49-F238E27FC236}">
                    <a16:creationId xmlns:a16="http://schemas.microsoft.com/office/drawing/2014/main" id="{4C5557FC-ADD4-AEFF-FA54-ED062DE2DBB0}"/>
                  </a:ext>
                </a:extLst>
              </p:cNvPr>
              <p:cNvSpPr/>
              <p:nvPr/>
            </p:nvSpPr>
            <p:spPr>
              <a:xfrm>
                <a:off x="12712141" y="2069142"/>
                <a:ext cx="771525" cy="1085850"/>
              </a:xfrm>
              <a:custGeom>
                <a:avLst/>
                <a:gdLst>
                  <a:gd name="connsiteX0" fmla="*/ 80 w 771525"/>
                  <a:gd name="connsiteY0" fmla="*/ 1085910 h 1085850"/>
                  <a:gd name="connsiteX1" fmla="*/ 80 w 771525"/>
                  <a:gd name="connsiteY1" fmla="*/ 60 h 1085850"/>
                  <a:gd name="connsiteX2" fmla="*/ 771605 w 771525"/>
                  <a:gd name="connsiteY2" fmla="*/ 60 h 1085850"/>
                  <a:gd name="connsiteX3" fmla="*/ 771605 w 771525"/>
                  <a:gd name="connsiteY3" fmla="*/ 1085910 h 108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85850">
                    <a:moveTo>
                      <a:pt x="80" y="108591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085910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98C4CE58-F419-5AB7-E462-A99C326030F0}"/>
                  </a:ext>
                </a:extLst>
              </p:cNvPr>
              <p:cNvSpPr/>
              <p:nvPr/>
            </p:nvSpPr>
            <p:spPr>
              <a:xfrm>
                <a:off x="13569391" y="3739636"/>
                <a:ext cx="771525" cy="501205"/>
              </a:xfrm>
              <a:custGeom>
                <a:avLst/>
                <a:gdLst>
                  <a:gd name="connsiteX0" fmla="*/ 80 w 771525"/>
                  <a:gd name="connsiteY0" fmla="*/ 501265 h 501205"/>
                  <a:gd name="connsiteX1" fmla="*/ 80 w 771525"/>
                  <a:gd name="connsiteY1" fmla="*/ 60 h 501205"/>
                  <a:gd name="connsiteX2" fmla="*/ 771605 w 771525"/>
                  <a:gd name="connsiteY2" fmla="*/ 60 h 501205"/>
                  <a:gd name="connsiteX3" fmla="*/ 771605 w 771525"/>
                  <a:gd name="connsiteY3" fmla="*/ 501265 h 50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501205">
                    <a:moveTo>
                      <a:pt x="80" y="501265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501265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BDED6FE4-1AC5-9B3F-3DDA-D0CCCFCFEF60}"/>
                  </a:ext>
                </a:extLst>
              </p:cNvPr>
              <p:cNvSpPr/>
              <p:nvPr/>
            </p:nvSpPr>
            <p:spPr>
              <a:xfrm>
                <a:off x="14426641" y="3817741"/>
                <a:ext cx="771525" cy="296227"/>
              </a:xfrm>
              <a:custGeom>
                <a:avLst/>
                <a:gdLst>
                  <a:gd name="connsiteX0" fmla="*/ 80 w 771525"/>
                  <a:gd name="connsiteY0" fmla="*/ 296288 h 296227"/>
                  <a:gd name="connsiteX1" fmla="*/ 80 w 771525"/>
                  <a:gd name="connsiteY1" fmla="*/ 60 h 296227"/>
                  <a:gd name="connsiteX2" fmla="*/ 771605 w 771525"/>
                  <a:gd name="connsiteY2" fmla="*/ 60 h 296227"/>
                  <a:gd name="connsiteX3" fmla="*/ 771605 w 771525"/>
                  <a:gd name="connsiteY3" fmla="*/ 296288 h 296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96227">
                    <a:moveTo>
                      <a:pt x="80" y="296288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96288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5B35A6D-7F25-6988-4FDB-8C203829937B}"/>
                  </a:ext>
                </a:extLst>
              </p:cNvPr>
              <p:cNvSpPr/>
              <p:nvPr/>
            </p:nvSpPr>
            <p:spPr>
              <a:xfrm>
                <a:off x="15283891" y="3694297"/>
                <a:ext cx="771525" cy="382619"/>
              </a:xfrm>
              <a:custGeom>
                <a:avLst/>
                <a:gdLst>
                  <a:gd name="connsiteX0" fmla="*/ 80 w 771525"/>
                  <a:gd name="connsiteY0" fmla="*/ 382679 h 382619"/>
                  <a:gd name="connsiteX1" fmla="*/ 80 w 771525"/>
                  <a:gd name="connsiteY1" fmla="*/ 60 h 382619"/>
                  <a:gd name="connsiteX2" fmla="*/ 771605 w 771525"/>
                  <a:gd name="connsiteY2" fmla="*/ 60 h 382619"/>
                  <a:gd name="connsiteX3" fmla="*/ 771605 w 771525"/>
                  <a:gd name="connsiteY3" fmla="*/ 382679 h 382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382619">
                    <a:moveTo>
                      <a:pt x="80" y="382679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382679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10E533C-440B-0061-5D04-82CAB1ED2D99}"/>
                  </a:ext>
                </a:extLst>
              </p:cNvPr>
              <p:cNvSpPr/>
              <p:nvPr/>
            </p:nvSpPr>
            <p:spPr>
              <a:xfrm>
                <a:off x="16141141" y="3536468"/>
                <a:ext cx="771525" cy="410908"/>
              </a:xfrm>
              <a:custGeom>
                <a:avLst/>
                <a:gdLst>
                  <a:gd name="connsiteX0" fmla="*/ 80 w 771525"/>
                  <a:gd name="connsiteY0" fmla="*/ 410969 h 410908"/>
                  <a:gd name="connsiteX1" fmla="*/ 80 w 771525"/>
                  <a:gd name="connsiteY1" fmla="*/ 60 h 410908"/>
                  <a:gd name="connsiteX2" fmla="*/ 771605 w 771525"/>
                  <a:gd name="connsiteY2" fmla="*/ 60 h 410908"/>
                  <a:gd name="connsiteX3" fmla="*/ 771605 w 771525"/>
                  <a:gd name="connsiteY3" fmla="*/ 410969 h 410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10908">
                    <a:moveTo>
                      <a:pt x="80" y="410969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10969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79" name="Graphic 271">
              <a:extLst>
                <a:ext uri="{FF2B5EF4-FFF2-40B4-BE49-F238E27FC236}">
                  <a16:creationId xmlns:a16="http://schemas.microsoft.com/office/drawing/2014/main" id="{A66396EC-6061-CDE4-3129-5137CFB329F5}"/>
                </a:ext>
              </a:extLst>
            </p:cNvPr>
            <p:cNvGrpSpPr/>
            <p:nvPr/>
          </p:nvGrpSpPr>
          <p:grpSpPr>
            <a:xfrm>
              <a:off x="2807135" y="1209069"/>
              <a:ext cx="2633798" cy="1051932"/>
              <a:chOff x="11854891" y="1797679"/>
              <a:chExt cx="5057775" cy="2020061"/>
            </a:xfrm>
            <a:solidFill>
              <a:srgbClr val="FFC3C2"/>
            </a:solidFill>
          </p:grpSpPr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812E5638-A41A-CC3A-46F4-4E055273A97A}"/>
                  </a:ext>
                </a:extLst>
              </p:cNvPr>
              <p:cNvSpPr/>
              <p:nvPr/>
            </p:nvSpPr>
            <p:spPr>
              <a:xfrm>
                <a:off x="11854891" y="1797679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1" name="Freeform 480">
                <a:extLst>
                  <a:ext uri="{FF2B5EF4-FFF2-40B4-BE49-F238E27FC236}">
                    <a16:creationId xmlns:a16="http://schemas.microsoft.com/office/drawing/2014/main" id="{757B2352-9F81-A7BB-3B94-3D9E8FB3D5B9}"/>
                  </a:ext>
                </a:extLst>
              </p:cNvPr>
              <p:cNvSpPr/>
              <p:nvPr/>
            </p:nvSpPr>
            <p:spPr>
              <a:xfrm>
                <a:off x="12712141" y="2069142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2" name="Freeform 481">
                <a:extLst>
                  <a:ext uri="{FF2B5EF4-FFF2-40B4-BE49-F238E27FC236}">
                    <a16:creationId xmlns:a16="http://schemas.microsoft.com/office/drawing/2014/main" id="{64A9536E-12DA-97E9-6037-CBB9F9D7E046}"/>
                  </a:ext>
                </a:extLst>
              </p:cNvPr>
              <p:cNvSpPr/>
              <p:nvPr/>
            </p:nvSpPr>
            <p:spPr>
              <a:xfrm>
                <a:off x="13569391" y="3739636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78980589-CE3F-56DB-176E-A20A2F9AAF6D}"/>
                  </a:ext>
                </a:extLst>
              </p:cNvPr>
              <p:cNvSpPr/>
              <p:nvPr/>
            </p:nvSpPr>
            <p:spPr>
              <a:xfrm>
                <a:off x="14426641" y="3733159"/>
                <a:ext cx="771525" cy="84581"/>
              </a:xfrm>
              <a:custGeom>
                <a:avLst/>
                <a:gdLst>
                  <a:gd name="connsiteX0" fmla="*/ 80 w 771525"/>
                  <a:gd name="connsiteY0" fmla="*/ 84642 h 84581"/>
                  <a:gd name="connsiteX1" fmla="*/ 80 w 771525"/>
                  <a:gd name="connsiteY1" fmla="*/ 60 h 84581"/>
                  <a:gd name="connsiteX2" fmla="*/ 771605 w 771525"/>
                  <a:gd name="connsiteY2" fmla="*/ 60 h 84581"/>
                  <a:gd name="connsiteX3" fmla="*/ 771605 w 771525"/>
                  <a:gd name="connsiteY3" fmla="*/ 84642 h 84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84581">
                    <a:moveTo>
                      <a:pt x="80" y="84642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84642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EBFEA31C-18E5-E2B2-D0BA-B29B0EC2AB3D}"/>
                  </a:ext>
                </a:extLst>
              </p:cNvPr>
              <p:cNvSpPr/>
              <p:nvPr/>
            </p:nvSpPr>
            <p:spPr>
              <a:xfrm>
                <a:off x="15283891" y="3639624"/>
                <a:ext cx="771525" cy="54673"/>
              </a:xfrm>
              <a:custGeom>
                <a:avLst/>
                <a:gdLst>
                  <a:gd name="connsiteX0" fmla="*/ 80 w 771525"/>
                  <a:gd name="connsiteY0" fmla="*/ 54733 h 54673"/>
                  <a:gd name="connsiteX1" fmla="*/ 80 w 771525"/>
                  <a:gd name="connsiteY1" fmla="*/ 60 h 54673"/>
                  <a:gd name="connsiteX2" fmla="*/ 771605 w 771525"/>
                  <a:gd name="connsiteY2" fmla="*/ 60 h 54673"/>
                  <a:gd name="connsiteX3" fmla="*/ 771605 w 771525"/>
                  <a:gd name="connsiteY3" fmla="*/ 54733 h 54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54673">
                    <a:moveTo>
                      <a:pt x="80" y="5473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54733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0654D61F-69DA-D87A-A602-0355214513CB}"/>
                  </a:ext>
                </a:extLst>
              </p:cNvPr>
              <p:cNvSpPr/>
              <p:nvPr/>
            </p:nvSpPr>
            <p:spPr>
              <a:xfrm>
                <a:off x="16141141" y="3507131"/>
                <a:ext cx="771525" cy="29336"/>
              </a:xfrm>
              <a:custGeom>
                <a:avLst/>
                <a:gdLst>
                  <a:gd name="connsiteX0" fmla="*/ 80 w 771525"/>
                  <a:gd name="connsiteY0" fmla="*/ 29397 h 29336"/>
                  <a:gd name="connsiteX1" fmla="*/ 80 w 771525"/>
                  <a:gd name="connsiteY1" fmla="*/ 60 h 29336"/>
                  <a:gd name="connsiteX2" fmla="*/ 771605 w 771525"/>
                  <a:gd name="connsiteY2" fmla="*/ 60 h 29336"/>
                  <a:gd name="connsiteX3" fmla="*/ 771605 w 771525"/>
                  <a:gd name="connsiteY3" fmla="*/ 29397 h 29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9336">
                    <a:moveTo>
                      <a:pt x="80" y="29397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9397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86" name="Graphic 271">
              <a:extLst>
                <a:ext uri="{FF2B5EF4-FFF2-40B4-BE49-F238E27FC236}">
                  <a16:creationId xmlns:a16="http://schemas.microsoft.com/office/drawing/2014/main" id="{15FAC535-5804-C056-307F-633AF0AF6E5D}"/>
                </a:ext>
              </a:extLst>
            </p:cNvPr>
            <p:cNvGrpSpPr/>
            <p:nvPr/>
          </p:nvGrpSpPr>
          <p:grpSpPr>
            <a:xfrm>
              <a:off x="2807135" y="1209069"/>
              <a:ext cx="2633798" cy="1011259"/>
              <a:chOff x="11854891" y="1797679"/>
              <a:chExt cx="5057775" cy="1941957"/>
            </a:xfrm>
            <a:solidFill>
              <a:srgbClr val="005F56"/>
            </a:solidFill>
          </p:grpSpPr>
          <p:sp>
            <p:nvSpPr>
              <p:cNvPr id="487" name="Freeform 486">
                <a:extLst>
                  <a:ext uri="{FF2B5EF4-FFF2-40B4-BE49-F238E27FC236}">
                    <a16:creationId xmlns:a16="http://schemas.microsoft.com/office/drawing/2014/main" id="{D702BAB7-AAF6-F713-FF75-383D6569389C}"/>
                  </a:ext>
                </a:extLst>
              </p:cNvPr>
              <p:cNvSpPr/>
              <p:nvPr/>
            </p:nvSpPr>
            <p:spPr>
              <a:xfrm>
                <a:off x="11854891" y="1797679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:a16="http://schemas.microsoft.com/office/drawing/2014/main" id="{56F92A2D-76D2-4B5C-65F4-2C575079BD35}"/>
                  </a:ext>
                </a:extLst>
              </p:cNvPr>
              <p:cNvSpPr/>
              <p:nvPr/>
            </p:nvSpPr>
            <p:spPr>
              <a:xfrm>
                <a:off x="12712141" y="2069142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9" name="Freeform 488">
                <a:extLst>
                  <a:ext uri="{FF2B5EF4-FFF2-40B4-BE49-F238E27FC236}">
                    <a16:creationId xmlns:a16="http://schemas.microsoft.com/office/drawing/2014/main" id="{FFDE2C00-E066-F499-B785-958CFF1858F8}"/>
                  </a:ext>
                </a:extLst>
              </p:cNvPr>
              <p:cNvSpPr/>
              <p:nvPr/>
            </p:nvSpPr>
            <p:spPr>
              <a:xfrm>
                <a:off x="13569391" y="3739636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0" name="Freeform 489">
                <a:extLst>
                  <a:ext uri="{FF2B5EF4-FFF2-40B4-BE49-F238E27FC236}">
                    <a16:creationId xmlns:a16="http://schemas.microsoft.com/office/drawing/2014/main" id="{B2CD097E-4193-8BC6-3B37-3FB7C344C54C}"/>
                  </a:ext>
                </a:extLst>
              </p:cNvPr>
              <p:cNvSpPr/>
              <p:nvPr/>
            </p:nvSpPr>
            <p:spPr>
              <a:xfrm>
                <a:off x="14426641" y="3690868"/>
                <a:ext cx="771525" cy="42291"/>
              </a:xfrm>
              <a:custGeom>
                <a:avLst/>
                <a:gdLst>
                  <a:gd name="connsiteX0" fmla="*/ 80 w 771525"/>
                  <a:gd name="connsiteY0" fmla="*/ 42351 h 42291"/>
                  <a:gd name="connsiteX1" fmla="*/ 80 w 771525"/>
                  <a:gd name="connsiteY1" fmla="*/ 60 h 42291"/>
                  <a:gd name="connsiteX2" fmla="*/ 771605 w 771525"/>
                  <a:gd name="connsiteY2" fmla="*/ 60 h 42291"/>
                  <a:gd name="connsiteX3" fmla="*/ 771605 w 771525"/>
                  <a:gd name="connsiteY3" fmla="*/ 42351 h 42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2291">
                    <a:moveTo>
                      <a:pt x="80" y="42351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2351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1" name="Freeform 490">
                <a:extLst>
                  <a:ext uri="{FF2B5EF4-FFF2-40B4-BE49-F238E27FC236}">
                    <a16:creationId xmlns:a16="http://schemas.microsoft.com/office/drawing/2014/main" id="{6A71205E-4C89-EC2B-EF76-1F6C493C8001}"/>
                  </a:ext>
                </a:extLst>
              </p:cNvPr>
              <p:cNvSpPr/>
              <p:nvPr/>
            </p:nvSpPr>
            <p:spPr>
              <a:xfrm>
                <a:off x="15283891" y="3563138"/>
                <a:ext cx="771525" cy="76485"/>
              </a:xfrm>
              <a:custGeom>
                <a:avLst/>
                <a:gdLst>
                  <a:gd name="connsiteX0" fmla="*/ 80 w 771525"/>
                  <a:gd name="connsiteY0" fmla="*/ 76546 h 76485"/>
                  <a:gd name="connsiteX1" fmla="*/ 80 w 771525"/>
                  <a:gd name="connsiteY1" fmla="*/ 60 h 76485"/>
                  <a:gd name="connsiteX2" fmla="*/ 771605 w 771525"/>
                  <a:gd name="connsiteY2" fmla="*/ 60 h 76485"/>
                  <a:gd name="connsiteX3" fmla="*/ 771605 w 771525"/>
                  <a:gd name="connsiteY3" fmla="*/ 76546 h 7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76485">
                    <a:moveTo>
                      <a:pt x="80" y="76546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76546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2" name="Freeform 491">
                <a:extLst>
                  <a:ext uri="{FF2B5EF4-FFF2-40B4-BE49-F238E27FC236}">
                    <a16:creationId xmlns:a16="http://schemas.microsoft.com/office/drawing/2014/main" id="{44FAEE33-7DE3-F053-A7CF-4496CB927D0B}"/>
                  </a:ext>
                </a:extLst>
              </p:cNvPr>
              <p:cNvSpPr/>
              <p:nvPr/>
            </p:nvSpPr>
            <p:spPr>
              <a:xfrm>
                <a:off x="16141141" y="3477794"/>
                <a:ext cx="771525" cy="29336"/>
              </a:xfrm>
              <a:custGeom>
                <a:avLst/>
                <a:gdLst>
                  <a:gd name="connsiteX0" fmla="*/ 80 w 771525"/>
                  <a:gd name="connsiteY0" fmla="*/ 29397 h 29336"/>
                  <a:gd name="connsiteX1" fmla="*/ 80 w 771525"/>
                  <a:gd name="connsiteY1" fmla="*/ 60 h 29336"/>
                  <a:gd name="connsiteX2" fmla="*/ 771605 w 771525"/>
                  <a:gd name="connsiteY2" fmla="*/ 60 h 29336"/>
                  <a:gd name="connsiteX3" fmla="*/ 771605 w 771525"/>
                  <a:gd name="connsiteY3" fmla="*/ 29397 h 29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9336">
                    <a:moveTo>
                      <a:pt x="80" y="29397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9397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93" name="Graphic 271">
              <a:extLst>
                <a:ext uri="{FF2B5EF4-FFF2-40B4-BE49-F238E27FC236}">
                  <a16:creationId xmlns:a16="http://schemas.microsoft.com/office/drawing/2014/main" id="{6DC0E72B-D043-85B3-425A-8DE976C75A26}"/>
                </a:ext>
              </a:extLst>
            </p:cNvPr>
            <p:cNvGrpSpPr/>
            <p:nvPr/>
          </p:nvGrpSpPr>
          <p:grpSpPr>
            <a:xfrm>
              <a:off x="2807135" y="1209069"/>
              <a:ext cx="2633798" cy="1011259"/>
              <a:chOff x="11854891" y="1797679"/>
              <a:chExt cx="5057775" cy="1941957"/>
            </a:xfrm>
            <a:solidFill>
              <a:srgbClr val="F4E1A1"/>
            </a:solidFill>
          </p:grpSpPr>
          <p:sp>
            <p:nvSpPr>
              <p:cNvPr id="494" name="Freeform 493">
                <a:extLst>
                  <a:ext uri="{FF2B5EF4-FFF2-40B4-BE49-F238E27FC236}">
                    <a16:creationId xmlns:a16="http://schemas.microsoft.com/office/drawing/2014/main" id="{C8D420A9-255A-9B48-293D-441AE426061C}"/>
                  </a:ext>
                </a:extLst>
              </p:cNvPr>
              <p:cNvSpPr/>
              <p:nvPr/>
            </p:nvSpPr>
            <p:spPr>
              <a:xfrm>
                <a:off x="11854891" y="1797679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5" name="Freeform 494">
                <a:extLst>
                  <a:ext uri="{FF2B5EF4-FFF2-40B4-BE49-F238E27FC236}">
                    <a16:creationId xmlns:a16="http://schemas.microsoft.com/office/drawing/2014/main" id="{98952DCA-0089-AD33-DF36-C9742AA203BD}"/>
                  </a:ext>
                </a:extLst>
              </p:cNvPr>
              <p:cNvSpPr/>
              <p:nvPr/>
            </p:nvSpPr>
            <p:spPr>
              <a:xfrm>
                <a:off x="12712141" y="2069142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6" name="Freeform 495">
                <a:extLst>
                  <a:ext uri="{FF2B5EF4-FFF2-40B4-BE49-F238E27FC236}">
                    <a16:creationId xmlns:a16="http://schemas.microsoft.com/office/drawing/2014/main" id="{FB1C1852-2827-F48A-717F-EB1A9DFED3DB}"/>
                  </a:ext>
                </a:extLst>
              </p:cNvPr>
              <p:cNvSpPr/>
              <p:nvPr/>
            </p:nvSpPr>
            <p:spPr>
              <a:xfrm>
                <a:off x="13569391" y="3238526"/>
                <a:ext cx="771525" cy="501110"/>
              </a:xfrm>
              <a:custGeom>
                <a:avLst/>
                <a:gdLst>
                  <a:gd name="connsiteX0" fmla="*/ 80 w 771525"/>
                  <a:gd name="connsiteY0" fmla="*/ 501170 h 501110"/>
                  <a:gd name="connsiteX1" fmla="*/ 80 w 771525"/>
                  <a:gd name="connsiteY1" fmla="*/ 60 h 501110"/>
                  <a:gd name="connsiteX2" fmla="*/ 771605 w 771525"/>
                  <a:gd name="connsiteY2" fmla="*/ 60 h 501110"/>
                  <a:gd name="connsiteX3" fmla="*/ 771605 w 771525"/>
                  <a:gd name="connsiteY3" fmla="*/ 501170 h 501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501110">
                    <a:moveTo>
                      <a:pt x="80" y="50117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501170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7" name="Freeform 496">
                <a:extLst>
                  <a:ext uri="{FF2B5EF4-FFF2-40B4-BE49-F238E27FC236}">
                    <a16:creationId xmlns:a16="http://schemas.microsoft.com/office/drawing/2014/main" id="{97AFADAA-1E98-8330-644D-3151A2207FAC}"/>
                  </a:ext>
                </a:extLst>
              </p:cNvPr>
              <p:cNvSpPr/>
              <p:nvPr/>
            </p:nvSpPr>
            <p:spPr>
              <a:xfrm>
                <a:off x="14426641" y="3437027"/>
                <a:ext cx="771525" cy="253841"/>
              </a:xfrm>
              <a:custGeom>
                <a:avLst/>
                <a:gdLst>
                  <a:gd name="connsiteX0" fmla="*/ 80 w 771525"/>
                  <a:gd name="connsiteY0" fmla="*/ 253901 h 253841"/>
                  <a:gd name="connsiteX1" fmla="*/ 80 w 771525"/>
                  <a:gd name="connsiteY1" fmla="*/ 60 h 253841"/>
                  <a:gd name="connsiteX2" fmla="*/ 771605 w 771525"/>
                  <a:gd name="connsiteY2" fmla="*/ 60 h 253841"/>
                  <a:gd name="connsiteX3" fmla="*/ 771605 w 771525"/>
                  <a:gd name="connsiteY3" fmla="*/ 253901 h 253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53841">
                    <a:moveTo>
                      <a:pt x="80" y="253901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53901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8" name="Freeform 497">
                <a:extLst>
                  <a:ext uri="{FF2B5EF4-FFF2-40B4-BE49-F238E27FC236}">
                    <a16:creationId xmlns:a16="http://schemas.microsoft.com/office/drawing/2014/main" id="{1608055A-703A-E27B-52E0-03014A1984F7}"/>
                  </a:ext>
                </a:extLst>
              </p:cNvPr>
              <p:cNvSpPr/>
              <p:nvPr/>
            </p:nvSpPr>
            <p:spPr>
              <a:xfrm>
                <a:off x="15283891" y="3355398"/>
                <a:ext cx="771525" cy="207740"/>
              </a:xfrm>
              <a:custGeom>
                <a:avLst/>
                <a:gdLst>
                  <a:gd name="connsiteX0" fmla="*/ 80 w 771525"/>
                  <a:gd name="connsiteY0" fmla="*/ 207800 h 207740"/>
                  <a:gd name="connsiteX1" fmla="*/ 80 w 771525"/>
                  <a:gd name="connsiteY1" fmla="*/ 60 h 207740"/>
                  <a:gd name="connsiteX2" fmla="*/ 771605 w 771525"/>
                  <a:gd name="connsiteY2" fmla="*/ 60 h 207740"/>
                  <a:gd name="connsiteX3" fmla="*/ 771605 w 771525"/>
                  <a:gd name="connsiteY3" fmla="*/ 207800 h 207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07740">
                    <a:moveTo>
                      <a:pt x="80" y="20780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07800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9" name="Freeform 498">
                <a:extLst>
                  <a:ext uri="{FF2B5EF4-FFF2-40B4-BE49-F238E27FC236}">
                    <a16:creationId xmlns:a16="http://schemas.microsoft.com/office/drawing/2014/main" id="{CE0E5CE3-3451-7304-81CF-5A4EF9202E63}"/>
                  </a:ext>
                </a:extLst>
              </p:cNvPr>
              <p:cNvSpPr/>
              <p:nvPr/>
            </p:nvSpPr>
            <p:spPr>
              <a:xfrm>
                <a:off x="16141141" y="3301772"/>
                <a:ext cx="771525" cy="176022"/>
              </a:xfrm>
              <a:custGeom>
                <a:avLst/>
                <a:gdLst>
                  <a:gd name="connsiteX0" fmla="*/ 80 w 771525"/>
                  <a:gd name="connsiteY0" fmla="*/ 176082 h 176022"/>
                  <a:gd name="connsiteX1" fmla="*/ 80 w 771525"/>
                  <a:gd name="connsiteY1" fmla="*/ 60 h 176022"/>
                  <a:gd name="connsiteX2" fmla="*/ 771605 w 771525"/>
                  <a:gd name="connsiteY2" fmla="*/ 60 h 176022"/>
                  <a:gd name="connsiteX3" fmla="*/ 771605 w 771525"/>
                  <a:gd name="connsiteY3" fmla="*/ 176082 h 176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76022">
                    <a:moveTo>
                      <a:pt x="80" y="176082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76082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00" name="Graphic 271">
              <a:extLst>
                <a:ext uri="{FF2B5EF4-FFF2-40B4-BE49-F238E27FC236}">
                  <a16:creationId xmlns:a16="http://schemas.microsoft.com/office/drawing/2014/main" id="{2035466E-65DC-34CF-15CA-774D653988E9}"/>
                </a:ext>
              </a:extLst>
            </p:cNvPr>
            <p:cNvGrpSpPr/>
            <p:nvPr/>
          </p:nvGrpSpPr>
          <p:grpSpPr>
            <a:xfrm>
              <a:off x="2807135" y="1209069"/>
              <a:ext cx="2633798" cy="853677"/>
              <a:chOff x="11854891" y="1797679"/>
              <a:chExt cx="5057775" cy="1639347"/>
            </a:xfrm>
            <a:solidFill>
              <a:srgbClr val="F4A988"/>
            </a:solidFill>
          </p:grpSpPr>
          <p:sp>
            <p:nvSpPr>
              <p:cNvPr id="501" name="Freeform 500">
                <a:extLst>
                  <a:ext uri="{FF2B5EF4-FFF2-40B4-BE49-F238E27FC236}">
                    <a16:creationId xmlns:a16="http://schemas.microsoft.com/office/drawing/2014/main" id="{F8E686ED-7081-EB09-0D0A-FD8DFDD1D36A}"/>
                  </a:ext>
                </a:extLst>
              </p:cNvPr>
              <p:cNvSpPr/>
              <p:nvPr/>
            </p:nvSpPr>
            <p:spPr>
              <a:xfrm>
                <a:off x="11854891" y="1797679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" name="Freeform 501">
                <a:extLst>
                  <a:ext uri="{FF2B5EF4-FFF2-40B4-BE49-F238E27FC236}">
                    <a16:creationId xmlns:a16="http://schemas.microsoft.com/office/drawing/2014/main" id="{D62C543E-A6BA-CDB9-41DC-0DD9BB6B3304}"/>
                  </a:ext>
                </a:extLst>
              </p:cNvPr>
              <p:cNvSpPr/>
              <p:nvPr/>
            </p:nvSpPr>
            <p:spPr>
              <a:xfrm>
                <a:off x="12712141" y="2069142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" name="Freeform 502">
                <a:extLst>
                  <a:ext uri="{FF2B5EF4-FFF2-40B4-BE49-F238E27FC236}">
                    <a16:creationId xmlns:a16="http://schemas.microsoft.com/office/drawing/2014/main" id="{8A7C9916-B339-7C95-66D5-FB9C8393B7DA}"/>
                  </a:ext>
                </a:extLst>
              </p:cNvPr>
              <p:cNvSpPr/>
              <p:nvPr/>
            </p:nvSpPr>
            <p:spPr>
              <a:xfrm>
                <a:off x="13569391" y="3238526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" name="Freeform 503">
                <a:extLst>
                  <a:ext uri="{FF2B5EF4-FFF2-40B4-BE49-F238E27FC236}">
                    <a16:creationId xmlns:a16="http://schemas.microsoft.com/office/drawing/2014/main" id="{BF15A144-C84B-A756-EEB4-78DB48A5EE95}"/>
                  </a:ext>
                </a:extLst>
              </p:cNvPr>
              <p:cNvSpPr/>
              <p:nvPr/>
            </p:nvSpPr>
            <p:spPr>
              <a:xfrm>
                <a:off x="14426641" y="3394736"/>
                <a:ext cx="771525" cy="42290"/>
              </a:xfrm>
              <a:custGeom>
                <a:avLst/>
                <a:gdLst>
                  <a:gd name="connsiteX0" fmla="*/ 80 w 771525"/>
                  <a:gd name="connsiteY0" fmla="*/ 42351 h 42290"/>
                  <a:gd name="connsiteX1" fmla="*/ 80 w 771525"/>
                  <a:gd name="connsiteY1" fmla="*/ 60 h 42290"/>
                  <a:gd name="connsiteX2" fmla="*/ 771605 w 771525"/>
                  <a:gd name="connsiteY2" fmla="*/ 60 h 42290"/>
                  <a:gd name="connsiteX3" fmla="*/ 771605 w 771525"/>
                  <a:gd name="connsiteY3" fmla="*/ 42351 h 42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2290">
                    <a:moveTo>
                      <a:pt x="80" y="42351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2351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" name="Freeform 504">
                <a:extLst>
                  <a:ext uri="{FF2B5EF4-FFF2-40B4-BE49-F238E27FC236}">
                    <a16:creationId xmlns:a16="http://schemas.microsoft.com/office/drawing/2014/main" id="{A5B4E422-46A6-768F-E11D-3D209983333E}"/>
                  </a:ext>
                </a:extLst>
              </p:cNvPr>
              <p:cNvSpPr/>
              <p:nvPr/>
            </p:nvSpPr>
            <p:spPr>
              <a:xfrm>
                <a:off x="15283891" y="3213284"/>
                <a:ext cx="771525" cy="142113"/>
              </a:xfrm>
              <a:custGeom>
                <a:avLst/>
                <a:gdLst>
                  <a:gd name="connsiteX0" fmla="*/ 80 w 771525"/>
                  <a:gd name="connsiteY0" fmla="*/ 142173 h 142113"/>
                  <a:gd name="connsiteX1" fmla="*/ 80 w 771525"/>
                  <a:gd name="connsiteY1" fmla="*/ 60 h 142113"/>
                  <a:gd name="connsiteX2" fmla="*/ 771605 w 771525"/>
                  <a:gd name="connsiteY2" fmla="*/ 60 h 142113"/>
                  <a:gd name="connsiteX3" fmla="*/ 771605 w 771525"/>
                  <a:gd name="connsiteY3" fmla="*/ 142173 h 142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42113">
                    <a:moveTo>
                      <a:pt x="80" y="14217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42173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" name="Freeform 505">
                <a:extLst>
                  <a:ext uri="{FF2B5EF4-FFF2-40B4-BE49-F238E27FC236}">
                    <a16:creationId xmlns:a16="http://schemas.microsoft.com/office/drawing/2014/main" id="{960F1B61-9661-3602-F5F9-FC038EDE3735}"/>
                  </a:ext>
                </a:extLst>
              </p:cNvPr>
              <p:cNvSpPr/>
              <p:nvPr/>
            </p:nvSpPr>
            <p:spPr>
              <a:xfrm>
                <a:off x="16141141" y="2788184"/>
                <a:ext cx="771525" cy="513587"/>
              </a:xfrm>
              <a:custGeom>
                <a:avLst/>
                <a:gdLst>
                  <a:gd name="connsiteX0" fmla="*/ 80 w 771525"/>
                  <a:gd name="connsiteY0" fmla="*/ 513648 h 513587"/>
                  <a:gd name="connsiteX1" fmla="*/ 80 w 771525"/>
                  <a:gd name="connsiteY1" fmla="*/ 60 h 513587"/>
                  <a:gd name="connsiteX2" fmla="*/ 771605 w 771525"/>
                  <a:gd name="connsiteY2" fmla="*/ 60 h 513587"/>
                  <a:gd name="connsiteX3" fmla="*/ 771605 w 771525"/>
                  <a:gd name="connsiteY3" fmla="*/ 513648 h 513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513587">
                    <a:moveTo>
                      <a:pt x="80" y="513648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513648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07" name="Graphic 271">
              <a:extLst>
                <a:ext uri="{FF2B5EF4-FFF2-40B4-BE49-F238E27FC236}">
                  <a16:creationId xmlns:a16="http://schemas.microsoft.com/office/drawing/2014/main" id="{6A00670C-6A88-5AE5-D110-57DDED34D916}"/>
                </a:ext>
              </a:extLst>
            </p:cNvPr>
            <p:cNvGrpSpPr/>
            <p:nvPr/>
          </p:nvGrpSpPr>
          <p:grpSpPr>
            <a:xfrm>
              <a:off x="2807135" y="784983"/>
              <a:ext cx="2633798" cy="1255741"/>
              <a:chOff x="11854891" y="983292"/>
              <a:chExt cx="5057775" cy="2411444"/>
            </a:xfr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</p:grpSpPr>
          <p:sp>
            <p:nvSpPr>
              <p:cNvPr id="508" name="Freeform 507">
                <a:extLst>
                  <a:ext uri="{FF2B5EF4-FFF2-40B4-BE49-F238E27FC236}">
                    <a16:creationId xmlns:a16="http://schemas.microsoft.com/office/drawing/2014/main" id="{25431352-77AE-4A82-456D-3B0C494CECEB}"/>
                  </a:ext>
                </a:extLst>
              </p:cNvPr>
              <p:cNvSpPr/>
              <p:nvPr/>
            </p:nvSpPr>
            <p:spPr>
              <a:xfrm>
                <a:off x="11854891" y="983292"/>
                <a:ext cx="771525" cy="814387"/>
              </a:xfrm>
              <a:custGeom>
                <a:avLst/>
                <a:gdLst>
                  <a:gd name="connsiteX0" fmla="*/ 80 w 771525"/>
                  <a:gd name="connsiteY0" fmla="*/ 814448 h 814387"/>
                  <a:gd name="connsiteX1" fmla="*/ 80 w 771525"/>
                  <a:gd name="connsiteY1" fmla="*/ 60 h 814387"/>
                  <a:gd name="connsiteX2" fmla="*/ 771605 w 771525"/>
                  <a:gd name="connsiteY2" fmla="*/ 60 h 814387"/>
                  <a:gd name="connsiteX3" fmla="*/ 771605 w 771525"/>
                  <a:gd name="connsiteY3" fmla="*/ 814448 h 814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814387">
                    <a:moveTo>
                      <a:pt x="80" y="814448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814448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9" name="Freeform 508">
                <a:extLst>
                  <a:ext uri="{FF2B5EF4-FFF2-40B4-BE49-F238E27FC236}">
                    <a16:creationId xmlns:a16="http://schemas.microsoft.com/office/drawing/2014/main" id="{81C986C9-D27B-8E60-423E-50510FB38339}"/>
                  </a:ext>
                </a:extLst>
              </p:cNvPr>
              <p:cNvSpPr/>
              <p:nvPr/>
            </p:nvSpPr>
            <p:spPr>
              <a:xfrm>
                <a:off x="12712141" y="983292"/>
                <a:ext cx="771525" cy="1085850"/>
              </a:xfrm>
              <a:custGeom>
                <a:avLst/>
                <a:gdLst>
                  <a:gd name="connsiteX0" fmla="*/ 80 w 771525"/>
                  <a:gd name="connsiteY0" fmla="*/ 1085910 h 1085850"/>
                  <a:gd name="connsiteX1" fmla="*/ 80 w 771525"/>
                  <a:gd name="connsiteY1" fmla="*/ 60 h 1085850"/>
                  <a:gd name="connsiteX2" fmla="*/ 771605 w 771525"/>
                  <a:gd name="connsiteY2" fmla="*/ 60 h 1085850"/>
                  <a:gd name="connsiteX3" fmla="*/ 771605 w 771525"/>
                  <a:gd name="connsiteY3" fmla="*/ 1085910 h 108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85850">
                    <a:moveTo>
                      <a:pt x="80" y="108591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08591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0" name="Freeform 509">
                <a:extLst>
                  <a:ext uri="{FF2B5EF4-FFF2-40B4-BE49-F238E27FC236}">
                    <a16:creationId xmlns:a16="http://schemas.microsoft.com/office/drawing/2014/main" id="{7C4B9ED7-70BF-5131-F1D4-DF0B36BD267D}"/>
                  </a:ext>
                </a:extLst>
              </p:cNvPr>
              <p:cNvSpPr/>
              <p:nvPr/>
            </p:nvSpPr>
            <p:spPr>
              <a:xfrm>
                <a:off x="13569391" y="1735004"/>
                <a:ext cx="771525" cy="1503521"/>
              </a:xfrm>
              <a:custGeom>
                <a:avLst/>
                <a:gdLst>
                  <a:gd name="connsiteX0" fmla="*/ 80 w 771525"/>
                  <a:gd name="connsiteY0" fmla="*/ 1503581 h 1503521"/>
                  <a:gd name="connsiteX1" fmla="*/ 80 w 771525"/>
                  <a:gd name="connsiteY1" fmla="*/ 60 h 1503521"/>
                  <a:gd name="connsiteX2" fmla="*/ 771605 w 771525"/>
                  <a:gd name="connsiteY2" fmla="*/ 60 h 1503521"/>
                  <a:gd name="connsiteX3" fmla="*/ 771605 w 771525"/>
                  <a:gd name="connsiteY3" fmla="*/ 1503581 h 1503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503521">
                    <a:moveTo>
                      <a:pt x="80" y="1503581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503581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1" name="Freeform 510">
                <a:extLst>
                  <a:ext uri="{FF2B5EF4-FFF2-40B4-BE49-F238E27FC236}">
                    <a16:creationId xmlns:a16="http://schemas.microsoft.com/office/drawing/2014/main" id="{E33980FE-6F81-3FA9-7736-5B7ACA2534F1}"/>
                  </a:ext>
                </a:extLst>
              </p:cNvPr>
              <p:cNvSpPr/>
              <p:nvPr/>
            </p:nvSpPr>
            <p:spPr>
              <a:xfrm>
                <a:off x="14426641" y="1406392"/>
                <a:ext cx="771525" cy="1988343"/>
              </a:xfrm>
              <a:custGeom>
                <a:avLst/>
                <a:gdLst>
                  <a:gd name="connsiteX0" fmla="*/ 80 w 771525"/>
                  <a:gd name="connsiteY0" fmla="*/ 1988404 h 1988343"/>
                  <a:gd name="connsiteX1" fmla="*/ 80 w 771525"/>
                  <a:gd name="connsiteY1" fmla="*/ 60 h 1988343"/>
                  <a:gd name="connsiteX2" fmla="*/ 771605 w 771525"/>
                  <a:gd name="connsiteY2" fmla="*/ 60 h 1988343"/>
                  <a:gd name="connsiteX3" fmla="*/ 771605 w 771525"/>
                  <a:gd name="connsiteY3" fmla="*/ 1988404 h 198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988343">
                    <a:moveTo>
                      <a:pt x="80" y="1988404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988404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2" name="Freeform 511">
                <a:extLst>
                  <a:ext uri="{FF2B5EF4-FFF2-40B4-BE49-F238E27FC236}">
                    <a16:creationId xmlns:a16="http://schemas.microsoft.com/office/drawing/2014/main" id="{09521AAD-5665-BB43-7429-EB51081823AE}"/>
                  </a:ext>
                </a:extLst>
              </p:cNvPr>
              <p:cNvSpPr/>
              <p:nvPr/>
            </p:nvSpPr>
            <p:spPr>
              <a:xfrm>
                <a:off x="15283891" y="1180078"/>
                <a:ext cx="771525" cy="2033206"/>
              </a:xfrm>
              <a:custGeom>
                <a:avLst/>
                <a:gdLst>
                  <a:gd name="connsiteX0" fmla="*/ 80 w 771525"/>
                  <a:gd name="connsiteY0" fmla="*/ 2033267 h 2033206"/>
                  <a:gd name="connsiteX1" fmla="*/ 80 w 771525"/>
                  <a:gd name="connsiteY1" fmla="*/ 60 h 2033206"/>
                  <a:gd name="connsiteX2" fmla="*/ 771605 w 771525"/>
                  <a:gd name="connsiteY2" fmla="*/ 60 h 2033206"/>
                  <a:gd name="connsiteX3" fmla="*/ 771605 w 771525"/>
                  <a:gd name="connsiteY3" fmla="*/ 2033267 h 2033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033206">
                    <a:moveTo>
                      <a:pt x="80" y="2033267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033267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3" name="Freeform 512">
                <a:extLst>
                  <a:ext uri="{FF2B5EF4-FFF2-40B4-BE49-F238E27FC236}">
                    <a16:creationId xmlns:a16="http://schemas.microsoft.com/office/drawing/2014/main" id="{36651964-698F-9166-5CAB-1CEE83E71454}"/>
                  </a:ext>
                </a:extLst>
              </p:cNvPr>
              <p:cNvSpPr/>
              <p:nvPr/>
            </p:nvSpPr>
            <p:spPr>
              <a:xfrm>
                <a:off x="16141141" y="1144740"/>
                <a:ext cx="771525" cy="1643443"/>
              </a:xfrm>
              <a:custGeom>
                <a:avLst/>
                <a:gdLst>
                  <a:gd name="connsiteX0" fmla="*/ 80 w 771525"/>
                  <a:gd name="connsiteY0" fmla="*/ 1643504 h 1643443"/>
                  <a:gd name="connsiteX1" fmla="*/ 80 w 771525"/>
                  <a:gd name="connsiteY1" fmla="*/ 60 h 1643443"/>
                  <a:gd name="connsiteX2" fmla="*/ 771605 w 771525"/>
                  <a:gd name="connsiteY2" fmla="*/ 60 h 1643443"/>
                  <a:gd name="connsiteX3" fmla="*/ 771605 w 771525"/>
                  <a:gd name="connsiteY3" fmla="*/ 1643504 h 1643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643443">
                    <a:moveTo>
                      <a:pt x="80" y="1643504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643504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14" name="Graphic 271">
              <a:extLst>
                <a:ext uri="{FF2B5EF4-FFF2-40B4-BE49-F238E27FC236}">
                  <a16:creationId xmlns:a16="http://schemas.microsoft.com/office/drawing/2014/main" id="{DD5D2233-D48A-2054-90CF-4F547BD8D980}"/>
                </a:ext>
              </a:extLst>
            </p:cNvPr>
            <p:cNvGrpSpPr/>
            <p:nvPr/>
          </p:nvGrpSpPr>
          <p:grpSpPr>
            <a:xfrm>
              <a:off x="2807135" y="784983"/>
              <a:ext cx="2633798" cy="391449"/>
              <a:chOff x="11854891" y="983292"/>
              <a:chExt cx="5057775" cy="751712"/>
            </a:xfrm>
            <a:solidFill>
              <a:srgbClr val="CB7729"/>
            </a:solidFill>
          </p:grpSpPr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AA3FDE27-249C-5A89-5ACE-B85F5AFBCDF1}"/>
                  </a:ext>
                </a:extLst>
              </p:cNvPr>
              <p:cNvSpPr/>
              <p:nvPr/>
            </p:nvSpPr>
            <p:spPr>
              <a:xfrm>
                <a:off x="11854891" y="983292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638E599C-1C7B-C7CA-3768-192A6862169C}"/>
                  </a:ext>
                </a:extLst>
              </p:cNvPr>
              <p:cNvSpPr/>
              <p:nvPr/>
            </p:nvSpPr>
            <p:spPr>
              <a:xfrm>
                <a:off x="12712141" y="983292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DF22E1EB-0335-E3EC-C476-172866CBD8F1}"/>
                  </a:ext>
                </a:extLst>
              </p:cNvPr>
              <p:cNvSpPr/>
              <p:nvPr/>
            </p:nvSpPr>
            <p:spPr>
              <a:xfrm>
                <a:off x="13569391" y="983292"/>
                <a:ext cx="771525" cy="751712"/>
              </a:xfrm>
              <a:custGeom>
                <a:avLst/>
                <a:gdLst>
                  <a:gd name="connsiteX0" fmla="*/ 80 w 771525"/>
                  <a:gd name="connsiteY0" fmla="*/ 751773 h 751712"/>
                  <a:gd name="connsiteX1" fmla="*/ 80 w 771525"/>
                  <a:gd name="connsiteY1" fmla="*/ 60 h 751712"/>
                  <a:gd name="connsiteX2" fmla="*/ 771605 w 771525"/>
                  <a:gd name="connsiteY2" fmla="*/ 60 h 751712"/>
                  <a:gd name="connsiteX3" fmla="*/ 771605 w 771525"/>
                  <a:gd name="connsiteY3" fmla="*/ 751773 h 75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751712">
                    <a:moveTo>
                      <a:pt x="80" y="75177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751773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8" name="Freeform 517">
                <a:extLst>
                  <a:ext uri="{FF2B5EF4-FFF2-40B4-BE49-F238E27FC236}">
                    <a16:creationId xmlns:a16="http://schemas.microsoft.com/office/drawing/2014/main" id="{1DD2CB6C-924B-05CB-8067-885D5E01A57F}"/>
                  </a:ext>
                </a:extLst>
              </p:cNvPr>
              <p:cNvSpPr/>
              <p:nvPr/>
            </p:nvSpPr>
            <p:spPr>
              <a:xfrm>
                <a:off x="14426641" y="983292"/>
                <a:ext cx="771525" cy="423100"/>
              </a:xfrm>
              <a:custGeom>
                <a:avLst/>
                <a:gdLst>
                  <a:gd name="connsiteX0" fmla="*/ 80 w 771525"/>
                  <a:gd name="connsiteY0" fmla="*/ 423160 h 423100"/>
                  <a:gd name="connsiteX1" fmla="*/ 80 w 771525"/>
                  <a:gd name="connsiteY1" fmla="*/ 60 h 423100"/>
                  <a:gd name="connsiteX2" fmla="*/ 771605 w 771525"/>
                  <a:gd name="connsiteY2" fmla="*/ 60 h 423100"/>
                  <a:gd name="connsiteX3" fmla="*/ 771605 w 771525"/>
                  <a:gd name="connsiteY3" fmla="*/ 423160 h 423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23100">
                    <a:moveTo>
                      <a:pt x="80" y="4231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23160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9" name="Freeform 518">
                <a:extLst>
                  <a:ext uri="{FF2B5EF4-FFF2-40B4-BE49-F238E27FC236}">
                    <a16:creationId xmlns:a16="http://schemas.microsoft.com/office/drawing/2014/main" id="{BF6246A1-FC72-23A5-36D4-E58832E11BD1}"/>
                  </a:ext>
                </a:extLst>
              </p:cNvPr>
              <p:cNvSpPr/>
              <p:nvPr/>
            </p:nvSpPr>
            <p:spPr>
              <a:xfrm>
                <a:off x="15283891" y="983292"/>
                <a:ext cx="771525" cy="196786"/>
              </a:xfrm>
              <a:custGeom>
                <a:avLst/>
                <a:gdLst>
                  <a:gd name="connsiteX0" fmla="*/ 80 w 771525"/>
                  <a:gd name="connsiteY0" fmla="*/ 196847 h 196786"/>
                  <a:gd name="connsiteX1" fmla="*/ 80 w 771525"/>
                  <a:gd name="connsiteY1" fmla="*/ 60 h 196786"/>
                  <a:gd name="connsiteX2" fmla="*/ 771605 w 771525"/>
                  <a:gd name="connsiteY2" fmla="*/ 60 h 196786"/>
                  <a:gd name="connsiteX3" fmla="*/ 771605 w 771525"/>
                  <a:gd name="connsiteY3" fmla="*/ 196847 h 196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96786">
                    <a:moveTo>
                      <a:pt x="80" y="196847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96847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0" name="Freeform 519">
                <a:extLst>
                  <a:ext uri="{FF2B5EF4-FFF2-40B4-BE49-F238E27FC236}">
                    <a16:creationId xmlns:a16="http://schemas.microsoft.com/office/drawing/2014/main" id="{1294C452-B7C3-1EFA-3C15-0EB20308B546}"/>
                  </a:ext>
                </a:extLst>
              </p:cNvPr>
              <p:cNvSpPr/>
              <p:nvPr/>
            </p:nvSpPr>
            <p:spPr>
              <a:xfrm>
                <a:off x="16141141" y="983292"/>
                <a:ext cx="771525" cy="161448"/>
              </a:xfrm>
              <a:custGeom>
                <a:avLst/>
                <a:gdLst>
                  <a:gd name="connsiteX0" fmla="*/ 80 w 771525"/>
                  <a:gd name="connsiteY0" fmla="*/ 161509 h 161448"/>
                  <a:gd name="connsiteX1" fmla="*/ 80 w 771525"/>
                  <a:gd name="connsiteY1" fmla="*/ 60 h 161448"/>
                  <a:gd name="connsiteX2" fmla="*/ 771605 w 771525"/>
                  <a:gd name="connsiteY2" fmla="*/ 60 h 161448"/>
                  <a:gd name="connsiteX3" fmla="*/ 771605 w 771525"/>
                  <a:gd name="connsiteY3" fmla="*/ 161509 h 161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61448">
                    <a:moveTo>
                      <a:pt x="80" y="161509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61509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523" name="Graphic 271">
              <a:extLst>
                <a:ext uri="{FF2B5EF4-FFF2-40B4-BE49-F238E27FC236}">
                  <a16:creationId xmlns:a16="http://schemas.microsoft.com/office/drawing/2014/main" id="{EDA17780-4F09-1EE0-278D-A72E1D25C251}"/>
                </a:ext>
              </a:extLst>
            </p:cNvPr>
            <p:cNvGrpSpPr/>
            <p:nvPr/>
          </p:nvGrpSpPr>
          <p:grpSpPr>
            <a:xfrm>
              <a:off x="2749427" y="2472394"/>
              <a:ext cx="2753330" cy="261610"/>
              <a:chOff x="11968238" y="4223697"/>
              <a:chExt cx="5287316" cy="502381"/>
            </a:xfrm>
            <a:solidFill>
              <a:srgbClr val="000000"/>
            </a:solidFill>
          </p:grpSpPr>
          <p:sp>
            <p:nvSpPr>
              <p:cNvPr id="524" name="TextBox 523">
                <a:extLst>
                  <a:ext uri="{FF2B5EF4-FFF2-40B4-BE49-F238E27FC236}">
                    <a16:creationId xmlns:a16="http://schemas.microsoft.com/office/drawing/2014/main" id="{D504DB84-BBE8-F1B8-AAC6-CC673175263B}"/>
                  </a:ext>
                </a:extLst>
              </p:cNvPr>
              <p:cNvSpPr txBox="1"/>
              <p:nvPr/>
            </p:nvSpPr>
            <p:spPr>
              <a:xfrm>
                <a:off x="11968238" y="4223698"/>
                <a:ext cx="1001065" cy="502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1970s</a:t>
                </a:r>
              </a:p>
            </p:txBody>
          </p:sp>
          <p:sp>
            <p:nvSpPr>
              <p:cNvPr id="525" name="TextBox 524">
                <a:extLst>
                  <a:ext uri="{FF2B5EF4-FFF2-40B4-BE49-F238E27FC236}">
                    <a16:creationId xmlns:a16="http://schemas.microsoft.com/office/drawing/2014/main" id="{7AF3D56E-C6C2-0D42-CA4C-003988CE4F53}"/>
                  </a:ext>
                </a:extLst>
              </p:cNvPr>
              <p:cNvSpPr txBox="1"/>
              <p:nvPr/>
            </p:nvSpPr>
            <p:spPr>
              <a:xfrm>
                <a:off x="12825489" y="4223697"/>
                <a:ext cx="1001065" cy="502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1980s</a:t>
                </a:r>
              </a:p>
            </p:txBody>
          </p:sp>
          <p:sp>
            <p:nvSpPr>
              <p:cNvPr id="526" name="TextBox 525">
                <a:extLst>
                  <a:ext uri="{FF2B5EF4-FFF2-40B4-BE49-F238E27FC236}">
                    <a16:creationId xmlns:a16="http://schemas.microsoft.com/office/drawing/2014/main" id="{49680D96-8CA3-00D1-3CFE-CFC23D113590}"/>
                  </a:ext>
                </a:extLst>
              </p:cNvPr>
              <p:cNvSpPr txBox="1"/>
              <p:nvPr/>
            </p:nvSpPr>
            <p:spPr>
              <a:xfrm>
                <a:off x="13682738" y="4223697"/>
                <a:ext cx="1001065" cy="502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1990s</a:t>
                </a:r>
              </a:p>
            </p:txBody>
          </p:sp>
          <p:sp>
            <p:nvSpPr>
              <p:cNvPr id="527" name="TextBox 526">
                <a:extLst>
                  <a:ext uri="{FF2B5EF4-FFF2-40B4-BE49-F238E27FC236}">
                    <a16:creationId xmlns:a16="http://schemas.microsoft.com/office/drawing/2014/main" id="{DB4E70BB-BE70-50A2-449A-5029DFAB15F0}"/>
                  </a:ext>
                </a:extLst>
              </p:cNvPr>
              <p:cNvSpPr txBox="1"/>
              <p:nvPr/>
            </p:nvSpPr>
            <p:spPr>
              <a:xfrm>
                <a:off x="14539989" y="4223697"/>
                <a:ext cx="1001065" cy="502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2000s</a:t>
                </a:r>
              </a:p>
            </p:txBody>
          </p:sp>
          <p:sp>
            <p:nvSpPr>
              <p:cNvPr id="528" name="TextBox 527">
                <a:extLst>
                  <a:ext uri="{FF2B5EF4-FFF2-40B4-BE49-F238E27FC236}">
                    <a16:creationId xmlns:a16="http://schemas.microsoft.com/office/drawing/2014/main" id="{4F52AB3A-3241-F512-C2C2-594237AA45ED}"/>
                  </a:ext>
                </a:extLst>
              </p:cNvPr>
              <p:cNvSpPr txBox="1"/>
              <p:nvPr/>
            </p:nvSpPr>
            <p:spPr>
              <a:xfrm>
                <a:off x="15397238" y="4223697"/>
                <a:ext cx="1001065" cy="502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2010s</a:t>
                </a:r>
              </a:p>
            </p:txBody>
          </p:sp>
          <p:sp>
            <p:nvSpPr>
              <p:cNvPr id="529" name="TextBox 528">
                <a:extLst>
                  <a:ext uri="{FF2B5EF4-FFF2-40B4-BE49-F238E27FC236}">
                    <a16:creationId xmlns:a16="http://schemas.microsoft.com/office/drawing/2014/main" id="{E6E0CF5A-48D2-A391-08B8-618FDA6A83D4}"/>
                  </a:ext>
                </a:extLst>
              </p:cNvPr>
              <p:cNvSpPr txBox="1"/>
              <p:nvPr/>
            </p:nvSpPr>
            <p:spPr>
              <a:xfrm>
                <a:off x="16254489" y="4223697"/>
                <a:ext cx="1001065" cy="502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2020s</a:t>
                </a:r>
              </a:p>
            </p:txBody>
          </p:sp>
        </p:grpSp>
        <p:grpSp>
          <p:nvGrpSpPr>
            <p:cNvPr id="530" name="Graphic 271">
              <a:extLst>
                <a:ext uri="{FF2B5EF4-FFF2-40B4-BE49-F238E27FC236}">
                  <a16:creationId xmlns:a16="http://schemas.microsoft.com/office/drawing/2014/main" id="{C8CB9B90-CEAF-058F-3ACB-496A28C8727F}"/>
                </a:ext>
              </a:extLst>
            </p:cNvPr>
            <p:cNvGrpSpPr/>
            <p:nvPr/>
          </p:nvGrpSpPr>
          <p:grpSpPr>
            <a:xfrm>
              <a:off x="2513403" y="670870"/>
              <a:ext cx="360996" cy="1957954"/>
              <a:chOff x="11520564" y="857562"/>
              <a:chExt cx="693236" cy="3759928"/>
            </a:xfrm>
            <a:solidFill>
              <a:srgbClr val="000000"/>
            </a:solidFill>
          </p:grpSpPr>
          <p:sp>
            <p:nvSpPr>
              <p:cNvPr id="531" name="TextBox 530">
                <a:extLst>
                  <a:ext uri="{FF2B5EF4-FFF2-40B4-BE49-F238E27FC236}">
                    <a16:creationId xmlns:a16="http://schemas.microsoft.com/office/drawing/2014/main" id="{2D64DDDA-2129-3071-05A8-7A7376C315EC}"/>
                  </a:ext>
                </a:extLst>
              </p:cNvPr>
              <p:cNvSpPr txBox="1"/>
              <p:nvPr/>
            </p:nvSpPr>
            <p:spPr>
              <a:xfrm>
                <a:off x="11634864" y="4115111"/>
                <a:ext cx="490068" cy="5023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</a:t>
                </a:r>
              </a:p>
            </p:txBody>
          </p:sp>
          <p:sp>
            <p:nvSpPr>
              <p:cNvPr id="532" name="TextBox 531">
                <a:extLst>
                  <a:ext uri="{FF2B5EF4-FFF2-40B4-BE49-F238E27FC236}">
                    <a16:creationId xmlns:a16="http://schemas.microsoft.com/office/drawing/2014/main" id="{68160EDF-4669-1145-D01B-8195AE338BF4}"/>
                  </a:ext>
                </a:extLst>
              </p:cNvPr>
              <p:cNvSpPr txBox="1"/>
              <p:nvPr/>
            </p:nvSpPr>
            <p:spPr>
              <a:xfrm>
                <a:off x="11520564" y="3463603"/>
                <a:ext cx="693236" cy="5023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0.2</a:t>
                </a:r>
              </a:p>
            </p:txBody>
          </p:sp>
          <p:sp>
            <p:nvSpPr>
              <p:cNvPr id="533" name="TextBox 532">
                <a:extLst>
                  <a:ext uri="{FF2B5EF4-FFF2-40B4-BE49-F238E27FC236}">
                    <a16:creationId xmlns:a16="http://schemas.microsoft.com/office/drawing/2014/main" id="{9C58A9A0-379A-22E6-D5F4-2865DD1EB40B}"/>
                  </a:ext>
                </a:extLst>
              </p:cNvPr>
              <p:cNvSpPr txBox="1"/>
              <p:nvPr/>
            </p:nvSpPr>
            <p:spPr>
              <a:xfrm>
                <a:off x="11520564" y="2812093"/>
                <a:ext cx="693236" cy="5023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0.4</a:t>
                </a:r>
              </a:p>
            </p:txBody>
          </p:sp>
          <p:sp>
            <p:nvSpPr>
              <p:cNvPr id="534" name="TextBox 533">
                <a:extLst>
                  <a:ext uri="{FF2B5EF4-FFF2-40B4-BE49-F238E27FC236}">
                    <a16:creationId xmlns:a16="http://schemas.microsoft.com/office/drawing/2014/main" id="{D2522F9B-0A58-3948-4F8E-30FA8E8E9F7D}"/>
                  </a:ext>
                </a:extLst>
              </p:cNvPr>
              <p:cNvSpPr txBox="1"/>
              <p:nvPr/>
            </p:nvSpPr>
            <p:spPr>
              <a:xfrm>
                <a:off x="11520564" y="2160582"/>
                <a:ext cx="693236" cy="5023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0.6</a:t>
                </a:r>
              </a:p>
            </p:txBody>
          </p:sp>
          <p:sp>
            <p:nvSpPr>
              <p:cNvPr id="535" name="TextBox 534">
                <a:extLst>
                  <a:ext uri="{FF2B5EF4-FFF2-40B4-BE49-F238E27FC236}">
                    <a16:creationId xmlns:a16="http://schemas.microsoft.com/office/drawing/2014/main" id="{9409F58E-E7A3-05AA-9C0C-904607066009}"/>
                  </a:ext>
                </a:extLst>
              </p:cNvPr>
              <p:cNvSpPr txBox="1"/>
              <p:nvPr/>
            </p:nvSpPr>
            <p:spPr>
              <a:xfrm>
                <a:off x="11520564" y="1509072"/>
                <a:ext cx="693236" cy="5023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0.8</a:t>
                </a:r>
              </a:p>
            </p:txBody>
          </p:sp>
          <p:sp>
            <p:nvSpPr>
              <p:cNvPr id="536" name="TextBox 535">
                <a:extLst>
                  <a:ext uri="{FF2B5EF4-FFF2-40B4-BE49-F238E27FC236}">
                    <a16:creationId xmlns:a16="http://schemas.microsoft.com/office/drawing/2014/main" id="{C0AD2571-5598-4BA6-6107-FFFE98449CEE}"/>
                  </a:ext>
                </a:extLst>
              </p:cNvPr>
              <p:cNvSpPr txBox="1"/>
              <p:nvPr/>
            </p:nvSpPr>
            <p:spPr>
              <a:xfrm>
                <a:off x="11634865" y="857562"/>
                <a:ext cx="490068" cy="5023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</a:t>
                </a:r>
              </a:p>
            </p:txBody>
          </p:sp>
        </p:grpSp>
        <p:grpSp>
          <p:nvGrpSpPr>
            <p:cNvPr id="537" name="Graphic 271">
              <a:extLst>
                <a:ext uri="{FF2B5EF4-FFF2-40B4-BE49-F238E27FC236}">
                  <a16:creationId xmlns:a16="http://schemas.microsoft.com/office/drawing/2014/main" id="{308C7AD4-C60B-C8CF-55D8-C60E6A1B1CEE}"/>
                </a:ext>
              </a:extLst>
            </p:cNvPr>
            <p:cNvGrpSpPr/>
            <p:nvPr/>
          </p:nvGrpSpPr>
          <p:grpSpPr>
            <a:xfrm>
              <a:off x="2346378" y="698768"/>
              <a:ext cx="2085141" cy="2223217"/>
              <a:chOff x="11109597" y="647213"/>
              <a:chExt cx="4004171" cy="4269321"/>
            </a:xfrm>
            <a:solidFill>
              <a:srgbClr val="000000"/>
            </a:solidFill>
          </p:grpSpPr>
          <p:sp>
            <p:nvSpPr>
              <p:cNvPr id="538" name="TextBox 537">
                <a:extLst>
                  <a:ext uri="{FF2B5EF4-FFF2-40B4-BE49-F238E27FC236}">
                    <a16:creationId xmlns:a16="http://schemas.microsoft.com/office/drawing/2014/main" id="{56A64A9A-CB16-66C2-40C2-68039CA4202A}"/>
                  </a:ext>
                </a:extLst>
              </p:cNvPr>
              <p:cNvSpPr txBox="1"/>
              <p:nvPr/>
            </p:nvSpPr>
            <p:spPr>
              <a:xfrm>
                <a:off x="14054215" y="4414155"/>
                <a:ext cx="1059553" cy="5023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Period</a:t>
                </a:r>
              </a:p>
            </p:txBody>
          </p:sp>
          <p:sp>
            <p:nvSpPr>
              <p:cNvPr id="539" name="TextBox 538">
                <a:extLst>
                  <a:ext uri="{FF2B5EF4-FFF2-40B4-BE49-F238E27FC236}">
                    <a16:creationId xmlns:a16="http://schemas.microsoft.com/office/drawing/2014/main" id="{0464189A-3D4B-25AD-E4B3-13B043B20AA3}"/>
                  </a:ext>
                </a:extLst>
              </p:cNvPr>
              <p:cNvSpPr txBox="1"/>
              <p:nvPr/>
            </p:nvSpPr>
            <p:spPr>
              <a:xfrm rot="16200000">
                <a:off x="9567675" y="2189135"/>
                <a:ext cx="3571447" cy="4876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Percentage of Category Counts</a:t>
                </a:r>
              </a:p>
            </p:txBody>
          </p:sp>
        </p:grpSp>
        <p:sp>
          <p:nvSpPr>
            <p:cNvPr id="541" name="TextBox 540">
              <a:extLst>
                <a:ext uri="{FF2B5EF4-FFF2-40B4-BE49-F238E27FC236}">
                  <a16:creationId xmlns:a16="http://schemas.microsoft.com/office/drawing/2014/main" id="{B58710E9-52B9-519F-9E43-A96E91DA434D}"/>
                </a:ext>
              </a:extLst>
            </p:cNvPr>
            <p:cNvSpPr txBox="1"/>
            <p:nvPr/>
          </p:nvSpPr>
          <p:spPr>
            <a:xfrm>
              <a:off x="8708652" y="2114547"/>
              <a:ext cx="85311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Rank-based </a:t>
              </a:r>
            </a:p>
            <a:p>
              <a:pPr algn="ctr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Measures</a:t>
              </a:r>
            </a:p>
          </p:txBody>
        </p:sp>
        <p:grpSp>
          <p:nvGrpSpPr>
            <p:cNvPr id="563" name="Group 562">
              <a:extLst>
                <a:ext uri="{FF2B5EF4-FFF2-40B4-BE49-F238E27FC236}">
                  <a16:creationId xmlns:a16="http://schemas.microsoft.com/office/drawing/2014/main" id="{FEA81DF3-1676-E702-8145-E19FF98F8C8F}"/>
                </a:ext>
              </a:extLst>
            </p:cNvPr>
            <p:cNvGrpSpPr/>
            <p:nvPr/>
          </p:nvGrpSpPr>
          <p:grpSpPr>
            <a:xfrm rot="2493626">
              <a:off x="6523668" y="2935396"/>
              <a:ext cx="345492" cy="67126"/>
              <a:chOff x="11087244" y="1853290"/>
              <a:chExt cx="345492" cy="67126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BCBDB0C0-79E4-4CA6-3EB8-132D26C945BD}"/>
                  </a:ext>
                </a:extLst>
              </p:cNvPr>
              <p:cNvSpPr/>
              <p:nvPr/>
            </p:nvSpPr>
            <p:spPr>
              <a:xfrm>
                <a:off x="11147717" y="1886854"/>
                <a:ext cx="285019" cy="9375"/>
              </a:xfrm>
              <a:custGeom>
                <a:avLst/>
                <a:gdLst>
                  <a:gd name="connsiteX0" fmla="*/ 285019 w 285019"/>
                  <a:gd name="connsiteY0" fmla="*/ 0 h 9375"/>
                  <a:gd name="connsiteX1" fmla="*/ 0 w 285019"/>
                  <a:gd name="connsiteY1" fmla="*/ 0 h 9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019" h="9375">
                    <a:moveTo>
                      <a:pt x="285019" y="0"/>
                    </a:moveTo>
                    <a:lnTo>
                      <a:pt x="0" y="0"/>
                    </a:lnTo>
                  </a:path>
                </a:pathLst>
              </a:custGeom>
              <a:ln w="9376" cap="sq">
                <a:solidFill>
                  <a:srgbClr val="675E5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B426F53F-264E-476C-BDE6-4D254E536E2F}"/>
                  </a:ext>
                </a:extLst>
              </p:cNvPr>
              <p:cNvSpPr/>
              <p:nvPr/>
            </p:nvSpPr>
            <p:spPr>
              <a:xfrm>
                <a:off x="11087244" y="1853290"/>
                <a:ext cx="67129" cy="67126"/>
              </a:xfrm>
              <a:custGeom>
                <a:avLst/>
                <a:gdLst>
                  <a:gd name="connsiteX0" fmla="*/ 67130 w 67129"/>
                  <a:gd name="connsiteY0" fmla="*/ 33563 h 67126"/>
                  <a:gd name="connsiteX1" fmla="*/ 33565 w 67129"/>
                  <a:gd name="connsiteY1" fmla="*/ 67127 h 67126"/>
                  <a:gd name="connsiteX2" fmla="*/ 0 w 67129"/>
                  <a:gd name="connsiteY2" fmla="*/ 33563 h 67126"/>
                  <a:gd name="connsiteX3" fmla="*/ 33565 w 67129"/>
                  <a:gd name="connsiteY3" fmla="*/ 0 h 67126"/>
                  <a:gd name="connsiteX4" fmla="*/ 67130 w 67129"/>
                  <a:gd name="connsiteY4" fmla="*/ 33563 h 67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7129" h="67126">
                    <a:moveTo>
                      <a:pt x="67130" y="33563"/>
                    </a:moveTo>
                    <a:cubicBezTo>
                      <a:pt x="67130" y="52100"/>
                      <a:pt x="52102" y="67127"/>
                      <a:pt x="33565" y="67127"/>
                    </a:cubicBezTo>
                    <a:cubicBezTo>
                      <a:pt x="15027" y="67127"/>
                      <a:pt x="0" y="52100"/>
                      <a:pt x="0" y="33563"/>
                    </a:cubicBezTo>
                    <a:cubicBezTo>
                      <a:pt x="0" y="15027"/>
                      <a:pt x="15027" y="0"/>
                      <a:pt x="33565" y="0"/>
                    </a:cubicBezTo>
                    <a:cubicBezTo>
                      <a:pt x="52102" y="0"/>
                      <a:pt x="67130" y="15027"/>
                      <a:pt x="67130" y="33563"/>
                    </a:cubicBezTo>
                    <a:close/>
                  </a:path>
                </a:pathLst>
              </a:custGeom>
              <a:solidFill>
                <a:srgbClr val="CB7729"/>
              </a:solidFill>
              <a:ln w="93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B14774C8-9676-572E-C48C-BF3C72BE4427}"/>
                </a:ext>
              </a:extLst>
            </p:cNvPr>
            <p:cNvSpPr txBox="1"/>
            <p:nvPr/>
          </p:nvSpPr>
          <p:spPr>
            <a:xfrm>
              <a:off x="7546586" y="3655991"/>
              <a:ext cx="168347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Regression-based Measures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D5626516-8B67-7F3B-9E36-7C2E14EC178D}"/>
                </a:ext>
              </a:extLst>
            </p:cNvPr>
            <p:cNvSpPr txBox="1"/>
            <p:nvPr/>
          </p:nvSpPr>
          <p:spPr>
            <a:xfrm>
              <a:off x="8129222" y="2650511"/>
              <a:ext cx="1390124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Decomposition/</a:t>
              </a:r>
            </a:p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Structural Approaches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553" name="TextBox 552">
              <a:extLst>
                <a:ext uri="{FF2B5EF4-FFF2-40B4-BE49-F238E27FC236}">
                  <a16:creationId xmlns:a16="http://schemas.microsoft.com/office/drawing/2014/main" id="{4073A749-9D74-3F29-8223-E5670B182291}"/>
                </a:ext>
              </a:extLst>
            </p:cNvPr>
            <p:cNvSpPr txBox="1"/>
            <p:nvPr/>
          </p:nvSpPr>
          <p:spPr>
            <a:xfrm>
              <a:off x="5317172" y="2716231"/>
              <a:ext cx="1330814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Transition Matrix/</a:t>
              </a:r>
            </a:p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Probability Measures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39C9C7FD-EA55-23FD-3EB0-0A3218E2159A}"/>
                </a:ext>
              </a:extLst>
            </p:cNvPr>
            <p:cNvSpPr txBox="1"/>
            <p:nvPr/>
          </p:nvSpPr>
          <p:spPr>
            <a:xfrm>
              <a:off x="7299919" y="1326470"/>
              <a:ext cx="117371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Absolute Mobility</a:t>
              </a:r>
            </a:p>
            <a:p>
              <a:pPr algn="r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Measures</a:t>
              </a:r>
            </a:p>
          </p:txBody>
        </p:sp>
        <p:sp>
          <p:nvSpPr>
            <p:cNvPr id="560" name="TextBox 559">
              <a:extLst>
                <a:ext uri="{FF2B5EF4-FFF2-40B4-BE49-F238E27FC236}">
                  <a16:creationId xmlns:a16="http://schemas.microsoft.com/office/drawing/2014/main" id="{D2FDBAC0-1547-D495-7C09-4527B08C51DA}"/>
                </a:ext>
              </a:extLst>
            </p:cNvPr>
            <p:cNvSpPr txBox="1"/>
            <p:nvPr/>
          </p:nvSpPr>
          <p:spPr>
            <a:xfrm>
              <a:off x="7566036" y="789636"/>
              <a:ext cx="103425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Non-parametric</a:t>
              </a:r>
            </a:p>
            <a:p>
              <a:pPr algn="r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App</a:t>
              </a:r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roaches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5BF564D7-BBE1-8E67-4E37-87523F5C7AA3}"/>
                </a:ext>
              </a:extLst>
            </p:cNvPr>
            <p:cNvSpPr txBox="1"/>
            <p:nvPr/>
          </p:nvSpPr>
          <p:spPr>
            <a:xfrm>
              <a:off x="6181792" y="2299438"/>
              <a:ext cx="117852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Multigenerational </a:t>
              </a:r>
            </a:p>
            <a:p>
              <a:pPr algn="r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Measures </a:t>
              </a:r>
            </a:p>
          </p:txBody>
        </p:sp>
        <p:sp>
          <p:nvSpPr>
            <p:cNvPr id="565" name="Freeform 564">
              <a:extLst>
                <a:ext uri="{FF2B5EF4-FFF2-40B4-BE49-F238E27FC236}">
                  <a16:creationId xmlns:a16="http://schemas.microsoft.com/office/drawing/2014/main" id="{9BDB0284-862E-FCB1-E492-A5E3A608B185}"/>
                </a:ext>
              </a:extLst>
            </p:cNvPr>
            <p:cNvSpPr/>
            <p:nvPr/>
          </p:nvSpPr>
          <p:spPr>
            <a:xfrm>
              <a:off x="8440073" y="1488500"/>
              <a:ext cx="478304" cy="45719"/>
            </a:xfrm>
            <a:custGeom>
              <a:avLst/>
              <a:gdLst>
                <a:gd name="connsiteX0" fmla="*/ 284082 w 284081"/>
                <a:gd name="connsiteY0" fmla="*/ 0 h 9375"/>
                <a:gd name="connsiteX1" fmla="*/ 0 w 284081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4081" h="9375">
                  <a:moveTo>
                    <a:pt x="284082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6" name="Freeform 565">
              <a:extLst>
                <a:ext uri="{FF2B5EF4-FFF2-40B4-BE49-F238E27FC236}">
                  <a16:creationId xmlns:a16="http://schemas.microsoft.com/office/drawing/2014/main" id="{A762690E-5E62-1DE1-5730-1C477B5A2C76}"/>
                </a:ext>
              </a:extLst>
            </p:cNvPr>
            <p:cNvSpPr/>
            <p:nvPr/>
          </p:nvSpPr>
          <p:spPr>
            <a:xfrm>
              <a:off x="8406508" y="1454936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8" y="67127"/>
                    <a:pt x="0" y="52100"/>
                    <a:pt x="0" y="33563"/>
                  </a:cubicBezTo>
                  <a:cubicBezTo>
                    <a:pt x="0" y="15027"/>
                    <a:pt x="15028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C04E3F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8" name="Freeform 567">
              <a:extLst>
                <a:ext uri="{FF2B5EF4-FFF2-40B4-BE49-F238E27FC236}">
                  <a16:creationId xmlns:a16="http://schemas.microsoft.com/office/drawing/2014/main" id="{75F1CDC6-D4C0-17B3-AC12-16BEBEC83A34}"/>
                </a:ext>
              </a:extLst>
            </p:cNvPr>
            <p:cNvSpPr/>
            <p:nvPr/>
          </p:nvSpPr>
          <p:spPr>
            <a:xfrm>
              <a:off x="7292189" y="2439630"/>
              <a:ext cx="284081" cy="9375"/>
            </a:xfrm>
            <a:custGeom>
              <a:avLst/>
              <a:gdLst>
                <a:gd name="connsiteX0" fmla="*/ 284082 w 284081"/>
                <a:gd name="connsiteY0" fmla="*/ 0 h 9375"/>
                <a:gd name="connsiteX1" fmla="*/ 0 w 284081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4081" h="9375">
                  <a:moveTo>
                    <a:pt x="284082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9" name="Freeform 568">
              <a:extLst>
                <a:ext uri="{FF2B5EF4-FFF2-40B4-BE49-F238E27FC236}">
                  <a16:creationId xmlns:a16="http://schemas.microsoft.com/office/drawing/2014/main" id="{B40CFB4F-80B5-8540-6FE5-334FCC03333C}"/>
                </a:ext>
              </a:extLst>
            </p:cNvPr>
            <p:cNvSpPr/>
            <p:nvPr/>
          </p:nvSpPr>
          <p:spPr>
            <a:xfrm>
              <a:off x="7258624" y="2406066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8" y="67127"/>
                    <a:pt x="0" y="52100"/>
                    <a:pt x="0" y="33563"/>
                  </a:cubicBezTo>
                  <a:cubicBezTo>
                    <a:pt x="0" y="15027"/>
                    <a:pt x="15028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FFC3C2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 569">
              <a:extLst>
                <a:ext uri="{FF2B5EF4-FFF2-40B4-BE49-F238E27FC236}">
                  <a16:creationId xmlns:a16="http://schemas.microsoft.com/office/drawing/2014/main" id="{DFB64432-02B5-5BAC-D748-678F840525BE}"/>
                </a:ext>
              </a:extLst>
            </p:cNvPr>
            <p:cNvSpPr/>
            <p:nvPr/>
          </p:nvSpPr>
          <p:spPr>
            <a:xfrm>
              <a:off x="8566611" y="930997"/>
              <a:ext cx="284081" cy="9375"/>
            </a:xfrm>
            <a:custGeom>
              <a:avLst/>
              <a:gdLst>
                <a:gd name="connsiteX0" fmla="*/ 284082 w 284081"/>
                <a:gd name="connsiteY0" fmla="*/ 0 h 9375"/>
                <a:gd name="connsiteX1" fmla="*/ 0 w 284081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4081" h="9375">
                  <a:moveTo>
                    <a:pt x="284082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1" name="Freeform 570">
              <a:extLst>
                <a:ext uri="{FF2B5EF4-FFF2-40B4-BE49-F238E27FC236}">
                  <a16:creationId xmlns:a16="http://schemas.microsoft.com/office/drawing/2014/main" id="{0F0BF41D-998D-A414-12BD-1C2C60368938}"/>
                </a:ext>
              </a:extLst>
            </p:cNvPr>
            <p:cNvSpPr/>
            <p:nvPr/>
          </p:nvSpPr>
          <p:spPr>
            <a:xfrm>
              <a:off x="8533046" y="897433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8" y="67127"/>
                    <a:pt x="0" y="52100"/>
                    <a:pt x="0" y="33563"/>
                  </a:cubicBezTo>
                  <a:cubicBezTo>
                    <a:pt x="0" y="15027"/>
                    <a:pt x="15028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005F56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2" name="Freeform 571">
              <a:extLst>
                <a:ext uri="{FF2B5EF4-FFF2-40B4-BE49-F238E27FC236}">
                  <a16:creationId xmlns:a16="http://schemas.microsoft.com/office/drawing/2014/main" id="{272E63C2-6AFB-EBB3-FE63-2E5307DFD62D}"/>
                </a:ext>
              </a:extLst>
            </p:cNvPr>
            <p:cNvSpPr/>
            <p:nvPr/>
          </p:nvSpPr>
          <p:spPr>
            <a:xfrm>
              <a:off x="7659883" y="2088266"/>
              <a:ext cx="284081" cy="9375"/>
            </a:xfrm>
            <a:custGeom>
              <a:avLst/>
              <a:gdLst>
                <a:gd name="connsiteX0" fmla="*/ 284082 w 284081"/>
                <a:gd name="connsiteY0" fmla="*/ 0 h 9375"/>
                <a:gd name="connsiteX1" fmla="*/ 0 w 284081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4081" h="9375">
                  <a:moveTo>
                    <a:pt x="284082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3" name="Freeform 572">
              <a:extLst>
                <a:ext uri="{FF2B5EF4-FFF2-40B4-BE49-F238E27FC236}">
                  <a16:creationId xmlns:a16="http://schemas.microsoft.com/office/drawing/2014/main" id="{4E3CCF3C-6900-7D4A-6D46-812A496570E8}"/>
                </a:ext>
              </a:extLst>
            </p:cNvPr>
            <p:cNvSpPr/>
            <p:nvPr/>
          </p:nvSpPr>
          <p:spPr>
            <a:xfrm>
              <a:off x="7626318" y="2054702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8" y="67127"/>
                    <a:pt x="0" y="52100"/>
                    <a:pt x="0" y="33563"/>
                  </a:cubicBezTo>
                  <a:cubicBezTo>
                    <a:pt x="0" y="15027"/>
                    <a:pt x="15028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F4E1A1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4" name="TextBox 573">
              <a:extLst>
                <a:ext uri="{FF2B5EF4-FFF2-40B4-BE49-F238E27FC236}">
                  <a16:creationId xmlns:a16="http://schemas.microsoft.com/office/drawing/2014/main" id="{430D1EBE-86F9-8531-B236-9B87E6EA3F4B}"/>
                </a:ext>
              </a:extLst>
            </p:cNvPr>
            <p:cNvSpPr txBox="1"/>
            <p:nvPr/>
          </p:nvSpPr>
          <p:spPr>
            <a:xfrm>
              <a:off x="7133875" y="1940641"/>
              <a:ext cx="54374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spc="0" baseline="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Others</a:t>
              </a:r>
            </a:p>
          </p:txBody>
        </p:sp>
      </p:grpSp>
      <p:sp>
        <p:nvSpPr>
          <p:cNvPr id="575" name="TextBox 574">
            <a:extLst>
              <a:ext uri="{FF2B5EF4-FFF2-40B4-BE49-F238E27FC236}">
                <a16:creationId xmlns:a16="http://schemas.microsoft.com/office/drawing/2014/main" id="{9D316937-FA30-C940-257B-D0E166B99161}"/>
              </a:ext>
            </a:extLst>
          </p:cNvPr>
          <p:cNvSpPr txBox="1"/>
          <p:nvPr/>
        </p:nvSpPr>
        <p:spPr>
          <a:xfrm>
            <a:off x="0" y="-369332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#617 </a:t>
            </a:r>
            <a:r>
              <a:rPr lang="en-US" dirty="0" err="1">
                <a:highlight>
                  <a:srgbClr val="FFFF00"/>
                </a:highlight>
              </a:rPr>
              <a:t>df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87891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95">
            <a:extLst>
              <a:ext uri="{FF2B5EF4-FFF2-40B4-BE49-F238E27FC236}">
                <a16:creationId xmlns:a16="http://schemas.microsoft.com/office/drawing/2014/main" id="{8A4BE531-D228-243D-5124-CCBFC42FD979}"/>
              </a:ext>
            </a:extLst>
          </p:cNvPr>
          <p:cNvSpPr/>
          <p:nvPr/>
        </p:nvSpPr>
        <p:spPr>
          <a:xfrm>
            <a:off x="522129" y="3227232"/>
            <a:ext cx="7463080" cy="2615148"/>
          </a:xfrm>
          <a:custGeom>
            <a:avLst/>
            <a:gdLst>
              <a:gd name="connsiteX0" fmla="*/ 0 w 7463080"/>
              <a:gd name="connsiteY0" fmla="*/ 302895 h 2615148"/>
              <a:gd name="connsiteX1" fmla="*/ 76105 w 7463080"/>
              <a:gd name="connsiteY1" fmla="*/ 313372 h 2615148"/>
              <a:gd name="connsiteX2" fmla="*/ 406212 w 7463080"/>
              <a:gd name="connsiteY2" fmla="*/ 364807 h 2615148"/>
              <a:gd name="connsiteX3" fmla="*/ 609794 w 7463080"/>
              <a:gd name="connsiteY3" fmla="*/ 400050 h 2615148"/>
              <a:gd name="connsiteX4" fmla="*/ 863796 w 7463080"/>
              <a:gd name="connsiteY4" fmla="*/ 376238 h 2615148"/>
              <a:gd name="connsiteX5" fmla="*/ 1498324 w 7463080"/>
              <a:gd name="connsiteY5" fmla="*/ 376238 h 2615148"/>
              <a:gd name="connsiteX6" fmla="*/ 2082432 w 7463080"/>
              <a:gd name="connsiteY6" fmla="*/ 408622 h 2615148"/>
              <a:gd name="connsiteX7" fmla="*/ 2462959 w 7463080"/>
              <a:gd name="connsiteY7" fmla="*/ 408622 h 2615148"/>
              <a:gd name="connsiteX8" fmla="*/ 2844437 w 7463080"/>
              <a:gd name="connsiteY8" fmla="*/ 368618 h 2615148"/>
              <a:gd name="connsiteX9" fmla="*/ 3048019 w 7463080"/>
              <a:gd name="connsiteY9" fmla="*/ 336232 h 2615148"/>
              <a:gd name="connsiteX10" fmla="*/ 3200230 w 7463080"/>
              <a:gd name="connsiteY10" fmla="*/ 352425 h 2615148"/>
              <a:gd name="connsiteX11" fmla="*/ 3352440 w 7463080"/>
              <a:gd name="connsiteY11" fmla="*/ 344805 h 2615148"/>
              <a:gd name="connsiteX12" fmla="*/ 3504651 w 7463080"/>
              <a:gd name="connsiteY12" fmla="*/ 412432 h 2615148"/>
              <a:gd name="connsiteX13" fmla="*/ 3656862 w 7463080"/>
              <a:gd name="connsiteY13" fmla="*/ 463868 h 2615148"/>
              <a:gd name="connsiteX14" fmla="*/ 3809072 w 7463080"/>
              <a:gd name="connsiteY14" fmla="*/ 463868 h 2615148"/>
              <a:gd name="connsiteX15" fmla="*/ 3961283 w 7463080"/>
              <a:gd name="connsiteY15" fmla="*/ 536257 h 2615148"/>
              <a:gd name="connsiteX16" fmla="*/ 4113494 w 7463080"/>
              <a:gd name="connsiteY16" fmla="*/ 517207 h 2615148"/>
              <a:gd name="connsiteX17" fmla="*/ 4265705 w 7463080"/>
              <a:gd name="connsiteY17" fmla="*/ 498157 h 2615148"/>
              <a:gd name="connsiteX18" fmla="*/ 4417915 w 7463080"/>
              <a:gd name="connsiteY18" fmla="*/ 677228 h 2615148"/>
              <a:gd name="connsiteX19" fmla="*/ 4570126 w 7463080"/>
              <a:gd name="connsiteY19" fmla="*/ 647700 h 2615148"/>
              <a:gd name="connsiteX20" fmla="*/ 4722337 w 7463080"/>
              <a:gd name="connsiteY20" fmla="*/ 513397 h 2615148"/>
              <a:gd name="connsiteX21" fmla="*/ 4874548 w 7463080"/>
              <a:gd name="connsiteY21" fmla="*/ 577215 h 2615148"/>
              <a:gd name="connsiteX22" fmla="*/ 5026758 w 7463080"/>
              <a:gd name="connsiteY22" fmla="*/ 597218 h 2615148"/>
              <a:gd name="connsiteX23" fmla="*/ 5178969 w 7463080"/>
              <a:gd name="connsiteY23" fmla="*/ 497205 h 2615148"/>
              <a:gd name="connsiteX24" fmla="*/ 5331180 w 7463080"/>
              <a:gd name="connsiteY24" fmla="*/ 476250 h 2615148"/>
              <a:gd name="connsiteX25" fmla="*/ 5483390 w 7463080"/>
              <a:gd name="connsiteY25" fmla="*/ 547688 h 2615148"/>
              <a:gd name="connsiteX26" fmla="*/ 5635601 w 7463080"/>
              <a:gd name="connsiteY26" fmla="*/ 735330 h 2615148"/>
              <a:gd name="connsiteX27" fmla="*/ 5787812 w 7463080"/>
              <a:gd name="connsiteY27" fmla="*/ 761047 h 2615148"/>
              <a:gd name="connsiteX28" fmla="*/ 5940022 w 7463080"/>
              <a:gd name="connsiteY28" fmla="*/ 893445 h 2615148"/>
              <a:gd name="connsiteX29" fmla="*/ 6092233 w 7463080"/>
              <a:gd name="connsiteY29" fmla="*/ 670560 h 2615148"/>
              <a:gd name="connsiteX30" fmla="*/ 6244444 w 7463080"/>
              <a:gd name="connsiteY30" fmla="*/ 617220 h 2615148"/>
              <a:gd name="connsiteX31" fmla="*/ 6396654 w 7463080"/>
              <a:gd name="connsiteY31" fmla="*/ 947738 h 2615148"/>
              <a:gd name="connsiteX32" fmla="*/ 6548865 w 7463080"/>
              <a:gd name="connsiteY32" fmla="*/ 1195388 h 2615148"/>
              <a:gd name="connsiteX33" fmla="*/ 6701076 w 7463080"/>
              <a:gd name="connsiteY33" fmla="*/ 903922 h 2615148"/>
              <a:gd name="connsiteX34" fmla="*/ 6853286 w 7463080"/>
              <a:gd name="connsiteY34" fmla="*/ 862013 h 2615148"/>
              <a:gd name="connsiteX35" fmla="*/ 7005497 w 7463080"/>
              <a:gd name="connsiteY35" fmla="*/ 1232535 h 2615148"/>
              <a:gd name="connsiteX36" fmla="*/ 7157708 w 7463080"/>
              <a:gd name="connsiteY36" fmla="*/ 1214438 h 2615148"/>
              <a:gd name="connsiteX37" fmla="*/ 7309919 w 7463080"/>
              <a:gd name="connsiteY37" fmla="*/ 908685 h 2615148"/>
              <a:gd name="connsiteX38" fmla="*/ 7437395 w 7463080"/>
              <a:gd name="connsiteY38" fmla="*/ 176213 h 2615148"/>
              <a:gd name="connsiteX39" fmla="*/ 7463080 w 7463080"/>
              <a:gd name="connsiteY39" fmla="*/ 0 h 2615148"/>
              <a:gd name="connsiteX40" fmla="*/ 7463080 w 7463080"/>
              <a:gd name="connsiteY40" fmla="*/ 0 h 2615148"/>
              <a:gd name="connsiteX41" fmla="*/ 7437395 w 7463080"/>
              <a:gd name="connsiteY41" fmla="*/ 435293 h 2615148"/>
              <a:gd name="connsiteX42" fmla="*/ 7309919 w 7463080"/>
              <a:gd name="connsiteY42" fmla="*/ 2185988 h 2615148"/>
              <a:gd name="connsiteX43" fmla="*/ 7157708 w 7463080"/>
              <a:gd name="connsiteY43" fmla="*/ 2588895 h 2615148"/>
              <a:gd name="connsiteX44" fmla="*/ 7005497 w 7463080"/>
              <a:gd name="connsiteY44" fmla="*/ 2381250 h 2615148"/>
              <a:gd name="connsiteX45" fmla="*/ 6853286 w 7463080"/>
              <a:gd name="connsiteY45" fmla="*/ 2511743 h 2615148"/>
              <a:gd name="connsiteX46" fmla="*/ 6701076 w 7463080"/>
              <a:gd name="connsiteY46" fmla="*/ 2310765 h 2615148"/>
              <a:gd name="connsiteX47" fmla="*/ 6548865 w 7463080"/>
              <a:gd name="connsiteY47" fmla="*/ 2553652 h 2615148"/>
              <a:gd name="connsiteX48" fmla="*/ 6396654 w 7463080"/>
              <a:gd name="connsiteY48" fmla="*/ 2079307 h 2615148"/>
              <a:gd name="connsiteX49" fmla="*/ 6244444 w 7463080"/>
              <a:gd name="connsiteY49" fmla="*/ 1748790 h 2615148"/>
              <a:gd name="connsiteX50" fmla="*/ 6092233 w 7463080"/>
              <a:gd name="connsiteY50" fmla="*/ 1947863 h 2615148"/>
              <a:gd name="connsiteX51" fmla="*/ 5940022 w 7463080"/>
              <a:gd name="connsiteY51" fmla="*/ 1912620 h 2615148"/>
              <a:gd name="connsiteX52" fmla="*/ 5787812 w 7463080"/>
              <a:gd name="connsiteY52" fmla="*/ 2086928 h 2615148"/>
              <a:gd name="connsiteX53" fmla="*/ 5635601 w 7463080"/>
              <a:gd name="connsiteY53" fmla="*/ 1802130 h 2615148"/>
              <a:gd name="connsiteX54" fmla="*/ 5483390 w 7463080"/>
              <a:gd name="connsiteY54" fmla="*/ 1550670 h 2615148"/>
              <a:gd name="connsiteX55" fmla="*/ 5331180 w 7463080"/>
              <a:gd name="connsiteY55" fmla="*/ 1527810 h 2615148"/>
              <a:gd name="connsiteX56" fmla="*/ 5178969 w 7463080"/>
              <a:gd name="connsiteY56" fmla="*/ 1242060 h 2615148"/>
              <a:gd name="connsiteX57" fmla="*/ 5026758 w 7463080"/>
              <a:gd name="connsiteY57" fmla="*/ 1213485 h 2615148"/>
              <a:gd name="connsiteX58" fmla="*/ 4874548 w 7463080"/>
              <a:gd name="connsiteY58" fmla="*/ 1274445 h 2615148"/>
              <a:gd name="connsiteX59" fmla="*/ 4722337 w 7463080"/>
              <a:gd name="connsiteY59" fmla="*/ 1275398 h 2615148"/>
              <a:gd name="connsiteX60" fmla="*/ 4570126 w 7463080"/>
              <a:gd name="connsiteY60" fmla="*/ 1069657 h 2615148"/>
              <a:gd name="connsiteX61" fmla="*/ 4417915 w 7463080"/>
              <a:gd name="connsiteY61" fmla="*/ 856297 h 2615148"/>
              <a:gd name="connsiteX62" fmla="*/ 4265705 w 7463080"/>
              <a:gd name="connsiteY62" fmla="*/ 725805 h 2615148"/>
              <a:gd name="connsiteX63" fmla="*/ 4113494 w 7463080"/>
              <a:gd name="connsiteY63" fmla="*/ 663893 h 2615148"/>
              <a:gd name="connsiteX64" fmla="*/ 3961283 w 7463080"/>
              <a:gd name="connsiteY64" fmla="*/ 715328 h 2615148"/>
              <a:gd name="connsiteX65" fmla="*/ 3809072 w 7463080"/>
              <a:gd name="connsiteY65" fmla="*/ 642938 h 2615148"/>
              <a:gd name="connsiteX66" fmla="*/ 3656862 w 7463080"/>
              <a:gd name="connsiteY66" fmla="*/ 578168 h 2615148"/>
              <a:gd name="connsiteX67" fmla="*/ 3504651 w 7463080"/>
              <a:gd name="connsiteY67" fmla="*/ 542925 h 2615148"/>
              <a:gd name="connsiteX68" fmla="*/ 3352440 w 7463080"/>
              <a:gd name="connsiteY68" fmla="*/ 556260 h 2615148"/>
              <a:gd name="connsiteX69" fmla="*/ 3200230 w 7463080"/>
              <a:gd name="connsiteY69" fmla="*/ 435293 h 2615148"/>
              <a:gd name="connsiteX70" fmla="*/ 3048019 w 7463080"/>
              <a:gd name="connsiteY70" fmla="*/ 483870 h 2615148"/>
              <a:gd name="connsiteX71" fmla="*/ 2844437 w 7463080"/>
              <a:gd name="connsiteY71" fmla="*/ 467678 h 2615148"/>
              <a:gd name="connsiteX72" fmla="*/ 2462959 w 7463080"/>
              <a:gd name="connsiteY72" fmla="*/ 427672 h 2615148"/>
              <a:gd name="connsiteX73" fmla="*/ 2082432 w 7463080"/>
              <a:gd name="connsiteY73" fmla="*/ 427672 h 2615148"/>
              <a:gd name="connsiteX74" fmla="*/ 1498324 w 7463080"/>
              <a:gd name="connsiteY74" fmla="*/ 460057 h 2615148"/>
              <a:gd name="connsiteX75" fmla="*/ 863796 w 7463080"/>
              <a:gd name="connsiteY75" fmla="*/ 460057 h 2615148"/>
              <a:gd name="connsiteX76" fmla="*/ 609794 w 7463080"/>
              <a:gd name="connsiteY76" fmla="*/ 436245 h 2615148"/>
              <a:gd name="connsiteX77" fmla="*/ 406212 w 7463080"/>
              <a:gd name="connsiteY77" fmla="*/ 449580 h 2615148"/>
              <a:gd name="connsiteX78" fmla="*/ 76105 w 7463080"/>
              <a:gd name="connsiteY78" fmla="*/ 414338 h 2615148"/>
              <a:gd name="connsiteX79" fmla="*/ 0 w 7463080"/>
              <a:gd name="connsiteY79" fmla="*/ 403860 h 2615148"/>
              <a:gd name="connsiteX80" fmla="*/ 0 w 7463080"/>
              <a:gd name="connsiteY80" fmla="*/ 306705 h 2615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7463080" h="2615148">
                <a:moveTo>
                  <a:pt x="0" y="302895"/>
                </a:moveTo>
                <a:lnTo>
                  <a:pt x="76105" y="313372"/>
                </a:lnTo>
                <a:cubicBezTo>
                  <a:pt x="152211" y="323850"/>
                  <a:pt x="304421" y="345757"/>
                  <a:pt x="406212" y="364807"/>
                </a:cubicBezTo>
                <a:cubicBezTo>
                  <a:pt x="508003" y="383857"/>
                  <a:pt x="558423" y="400050"/>
                  <a:pt x="609794" y="400050"/>
                </a:cubicBezTo>
                <a:cubicBezTo>
                  <a:pt x="661165" y="400050"/>
                  <a:pt x="711585" y="383857"/>
                  <a:pt x="863796" y="376238"/>
                </a:cubicBezTo>
                <a:cubicBezTo>
                  <a:pt x="1016006" y="368618"/>
                  <a:pt x="1270008" y="368618"/>
                  <a:pt x="1498324" y="376238"/>
                </a:cubicBezTo>
                <a:cubicBezTo>
                  <a:pt x="1726640" y="383857"/>
                  <a:pt x="1930222" y="400050"/>
                  <a:pt x="2082432" y="408622"/>
                </a:cubicBezTo>
                <a:cubicBezTo>
                  <a:pt x="2234643" y="417195"/>
                  <a:pt x="2336434" y="416243"/>
                  <a:pt x="2462959" y="408622"/>
                </a:cubicBezTo>
                <a:cubicBezTo>
                  <a:pt x="2589484" y="401003"/>
                  <a:pt x="2742646" y="384810"/>
                  <a:pt x="2844437" y="368618"/>
                </a:cubicBezTo>
                <a:cubicBezTo>
                  <a:pt x="2946228" y="352425"/>
                  <a:pt x="2996648" y="336232"/>
                  <a:pt x="3048019" y="336232"/>
                </a:cubicBezTo>
                <a:cubicBezTo>
                  <a:pt x="3099390" y="336232"/>
                  <a:pt x="3149810" y="352425"/>
                  <a:pt x="3200230" y="352425"/>
                </a:cubicBezTo>
                <a:cubicBezTo>
                  <a:pt x="3250650" y="352425"/>
                  <a:pt x="3302021" y="336232"/>
                  <a:pt x="3352440" y="344805"/>
                </a:cubicBezTo>
                <a:cubicBezTo>
                  <a:pt x="3402860" y="352425"/>
                  <a:pt x="3454231" y="384810"/>
                  <a:pt x="3504651" y="412432"/>
                </a:cubicBezTo>
                <a:cubicBezTo>
                  <a:pt x="3555071" y="439103"/>
                  <a:pt x="3606442" y="461010"/>
                  <a:pt x="3656862" y="463868"/>
                </a:cubicBezTo>
                <a:cubicBezTo>
                  <a:pt x="3707282" y="466725"/>
                  <a:pt x="3758653" y="450532"/>
                  <a:pt x="3809072" y="463868"/>
                </a:cubicBezTo>
                <a:cubicBezTo>
                  <a:pt x="3859492" y="477203"/>
                  <a:pt x="3910863" y="520065"/>
                  <a:pt x="3961283" y="536257"/>
                </a:cubicBezTo>
                <a:cubicBezTo>
                  <a:pt x="4011703" y="551497"/>
                  <a:pt x="4063074" y="540068"/>
                  <a:pt x="4113494" y="517207"/>
                </a:cubicBezTo>
                <a:cubicBezTo>
                  <a:pt x="4163914" y="495300"/>
                  <a:pt x="4215285" y="462915"/>
                  <a:pt x="4265705" y="498157"/>
                </a:cubicBezTo>
                <a:cubicBezTo>
                  <a:pt x="4316125" y="533400"/>
                  <a:pt x="4367496" y="636270"/>
                  <a:pt x="4417915" y="677228"/>
                </a:cubicBezTo>
                <a:cubicBezTo>
                  <a:pt x="4468335" y="718185"/>
                  <a:pt x="4519706" y="695325"/>
                  <a:pt x="4570126" y="647700"/>
                </a:cubicBezTo>
                <a:cubicBezTo>
                  <a:pt x="4620546" y="600075"/>
                  <a:pt x="4671917" y="526732"/>
                  <a:pt x="4722337" y="513397"/>
                </a:cubicBezTo>
                <a:cubicBezTo>
                  <a:pt x="4772757" y="500063"/>
                  <a:pt x="4824127" y="547688"/>
                  <a:pt x="4874548" y="577215"/>
                </a:cubicBezTo>
                <a:cubicBezTo>
                  <a:pt x="4924967" y="606743"/>
                  <a:pt x="4976338" y="618172"/>
                  <a:pt x="5026758" y="597218"/>
                </a:cubicBezTo>
                <a:cubicBezTo>
                  <a:pt x="5077178" y="576263"/>
                  <a:pt x="5128549" y="522922"/>
                  <a:pt x="5178969" y="497205"/>
                </a:cubicBezTo>
                <a:cubicBezTo>
                  <a:pt x="5229389" y="470535"/>
                  <a:pt x="5280759" y="470535"/>
                  <a:pt x="5331180" y="476250"/>
                </a:cubicBezTo>
                <a:cubicBezTo>
                  <a:pt x="5381599" y="481013"/>
                  <a:pt x="5432970" y="491490"/>
                  <a:pt x="5483390" y="547688"/>
                </a:cubicBezTo>
                <a:cubicBezTo>
                  <a:pt x="5533810" y="603885"/>
                  <a:pt x="5585181" y="703897"/>
                  <a:pt x="5635601" y="735330"/>
                </a:cubicBezTo>
                <a:cubicBezTo>
                  <a:pt x="5686021" y="765810"/>
                  <a:pt x="5737391" y="726757"/>
                  <a:pt x="5787812" y="761047"/>
                </a:cubicBezTo>
                <a:cubicBezTo>
                  <a:pt x="5838231" y="796290"/>
                  <a:pt x="5889602" y="904875"/>
                  <a:pt x="5940022" y="893445"/>
                </a:cubicBezTo>
                <a:cubicBezTo>
                  <a:pt x="5990442" y="882015"/>
                  <a:pt x="6041813" y="750570"/>
                  <a:pt x="6092233" y="670560"/>
                </a:cubicBezTo>
                <a:cubicBezTo>
                  <a:pt x="6142653" y="590550"/>
                  <a:pt x="6194024" y="561975"/>
                  <a:pt x="6244444" y="617220"/>
                </a:cubicBezTo>
                <a:cubicBezTo>
                  <a:pt x="6294863" y="672465"/>
                  <a:pt x="6346234" y="812482"/>
                  <a:pt x="6396654" y="947738"/>
                </a:cubicBezTo>
                <a:cubicBezTo>
                  <a:pt x="6447074" y="1082993"/>
                  <a:pt x="6498445" y="1215390"/>
                  <a:pt x="6548865" y="1195388"/>
                </a:cubicBezTo>
                <a:cubicBezTo>
                  <a:pt x="6599285" y="1175385"/>
                  <a:pt x="6650656" y="1003935"/>
                  <a:pt x="6701076" y="903922"/>
                </a:cubicBezTo>
                <a:cubicBezTo>
                  <a:pt x="6751495" y="803910"/>
                  <a:pt x="6802866" y="774382"/>
                  <a:pt x="6853286" y="862013"/>
                </a:cubicBezTo>
                <a:cubicBezTo>
                  <a:pt x="6903706" y="949643"/>
                  <a:pt x="6955077" y="1154430"/>
                  <a:pt x="7005497" y="1232535"/>
                </a:cubicBezTo>
                <a:cubicBezTo>
                  <a:pt x="7055917" y="1311593"/>
                  <a:pt x="7107288" y="1263968"/>
                  <a:pt x="7157708" y="1214438"/>
                </a:cubicBezTo>
                <a:cubicBezTo>
                  <a:pt x="7208128" y="1163955"/>
                  <a:pt x="7259498" y="1111568"/>
                  <a:pt x="7309919" y="908685"/>
                </a:cubicBezTo>
                <a:cubicBezTo>
                  <a:pt x="7360338" y="705803"/>
                  <a:pt x="7411709" y="352425"/>
                  <a:pt x="7437395" y="176213"/>
                </a:cubicBezTo>
                <a:lnTo>
                  <a:pt x="7463080" y="0"/>
                </a:lnTo>
                <a:lnTo>
                  <a:pt x="7463080" y="0"/>
                </a:lnTo>
                <a:lnTo>
                  <a:pt x="7437395" y="435293"/>
                </a:lnTo>
                <a:cubicBezTo>
                  <a:pt x="7411709" y="870585"/>
                  <a:pt x="7361289" y="1740218"/>
                  <a:pt x="7309919" y="2185988"/>
                </a:cubicBezTo>
                <a:cubicBezTo>
                  <a:pt x="7258547" y="2631758"/>
                  <a:pt x="7208128" y="2651760"/>
                  <a:pt x="7157708" y="2588895"/>
                </a:cubicBezTo>
                <a:cubicBezTo>
                  <a:pt x="7107288" y="2526030"/>
                  <a:pt x="7055917" y="2378393"/>
                  <a:pt x="7005497" y="2381250"/>
                </a:cubicBezTo>
                <a:cubicBezTo>
                  <a:pt x="6955077" y="2383155"/>
                  <a:pt x="6903706" y="2534602"/>
                  <a:pt x="6853286" y="2511743"/>
                </a:cubicBezTo>
                <a:cubicBezTo>
                  <a:pt x="6802866" y="2488883"/>
                  <a:pt x="6751495" y="2291715"/>
                  <a:pt x="6701076" y="2310765"/>
                </a:cubicBezTo>
                <a:cubicBezTo>
                  <a:pt x="6650656" y="2329815"/>
                  <a:pt x="6599285" y="2566035"/>
                  <a:pt x="6548865" y="2553652"/>
                </a:cubicBezTo>
                <a:cubicBezTo>
                  <a:pt x="6498445" y="2541270"/>
                  <a:pt x="6447074" y="2280285"/>
                  <a:pt x="6396654" y="2079307"/>
                </a:cubicBezTo>
                <a:cubicBezTo>
                  <a:pt x="6346234" y="1879282"/>
                  <a:pt x="6294863" y="1739265"/>
                  <a:pt x="6244444" y="1748790"/>
                </a:cubicBezTo>
                <a:cubicBezTo>
                  <a:pt x="6194024" y="1758315"/>
                  <a:pt x="6142653" y="1916430"/>
                  <a:pt x="6092233" y="1947863"/>
                </a:cubicBezTo>
                <a:cubicBezTo>
                  <a:pt x="6041813" y="1979295"/>
                  <a:pt x="5990442" y="1884998"/>
                  <a:pt x="5940022" y="1912620"/>
                </a:cubicBezTo>
                <a:cubicBezTo>
                  <a:pt x="5889602" y="1940243"/>
                  <a:pt x="5838231" y="2089785"/>
                  <a:pt x="5787812" y="2086928"/>
                </a:cubicBezTo>
                <a:cubicBezTo>
                  <a:pt x="5737391" y="2084070"/>
                  <a:pt x="5686021" y="1929765"/>
                  <a:pt x="5635601" y="1802130"/>
                </a:cubicBezTo>
                <a:cubicBezTo>
                  <a:pt x="5585181" y="1674495"/>
                  <a:pt x="5533810" y="1573530"/>
                  <a:pt x="5483390" y="1550670"/>
                </a:cubicBezTo>
                <a:cubicBezTo>
                  <a:pt x="5432970" y="1527810"/>
                  <a:pt x="5381599" y="1582103"/>
                  <a:pt x="5331180" y="1527810"/>
                </a:cubicBezTo>
                <a:cubicBezTo>
                  <a:pt x="5280759" y="1474470"/>
                  <a:pt x="5229389" y="1312545"/>
                  <a:pt x="5178969" y="1242060"/>
                </a:cubicBezTo>
                <a:cubicBezTo>
                  <a:pt x="5128549" y="1171575"/>
                  <a:pt x="5077178" y="1192530"/>
                  <a:pt x="5026758" y="1213485"/>
                </a:cubicBezTo>
                <a:cubicBezTo>
                  <a:pt x="4976338" y="1234440"/>
                  <a:pt x="4924967" y="1255395"/>
                  <a:pt x="4874548" y="1274445"/>
                </a:cubicBezTo>
                <a:cubicBezTo>
                  <a:pt x="4824127" y="1293495"/>
                  <a:pt x="4772757" y="1310640"/>
                  <a:pt x="4722337" y="1275398"/>
                </a:cubicBezTo>
                <a:cubicBezTo>
                  <a:pt x="4671917" y="1240155"/>
                  <a:pt x="4620546" y="1151573"/>
                  <a:pt x="4570126" y="1069657"/>
                </a:cubicBezTo>
                <a:cubicBezTo>
                  <a:pt x="4519706" y="987743"/>
                  <a:pt x="4468335" y="913447"/>
                  <a:pt x="4417915" y="856297"/>
                </a:cubicBezTo>
                <a:cubicBezTo>
                  <a:pt x="4367496" y="799147"/>
                  <a:pt x="4316125" y="761047"/>
                  <a:pt x="4265705" y="725805"/>
                </a:cubicBezTo>
                <a:cubicBezTo>
                  <a:pt x="4215285" y="690563"/>
                  <a:pt x="4163914" y="658178"/>
                  <a:pt x="4113494" y="663893"/>
                </a:cubicBezTo>
                <a:cubicBezTo>
                  <a:pt x="4063074" y="669607"/>
                  <a:pt x="4011703" y="714375"/>
                  <a:pt x="3961283" y="715328"/>
                </a:cubicBezTo>
                <a:cubicBezTo>
                  <a:pt x="3910863" y="715328"/>
                  <a:pt x="3859492" y="672465"/>
                  <a:pt x="3809072" y="642938"/>
                </a:cubicBezTo>
                <a:cubicBezTo>
                  <a:pt x="3758653" y="613410"/>
                  <a:pt x="3707282" y="597218"/>
                  <a:pt x="3656862" y="578168"/>
                </a:cubicBezTo>
                <a:cubicBezTo>
                  <a:pt x="3606442" y="559118"/>
                  <a:pt x="3555071" y="538163"/>
                  <a:pt x="3504651" y="542925"/>
                </a:cubicBezTo>
                <a:cubicBezTo>
                  <a:pt x="3454231" y="548640"/>
                  <a:pt x="3402860" y="581025"/>
                  <a:pt x="3352440" y="556260"/>
                </a:cubicBezTo>
                <a:cubicBezTo>
                  <a:pt x="3302021" y="532447"/>
                  <a:pt x="3250650" y="451485"/>
                  <a:pt x="3200230" y="435293"/>
                </a:cubicBezTo>
                <a:cubicBezTo>
                  <a:pt x="3149810" y="419100"/>
                  <a:pt x="3098439" y="467678"/>
                  <a:pt x="3048019" y="483870"/>
                </a:cubicBezTo>
                <a:cubicBezTo>
                  <a:pt x="2997599" y="500063"/>
                  <a:pt x="2946228" y="483870"/>
                  <a:pt x="2844437" y="467678"/>
                </a:cubicBezTo>
                <a:cubicBezTo>
                  <a:pt x="2742646" y="451485"/>
                  <a:pt x="2590436" y="435293"/>
                  <a:pt x="2462959" y="427672"/>
                </a:cubicBezTo>
                <a:cubicBezTo>
                  <a:pt x="2336434" y="420053"/>
                  <a:pt x="2234643" y="420053"/>
                  <a:pt x="2082432" y="427672"/>
                </a:cubicBezTo>
                <a:cubicBezTo>
                  <a:pt x="1930222" y="435293"/>
                  <a:pt x="1726640" y="451485"/>
                  <a:pt x="1498324" y="460057"/>
                </a:cubicBezTo>
                <a:cubicBezTo>
                  <a:pt x="1270008" y="467678"/>
                  <a:pt x="1016006" y="467678"/>
                  <a:pt x="863796" y="460057"/>
                </a:cubicBezTo>
                <a:cubicBezTo>
                  <a:pt x="711585" y="452438"/>
                  <a:pt x="660214" y="436245"/>
                  <a:pt x="609794" y="436245"/>
                </a:cubicBezTo>
                <a:cubicBezTo>
                  <a:pt x="559374" y="436245"/>
                  <a:pt x="508003" y="452438"/>
                  <a:pt x="406212" y="449580"/>
                </a:cubicBezTo>
                <a:cubicBezTo>
                  <a:pt x="304421" y="446722"/>
                  <a:pt x="152211" y="425768"/>
                  <a:pt x="76105" y="414338"/>
                </a:cubicBezTo>
                <a:lnTo>
                  <a:pt x="0" y="403860"/>
                </a:lnTo>
                <a:lnTo>
                  <a:pt x="0" y="306705"/>
                </a:lnTo>
                <a:close/>
              </a:path>
            </a:pathLst>
          </a:custGeom>
          <a:solidFill>
            <a:srgbClr val="CB7729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7" name="Freeform 96">
            <a:extLst>
              <a:ext uri="{FF2B5EF4-FFF2-40B4-BE49-F238E27FC236}">
                <a16:creationId xmlns:a16="http://schemas.microsoft.com/office/drawing/2014/main" id="{F538FEB8-1FB1-38A4-4435-3244ABFCE327}"/>
              </a:ext>
            </a:extLst>
          </p:cNvPr>
          <p:cNvSpPr/>
          <p:nvPr/>
        </p:nvSpPr>
        <p:spPr>
          <a:xfrm>
            <a:off x="522129" y="1499384"/>
            <a:ext cx="7463080" cy="2134088"/>
          </a:xfrm>
          <a:custGeom>
            <a:avLst/>
            <a:gdLst>
              <a:gd name="connsiteX0" fmla="*/ 0 w 7463080"/>
              <a:gd name="connsiteY0" fmla="*/ 2030743 h 2134088"/>
              <a:gd name="connsiteX1" fmla="*/ 76105 w 7463080"/>
              <a:gd name="connsiteY1" fmla="*/ 2008835 h 2134088"/>
              <a:gd name="connsiteX2" fmla="*/ 406212 w 7463080"/>
              <a:gd name="connsiteY2" fmla="*/ 1946923 h 2134088"/>
              <a:gd name="connsiteX3" fmla="*/ 609794 w 7463080"/>
              <a:gd name="connsiteY3" fmla="*/ 2030743 h 2134088"/>
              <a:gd name="connsiteX4" fmla="*/ 863796 w 7463080"/>
              <a:gd name="connsiteY4" fmla="*/ 2086940 h 2134088"/>
              <a:gd name="connsiteX5" fmla="*/ 1498324 w 7463080"/>
              <a:gd name="connsiteY5" fmla="*/ 2086940 h 2134088"/>
              <a:gd name="connsiteX6" fmla="*/ 2082432 w 7463080"/>
              <a:gd name="connsiteY6" fmla="*/ 2054555 h 2134088"/>
              <a:gd name="connsiteX7" fmla="*/ 2462959 w 7463080"/>
              <a:gd name="connsiteY7" fmla="*/ 2038363 h 2134088"/>
              <a:gd name="connsiteX8" fmla="*/ 2844437 w 7463080"/>
              <a:gd name="connsiteY8" fmla="*/ 2014550 h 2134088"/>
              <a:gd name="connsiteX9" fmla="*/ 3048019 w 7463080"/>
              <a:gd name="connsiteY9" fmla="*/ 2030743 h 2134088"/>
              <a:gd name="connsiteX10" fmla="*/ 3200230 w 7463080"/>
              <a:gd name="connsiteY10" fmla="*/ 1982165 h 2134088"/>
              <a:gd name="connsiteX11" fmla="*/ 3352440 w 7463080"/>
              <a:gd name="connsiteY11" fmla="*/ 1925968 h 2134088"/>
              <a:gd name="connsiteX12" fmla="*/ 3504651 w 7463080"/>
              <a:gd name="connsiteY12" fmla="*/ 2074558 h 2134088"/>
              <a:gd name="connsiteX13" fmla="*/ 3656862 w 7463080"/>
              <a:gd name="connsiteY13" fmla="*/ 2061223 h 2134088"/>
              <a:gd name="connsiteX14" fmla="*/ 3809072 w 7463080"/>
              <a:gd name="connsiteY14" fmla="*/ 2093608 h 2134088"/>
              <a:gd name="connsiteX15" fmla="*/ 3961283 w 7463080"/>
              <a:gd name="connsiteY15" fmla="*/ 1955495 h 2134088"/>
              <a:gd name="connsiteX16" fmla="*/ 4113494 w 7463080"/>
              <a:gd name="connsiteY16" fmla="*/ 1985023 h 2134088"/>
              <a:gd name="connsiteX17" fmla="*/ 4265705 w 7463080"/>
              <a:gd name="connsiteY17" fmla="*/ 2079320 h 2134088"/>
              <a:gd name="connsiteX18" fmla="*/ 4417915 w 7463080"/>
              <a:gd name="connsiteY18" fmla="*/ 1934540 h 2134088"/>
              <a:gd name="connsiteX19" fmla="*/ 4570126 w 7463080"/>
              <a:gd name="connsiteY19" fmla="*/ 1888820 h 2134088"/>
              <a:gd name="connsiteX20" fmla="*/ 4722337 w 7463080"/>
              <a:gd name="connsiteY20" fmla="*/ 1803095 h 2134088"/>
              <a:gd name="connsiteX21" fmla="*/ 4874548 w 7463080"/>
              <a:gd name="connsiteY21" fmla="*/ 1721180 h 2134088"/>
              <a:gd name="connsiteX22" fmla="*/ 5026758 w 7463080"/>
              <a:gd name="connsiteY22" fmla="*/ 1595450 h 2134088"/>
              <a:gd name="connsiteX23" fmla="*/ 5178969 w 7463080"/>
              <a:gd name="connsiteY23" fmla="*/ 1511630 h 2134088"/>
              <a:gd name="connsiteX24" fmla="*/ 5331180 w 7463080"/>
              <a:gd name="connsiteY24" fmla="*/ 1409713 h 2134088"/>
              <a:gd name="connsiteX25" fmla="*/ 5483390 w 7463080"/>
              <a:gd name="connsiteY25" fmla="*/ 1205878 h 2134088"/>
              <a:gd name="connsiteX26" fmla="*/ 5635601 w 7463080"/>
              <a:gd name="connsiteY26" fmla="*/ 860120 h 2134088"/>
              <a:gd name="connsiteX27" fmla="*/ 5787812 w 7463080"/>
              <a:gd name="connsiteY27" fmla="*/ 724865 h 2134088"/>
              <a:gd name="connsiteX28" fmla="*/ 5940022 w 7463080"/>
              <a:gd name="connsiteY28" fmla="*/ 550558 h 2134088"/>
              <a:gd name="connsiteX29" fmla="*/ 6092233 w 7463080"/>
              <a:gd name="connsiteY29" fmla="*/ 634378 h 2134088"/>
              <a:gd name="connsiteX30" fmla="*/ 6244444 w 7463080"/>
              <a:gd name="connsiteY30" fmla="*/ 1033475 h 2134088"/>
              <a:gd name="connsiteX31" fmla="*/ 6396654 w 7463080"/>
              <a:gd name="connsiteY31" fmla="*/ 587705 h 2134088"/>
              <a:gd name="connsiteX32" fmla="*/ 6548865 w 7463080"/>
              <a:gd name="connsiteY32" fmla="*/ 204800 h 2134088"/>
              <a:gd name="connsiteX33" fmla="*/ 6701076 w 7463080"/>
              <a:gd name="connsiteY33" fmla="*/ 365773 h 2134088"/>
              <a:gd name="connsiteX34" fmla="*/ 6853286 w 7463080"/>
              <a:gd name="connsiteY34" fmla="*/ 323863 h 2134088"/>
              <a:gd name="connsiteX35" fmla="*/ 7005497 w 7463080"/>
              <a:gd name="connsiteY35" fmla="*/ 13 h 2134088"/>
              <a:gd name="connsiteX36" fmla="*/ 7157708 w 7463080"/>
              <a:gd name="connsiteY36" fmla="*/ 321005 h 2134088"/>
              <a:gd name="connsiteX37" fmla="*/ 7309919 w 7463080"/>
              <a:gd name="connsiteY37" fmla="*/ 564845 h 2134088"/>
              <a:gd name="connsiteX38" fmla="*/ 7437395 w 7463080"/>
              <a:gd name="connsiteY38" fmla="*/ 1028713 h 2134088"/>
              <a:gd name="connsiteX39" fmla="*/ 7463080 w 7463080"/>
              <a:gd name="connsiteY39" fmla="*/ 1143013 h 2134088"/>
              <a:gd name="connsiteX40" fmla="*/ 7463080 w 7463080"/>
              <a:gd name="connsiteY40" fmla="*/ 1143013 h 2134088"/>
              <a:gd name="connsiteX41" fmla="*/ 7437395 w 7463080"/>
              <a:gd name="connsiteY41" fmla="*/ 1044905 h 2134088"/>
              <a:gd name="connsiteX42" fmla="*/ 7309919 w 7463080"/>
              <a:gd name="connsiteY42" fmla="*/ 629615 h 2134088"/>
              <a:gd name="connsiteX43" fmla="*/ 7157708 w 7463080"/>
              <a:gd name="connsiteY43" fmla="*/ 466738 h 2134088"/>
              <a:gd name="connsiteX44" fmla="*/ 7005497 w 7463080"/>
              <a:gd name="connsiteY44" fmla="*/ 533413 h 2134088"/>
              <a:gd name="connsiteX45" fmla="*/ 6853286 w 7463080"/>
              <a:gd name="connsiteY45" fmla="*/ 566750 h 2134088"/>
              <a:gd name="connsiteX46" fmla="*/ 6701076 w 7463080"/>
              <a:gd name="connsiteY46" fmla="*/ 608660 h 2134088"/>
              <a:gd name="connsiteX47" fmla="*/ 6548865 w 7463080"/>
              <a:gd name="connsiteY47" fmla="*/ 431495 h 2134088"/>
              <a:gd name="connsiteX48" fmla="*/ 6396654 w 7463080"/>
              <a:gd name="connsiteY48" fmla="*/ 814400 h 2134088"/>
              <a:gd name="connsiteX49" fmla="*/ 6244444 w 7463080"/>
              <a:gd name="connsiteY49" fmla="*/ 1082053 h 2134088"/>
              <a:gd name="connsiteX50" fmla="*/ 6092233 w 7463080"/>
              <a:gd name="connsiteY50" fmla="*/ 682955 h 2134088"/>
              <a:gd name="connsiteX51" fmla="*/ 5940022 w 7463080"/>
              <a:gd name="connsiteY51" fmla="*/ 744868 h 2134088"/>
              <a:gd name="connsiteX52" fmla="*/ 5787812 w 7463080"/>
              <a:gd name="connsiteY52" fmla="*/ 838213 h 2134088"/>
              <a:gd name="connsiteX53" fmla="*/ 5635601 w 7463080"/>
              <a:gd name="connsiteY53" fmla="*/ 1167778 h 2134088"/>
              <a:gd name="connsiteX54" fmla="*/ 5483390 w 7463080"/>
              <a:gd name="connsiteY54" fmla="*/ 1465910 h 2134088"/>
              <a:gd name="connsiteX55" fmla="*/ 5331180 w 7463080"/>
              <a:gd name="connsiteY55" fmla="*/ 1491628 h 2134088"/>
              <a:gd name="connsiteX56" fmla="*/ 5178969 w 7463080"/>
              <a:gd name="connsiteY56" fmla="*/ 1642123 h 2134088"/>
              <a:gd name="connsiteX57" fmla="*/ 5026758 w 7463080"/>
              <a:gd name="connsiteY57" fmla="*/ 1629740 h 2134088"/>
              <a:gd name="connsiteX58" fmla="*/ 4874548 w 7463080"/>
              <a:gd name="connsiteY58" fmla="*/ 1739278 h 2134088"/>
              <a:gd name="connsiteX59" fmla="*/ 4722337 w 7463080"/>
              <a:gd name="connsiteY59" fmla="*/ 1869770 h 2134088"/>
              <a:gd name="connsiteX60" fmla="*/ 4570126 w 7463080"/>
              <a:gd name="connsiteY60" fmla="*/ 1923110 h 2134088"/>
              <a:gd name="connsiteX61" fmla="*/ 4417915 w 7463080"/>
              <a:gd name="connsiteY61" fmla="*/ 2001215 h 2134088"/>
              <a:gd name="connsiteX62" fmla="*/ 4265705 w 7463080"/>
              <a:gd name="connsiteY62" fmla="*/ 2097418 h 2134088"/>
              <a:gd name="connsiteX63" fmla="*/ 4113494 w 7463080"/>
              <a:gd name="connsiteY63" fmla="*/ 1986928 h 2134088"/>
              <a:gd name="connsiteX64" fmla="*/ 3961283 w 7463080"/>
              <a:gd name="connsiteY64" fmla="*/ 1957400 h 2134088"/>
              <a:gd name="connsiteX65" fmla="*/ 3809072 w 7463080"/>
              <a:gd name="connsiteY65" fmla="*/ 2111705 h 2134088"/>
              <a:gd name="connsiteX66" fmla="*/ 3656862 w 7463080"/>
              <a:gd name="connsiteY66" fmla="*/ 2127898 h 2134088"/>
              <a:gd name="connsiteX67" fmla="*/ 3504651 w 7463080"/>
              <a:gd name="connsiteY67" fmla="*/ 2092655 h 2134088"/>
              <a:gd name="connsiteX68" fmla="*/ 3352440 w 7463080"/>
              <a:gd name="connsiteY68" fmla="*/ 1944065 h 2134088"/>
              <a:gd name="connsiteX69" fmla="*/ 3200230 w 7463080"/>
              <a:gd name="connsiteY69" fmla="*/ 2048840 h 2134088"/>
              <a:gd name="connsiteX70" fmla="*/ 3048019 w 7463080"/>
              <a:gd name="connsiteY70" fmla="*/ 2065033 h 2134088"/>
              <a:gd name="connsiteX71" fmla="*/ 2844437 w 7463080"/>
              <a:gd name="connsiteY71" fmla="*/ 2081225 h 2134088"/>
              <a:gd name="connsiteX72" fmla="*/ 2462959 w 7463080"/>
              <a:gd name="connsiteY72" fmla="*/ 2057413 h 2134088"/>
              <a:gd name="connsiteX73" fmla="*/ 2082432 w 7463080"/>
              <a:gd name="connsiteY73" fmla="*/ 2057413 h 2134088"/>
              <a:gd name="connsiteX74" fmla="*/ 1498324 w 7463080"/>
              <a:gd name="connsiteY74" fmla="*/ 2089798 h 2134088"/>
              <a:gd name="connsiteX75" fmla="*/ 863796 w 7463080"/>
              <a:gd name="connsiteY75" fmla="*/ 2089798 h 2134088"/>
              <a:gd name="connsiteX76" fmla="*/ 609794 w 7463080"/>
              <a:gd name="connsiteY76" fmla="*/ 2065985 h 2134088"/>
              <a:gd name="connsiteX77" fmla="*/ 406212 w 7463080"/>
              <a:gd name="connsiteY77" fmla="*/ 2079320 h 2134088"/>
              <a:gd name="connsiteX78" fmla="*/ 76105 w 7463080"/>
              <a:gd name="connsiteY78" fmla="*/ 2044078 h 2134088"/>
              <a:gd name="connsiteX79" fmla="*/ 0 w 7463080"/>
              <a:gd name="connsiteY79" fmla="*/ 2033600 h 2134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463080" h="2134088">
                <a:moveTo>
                  <a:pt x="0" y="2030743"/>
                </a:moveTo>
                <a:lnTo>
                  <a:pt x="76105" y="2008835"/>
                </a:lnTo>
                <a:cubicBezTo>
                  <a:pt x="152211" y="1986928"/>
                  <a:pt x="304421" y="1944065"/>
                  <a:pt x="406212" y="1946923"/>
                </a:cubicBezTo>
                <a:cubicBezTo>
                  <a:pt x="508003" y="1949780"/>
                  <a:pt x="558423" y="1998358"/>
                  <a:pt x="609794" y="2030743"/>
                </a:cubicBezTo>
                <a:cubicBezTo>
                  <a:pt x="660214" y="2063128"/>
                  <a:pt x="711585" y="2079320"/>
                  <a:pt x="863796" y="2086940"/>
                </a:cubicBezTo>
                <a:cubicBezTo>
                  <a:pt x="1016006" y="2094560"/>
                  <a:pt x="1270008" y="2094560"/>
                  <a:pt x="1498324" y="2086940"/>
                </a:cubicBezTo>
                <a:cubicBezTo>
                  <a:pt x="1726640" y="2079320"/>
                  <a:pt x="1930222" y="2063128"/>
                  <a:pt x="2082432" y="2054555"/>
                </a:cubicBezTo>
                <a:cubicBezTo>
                  <a:pt x="2234643" y="2045983"/>
                  <a:pt x="2336434" y="2046935"/>
                  <a:pt x="2462959" y="2038363"/>
                </a:cubicBezTo>
                <a:cubicBezTo>
                  <a:pt x="2589484" y="2030743"/>
                  <a:pt x="2742646" y="2014550"/>
                  <a:pt x="2844437" y="2014550"/>
                </a:cubicBezTo>
                <a:cubicBezTo>
                  <a:pt x="2946228" y="2014550"/>
                  <a:pt x="2996648" y="2030743"/>
                  <a:pt x="3048019" y="2030743"/>
                </a:cubicBezTo>
                <a:cubicBezTo>
                  <a:pt x="3099390" y="2030743"/>
                  <a:pt x="3149810" y="2014550"/>
                  <a:pt x="3200230" y="1982165"/>
                </a:cubicBezTo>
                <a:cubicBezTo>
                  <a:pt x="3250650" y="1949780"/>
                  <a:pt x="3302021" y="1901203"/>
                  <a:pt x="3352440" y="1925968"/>
                </a:cubicBezTo>
                <a:cubicBezTo>
                  <a:pt x="3402860" y="1949780"/>
                  <a:pt x="3454231" y="2046935"/>
                  <a:pt x="3504651" y="2074558"/>
                </a:cubicBezTo>
                <a:cubicBezTo>
                  <a:pt x="3555071" y="2101228"/>
                  <a:pt x="3606442" y="2058365"/>
                  <a:pt x="3656862" y="2061223"/>
                </a:cubicBezTo>
                <a:cubicBezTo>
                  <a:pt x="3707282" y="2064080"/>
                  <a:pt x="3758653" y="2112658"/>
                  <a:pt x="3809072" y="2093608"/>
                </a:cubicBezTo>
                <a:cubicBezTo>
                  <a:pt x="3859492" y="2074558"/>
                  <a:pt x="3910863" y="1988833"/>
                  <a:pt x="3961283" y="1955495"/>
                </a:cubicBezTo>
                <a:cubicBezTo>
                  <a:pt x="4011703" y="1922158"/>
                  <a:pt x="4063074" y="1943113"/>
                  <a:pt x="4113494" y="1985023"/>
                </a:cubicBezTo>
                <a:cubicBezTo>
                  <a:pt x="4163914" y="2027885"/>
                  <a:pt x="4215285" y="2091703"/>
                  <a:pt x="4265705" y="2079320"/>
                </a:cubicBezTo>
                <a:cubicBezTo>
                  <a:pt x="4316125" y="2066938"/>
                  <a:pt x="4367496" y="1975498"/>
                  <a:pt x="4417915" y="1934540"/>
                </a:cubicBezTo>
                <a:cubicBezTo>
                  <a:pt x="4468335" y="1893583"/>
                  <a:pt x="4519706" y="1904060"/>
                  <a:pt x="4570126" y="1888820"/>
                </a:cubicBezTo>
                <a:cubicBezTo>
                  <a:pt x="4620546" y="1873580"/>
                  <a:pt x="4671917" y="1832623"/>
                  <a:pt x="4722337" y="1803095"/>
                </a:cubicBezTo>
                <a:cubicBezTo>
                  <a:pt x="4772757" y="1773568"/>
                  <a:pt x="4824127" y="1756423"/>
                  <a:pt x="4874548" y="1721180"/>
                </a:cubicBezTo>
                <a:cubicBezTo>
                  <a:pt x="4924967" y="1685938"/>
                  <a:pt x="4976338" y="1632598"/>
                  <a:pt x="5026758" y="1595450"/>
                </a:cubicBezTo>
                <a:cubicBezTo>
                  <a:pt x="5077178" y="1558303"/>
                  <a:pt x="5128549" y="1537348"/>
                  <a:pt x="5178969" y="1511630"/>
                </a:cubicBezTo>
                <a:cubicBezTo>
                  <a:pt x="5229389" y="1484960"/>
                  <a:pt x="5280759" y="1452575"/>
                  <a:pt x="5331180" y="1409713"/>
                </a:cubicBezTo>
                <a:cubicBezTo>
                  <a:pt x="5381599" y="1365898"/>
                  <a:pt x="5432970" y="1311605"/>
                  <a:pt x="5483390" y="1205878"/>
                </a:cubicBezTo>
                <a:cubicBezTo>
                  <a:pt x="5533810" y="1100150"/>
                  <a:pt x="5585181" y="942035"/>
                  <a:pt x="5635601" y="860120"/>
                </a:cubicBezTo>
                <a:cubicBezTo>
                  <a:pt x="5686021" y="778205"/>
                  <a:pt x="5737391" y="770585"/>
                  <a:pt x="5787812" y="724865"/>
                </a:cubicBezTo>
                <a:cubicBezTo>
                  <a:pt x="5838231" y="679145"/>
                  <a:pt x="5889602" y="594373"/>
                  <a:pt x="5940022" y="550558"/>
                </a:cubicBezTo>
                <a:cubicBezTo>
                  <a:pt x="5990442" y="506743"/>
                  <a:pt x="6041813" y="504838"/>
                  <a:pt x="6092233" y="634378"/>
                </a:cubicBezTo>
                <a:cubicBezTo>
                  <a:pt x="6142653" y="763918"/>
                  <a:pt x="6194024" y="1026808"/>
                  <a:pt x="6244444" y="1033475"/>
                </a:cubicBezTo>
                <a:cubicBezTo>
                  <a:pt x="6294863" y="1040143"/>
                  <a:pt x="6346234" y="791540"/>
                  <a:pt x="6396654" y="587705"/>
                </a:cubicBezTo>
                <a:cubicBezTo>
                  <a:pt x="6447074" y="383870"/>
                  <a:pt x="6498445" y="224803"/>
                  <a:pt x="6548865" y="204800"/>
                </a:cubicBezTo>
                <a:cubicBezTo>
                  <a:pt x="6599285" y="184798"/>
                  <a:pt x="6650656" y="304813"/>
                  <a:pt x="6701076" y="365773"/>
                </a:cubicBezTo>
                <a:cubicBezTo>
                  <a:pt x="6751495" y="427685"/>
                  <a:pt x="6802866" y="430543"/>
                  <a:pt x="6853286" y="323863"/>
                </a:cubicBezTo>
                <a:cubicBezTo>
                  <a:pt x="6903706" y="217183"/>
                  <a:pt x="6955077" y="1918"/>
                  <a:pt x="7005497" y="13"/>
                </a:cubicBezTo>
                <a:cubicBezTo>
                  <a:pt x="7055917" y="-1892"/>
                  <a:pt x="7107288" y="209563"/>
                  <a:pt x="7157708" y="321005"/>
                </a:cubicBezTo>
                <a:cubicBezTo>
                  <a:pt x="7208128" y="432448"/>
                  <a:pt x="7259498" y="443878"/>
                  <a:pt x="7309919" y="564845"/>
                </a:cubicBezTo>
                <a:cubicBezTo>
                  <a:pt x="7360338" y="685813"/>
                  <a:pt x="7411709" y="914413"/>
                  <a:pt x="7437395" y="1028713"/>
                </a:cubicBezTo>
                <a:lnTo>
                  <a:pt x="7463080" y="1143013"/>
                </a:lnTo>
                <a:lnTo>
                  <a:pt x="7463080" y="1143013"/>
                </a:lnTo>
                <a:lnTo>
                  <a:pt x="7437395" y="1044905"/>
                </a:lnTo>
                <a:cubicBezTo>
                  <a:pt x="7411709" y="946798"/>
                  <a:pt x="7361289" y="749630"/>
                  <a:pt x="7309919" y="629615"/>
                </a:cubicBezTo>
                <a:cubicBezTo>
                  <a:pt x="7259498" y="509600"/>
                  <a:pt x="7208128" y="465785"/>
                  <a:pt x="7157708" y="466738"/>
                </a:cubicBezTo>
                <a:cubicBezTo>
                  <a:pt x="7107288" y="468643"/>
                  <a:pt x="7055917" y="515315"/>
                  <a:pt x="7005497" y="533413"/>
                </a:cubicBezTo>
                <a:cubicBezTo>
                  <a:pt x="6955077" y="551510"/>
                  <a:pt x="6903706" y="541033"/>
                  <a:pt x="6853286" y="566750"/>
                </a:cubicBezTo>
                <a:cubicBezTo>
                  <a:pt x="6802866" y="592468"/>
                  <a:pt x="6751495" y="653428"/>
                  <a:pt x="6701076" y="608660"/>
                </a:cubicBezTo>
                <a:cubicBezTo>
                  <a:pt x="6650656" y="563893"/>
                  <a:pt x="6599285" y="411493"/>
                  <a:pt x="6548865" y="431495"/>
                </a:cubicBezTo>
                <a:cubicBezTo>
                  <a:pt x="6498445" y="451498"/>
                  <a:pt x="6447074" y="642950"/>
                  <a:pt x="6396654" y="814400"/>
                </a:cubicBezTo>
                <a:cubicBezTo>
                  <a:pt x="6346234" y="985850"/>
                  <a:pt x="6294863" y="1137298"/>
                  <a:pt x="6244444" y="1082053"/>
                </a:cubicBezTo>
                <a:cubicBezTo>
                  <a:pt x="6194024" y="1026808"/>
                  <a:pt x="6142653" y="763918"/>
                  <a:pt x="6092233" y="682955"/>
                </a:cubicBezTo>
                <a:cubicBezTo>
                  <a:pt x="6041813" y="601040"/>
                  <a:pt x="5990442" y="701053"/>
                  <a:pt x="5940022" y="744868"/>
                </a:cubicBezTo>
                <a:cubicBezTo>
                  <a:pt x="5889602" y="788683"/>
                  <a:pt x="5838231" y="776300"/>
                  <a:pt x="5787812" y="838213"/>
                </a:cubicBezTo>
                <a:cubicBezTo>
                  <a:pt x="5737391" y="900125"/>
                  <a:pt x="5686021" y="1037285"/>
                  <a:pt x="5635601" y="1167778"/>
                </a:cubicBezTo>
                <a:cubicBezTo>
                  <a:pt x="5585181" y="1298270"/>
                  <a:pt x="5533810" y="1424000"/>
                  <a:pt x="5483390" y="1465910"/>
                </a:cubicBezTo>
                <a:cubicBezTo>
                  <a:pt x="5432970" y="1507820"/>
                  <a:pt x="5381599" y="1464958"/>
                  <a:pt x="5331180" y="1491628"/>
                </a:cubicBezTo>
                <a:cubicBezTo>
                  <a:pt x="5280759" y="1519250"/>
                  <a:pt x="5229389" y="1615453"/>
                  <a:pt x="5178969" y="1642123"/>
                </a:cubicBezTo>
                <a:cubicBezTo>
                  <a:pt x="5128549" y="1668793"/>
                  <a:pt x="5077178" y="1624978"/>
                  <a:pt x="5026758" y="1629740"/>
                </a:cubicBezTo>
                <a:cubicBezTo>
                  <a:pt x="4976338" y="1634503"/>
                  <a:pt x="4924967" y="1687843"/>
                  <a:pt x="4874548" y="1739278"/>
                </a:cubicBezTo>
                <a:cubicBezTo>
                  <a:pt x="4824127" y="1790713"/>
                  <a:pt x="4772757" y="1840243"/>
                  <a:pt x="4722337" y="1869770"/>
                </a:cubicBezTo>
                <a:cubicBezTo>
                  <a:pt x="4671917" y="1899298"/>
                  <a:pt x="4620546" y="1907870"/>
                  <a:pt x="4570126" y="1923110"/>
                </a:cubicBezTo>
                <a:cubicBezTo>
                  <a:pt x="4519706" y="1938350"/>
                  <a:pt x="4468335" y="1960258"/>
                  <a:pt x="4417915" y="2001215"/>
                </a:cubicBezTo>
                <a:cubicBezTo>
                  <a:pt x="4367496" y="2042173"/>
                  <a:pt x="4316125" y="2100275"/>
                  <a:pt x="4265705" y="2097418"/>
                </a:cubicBezTo>
                <a:cubicBezTo>
                  <a:pt x="4215285" y="2094560"/>
                  <a:pt x="4163914" y="2029790"/>
                  <a:pt x="4113494" y="1986928"/>
                </a:cubicBezTo>
                <a:cubicBezTo>
                  <a:pt x="4063074" y="1944065"/>
                  <a:pt x="4011703" y="1924063"/>
                  <a:pt x="3961283" y="1957400"/>
                </a:cubicBezTo>
                <a:cubicBezTo>
                  <a:pt x="3910863" y="1990738"/>
                  <a:pt x="3859492" y="2076463"/>
                  <a:pt x="3809072" y="2111705"/>
                </a:cubicBezTo>
                <a:cubicBezTo>
                  <a:pt x="3758653" y="2146948"/>
                  <a:pt x="3707282" y="2130755"/>
                  <a:pt x="3656862" y="2127898"/>
                </a:cubicBezTo>
                <a:cubicBezTo>
                  <a:pt x="3606442" y="2125041"/>
                  <a:pt x="3555071" y="2135518"/>
                  <a:pt x="3504651" y="2092655"/>
                </a:cubicBezTo>
                <a:cubicBezTo>
                  <a:pt x="3454231" y="2049793"/>
                  <a:pt x="3402860" y="1952638"/>
                  <a:pt x="3352440" y="1944065"/>
                </a:cubicBezTo>
                <a:cubicBezTo>
                  <a:pt x="3302021" y="1936445"/>
                  <a:pt x="3250650" y="2016455"/>
                  <a:pt x="3200230" y="2048840"/>
                </a:cubicBezTo>
                <a:cubicBezTo>
                  <a:pt x="3149810" y="2081225"/>
                  <a:pt x="3098439" y="2065033"/>
                  <a:pt x="3048019" y="2065033"/>
                </a:cubicBezTo>
                <a:cubicBezTo>
                  <a:pt x="2997599" y="2065033"/>
                  <a:pt x="2946228" y="2081225"/>
                  <a:pt x="2844437" y="2081225"/>
                </a:cubicBezTo>
                <a:cubicBezTo>
                  <a:pt x="2742646" y="2081225"/>
                  <a:pt x="2590436" y="2065033"/>
                  <a:pt x="2462959" y="2057413"/>
                </a:cubicBezTo>
                <a:cubicBezTo>
                  <a:pt x="2336434" y="2049793"/>
                  <a:pt x="2234643" y="2049793"/>
                  <a:pt x="2082432" y="2057413"/>
                </a:cubicBezTo>
                <a:cubicBezTo>
                  <a:pt x="1930222" y="2065033"/>
                  <a:pt x="1726640" y="2081225"/>
                  <a:pt x="1498324" y="2089798"/>
                </a:cubicBezTo>
                <a:cubicBezTo>
                  <a:pt x="1270008" y="2097418"/>
                  <a:pt x="1016006" y="2097418"/>
                  <a:pt x="863796" y="2089798"/>
                </a:cubicBezTo>
                <a:cubicBezTo>
                  <a:pt x="711585" y="2082178"/>
                  <a:pt x="660214" y="2065985"/>
                  <a:pt x="609794" y="2065985"/>
                </a:cubicBezTo>
                <a:cubicBezTo>
                  <a:pt x="559374" y="2065985"/>
                  <a:pt x="508003" y="2082178"/>
                  <a:pt x="406212" y="2079320"/>
                </a:cubicBezTo>
                <a:cubicBezTo>
                  <a:pt x="304421" y="2076463"/>
                  <a:pt x="152211" y="2055508"/>
                  <a:pt x="76105" y="2044078"/>
                </a:cubicBezTo>
                <a:lnTo>
                  <a:pt x="0" y="2033600"/>
                </a:lnTo>
                <a:close/>
              </a:path>
            </a:pathLst>
          </a:custGeom>
          <a:solidFill>
            <a:srgbClr val="F4E1A1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8" name="Freeform 97">
            <a:extLst>
              <a:ext uri="{FF2B5EF4-FFF2-40B4-BE49-F238E27FC236}">
                <a16:creationId xmlns:a16="http://schemas.microsoft.com/office/drawing/2014/main" id="{2E28F25A-4320-A8C4-8131-D7A33CEA5B8A}"/>
              </a:ext>
            </a:extLst>
          </p:cNvPr>
          <p:cNvSpPr/>
          <p:nvPr/>
        </p:nvSpPr>
        <p:spPr>
          <a:xfrm>
            <a:off x="522129" y="2621867"/>
            <a:ext cx="7463080" cy="1875498"/>
          </a:xfrm>
          <a:custGeom>
            <a:avLst/>
            <a:gdLst>
              <a:gd name="connsiteX0" fmla="*/ 0 w 7463080"/>
              <a:gd name="connsiteY0" fmla="*/ 908260 h 1875498"/>
              <a:gd name="connsiteX1" fmla="*/ 76105 w 7463080"/>
              <a:gd name="connsiteY1" fmla="*/ 918738 h 1875498"/>
              <a:gd name="connsiteX2" fmla="*/ 406212 w 7463080"/>
              <a:gd name="connsiteY2" fmla="*/ 953980 h 1875498"/>
              <a:gd name="connsiteX3" fmla="*/ 609794 w 7463080"/>
              <a:gd name="connsiteY3" fmla="*/ 940645 h 1875498"/>
              <a:gd name="connsiteX4" fmla="*/ 863796 w 7463080"/>
              <a:gd name="connsiteY4" fmla="*/ 964458 h 1875498"/>
              <a:gd name="connsiteX5" fmla="*/ 1498324 w 7463080"/>
              <a:gd name="connsiteY5" fmla="*/ 964458 h 1875498"/>
              <a:gd name="connsiteX6" fmla="*/ 2082432 w 7463080"/>
              <a:gd name="connsiteY6" fmla="*/ 932073 h 1875498"/>
              <a:gd name="connsiteX7" fmla="*/ 2462959 w 7463080"/>
              <a:gd name="connsiteY7" fmla="*/ 932073 h 1875498"/>
              <a:gd name="connsiteX8" fmla="*/ 2844437 w 7463080"/>
              <a:gd name="connsiteY8" fmla="*/ 955885 h 1875498"/>
              <a:gd name="connsiteX9" fmla="*/ 3048019 w 7463080"/>
              <a:gd name="connsiteY9" fmla="*/ 939693 h 1875498"/>
              <a:gd name="connsiteX10" fmla="*/ 3200230 w 7463080"/>
              <a:gd name="connsiteY10" fmla="*/ 939693 h 1875498"/>
              <a:gd name="connsiteX11" fmla="*/ 3352440 w 7463080"/>
              <a:gd name="connsiteY11" fmla="*/ 883495 h 1875498"/>
              <a:gd name="connsiteX12" fmla="*/ 3504651 w 7463080"/>
              <a:gd name="connsiteY12" fmla="*/ 999700 h 1875498"/>
              <a:gd name="connsiteX13" fmla="*/ 3656862 w 7463080"/>
              <a:gd name="connsiteY13" fmla="*/ 1067328 h 1875498"/>
              <a:gd name="connsiteX14" fmla="*/ 3809072 w 7463080"/>
              <a:gd name="connsiteY14" fmla="*/ 1018750 h 1875498"/>
              <a:gd name="connsiteX15" fmla="*/ 3961283 w 7463080"/>
              <a:gd name="connsiteY15" fmla="*/ 913023 h 1875498"/>
              <a:gd name="connsiteX16" fmla="*/ 4113494 w 7463080"/>
              <a:gd name="connsiteY16" fmla="*/ 942550 h 1875498"/>
              <a:gd name="connsiteX17" fmla="*/ 4265705 w 7463080"/>
              <a:gd name="connsiteY17" fmla="*/ 988270 h 1875498"/>
              <a:gd name="connsiteX18" fmla="*/ 4417915 w 7463080"/>
              <a:gd name="connsiteY18" fmla="*/ 875875 h 1875498"/>
              <a:gd name="connsiteX19" fmla="*/ 4570126 w 7463080"/>
              <a:gd name="connsiteY19" fmla="*/ 813963 h 1875498"/>
              <a:gd name="connsiteX20" fmla="*/ 4722337 w 7463080"/>
              <a:gd name="connsiteY20" fmla="*/ 809200 h 1875498"/>
              <a:gd name="connsiteX21" fmla="*/ 4874548 w 7463080"/>
              <a:gd name="connsiteY21" fmla="*/ 662515 h 1875498"/>
              <a:gd name="connsiteX22" fmla="*/ 5026758 w 7463080"/>
              <a:gd name="connsiteY22" fmla="*/ 682518 h 1875498"/>
              <a:gd name="connsiteX23" fmla="*/ 5178969 w 7463080"/>
              <a:gd name="connsiteY23" fmla="*/ 792055 h 1875498"/>
              <a:gd name="connsiteX24" fmla="*/ 5331180 w 7463080"/>
              <a:gd name="connsiteY24" fmla="*/ 641560 h 1875498"/>
              <a:gd name="connsiteX25" fmla="*/ 5483390 w 7463080"/>
              <a:gd name="connsiteY25" fmla="*/ 567265 h 1875498"/>
              <a:gd name="connsiteX26" fmla="*/ 5635601 w 7463080"/>
              <a:gd name="connsiteY26" fmla="*/ 366288 h 1875498"/>
              <a:gd name="connsiteX27" fmla="*/ 5787812 w 7463080"/>
              <a:gd name="connsiteY27" fmla="*/ 231033 h 1875498"/>
              <a:gd name="connsiteX28" fmla="*/ 5940022 w 7463080"/>
              <a:gd name="connsiteY28" fmla="*/ 233890 h 1875498"/>
              <a:gd name="connsiteX29" fmla="*/ 6092233 w 7463080"/>
              <a:gd name="connsiteY29" fmla="*/ 479635 h 1875498"/>
              <a:gd name="connsiteX30" fmla="*/ 6244444 w 7463080"/>
              <a:gd name="connsiteY30" fmla="*/ 507258 h 1875498"/>
              <a:gd name="connsiteX31" fmla="*/ 6396654 w 7463080"/>
              <a:gd name="connsiteY31" fmla="*/ 271990 h 1875498"/>
              <a:gd name="connsiteX32" fmla="*/ 6548865 w 7463080"/>
              <a:gd name="connsiteY32" fmla="*/ 83395 h 1875498"/>
              <a:gd name="connsiteX33" fmla="*/ 6701076 w 7463080"/>
              <a:gd name="connsiteY33" fmla="*/ 373908 h 1875498"/>
              <a:gd name="connsiteX34" fmla="*/ 6853286 w 7463080"/>
              <a:gd name="connsiteY34" fmla="*/ 154833 h 1875498"/>
              <a:gd name="connsiteX35" fmla="*/ 7005497 w 7463080"/>
              <a:gd name="connsiteY35" fmla="*/ 24340 h 1875498"/>
              <a:gd name="connsiteX36" fmla="*/ 7157708 w 7463080"/>
              <a:gd name="connsiteY36" fmla="*/ 6243 h 1875498"/>
              <a:gd name="connsiteX37" fmla="*/ 7309919 w 7463080"/>
              <a:gd name="connsiteY37" fmla="*/ 120543 h 1875498"/>
              <a:gd name="connsiteX38" fmla="*/ 7437395 w 7463080"/>
              <a:gd name="connsiteY38" fmla="*/ 276753 h 1875498"/>
              <a:gd name="connsiteX39" fmla="*/ 7463080 w 7463080"/>
              <a:gd name="connsiteY39" fmla="*/ 310090 h 1875498"/>
              <a:gd name="connsiteX40" fmla="*/ 7463080 w 7463080"/>
              <a:gd name="connsiteY40" fmla="*/ 600603 h 1875498"/>
              <a:gd name="connsiteX41" fmla="*/ 7437395 w 7463080"/>
              <a:gd name="connsiteY41" fmla="*/ 776815 h 1875498"/>
              <a:gd name="connsiteX42" fmla="*/ 7309919 w 7463080"/>
              <a:gd name="connsiteY42" fmla="*/ 1509288 h 1875498"/>
              <a:gd name="connsiteX43" fmla="*/ 7157708 w 7463080"/>
              <a:gd name="connsiteY43" fmla="*/ 1815040 h 1875498"/>
              <a:gd name="connsiteX44" fmla="*/ 7005497 w 7463080"/>
              <a:gd name="connsiteY44" fmla="*/ 1833138 h 1875498"/>
              <a:gd name="connsiteX45" fmla="*/ 6853286 w 7463080"/>
              <a:gd name="connsiteY45" fmla="*/ 1462615 h 1875498"/>
              <a:gd name="connsiteX46" fmla="*/ 6701076 w 7463080"/>
              <a:gd name="connsiteY46" fmla="*/ 1504525 h 1875498"/>
              <a:gd name="connsiteX47" fmla="*/ 6548865 w 7463080"/>
              <a:gd name="connsiteY47" fmla="*/ 1795990 h 1875498"/>
              <a:gd name="connsiteX48" fmla="*/ 6396654 w 7463080"/>
              <a:gd name="connsiteY48" fmla="*/ 1548340 h 1875498"/>
              <a:gd name="connsiteX49" fmla="*/ 6244444 w 7463080"/>
              <a:gd name="connsiteY49" fmla="*/ 1217823 h 1875498"/>
              <a:gd name="connsiteX50" fmla="*/ 6092233 w 7463080"/>
              <a:gd name="connsiteY50" fmla="*/ 1271163 h 1875498"/>
              <a:gd name="connsiteX51" fmla="*/ 5940022 w 7463080"/>
              <a:gd name="connsiteY51" fmla="*/ 1494048 h 1875498"/>
              <a:gd name="connsiteX52" fmla="*/ 5787812 w 7463080"/>
              <a:gd name="connsiteY52" fmla="*/ 1361650 h 1875498"/>
              <a:gd name="connsiteX53" fmla="*/ 5635601 w 7463080"/>
              <a:gd name="connsiteY53" fmla="*/ 1335933 h 1875498"/>
              <a:gd name="connsiteX54" fmla="*/ 5483390 w 7463080"/>
              <a:gd name="connsiteY54" fmla="*/ 1148290 h 1875498"/>
              <a:gd name="connsiteX55" fmla="*/ 5331180 w 7463080"/>
              <a:gd name="connsiteY55" fmla="*/ 1076853 h 1875498"/>
              <a:gd name="connsiteX56" fmla="*/ 5178969 w 7463080"/>
              <a:gd name="connsiteY56" fmla="*/ 1097808 h 1875498"/>
              <a:gd name="connsiteX57" fmla="*/ 5026758 w 7463080"/>
              <a:gd name="connsiteY57" fmla="*/ 1197820 h 1875498"/>
              <a:gd name="connsiteX58" fmla="*/ 4874548 w 7463080"/>
              <a:gd name="connsiteY58" fmla="*/ 1177818 h 1875498"/>
              <a:gd name="connsiteX59" fmla="*/ 4722337 w 7463080"/>
              <a:gd name="connsiteY59" fmla="*/ 1114000 h 1875498"/>
              <a:gd name="connsiteX60" fmla="*/ 4570126 w 7463080"/>
              <a:gd name="connsiteY60" fmla="*/ 1248303 h 1875498"/>
              <a:gd name="connsiteX61" fmla="*/ 4417915 w 7463080"/>
              <a:gd name="connsiteY61" fmla="*/ 1277830 h 1875498"/>
              <a:gd name="connsiteX62" fmla="*/ 4265705 w 7463080"/>
              <a:gd name="connsiteY62" fmla="*/ 1098760 h 1875498"/>
              <a:gd name="connsiteX63" fmla="*/ 4113494 w 7463080"/>
              <a:gd name="connsiteY63" fmla="*/ 1117810 h 1875498"/>
              <a:gd name="connsiteX64" fmla="*/ 3961283 w 7463080"/>
              <a:gd name="connsiteY64" fmla="*/ 1136860 h 1875498"/>
              <a:gd name="connsiteX65" fmla="*/ 3809072 w 7463080"/>
              <a:gd name="connsiteY65" fmla="*/ 1064470 h 1875498"/>
              <a:gd name="connsiteX66" fmla="*/ 3656862 w 7463080"/>
              <a:gd name="connsiteY66" fmla="*/ 1064470 h 1875498"/>
              <a:gd name="connsiteX67" fmla="*/ 3504651 w 7463080"/>
              <a:gd name="connsiteY67" fmla="*/ 1013035 h 1875498"/>
              <a:gd name="connsiteX68" fmla="*/ 3352440 w 7463080"/>
              <a:gd name="connsiteY68" fmla="*/ 945408 h 1875498"/>
              <a:gd name="connsiteX69" fmla="*/ 3200230 w 7463080"/>
              <a:gd name="connsiteY69" fmla="*/ 953028 h 1875498"/>
              <a:gd name="connsiteX70" fmla="*/ 3048019 w 7463080"/>
              <a:gd name="connsiteY70" fmla="*/ 936835 h 1875498"/>
              <a:gd name="connsiteX71" fmla="*/ 2844437 w 7463080"/>
              <a:gd name="connsiteY71" fmla="*/ 969220 h 1875498"/>
              <a:gd name="connsiteX72" fmla="*/ 2462959 w 7463080"/>
              <a:gd name="connsiteY72" fmla="*/ 1009225 h 1875498"/>
              <a:gd name="connsiteX73" fmla="*/ 2082432 w 7463080"/>
              <a:gd name="connsiteY73" fmla="*/ 1009225 h 1875498"/>
              <a:gd name="connsiteX74" fmla="*/ 1498324 w 7463080"/>
              <a:gd name="connsiteY74" fmla="*/ 976840 h 1875498"/>
              <a:gd name="connsiteX75" fmla="*/ 863796 w 7463080"/>
              <a:gd name="connsiteY75" fmla="*/ 976840 h 1875498"/>
              <a:gd name="connsiteX76" fmla="*/ 609794 w 7463080"/>
              <a:gd name="connsiteY76" fmla="*/ 1000653 h 1875498"/>
              <a:gd name="connsiteX77" fmla="*/ 406212 w 7463080"/>
              <a:gd name="connsiteY77" fmla="*/ 965410 h 1875498"/>
              <a:gd name="connsiteX78" fmla="*/ 76105 w 7463080"/>
              <a:gd name="connsiteY78" fmla="*/ 913975 h 1875498"/>
              <a:gd name="connsiteX79" fmla="*/ 0 w 7463080"/>
              <a:gd name="connsiteY79" fmla="*/ 903498 h 187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463080" h="1875498">
                <a:moveTo>
                  <a:pt x="0" y="908260"/>
                </a:moveTo>
                <a:lnTo>
                  <a:pt x="76105" y="918738"/>
                </a:lnTo>
                <a:cubicBezTo>
                  <a:pt x="152211" y="929215"/>
                  <a:pt x="304421" y="951123"/>
                  <a:pt x="406212" y="953980"/>
                </a:cubicBezTo>
                <a:cubicBezTo>
                  <a:pt x="508003" y="956838"/>
                  <a:pt x="558423" y="940645"/>
                  <a:pt x="609794" y="940645"/>
                </a:cubicBezTo>
                <a:cubicBezTo>
                  <a:pt x="661165" y="940645"/>
                  <a:pt x="711585" y="956838"/>
                  <a:pt x="863796" y="964458"/>
                </a:cubicBezTo>
                <a:cubicBezTo>
                  <a:pt x="1016006" y="972078"/>
                  <a:pt x="1270008" y="972078"/>
                  <a:pt x="1498324" y="964458"/>
                </a:cubicBezTo>
                <a:cubicBezTo>
                  <a:pt x="1726640" y="956838"/>
                  <a:pt x="1930222" y="940645"/>
                  <a:pt x="2082432" y="932073"/>
                </a:cubicBezTo>
                <a:cubicBezTo>
                  <a:pt x="2234643" y="923500"/>
                  <a:pt x="2336434" y="924453"/>
                  <a:pt x="2462959" y="932073"/>
                </a:cubicBezTo>
                <a:cubicBezTo>
                  <a:pt x="2589484" y="939693"/>
                  <a:pt x="2742646" y="955885"/>
                  <a:pt x="2844437" y="955885"/>
                </a:cubicBezTo>
                <a:cubicBezTo>
                  <a:pt x="2946228" y="955885"/>
                  <a:pt x="2996648" y="939693"/>
                  <a:pt x="3048019" y="939693"/>
                </a:cubicBezTo>
                <a:cubicBezTo>
                  <a:pt x="3099390" y="939693"/>
                  <a:pt x="3149810" y="955885"/>
                  <a:pt x="3200230" y="939693"/>
                </a:cubicBezTo>
                <a:cubicBezTo>
                  <a:pt x="3250650" y="923500"/>
                  <a:pt x="3302021" y="874923"/>
                  <a:pt x="3352440" y="883495"/>
                </a:cubicBezTo>
                <a:cubicBezTo>
                  <a:pt x="3402860" y="891115"/>
                  <a:pt x="3454231" y="955885"/>
                  <a:pt x="3504651" y="999700"/>
                </a:cubicBezTo>
                <a:cubicBezTo>
                  <a:pt x="3555071" y="1042563"/>
                  <a:pt x="3606442" y="1064470"/>
                  <a:pt x="3656862" y="1067328"/>
                </a:cubicBezTo>
                <a:cubicBezTo>
                  <a:pt x="3707282" y="1070185"/>
                  <a:pt x="3758653" y="1053993"/>
                  <a:pt x="3809072" y="1018750"/>
                </a:cubicBezTo>
                <a:cubicBezTo>
                  <a:pt x="3859492" y="983508"/>
                  <a:pt x="3910863" y="930168"/>
                  <a:pt x="3961283" y="913023"/>
                </a:cubicBezTo>
                <a:cubicBezTo>
                  <a:pt x="4011703" y="895878"/>
                  <a:pt x="4063074" y="916833"/>
                  <a:pt x="4113494" y="942550"/>
                </a:cubicBezTo>
                <a:cubicBezTo>
                  <a:pt x="4163914" y="969220"/>
                  <a:pt x="4215285" y="1001605"/>
                  <a:pt x="4265705" y="988270"/>
                </a:cubicBezTo>
                <a:cubicBezTo>
                  <a:pt x="4316125" y="974935"/>
                  <a:pt x="4367496" y="916833"/>
                  <a:pt x="4417915" y="875875"/>
                </a:cubicBezTo>
                <a:cubicBezTo>
                  <a:pt x="4468335" y="834918"/>
                  <a:pt x="4519706" y="813963"/>
                  <a:pt x="4570126" y="813963"/>
                </a:cubicBezTo>
                <a:cubicBezTo>
                  <a:pt x="4620546" y="813963"/>
                  <a:pt x="4671917" y="838728"/>
                  <a:pt x="4722337" y="809200"/>
                </a:cubicBezTo>
                <a:cubicBezTo>
                  <a:pt x="4772757" y="779673"/>
                  <a:pt x="4824127" y="697758"/>
                  <a:pt x="4874548" y="662515"/>
                </a:cubicBezTo>
                <a:cubicBezTo>
                  <a:pt x="4924967" y="627273"/>
                  <a:pt x="4976338" y="638703"/>
                  <a:pt x="5026758" y="682518"/>
                </a:cubicBezTo>
                <a:cubicBezTo>
                  <a:pt x="5077178" y="726333"/>
                  <a:pt x="5128549" y="802533"/>
                  <a:pt x="5178969" y="792055"/>
                </a:cubicBezTo>
                <a:cubicBezTo>
                  <a:pt x="5229389" y="781578"/>
                  <a:pt x="5280759" y="684423"/>
                  <a:pt x="5331180" y="641560"/>
                </a:cubicBezTo>
                <a:cubicBezTo>
                  <a:pt x="5381599" y="597745"/>
                  <a:pt x="5432970" y="608223"/>
                  <a:pt x="5483390" y="567265"/>
                </a:cubicBezTo>
                <a:cubicBezTo>
                  <a:pt x="5533810" y="526308"/>
                  <a:pt x="5585181" y="432963"/>
                  <a:pt x="5635601" y="366288"/>
                </a:cubicBezTo>
                <a:cubicBezTo>
                  <a:pt x="5686021" y="299613"/>
                  <a:pt x="5737391" y="260560"/>
                  <a:pt x="5787812" y="231033"/>
                </a:cubicBezTo>
                <a:cubicBezTo>
                  <a:pt x="5838231" y="201505"/>
                  <a:pt x="5889602" y="180550"/>
                  <a:pt x="5940022" y="233890"/>
                </a:cubicBezTo>
                <a:cubicBezTo>
                  <a:pt x="5990442" y="287230"/>
                  <a:pt x="6041813" y="413913"/>
                  <a:pt x="6092233" y="479635"/>
                </a:cubicBezTo>
                <a:cubicBezTo>
                  <a:pt x="6142653" y="545358"/>
                  <a:pt x="6194024" y="548215"/>
                  <a:pt x="6244444" y="507258"/>
                </a:cubicBezTo>
                <a:cubicBezTo>
                  <a:pt x="6294863" y="466300"/>
                  <a:pt x="6346234" y="378670"/>
                  <a:pt x="6396654" y="271990"/>
                </a:cubicBezTo>
                <a:cubicBezTo>
                  <a:pt x="6447074" y="165310"/>
                  <a:pt x="6498445" y="38628"/>
                  <a:pt x="6548865" y="83395"/>
                </a:cubicBezTo>
                <a:cubicBezTo>
                  <a:pt x="6599285" y="128163"/>
                  <a:pt x="6650656" y="345333"/>
                  <a:pt x="6701076" y="373908"/>
                </a:cubicBezTo>
                <a:cubicBezTo>
                  <a:pt x="6751495" y="403435"/>
                  <a:pt x="6802866" y="244368"/>
                  <a:pt x="6853286" y="154833"/>
                </a:cubicBezTo>
                <a:cubicBezTo>
                  <a:pt x="6903706" y="64345"/>
                  <a:pt x="6955077" y="42438"/>
                  <a:pt x="7005497" y="24340"/>
                </a:cubicBezTo>
                <a:cubicBezTo>
                  <a:pt x="7055917" y="6243"/>
                  <a:pt x="7107288" y="-8997"/>
                  <a:pt x="7157708" y="6243"/>
                </a:cubicBezTo>
                <a:cubicBezTo>
                  <a:pt x="7208128" y="20530"/>
                  <a:pt x="7259498" y="64345"/>
                  <a:pt x="7309919" y="120543"/>
                </a:cubicBezTo>
                <a:cubicBezTo>
                  <a:pt x="7360338" y="175788"/>
                  <a:pt x="7411709" y="243415"/>
                  <a:pt x="7437395" y="276753"/>
                </a:cubicBezTo>
                <a:lnTo>
                  <a:pt x="7463080" y="310090"/>
                </a:lnTo>
                <a:lnTo>
                  <a:pt x="7463080" y="600603"/>
                </a:lnTo>
                <a:lnTo>
                  <a:pt x="7437395" y="776815"/>
                </a:lnTo>
                <a:cubicBezTo>
                  <a:pt x="7411709" y="953028"/>
                  <a:pt x="7361289" y="1306405"/>
                  <a:pt x="7309919" y="1509288"/>
                </a:cubicBezTo>
                <a:cubicBezTo>
                  <a:pt x="7258547" y="1712170"/>
                  <a:pt x="7208128" y="1765510"/>
                  <a:pt x="7157708" y="1815040"/>
                </a:cubicBezTo>
                <a:cubicBezTo>
                  <a:pt x="7107288" y="1865523"/>
                  <a:pt x="7055917" y="1912195"/>
                  <a:pt x="7005497" y="1833138"/>
                </a:cubicBezTo>
                <a:cubicBezTo>
                  <a:pt x="6955077" y="1754080"/>
                  <a:pt x="6903706" y="1550245"/>
                  <a:pt x="6853286" y="1462615"/>
                </a:cubicBezTo>
                <a:cubicBezTo>
                  <a:pt x="6802866" y="1374985"/>
                  <a:pt x="6751495" y="1403560"/>
                  <a:pt x="6701076" y="1504525"/>
                </a:cubicBezTo>
                <a:cubicBezTo>
                  <a:pt x="6650656" y="1604538"/>
                  <a:pt x="6599285" y="1775988"/>
                  <a:pt x="6548865" y="1795990"/>
                </a:cubicBezTo>
                <a:cubicBezTo>
                  <a:pt x="6498445" y="1815993"/>
                  <a:pt x="6447074" y="1683595"/>
                  <a:pt x="6396654" y="1548340"/>
                </a:cubicBezTo>
                <a:cubicBezTo>
                  <a:pt x="6346234" y="1413085"/>
                  <a:pt x="6294863" y="1273068"/>
                  <a:pt x="6244444" y="1217823"/>
                </a:cubicBezTo>
                <a:cubicBezTo>
                  <a:pt x="6194024" y="1162578"/>
                  <a:pt x="6142653" y="1191153"/>
                  <a:pt x="6092233" y="1271163"/>
                </a:cubicBezTo>
                <a:cubicBezTo>
                  <a:pt x="6041813" y="1351173"/>
                  <a:pt x="5990442" y="1482618"/>
                  <a:pt x="5940022" y="1494048"/>
                </a:cubicBezTo>
                <a:cubicBezTo>
                  <a:pt x="5889602" y="1505478"/>
                  <a:pt x="5838231" y="1395940"/>
                  <a:pt x="5787812" y="1361650"/>
                </a:cubicBezTo>
                <a:cubicBezTo>
                  <a:pt x="5737391" y="1326408"/>
                  <a:pt x="5686021" y="1366413"/>
                  <a:pt x="5635601" y="1335933"/>
                </a:cubicBezTo>
                <a:cubicBezTo>
                  <a:pt x="5585181" y="1305453"/>
                  <a:pt x="5533810" y="1204488"/>
                  <a:pt x="5483390" y="1148290"/>
                </a:cubicBezTo>
                <a:cubicBezTo>
                  <a:pt x="5432970" y="1092093"/>
                  <a:pt x="5381599" y="1082568"/>
                  <a:pt x="5331180" y="1076853"/>
                </a:cubicBezTo>
                <a:cubicBezTo>
                  <a:pt x="5280759" y="1072090"/>
                  <a:pt x="5229389" y="1072090"/>
                  <a:pt x="5178969" y="1097808"/>
                </a:cubicBezTo>
                <a:cubicBezTo>
                  <a:pt x="5128549" y="1124478"/>
                  <a:pt x="5077178" y="1177818"/>
                  <a:pt x="5026758" y="1197820"/>
                </a:cubicBezTo>
                <a:cubicBezTo>
                  <a:pt x="4976338" y="1217823"/>
                  <a:pt x="4924967" y="1207345"/>
                  <a:pt x="4874548" y="1177818"/>
                </a:cubicBezTo>
                <a:cubicBezTo>
                  <a:pt x="4824127" y="1148290"/>
                  <a:pt x="4772757" y="1101618"/>
                  <a:pt x="4722337" y="1114000"/>
                </a:cubicBezTo>
                <a:cubicBezTo>
                  <a:pt x="4671917" y="1127335"/>
                  <a:pt x="4620546" y="1200678"/>
                  <a:pt x="4570126" y="1248303"/>
                </a:cubicBezTo>
                <a:cubicBezTo>
                  <a:pt x="4519706" y="1295928"/>
                  <a:pt x="4468335" y="1317835"/>
                  <a:pt x="4417915" y="1277830"/>
                </a:cubicBezTo>
                <a:cubicBezTo>
                  <a:pt x="4367496" y="1236873"/>
                  <a:pt x="4316125" y="1134003"/>
                  <a:pt x="4265705" y="1098760"/>
                </a:cubicBezTo>
                <a:cubicBezTo>
                  <a:pt x="4215285" y="1063518"/>
                  <a:pt x="4163914" y="1095903"/>
                  <a:pt x="4113494" y="1117810"/>
                </a:cubicBezTo>
                <a:cubicBezTo>
                  <a:pt x="4063074" y="1139718"/>
                  <a:pt x="4011703" y="1152100"/>
                  <a:pt x="3961283" y="1136860"/>
                </a:cubicBezTo>
                <a:cubicBezTo>
                  <a:pt x="3910863" y="1121620"/>
                  <a:pt x="3859492" y="1077805"/>
                  <a:pt x="3809072" y="1064470"/>
                </a:cubicBezTo>
                <a:cubicBezTo>
                  <a:pt x="3758653" y="1051135"/>
                  <a:pt x="3707282" y="1067328"/>
                  <a:pt x="3656862" y="1064470"/>
                </a:cubicBezTo>
                <a:cubicBezTo>
                  <a:pt x="3606442" y="1061613"/>
                  <a:pt x="3555071" y="1040658"/>
                  <a:pt x="3504651" y="1013035"/>
                </a:cubicBezTo>
                <a:cubicBezTo>
                  <a:pt x="3454231" y="986365"/>
                  <a:pt x="3402860" y="953980"/>
                  <a:pt x="3352440" y="945408"/>
                </a:cubicBezTo>
                <a:cubicBezTo>
                  <a:pt x="3302021" y="937788"/>
                  <a:pt x="3250650" y="953028"/>
                  <a:pt x="3200230" y="953028"/>
                </a:cubicBezTo>
                <a:cubicBezTo>
                  <a:pt x="3149810" y="953028"/>
                  <a:pt x="3098439" y="936835"/>
                  <a:pt x="3048019" y="936835"/>
                </a:cubicBezTo>
                <a:cubicBezTo>
                  <a:pt x="2997599" y="936835"/>
                  <a:pt x="2946228" y="953028"/>
                  <a:pt x="2844437" y="969220"/>
                </a:cubicBezTo>
                <a:cubicBezTo>
                  <a:pt x="2742646" y="985413"/>
                  <a:pt x="2590436" y="1001605"/>
                  <a:pt x="2462959" y="1009225"/>
                </a:cubicBezTo>
                <a:cubicBezTo>
                  <a:pt x="2336434" y="1016845"/>
                  <a:pt x="2234643" y="1016845"/>
                  <a:pt x="2082432" y="1009225"/>
                </a:cubicBezTo>
                <a:cubicBezTo>
                  <a:pt x="1930222" y="1001605"/>
                  <a:pt x="1726640" y="985413"/>
                  <a:pt x="1498324" y="976840"/>
                </a:cubicBezTo>
                <a:cubicBezTo>
                  <a:pt x="1270008" y="969220"/>
                  <a:pt x="1016006" y="969220"/>
                  <a:pt x="863796" y="976840"/>
                </a:cubicBezTo>
                <a:cubicBezTo>
                  <a:pt x="711585" y="984460"/>
                  <a:pt x="660214" y="1000653"/>
                  <a:pt x="609794" y="1000653"/>
                </a:cubicBezTo>
                <a:cubicBezTo>
                  <a:pt x="559374" y="1000653"/>
                  <a:pt x="508003" y="984460"/>
                  <a:pt x="406212" y="965410"/>
                </a:cubicBezTo>
                <a:cubicBezTo>
                  <a:pt x="304421" y="946360"/>
                  <a:pt x="152211" y="925405"/>
                  <a:pt x="76105" y="913975"/>
                </a:cubicBezTo>
                <a:lnTo>
                  <a:pt x="0" y="903498"/>
                </a:lnTo>
                <a:close/>
              </a:path>
            </a:pathLst>
          </a:custGeom>
          <a:pattFill prst="pct5">
            <a:fgClr>
              <a:schemeClr val="bg1">
                <a:lumMod val="50000"/>
              </a:schemeClr>
            </a:fgClr>
            <a:bgClr>
              <a:srgbClr val="B5DBA5"/>
            </a:bgClr>
          </a:patt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9" name="Freeform 98">
            <a:extLst>
              <a:ext uri="{FF2B5EF4-FFF2-40B4-BE49-F238E27FC236}">
                <a16:creationId xmlns:a16="http://schemas.microsoft.com/office/drawing/2014/main" id="{CD284E13-4E29-6E0A-C7F6-E31F88215B19}"/>
              </a:ext>
            </a:extLst>
          </p:cNvPr>
          <p:cNvSpPr/>
          <p:nvPr/>
        </p:nvSpPr>
        <p:spPr>
          <a:xfrm>
            <a:off x="522129" y="2140131"/>
            <a:ext cx="7463080" cy="1549378"/>
          </a:xfrm>
          <a:custGeom>
            <a:avLst/>
            <a:gdLst>
              <a:gd name="connsiteX0" fmla="*/ 0 w 7463080"/>
              <a:gd name="connsiteY0" fmla="*/ 1389996 h 1549378"/>
              <a:gd name="connsiteX1" fmla="*/ 76105 w 7463080"/>
              <a:gd name="connsiteY1" fmla="*/ 1400473 h 1549378"/>
              <a:gd name="connsiteX2" fmla="*/ 406212 w 7463080"/>
              <a:gd name="connsiteY2" fmla="*/ 1435716 h 1549378"/>
              <a:gd name="connsiteX3" fmla="*/ 609794 w 7463080"/>
              <a:gd name="connsiteY3" fmla="*/ 1422381 h 1549378"/>
              <a:gd name="connsiteX4" fmla="*/ 863796 w 7463080"/>
              <a:gd name="connsiteY4" fmla="*/ 1446194 h 1549378"/>
              <a:gd name="connsiteX5" fmla="*/ 1498324 w 7463080"/>
              <a:gd name="connsiteY5" fmla="*/ 1446194 h 1549378"/>
              <a:gd name="connsiteX6" fmla="*/ 2082432 w 7463080"/>
              <a:gd name="connsiteY6" fmla="*/ 1413808 h 1549378"/>
              <a:gd name="connsiteX7" fmla="*/ 2462959 w 7463080"/>
              <a:gd name="connsiteY7" fmla="*/ 1413808 h 1549378"/>
              <a:gd name="connsiteX8" fmla="*/ 2844437 w 7463080"/>
              <a:gd name="connsiteY8" fmla="*/ 1437621 h 1549378"/>
              <a:gd name="connsiteX9" fmla="*/ 3048019 w 7463080"/>
              <a:gd name="connsiteY9" fmla="*/ 1421429 h 1549378"/>
              <a:gd name="connsiteX10" fmla="*/ 3200230 w 7463080"/>
              <a:gd name="connsiteY10" fmla="*/ 1405236 h 1549378"/>
              <a:gd name="connsiteX11" fmla="*/ 3352440 w 7463080"/>
              <a:gd name="connsiteY11" fmla="*/ 1300461 h 1549378"/>
              <a:gd name="connsiteX12" fmla="*/ 3504651 w 7463080"/>
              <a:gd name="connsiteY12" fmla="*/ 1465244 h 1549378"/>
              <a:gd name="connsiteX13" fmla="*/ 3656862 w 7463080"/>
              <a:gd name="connsiteY13" fmla="*/ 1549063 h 1549378"/>
              <a:gd name="connsiteX14" fmla="*/ 3809072 w 7463080"/>
              <a:gd name="connsiteY14" fmla="*/ 1484294 h 1549378"/>
              <a:gd name="connsiteX15" fmla="*/ 3961283 w 7463080"/>
              <a:gd name="connsiteY15" fmla="*/ 1313796 h 1549378"/>
              <a:gd name="connsiteX16" fmla="*/ 4113494 w 7463080"/>
              <a:gd name="connsiteY16" fmla="*/ 1343323 h 1549378"/>
              <a:gd name="connsiteX17" fmla="*/ 4265705 w 7463080"/>
              <a:gd name="connsiteY17" fmla="*/ 1453813 h 1549378"/>
              <a:gd name="connsiteX18" fmla="*/ 4417915 w 7463080"/>
              <a:gd name="connsiteY18" fmla="*/ 1357611 h 1549378"/>
              <a:gd name="connsiteX19" fmla="*/ 4570126 w 7463080"/>
              <a:gd name="connsiteY19" fmla="*/ 1279506 h 1549378"/>
              <a:gd name="connsiteX20" fmla="*/ 4722337 w 7463080"/>
              <a:gd name="connsiteY20" fmla="*/ 1226166 h 1549378"/>
              <a:gd name="connsiteX21" fmla="*/ 4874548 w 7463080"/>
              <a:gd name="connsiteY21" fmla="*/ 1095673 h 1549378"/>
              <a:gd name="connsiteX22" fmla="*/ 5026758 w 7463080"/>
              <a:gd name="connsiteY22" fmla="*/ 1002329 h 1549378"/>
              <a:gd name="connsiteX23" fmla="*/ 5178969 w 7463080"/>
              <a:gd name="connsiteY23" fmla="*/ 1063288 h 1549378"/>
              <a:gd name="connsiteX24" fmla="*/ 5331180 w 7463080"/>
              <a:gd name="connsiteY24" fmla="*/ 880408 h 1549378"/>
              <a:gd name="connsiteX25" fmla="*/ 5483390 w 7463080"/>
              <a:gd name="connsiteY25" fmla="*/ 919461 h 1549378"/>
              <a:gd name="connsiteX26" fmla="*/ 5635601 w 7463080"/>
              <a:gd name="connsiteY26" fmla="*/ 750868 h 1549378"/>
              <a:gd name="connsiteX27" fmla="*/ 5787812 w 7463080"/>
              <a:gd name="connsiteY27" fmla="*/ 567036 h 1549378"/>
              <a:gd name="connsiteX28" fmla="*/ 5940022 w 7463080"/>
              <a:gd name="connsiteY28" fmla="*/ 311766 h 1549378"/>
              <a:gd name="connsiteX29" fmla="*/ 6092233 w 7463080"/>
              <a:gd name="connsiteY29" fmla="*/ 363201 h 1549378"/>
              <a:gd name="connsiteX30" fmla="*/ 6244444 w 7463080"/>
              <a:gd name="connsiteY30" fmla="*/ 762298 h 1549378"/>
              <a:gd name="connsiteX31" fmla="*/ 6396654 w 7463080"/>
              <a:gd name="connsiteY31" fmla="*/ 559416 h 1549378"/>
              <a:gd name="connsiteX32" fmla="*/ 6548865 w 7463080"/>
              <a:gd name="connsiteY32" fmla="*/ 225088 h 1549378"/>
              <a:gd name="connsiteX33" fmla="*/ 6701076 w 7463080"/>
              <a:gd name="connsiteY33" fmla="*/ 305098 h 1549378"/>
              <a:gd name="connsiteX34" fmla="*/ 6853286 w 7463080"/>
              <a:gd name="connsiteY34" fmla="*/ 279381 h 1549378"/>
              <a:gd name="connsiteX35" fmla="*/ 7005497 w 7463080"/>
              <a:gd name="connsiteY35" fmla="*/ 165081 h 1549378"/>
              <a:gd name="connsiteX36" fmla="*/ 7157708 w 7463080"/>
              <a:gd name="connsiteY36" fmla="*/ 1251 h 1549378"/>
              <a:gd name="connsiteX37" fmla="*/ 7309919 w 7463080"/>
              <a:gd name="connsiteY37" fmla="*/ 292716 h 1549378"/>
              <a:gd name="connsiteX38" fmla="*/ 7437395 w 7463080"/>
              <a:gd name="connsiteY38" fmla="*/ 627043 h 1549378"/>
              <a:gd name="connsiteX39" fmla="*/ 7463080 w 7463080"/>
              <a:gd name="connsiteY39" fmla="*/ 692766 h 1549378"/>
              <a:gd name="connsiteX40" fmla="*/ 7463080 w 7463080"/>
              <a:gd name="connsiteY40" fmla="*/ 789921 h 1549378"/>
              <a:gd name="connsiteX41" fmla="*/ 7437395 w 7463080"/>
              <a:gd name="connsiteY41" fmla="*/ 756583 h 1549378"/>
              <a:gd name="connsiteX42" fmla="*/ 7309919 w 7463080"/>
              <a:gd name="connsiteY42" fmla="*/ 600373 h 1549378"/>
              <a:gd name="connsiteX43" fmla="*/ 7157708 w 7463080"/>
              <a:gd name="connsiteY43" fmla="*/ 486073 h 1549378"/>
              <a:gd name="connsiteX44" fmla="*/ 7005497 w 7463080"/>
              <a:gd name="connsiteY44" fmla="*/ 504171 h 1549378"/>
              <a:gd name="connsiteX45" fmla="*/ 6853286 w 7463080"/>
              <a:gd name="connsiteY45" fmla="*/ 634663 h 1549378"/>
              <a:gd name="connsiteX46" fmla="*/ 6701076 w 7463080"/>
              <a:gd name="connsiteY46" fmla="*/ 853738 h 1549378"/>
              <a:gd name="connsiteX47" fmla="*/ 6548865 w 7463080"/>
              <a:gd name="connsiteY47" fmla="*/ 563226 h 1549378"/>
              <a:gd name="connsiteX48" fmla="*/ 6396654 w 7463080"/>
              <a:gd name="connsiteY48" fmla="*/ 751821 h 1549378"/>
              <a:gd name="connsiteX49" fmla="*/ 6244444 w 7463080"/>
              <a:gd name="connsiteY49" fmla="*/ 987088 h 1549378"/>
              <a:gd name="connsiteX50" fmla="*/ 6092233 w 7463080"/>
              <a:gd name="connsiteY50" fmla="*/ 959466 h 1549378"/>
              <a:gd name="connsiteX51" fmla="*/ 5940022 w 7463080"/>
              <a:gd name="connsiteY51" fmla="*/ 713721 h 1549378"/>
              <a:gd name="connsiteX52" fmla="*/ 5787812 w 7463080"/>
              <a:gd name="connsiteY52" fmla="*/ 710863 h 1549378"/>
              <a:gd name="connsiteX53" fmla="*/ 5635601 w 7463080"/>
              <a:gd name="connsiteY53" fmla="*/ 846119 h 1549378"/>
              <a:gd name="connsiteX54" fmla="*/ 5483390 w 7463080"/>
              <a:gd name="connsiteY54" fmla="*/ 1047096 h 1549378"/>
              <a:gd name="connsiteX55" fmla="*/ 5331180 w 7463080"/>
              <a:gd name="connsiteY55" fmla="*/ 1121391 h 1549378"/>
              <a:gd name="connsiteX56" fmla="*/ 5178969 w 7463080"/>
              <a:gd name="connsiteY56" fmla="*/ 1271886 h 1549378"/>
              <a:gd name="connsiteX57" fmla="*/ 5026758 w 7463080"/>
              <a:gd name="connsiteY57" fmla="*/ 1162348 h 1549378"/>
              <a:gd name="connsiteX58" fmla="*/ 4874548 w 7463080"/>
              <a:gd name="connsiteY58" fmla="*/ 1142346 h 1549378"/>
              <a:gd name="connsiteX59" fmla="*/ 4722337 w 7463080"/>
              <a:gd name="connsiteY59" fmla="*/ 1289031 h 1549378"/>
              <a:gd name="connsiteX60" fmla="*/ 4570126 w 7463080"/>
              <a:gd name="connsiteY60" fmla="*/ 1293794 h 1549378"/>
              <a:gd name="connsiteX61" fmla="*/ 4417915 w 7463080"/>
              <a:gd name="connsiteY61" fmla="*/ 1355706 h 1549378"/>
              <a:gd name="connsiteX62" fmla="*/ 4265705 w 7463080"/>
              <a:gd name="connsiteY62" fmla="*/ 1468101 h 1549378"/>
              <a:gd name="connsiteX63" fmla="*/ 4113494 w 7463080"/>
              <a:gd name="connsiteY63" fmla="*/ 1422381 h 1549378"/>
              <a:gd name="connsiteX64" fmla="*/ 3961283 w 7463080"/>
              <a:gd name="connsiteY64" fmla="*/ 1392854 h 1549378"/>
              <a:gd name="connsiteX65" fmla="*/ 3809072 w 7463080"/>
              <a:gd name="connsiteY65" fmla="*/ 1498581 h 1549378"/>
              <a:gd name="connsiteX66" fmla="*/ 3656862 w 7463080"/>
              <a:gd name="connsiteY66" fmla="*/ 1547158 h 1549378"/>
              <a:gd name="connsiteX67" fmla="*/ 3504651 w 7463080"/>
              <a:gd name="connsiteY67" fmla="*/ 1479531 h 1549378"/>
              <a:gd name="connsiteX68" fmla="*/ 3352440 w 7463080"/>
              <a:gd name="connsiteY68" fmla="*/ 1363326 h 1549378"/>
              <a:gd name="connsiteX69" fmla="*/ 3200230 w 7463080"/>
              <a:gd name="connsiteY69" fmla="*/ 1419523 h 1549378"/>
              <a:gd name="connsiteX70" fmla="*/ 3048019 w 7463080"/>
              <a:gd name="connsiteY70" fmla="*/ 1419523 h 1549378"/>
              <a:gd name="connsiteX71" fmla="*/ 2844437 w 7463080"/>
              <a:gd name="connsiteY71" fmla="*/ 1435716 h 1549378"/>
              <a:gd name="connsiteX72" fmla="*/ 2462959 w 7463080"/>
              <a:gd name="connsiteY72" fmla="*/ 1411904 h 1549378"/>
              <a:gd name="connsiteX73" fmla="*/ 2082432 w 7463080"/>
              <a:gd name="connsiteY73" fmla="*/ 1411904 h 1549378"/>
              <a:gd name="connsiteX74" fmla="*/ 1498324 w 7463080"/>
              <a:gd name="connsiteY74" fmla="*/ 1444288 h 1549378"/>
              <a:gd name="connsiteX75" fmla="*/ 863796 w 7463080"/>
              <a:gd name="connsiteY75" fmla="*/ 1444288 h 1549378"/>
              <a:gd name="connsiteX76" fmla="*/ 609794 w 7463080"/>
              <a:gd name="connsiteY76" fmla="*/ 1420476 h 1549378"/>
              <a:gd name="connsiteX77" fmla="*/ 406212 w 7463080"/>
              <a:gd name="connsiteY77" fmla="*/ 1433811 h 1549378"/>
              <a:gd name="connsiteX78" fmla="*/ 76105 w 7463080"/>
              <a:gd name="connsiteY78" fmla="*/ 1398569 h 1549378"/>
              <a:gd name="connsiteX79" fmla="*/ 0 w 7463080"/>
              <a:gd name="connsiteY79" fmla="*/ 1388091 h 1549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463080" h="1549378">
                <a:moveTo>
                  <a:pt x="0" y="1389996"/>
                </a:moveTo>
                <a:lnTo>
                  <a:pt x="76105" y="1400473"/>
                </a:lnTo>
                <a:cubicBezTo>
                  <a:pt x="152211" y="1410951"/>
                  <a:pt x="304421" y="1432858"/>
                  <a:pt x="406212" y="1435716"/>
                </a:cubicBezTo>
                <a:cubicBezTo>
                  <a:pt x="508003" y="1438573"/>
                  <a:pt x="558423" y="1422381"/>
                  <a:pt x="609794" y="1422381"/>
                </a:cubicBezTo>
                <a:cubicBezTo>
                  <a:pt x="661165" y="1422381"/>
                  <a:pt x="711585" y="1438573"/>
                  <a:pt x="863796" y="1446194"/>
                </a:cubicBezTo>
                <a:cubicBezTo>
                  <a:pt x="1016006" y="1453813"/>
                  <a:pt x="1270008" y="1453813"/>
                  <a:pt x="1498324" y="1446194"/>
                </a:cubicBezTo>
                <a:cubicBezTo>
                  <a:pt x="1726640" y="1438573"/>
                  <a:pt x="1930222" y="1422381"/>
                  <a:pt x="2082432" y="1413808"/>
                </a:cubicBezTo>
                <a:cubicBezTo>
                  <a:pt x="2234643" y="1405236"/>
                  <a:pt x="2336434" y="1406188"/>
                  <a:pt x="2462959" y="1413808"/>
                </a:cubicBezTo>
                <a:cubicBezTo>
                  <a:pt x="2589484" y="1421429"/>
                  <a:pt x="2742646" y="1437621"/>
                  <a:pt x="2844437" y="1437621"/>
                </a:cubicBezTo>
                <a:cubicBezTo>
                  <a:pt x="2946228" y="1437621"/>
                  <a:pt x="2996648" y="1421429"/>
                  <a:pt x="3048019" y="1421429"/>
                </a:cubicBezTo>
                <a:cubicBezTo>
                  <a:pt x="3099390" y="1421429"/>
                  <a:pt x="3149810" y="1437621"/>
                  <a:pt x="3200230" y="1405236"/>
                </a:cubicBezTo>
                <a:cubicBezTo>
                  <a:pt x="3250650" y="1372851"/>
                  <a:pt x="3302021" y="1291888"/>
                  <a:pt x="3352440" y="1300461"/>
                </a:cubicBezTo>
                <a:cubicBezTo>
                  <a:pt x="3402860" y="1308081"/>
                  <a:pt x="3454231" y="1405236"/>
                  <a:pt x="3504651" y="1465244"/>
                </a:cubicBezTo>
                <a:cubicBezTo>
                  <a:pt x="3555071" y="1524298"/>
                  <a:pt x="3606442" y="1546206"/>
                  <a:pt x="3656862" y="1549063"/>
                </a:cubicBezTo>
                <a:cubicBezTo>
                  <a:pt x="3707282" y="1551921"/>
                  <a:pt x="3758653" y="1535729"/>
                  <a:pt x="3809072" y="1484294"/>
                </a:cubicBezTo>
                <a:cubicBezTo>
                  <a:pt x="3859492" y="1432858"/>
                  <a:pt x="3910863" y="1347133"/>
                  <a:pt x="3961283" y="1313796"/>
                </a:cubicBezTo>
                <a:cubicBezTo>
                  <a:pt x="4011703" y="1280458"/>
                  <a:pt x="4063074" y="1301413"/>
                  <a:pt x="4113494" y="1343323"/>
                </a:cubicBezTo>
                <a:cubicBezTo>
                  <a:pt x="4163914" y="1386186"/>
                  <a:pt x="4215285" y="1450004"/>
                  <a:pt x="4265705" y="1453813"/>
                </a:cubicBezTo>
                <a:cubicBezTo>
                  <a:pt x="4316125" y="1456671"/>
                  <a:pt x="4367496" y="1398569"/>
                  <a:pt x="4417915" y="1357611"/>
                </a:cubicBezTo>
                <a:cubicBezTo>
                  <a:pt x="4468335" y="1316654"/>
                  <a:pt x="4519706" y="1295698"/>
                  <a:pt x="4570126" y="1279506"/>
                </a:cubicBezTo>
                <a:cubicBezTo>
                  <a:pt x="4620546" y="1264266"/>
                  <a:pt x="4671917" y="1255694"/>
                  <a:pt x="4722337" y="1226166"/>
                </a:cubicBezTo>
                <a:cubicBezTo>
                  <a:pt x="4772757" y="1196638"/>
                  <a:pt x="4824127" y="1147108"/>
                  <a:pt x="4874548" y="1095673"/>
                </a:cubicBezTo>
                <a:cubicBezTo>
                  <a:pt x="4924967" y="1044238"/>
                  <a:pt x="4976338" y="990898"/>
                  <a:pt x="5026758" y="1002329"/>
                </a:cubicBezTo>
                <a:cubicBezTo>
                  <a:pt x="5077178" y="1013758"/>
                  <a:pt x="5128549" y="1089958"/>
                  <a:pt x="5178969" y="1063288"/>
                </a:cubicBezTo>
                <a:cubicBezTo>
                  <a:pt x="5229389" y="1036619"/>
                  <a:pt x="5280759" y="907079"/>
                  <a:pt x="5331180" y="880408"/>
                </a:cubicBezTo>
                <a:cubicBezTo>
                  <a:pt x="5381599" y="852786"/>
                  <a:pt x="5432970" y="928033"/>
                  <a:pt x="5483390" y="919461"/>
                </a:cubicBezTo>
                <a:cubicBezTo>
                  <a:pt x="5533810" y="909936"/>
                  <a:pt x="5585181" y="817543"/>
                  <a:pt x="5635601" y="750868"/>
                </a:cubicBezTo>
                <a:cubicBezTo>
                  <a:pt x="5686021" y="684193"/>
                  <a:pt x="5737391" y="645141"/>
                  <a:pt x="5787812" y="567036"/>
                </a:cubicBezTo>
                <a:cubicBezTo>
                  <a:pt x="5838231" y="488931"/>
                  <a:pt x="5889602" y="371773"/>
                  <a:pt x="5940022" y="311766"/>
                </a:cubicBezTo>
                <a:cubicBezTo>
                  <a:pt x="5990442" y="251758"/>
                  <a:pt x="6041813" y="249853"/>
                  <a:pt x="6092233" y="363201"/>
                </a:cubicBezTo>
                <a:cubicBezTo>
                  <a:pt x="6142653" y="476548"/>
                  <a:pt x="6194024" y="707054"/>
                  <a:pt x="6244444" y="762298"/>
                </a:cubicBezTo>
                <a:cubicBezTo>
                  <a:pt x="6294863" y="817543"/>
                  <a:pt x="6346234" y="698481"/>
                  <a:pt x="6396654" y="559416"/>
                </a:cubicBezTo>
                <a:cubicBezTo>
                  <a:pt x="6447074" y="420351"/>
                  <a:pt x="6498445" y="261283"/>
                  <a:pt x="6548865" y="225088"/>
                </a:cubicBezTo>
                <a:cubicBezTo>
                  <a:pt x="6599285" y="188893"/>
                  <a:pt x="6650656" y="276523"/>
                  <a:pt x="6701076" y="305098"/>
                </a:cubicBezTo>
                <a:cubicBezTo>
                  <a:pt x="6751495" y="334626"/>
                  <a:pt x="6802866" y="305098"/>
                  <a:pt x="6853286" y="279381"/>
                </a:cubicBezTo>
                <a:cubicBezTo>
                  <a:pt x="6903706" y="253663"/>
                  <a:pt x="6955077" y="231756"/>
                  <a:pt x="7005497" y="165081"/>
                </a:cubicBezTo>
                <a:cubicBezTo>
                  <a:pt x="7055917" y="98406"/>
                  <a:pt x="7107288" y="-13037"/>
                  <a:pt x="7157708" y="1251"/>
                </a:cubicBezTo>
                <a:cubicBezTo>
                  <a:pt x="7208128" y="15538"/>
                  <a:pt x="7259498" y="156508"/>
                  <a:pt x="7309919" y="292716"/>
                </a:cubicBezTo>
                <a:cubicBezTo>
                  <a:pt x="7360338" y="428923"/>
                  <a:pt x="7411709" y="561321"/>
                  <a:pt x="7437395" y="627043"/>
                </a:cubicBezTo>
                <a:lnTo>
                  <a:pt x="7463080" y="692766"/>
                </a:lnTo>
                <a:lnTo>
                  <a:pt x="7463080" y="789921"/>
                </a:lnTo>
                <a:lnTo>
                  <a:pt x="7437395" y="756583"/>
                </a:lnTo>
                <a:cubicBezTo>
                  <a:pt x="7411709" y="723246"/>
                  <a:pt x="7361289" y="655618"/>
                  <a:pt x="7309919" y="600373"/>
                </a:cubicBezTo>
                <a:cubicBezTo>
                  <a:pt x="7259498" y="545129"/>
                  <a:pt x="7208128" y="501313"/>
                  <a:pt x="7157708" y="486073"/>
                </a:cubicBezTo>
                <a:cubicBezTo>
                  <a:pt x="7107288" y="471786"/>
                  <a:pt x="7055917" y="486073"/>
                  <a:pt x="7005497" y="504171"/>
                </a:cubicBezTo>
                <a:cubicBezTo>
                  <a:pt x="6955077" y="522268"/>
                  <a:pt x="6903706" y="544176"/>
                  <a:pt x="6853286" y="634663"/>
                </a:cubicBezTo>
                <a:cubicBezTo>
                  <a:pt x="6802866" y="725151"/>
                  <a:pt x="6751495" y="883266"/>
                  <a:pt x="6701076" y="853738"/>
                </a:cubicBezTo>
                <a:cubicBezTo>
                  <a:pt x="6650656" y="824211"/>
                  <a:pt x="6599285" y="607993"/>
                  <a:pt x="6548865" y="563226"/>
                </a:cubicBezTo>
                <a:cubicBezTo>
                  <a:pt x="6498445" y="518458"/>
                  <a:pt x="6447074" y="645141"/>
                  <a:pt x="6396654" y="751821"/>
                </a:cubicBezTo>
                <a:cubicBezTo>
                  <a:pt x="6346234" y="858501"/>
                  <a:pt x="6294863" y="945179"/>
                  <a:pt x="6244444" y="987088"/>
                </a:cubicBezTo>
                <a:cubicBezTo>
                  <a:pt x="6194024" y="1028998"/>
                  <a:pt x="6142653" y="1025188"/>
                  <a:pt x="6092233" y="959466"/>
                </a:cubicBezTo>
                <a:cubicBezTo>
                  <a:pt x="6041813" y="893744"/>
                  <a:pt x="5990442" y="767061"/>
                  <a:pt x="5940022" y="713721"/>
                </a:cubicBezTo>
                <a:cubicBezTo>
                  <a:pt x="5889602" y="660381"/>
                  <a:pt x="5838231" y="680383"/>
                  <a:pt x="5787812" y="710863"/>
                </a:cubicBezTo>
                <a:cubicBezTo>
                  <a:pt x="5737391" y="740391"/>
                  <a:pt x="5686021" y="780396"/>
                  <a:pt x="5635601" y="846119"/>
                </a:cubicBezTo>
                <a:cubicBezTo>
                  <a:pt x="5585181" y="912794"/>
                  <a:pt x="5533810" y="1005186"/>
                  <a:pt x="5483390" y="1047096"/>
                </a:cubicBezTo>
                <a:cubicBezTo>
                  <a:pt x="5432970" y="1089006"/>
                  <a:pt x="5381599" y="1078529"/>
                  <a:pt x="5331180" y="1121391"/>
                </a:cubicBezTo>
                <a:cubicBezTo>
                  <a:pt x="5280759" y="1165206"/>
                  <a:pt x="5229389" y="1261408"/>
                  <a:pt x="5178969" y="1271886"/>
                </a:cubicBezTo>
                <a:cubicBezTo>
                  <a:pt x="5128549" y="1282363"/>
                  <a:pt x="5077178" y="1206163"/>
                  <a:pt x="5026758" y="1162348"/>
                </a:cubicBezTo>
                <a:cubicBezTo>
                  <a:pt x="4976338" y="1118533"/>
                  <a:pt x="4924967" y="1107104"/>
                  <a:pt x="4874548" y="1142346"/>
                </a:cubicBezTo>
                <a:cubicBezTo>
                  <a:pt x="4824127" y="1177588"/>
                  <a:pt x="4772757" y="1259504"/>
                  <a:pt x="4722337" y="1289031"/>
                </a:cubicBezTo>
                <a:cubicBezTo>
                  <a:pt x="4671917" y="1318558"/>
                  <a:pt x="4620546" y="1294746"/>
                  <a:pt x="4570126" y="1293794"/>
                </a:cubicBezTo>
                <a:cubicBezTo>
                  <a:pt x="4519706" y="1293794"/>
                  <a:pt x="4468335" y="1314748"/>
                  <a:pt x="4417915" y="1355706"/>
                </a:cubicBezTo>
                <a:cubicBezTo>
                  <a:pt x="4367496" y="1396663"/>
                  <a:pt x="4316125" y="1454766"/>
                  <a:pt x="4265705" y="1468101"/>
                </a:cubicBezTo>
                <a:cubicBezTo>
                  <a:pt x="4215285" y="1481436"/>
                  <a:pt x="4163914" y="1449051"/>
                  <a:pt x="4113494" y="1422381"/>
                </a:cubicBezTo>
                <a:cubicBezTo>
                  <a:pt x="4063074" y="1395711"/>
                  <a:pt x="4011703" y="1375708"/>
                  <a:pt x="3961283" y="1392854"/>
                </a:cubicBezTo>
                <a:cubicBezTo>
                  <a:pt x="3910863" y="1409998"/>
                  <a:pt x="3859492" y="1463338"/>
                  <a:pt x="3809072" y="1498581"/>
                </a:cubicBezTo>
                <a:cubicBezTo>
                  <a:pt x="3758653" y="1533823"/>
                  <a:pt x="3707282" y="1550016"/>
                  <a:pt x="3656862" y="1547158"/>
                </a:cubicBezTo>
                <a:cubicBezTo>
                  <a:pt x="3606442" y="1544301"/>
                  <a:pt x="3555071" y="1523346"/>
                  <a:pt x="3504651" y="1479531"/>
                </a:cubicBezTo>
                <a:cubicBezTo>
                  <a:pt x="3454231" y="1436669"/>
                  <a:pt x="3402860" y="1371898"/>
                  <a:pt x="3352440" y="1363326"/>
                </a:cubicBezTo>
                <a:cubicBezTo>
                  <a:pt x="3302021" y="1355706"/>
                  <a:pt x="3250650" y="1403331"/>
                  <a:pt x="3200230" y="1419523"/>
                </a:cubicBezTo>
                <a:cubicBezTo>
                  <a:pt x="3149810" y="1435716"/>
                  <a:pt x="3098439" y="1419523"/>
                  <a:pt x="3048019" y="1419523"/>
                </a:cubicBezTo>
                <a:cubicBezTo>
                  <a:pt x="2997599" y="1419523"/>
                  <a:pt x="2946228" y="1435716"/>
                  <a:pt x="2844437" y="1435716"/>
                </a:cubicBezTo>
                <a:cubicBezTo>
                  <a:pt x="2742646" y="1435716"/>
                  <a:pt x="2590436" y="1419523"/>
                  <a:pt x="2462959" y="1411904"/>
                </a:cubicBezTo>
                <a:cubicBezTo>
                  <a:pt x="2336434" y="1404283"/>
                  <a:pt x="2234643" y="1404283"/>
                  <a:pt x="2082432" y="1411904"/>
                </a:cubicBezTo>
                <a:cubicBezTo>
                  <a:pt x="1930222" y="1419523"/>
                  <a:pt x="1726640" y="1435716"/>
                  <a:pt x="1498324" y="1444288"/>
                </a:cubicBezTo>
                <a:cubicBezTo>
                  <a:pt x="1270008" y="1451908"/>
                  <a:pt x="1016006" y="1451908"/>
                  <a:pt x="863796" y="1444288"/>
                </a:cubicBezTo>
                <a:cubicBezTo>
                  <a:pt x="711585" y="1436669"/>
                  <a:pt x="660214" y="1420476"/>
                  <a:pt x="609794" y="1420476"/>
                </a:cubicBezTo>
                <a:cubicBezTo>
                  <a:pt x="559374" y="1420476"/>
                  <a:pt x="508003" y="1436669"/>
                  <a:pt x="406212" y="1433811"/>
                </a:cubicBezTo>
                <a:cubicBezTo>
                  <a:pt x="304421" y="1430954"/>
                  <a:pt x="152211" y="1409998"/>
                  <a:pt x="76105" y="1398569"/>
                </a:cubicBezTo>
                <a:lnTo>
                  <a:pt x="0" y="1388091"/>
                </a:lnTo>
                <a:close/>
              </a:path>
            </a:pathLst>
          </a:custGeom>
          <a:solidFill>
            <a:srgbClr val="F4A988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0" name="Freeform 99">
            <a:extLst>
              <a:ext uri="{FF2B5EF4-FFF2-40B4-BE49-F238E27FC236}">
                <a16:creationId xmlns:a16="http://schemas.microsoft.com/office/drawing/2014/main" id="{70BA269B-C6C0-9BAD-AFC3-4ECCC0635D68}"/>
              </a:ext>
            </a:extLst>
          </p:cNvPr>
          <p:cNvSpPr/>
          <p:nvPr/>
        </p:nvSpPr>
        <p:spPr>
          <a:xfrm>
            <a:off x="522129" y="1926223"/>
            <a:ext cx="7463080" cy="1764239"/>
          </a:xfrm>
          <a:custGeom>
            <a:avLst/>
            <a:gdLst>
              <a:gd name="connsiteX0" fmla="*/ 0 w 7463080"/>
              <a:gd name="connsiteY0" fmla="*/ 1603904 h 1764239"/>
              <a:gd name="connsiteX1" fmla="*/ 76105 w 7463080"/>
              <a:gd name="connsiteY1" fmla="*/ 1614382 h 1764239"/>
              <a:gd name="connsiteX2" fmla="*/ 406212 w 7463080"/>
              <a:gd name="connsiteY2" fmla="*/ 1649625 h 1764239"/>
              <a:gd name="connsiteX3" fmla="*/ 609794 w 7463080"/>
              <a:gd name="connsiteY3" fmla="*/ 1636290 h 1764239"/>
              <a:gd name="connsiteX4" fmla="*/ 863796 w 7463080"/>
              <a:gd name="connsiteY4" fmla="*/ 1660102 h 1764239"/>
              <a:gd name="connsiteX5" fmla="*/ 1498324 w 7463080"/>
              <a:gd name="connsiteY5" fmla="*/ 1660102 h 1764239"/>
              <a:gd name="connsiteX6" fmla="*/ 2082432 w 7463080"/>
              <a:gd name="connsiteY6" fmla="*/ 1627717 h 1764239"/>
              <a:gd name="connsiteX7" fmla="*/ 2462959 w 7463080"/>
              <a:gd name="connsiteY7" fmla="*/ 1627717 h 1764239"/>
              <a:gd name="connsiteX8" fmla="*/ 2844437 w 7463080"/>
              <a:gd name="connsiteY8" fmla="*/ 1651529 h 1764239"/>
              <a:gd name="connsiteX9" fmla="*/ 3048019 w 7463080"/>
              <a:gd name="connsiteY9" fmla="*/ 1635337 h 1764239"/>
              <a:gd name="connsiteX10" fmla="*/ 3200230 w 7463080"/>
              <a:gd name="connsiteY10" fmla="*/ 1619144 h 1764239"/>
              <a:gd name="connsiteX11" fmla="*/ 3352440 w 7463080"/>
              <a:gd name="connsiteY11" fmla="*/ 1514369 h 1764239"/>
              <a:gd name="connsiteX12" fmla="*/ 3504651 w 7463080"/>
              <a:gd name="connsiteY12" fmla="*/ 1662960 h 1764239"/>
              <a:gd name="connsiteX13" fmla="*/ 3656862 w 7463080"/>
              <a:gd name="connsiteY13" fmla="*/ 1698202 h 1764239"/>
              <a:gd name="connsiteX14" fmla="*/ 3809072 w 7463080"/>
              <a:gd name="connsiteY14" fmla="*/ 1682010 h 1764239"/>
              <a:gd name="connsiteX15" fmla="*/ 3961283 w 7463080"/>
              <a:gd name="connsiteY15" fmla="*/ 1527704 h 1764239"/>
              <a:gd name="connsiteX16" fmla="*/ 4113494 w 7463080"/>
              <a:gd name="connsiteY16" fmla="*/ 1557232 h 1764239"/>
              <a:gd name="connsiteX17" fmla="*/ 4265705 w 7463080"/>
              <a:gd name="connsiteY17" fmla="*/ 1667722 h 1764239"/>
              <a:gd name="connsiteX18" fmla="*/ 4417915 w 7463080"/>
              <a:gd name="connsiteY18" fmla="*/ 1571519 h 1764239"/>
              <a:gd name="connsiteX19" fmla="*/ 4570126 w 7463080"/>
              <a:gd name="connsiteY19" fmla="*/ 1493415 h 1764239"/>
              <a:gd name="connsiteX20" fmla="*/ 4722337 w 7463080"/>
              <a:gd name="connsiteY20" fmla="*/ 1440075 h 1764239"/>
              <a:gd name="connsiteX21" fmla="*/ 4874548 w 7463080"/>
              <a:gd name="connsiteY21" fmla="*/ 1309582 h 1764239"/>
              <a:gd name="connsiteX22" fmla="*/ 5026758 w 7463080"/>
              <a:gd name="connsiteY22" fmla="*/ 1200044 h 1764239"/>
              <a:gd name="connsiteX23" fmla="*/ 5178969 w 7463080"/>
              <a:gd name="connsiteY23" fmla="*/ 1212427 h 1764239"/>
              <a:gd name="connsiteX24" fmla="*/ 5331180 w 7463080"/>
              <a:gd name="connsiteY24" fmla="*/ 1061932 h 1764239"/>
              <a:gd name="connsiteX25" fmla="*/ 5483390 w 7463080"/>
              <a:gd name="connsiteY25" fmla="*/ 1036214 h 1764239"/>
              <a:gd name="connsiteX26" fmla="*/ 5635601 w 7463080"/>
              <a:gd name="connsiteY26" fmla="*/ 738082 h 1764239"/>
              <a:gd name="connsiteX27" fmla="*/ 5787812 w 7463080"/>
              <a:gd name="connsiteY27" fmla="*/ 408517 h 1764239"/>
              <a:gd name="connsiteX28" fmla="*/ 5940022 w 7463080"/>
              <a:gd name="connsiteY28" fmla="*/ 315172 h 1764239"/>
              <a:gd name="connsiteX29" fmla="*/ 6092233 w 7463080"/>
              <a:gd name="connsiteY29" fmla="*/ 253259 h 1764239"/>
              <a:gd name="connsiteX30" fmla="*/ 6244444 w 7463080"/>
              <a:gd name="connsiteY30" fmla="*/ 652357 h 1764239"/>
              <a:gd name="connsiteX31" fmla="*/ 6396654 w 7463080"/>
              <a:gd name="connsiteY31" fmla="*/ 384704 h 1764239"/>
              <a:gd name="connsiteX32" fmla="*/ 6548865 w 7463080"/>
              <a:gd name="connsiteY32" fmla="*/ 1800 h 1764239"/>
              <a:gd name="connsiteX33" fmla="*/ 6701076 w 7463080"/>
              <a:gd name="connsiteY33" fmla="*/ 178964 h 1764239"/>
              <a:gd name="connsiteX34" fmla="*/ 6853286 w 7463080"/>
              <a:gd name="connsiteY34" fmla="*/ 137054 h 1764239"/>
              <a:gd name="connsiteX35" fmla="*/ 7005497 w 7463080"/>
              <a:gd name="connsiteY35" fmla="*/ 103717 h 1764239"/>
              <a:gd name="connsiteX36" fmla="*/ 7157708 w 7463080"/>
              <a:gd name="connsiteY36" fmla="*/ 37042 h 1764239"/>
              <a:gd name="connsiteX37" fmla="*/ 7309919 w 7463080"/>
              <a:gd name="connsiteY37" fmla="*/ 199919 h 1764239"/>
              <a:gd name="connsiteX38" fmla="*/ 7437395 w 7463080"/>
              <a:gd name="connsiteY38" fmla="*/ 615209 h 1764239"/>
              <a:gd name="connsiteX39" fmla="*/ 7463080 w 7463080"/>
              <a:gd name="connsiteY39" fmla="*/ 713317 h 1764239"/>
              <a:gd name="connsiteX40" fmla="*/ 7463080 w 7463080"/>
              <a:gd name="connsiteY40" fmla="*/ 907627 h 1764239"/>
              <a:gd name="connsiteX41" fmla="*/ 7437395 w 7463080"/>
              <a:gd name="connsiteY41" fmla="*/ 841905 h 1764239"/>
              <a:gd name="connsiteX42" fmla="*/ 7309919 w 7463080"/>
              <a:gd name="connsiteY42" fmla="*/ 507577 h 1764239"/>
              <a:gd name="connsiteX43" fmla="*/ 7157708 w 7463080"/>
              <a:gd name="connsiteY43" fmla="*/ 216112 h 1764239"/>
              <a:gd name="connsiteX44" fmla="*/ 7005497 w 7463080"/>
              <a:gd name="connsiteY44" fmla="*/ 379942 h 1764239"/>
              <a:gd name="connsiteX45" fmla="*/ 6853286 w 7463080"/>
              <a:gd name="connsiteY45" fmla="*/ 494242 h 1764239"/>
              <a:gd name="connsiteX46" fmla="*/ 6701076 w 7463080"/>
              <a:gd name="connsiteY46" fmla="*/ 519959 h 1764239"/>
              <a:gd name="connsiteX47" fmla="*/ 6548865 w 7463080"/>
              <a:gd name="connsiteY47" fmla="*/ 439950 h 1764239"/>
              <a:gd name="connsiteX48" fmla="*/ 6396654 w 7463080"/>
              <a:gd name="connsiteY48" fmla="*/ 774277 h 1764239"/>
              <a:gd name="connsiteX49" fmla="*/ 6244444 w 7463080"/>
              <a:gd name="connsiteY49" fmla="*/ 977159 h 1764239"/>
              <a:gd name="connsiteX50" fmla="*/ 6092233 w 7463080"/>
              <a:gd name="connsiteY50" fmla="*/ 578062 h 1764239"/>
              <a:gd name="connsiteX51" fmla="*/ 5940022 w 7463080"/>
              <a:gd name="connsiteY51" fmla="*/ 526627 h 1764239"/>
              <a:gd name="connsiteX52" fmla="*/ 5787812 w 7463080"/>
              <a:gd name="connsiteY52" fmla="*/ 781897 h 1764239"/>
              <a:gd name="connsiteX53" fmla="*/ 5635601 w 7463080"/>
              <a:gd name="connsiteY53" fmla="*/ 965730 h 1764239"/>
              <a:gd name="connsiteX54" fmla="*/ 5483390 w 7463080"/>
              <a:gd name="connsiteY54" fmla="*/ 1134322 h 1764239"/>
              <a:gd name="connsiteX55" fmla="*/ 5331180 w 7463080"/>
              <a:gd name="connsiteY55" fmla="*/ 1095269 h 1764239"/>
              <a:gd name="connsiteX56" fmla="*/ 5178969 w 7463080"/>
              <a:gd name="connsiteY56" fmla="*/ 1278150 h 1764239"/>
              <a:gd name="connsiteX57" fmla="*/ 5026758 w 7463080"/>
              <a:gd name="connsiteY57" fmla="*/ 1217190 h 1764239"/>
              <a:gd name="connsiteX58" fmla="*/ 4874548 w 7463080"/>
              <a:gd name="connsiteY58" fmla="*/ 1310535 h 1764239"/>
              <a:gd name="connsiteX59" fmla="*/ 4722337 w 7463080"/>
              <a:gd name="connsiteY59" fmla="*/ 1441027 h 1764239"/>
              <a:gd name="connsiteX60" fmla="*/ 4570126 w 7463080"/>
              <a:gd name="connsiteY60" fmla="*/ 1494367 h 1764239"/>
              <a:gd name="connsiteX61" fmla="*/ 4417915 w 7463080"/>
              <a:gd name="connsiteY61" fmla="*/ 1572472 h 1764239"/>
              <a:gd name="connsiteX62" fmla="*/ 4265705 w 7463080"/>
              <a:gd name="connsiteY62" fmla="*/ 1668675 h 1764239"/>
              <a:gd name="connsiteX63" fmla="*/ 4113494 w 7463080"/>
              <a:gd name="connsiteY63" fmla="*/ 1558185 h 1764239"/>
              <a:gd name="connsiteX64" fmla="*/ 3961283 w 7463080"/>
              <a:gd name="connsiteY64" fmla="*/ 1528657 h 1764239"/>
              <a:gd name="connsiteX65" fmla="*/ 3809072 w 7463080"/>
              <a:gd name="connsiteY65" fmla="*/ 1699154 h 1764239"/>
              <a:gd name="connsiteX66" fmla="*/ 3656862 w 7463080"/>
              <a:gd name="connsiteY66" fmla="*/ 1763925 h 1764239"/>
              <a:gd name="connsiteX67" fmla="*/ 3504651 w 7463080"/>
              <a:gd name="connsiteY67" fmla="*/ 1680104 h 1764239"/>
              <a:gd name="connsiteX68" fmla="*/ 3352440 w 7463080"/>
              <a:gd name="connsiteY68" fmla="*/ 1515322 h 1764239"/>
              <a:gd name="connsiteX69" fmla="*/ 3200230 w 7463080"/>
              <a:gd name="connsiteY69" fmla="*/ 1620097 h 1764239"/>
              <a:gd name="connsiteX70" fmla="*/ 3048019 w 7463080"/>
              <a:gd name="connsiteY70" fmla="*/ 1636290 h 1764239"/>
              <a:gd name="connsiteX71" fmla="*/ 2844437 w 7463080"/>
              <a:gd name="connsiteY71" fmla="*/ 1652482 h 1764239"/>
              <a:gd name="connsiteX72" fmla="*/ 2462959 w 7463080"/>
              <a:gd name="connsiteY72" fmla="*/ 1628669 h 1764239"/>
              <a:gd name="connsiteX73" fmla="*/ 2082432 w 7463080"/>
              <a:gd name="connsiteY73" fmla="*/ 1628669 h 1764239"/>
              <a:gd name="connsiteX74" fmla="*/ 1498324 w 7463080"/>
              <a:gd name="connsiteY74" fmla="*/ 1661054 h 1764239"/>
              <a:gd name="connsiteX75" fmla="*/ 863796 w 7463080"/>
              <a:gd name="connsiteY75" fmla="*/ 1661054 h 1764239"/>
              <a:gd name="connsiteX76" fmla="*/ 609794 w 7463080"/>
              <a:gd name="connsiteY76" fmla="*/ 1637242 h 1764239"/>
              <a:gd name="connsiteX77" fmla="*/ 406212 w 7463080"/>
              <a:gd name="connsiteY77" fmla="*/ 1650577 h 1764239"/>
              <a:gd name="connsiteX78" fmla="*/ 76105 w 7463080"/>
              <a:gd name="connsiteY78" fmla="*/ 1615335 h 1764239"/>
              <a:gd name="connsiteX79" fmla="*/ 0 w 7463080"/>
              <a:gd name="connsiteY79" fmla="*/ 1604857 h 1764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463080" h="1764239">
                <a:moveTo>
                  <a:pt x="0" y="1603904"/>
                </a:moveTo>
                <a:lnTo>
                  <a:pt x="76105" y="1614382"/>
                </a:lnTo>
                <a:cubicBezTo>
                  <a:pt x="152211" y="1624860"/>
                  <a:pt x="304421" y="1646767"/>
                  <a:pt x="406212" y="1649625"/>
                </a:cubicBezTo>
                <a:cubicBezTo>
                  <a:pt x="508003" y="1652482"/>
                  <a:pt x="558423" y="1636290"/>
                  <a:pt x="609794" y="1636290"/>
                </a:cubicBezTo>
                <a:cubicBezTo>
                  <a:pt x="661165" y="1636290"/>
                  <a:pt x="711585" y="1652482"/>
                  <a:pt x="863796" y="1660102"/>
                </a:cubicBezTo>
                <a:cubicBezTo>
                  <a:pt x="1016006" y="1667722"/>
                  <a:pt x="1270008" y="1667722"/>
                  <a:pt x="1498324" y="1660102"/>
                </a:cubicBezTo>
                <a:cubicBezTo>
                  <a:pt x="1726640" y="1652482"/>
                  <a:pt x="1930222" y="1636290"/>
                  <a:pt x="2082432" y="1627717"/>
                </a:cubicBezTo>
                <a:cubicBezTo>
                  <a:pt x="2234643" y="1619144"/>
                  <a:pt x="2336434" y="1620097"/>
                  <a:pt x="2462959" y="1627717"/>
                </a:cubicBezTo>
                <a:cubicBezTo>
                  <a:pt x="2589484" y="1635337"/>
                  <a:pt x="2742646" y="1651529"/>
                  <a:pt x="2844437" y="1651529"/>
                </a:cubicBezTo>
                <a:cubicBezTo>
                  <a:pt x="2946228" y="1651529"/>
                  <a:pt x="2996648" y="1635337"/>
                  <a:pt x="3048019" y="1635337"/>
                </a:cubicBezTo>
                <a:cubicBezTo>
                  <a:pt x="3099390" y="1635337"/>
                  <a:pt x="3149810" y="1651529"/>
                  <a:pt x="3200230" y="1619144"/>
                </a:cubicBezTo>
                <a:cubicBezTo>
                  <a:pt x="3250650" y="1586760"/>
                  <a:pt x="3302021" y="1505797"/>
                  <a:pt x="3352440" y="1514369"/>
                </a:cubicBezTo>
                <a:cubicBezTo>
                  <a:pt x="3402860" y="1521990"/>
                  <a:pt x="3454231" y="1619144"/>
                  <a:pt x="3504651" y="1662960"/>
                </a:cubicBezTo>
                <a:cubicBezTo>
                  <a:pt x="3555071" y="1705822"/>
                  <a:pt x="3606442" y="1695344"/>
                  <a:pt x="3656862" y="1698202"/>
                </a:cubicBezTo>
                <a:cubicBezTo>
                  <a:pt x="3707282" y="1701060"/>
                  <a:pt x="3758653" y="1717252"/>
                  <a:pt x="3809072" y="1682010"/>
                </a:cubicBezTo>
                <a:cubicBezTo>
                  <a:pt x="3859492" y="1646767"/>
                  <a:pt x="3910863" y="1561042"/>
                  <a:pt x="3961283" y="1527704"/>
                </a:cubicBezTo>
                <a:cubicBezTo>
                  <a:pt x="4011703" y="1494367"/>
                  <a:pt x="4063074" y="1515322"/>
                  <a:pt x="4113494" y="1557232"/>
                </a:cubicBezTo>
                <a:cubicBezTo>
                  <a:pt x="4163914" y="1600094"/>
                  <a:pt x="4215285" y="1663912"/>
                  <a:pt x="4265705" y="1667722"/>
                </a:cubicBezTo>
                <a:cubicBezTo>
                  <a:pt x="4316125" y="1670579"/>
                  <a:pt x="4367496" y="1612477"/>
                  <a:pt x="4417915" y="1571519"/>
                </a:cubicBezTo>
                <a:cubicBezTo>
                  <a:pt x="4468335" y="1530562"/>
                  <a:pt x="4519706" y="1509607"/>
                  <a:pt x="4570126" y="1493415"/>
                </a:cubicBezTo>
                <a:cubicBezTo>
                  <a:pt x="4620546" y="1478175"/>
                  <a:pt x="4671917" y="1469602"/>
                  <a:pt x="4722337" y="1440075"/>
                </a:cubicBezTo>
                <a:cubicBezTo>
                  <a:pt x="4772757" y="1410547"/>
                  <a:pt x="4824127" y="1361017"/>
                  <a:pt x="4874548" y="1309582"/>
                </a:cubicBezTo>
                <a:cubicBezTo>
                  <a:pt x="4924967" y="1258147"/>
                  <a:pt x="4976338" y="1204807"/>
                  <a:pt x="5026758" y="1200044"/>
                </a:cubicBezTo>
                <a:cubicBezTo>
                  <a:pt x="5077178" y="1195282"/>
                  <a:pt x="5128549" y="1239097"/>
                  <a:pt x="5178969" y="1212427"/>
                </a:cubicBezTo>
                <a:cubicBezTo>
                  <a:pt x="5229389" y="1185757"/>
                  <a:pt x="5280759" y="1088602"/>
                  <a:pt x="5331180" y="1061932"/>
                </a:cubicBezTo>
                <a:cubicBezTo>
                  <a:pt x="5381599" y="1034309"/>
                  <a:pt x="5432970" y="1077172"/>
                  <a:pt x="5483390" y="1036214"/>
                </a:cubicBezTo>
                <a:cubicBezTo>
                  <a:pt x="5533810" y="995257"/>
                  <a:pt x="5585181" y="869527"/>
                  <a:pt x="5635601" y="738082"/>
                </a:cubicBezTo>
                <a:cubicBezTo>
                  <a:pt x="5686021" y="606637"/>
                  <a:pt x="5737391" y="470429"/>
                  <a:pt x="5787812" y="408517"/>
                </a:cubicBezTo>
                <a:cubicBezTo>
                  <a:pt x="5838231" y="346604"/>
                  <a:pt x="5889602" y="358034"/>
                  <a:pt x="5940022" y="315172"/>
                </a:cubicBezTo>
                <a:cubicBezTo>
                  <a:pt x="5990442" y="271357"/>
                  <a:pt x="6041813" y="172297"/>
                  <a:pt x="6092233" y="253259"/>
                </a:cubicBezTo>
                <a:cubicBezTo>
                  <a:pt x="6142653" y="335175"/>
                  <a:pt x="6194024" y="597112"/>
                  <a:pt x="6244444" y="652357"/>
                </a:cubicBezTo>
                <a:cubicBezTo>
                  <a:pt x="6294863" y="707602"/>
                  <a:pt x="6346234" y="556155"/>
                  <a:pt x="6396654" y="384704"/>
                </a:cubicBezTo>
                <a:cubicBezTo>
                  <a:pt x="6447074" y="213254"/>
                  <a:pt x="6498445" y="21802"/>
                  <a:pt x="6548865" y="1800"/>
                </a:cubicBezTo>
                <a:cubicBezTo>
                  <a:pt x="6599285" y="-18203"/>
                  <a:pt x="6650656" y="134197"/>
                  <a:pt x="6701076" y="178964"/>
                </a:cubicBezTo>
                <a:cubicBezTo>
                  <a:pt x="6751495" y="223732"/>
                  <a:pt x="6802866" y="162772"/>
                  <a:pt x="6853286" y="137054"/>
                </a:cubicBezTo>
                <a:cubicBezTo>
                  <a:pt x="6903706" y="111337"/>
                  <a:pt x="6955077" y="121814"/>
                  <a:pt x="7005497" y="103717"/>
                </a:cubicBezTo>
                <a:cubicBezTo>
                  <a:pt x="7055917" y="85619"/>
                  <a:pt x="7107288" y="38947"/>
                  <a:pt x="7157708" y="37042"/>
                </a:cubicBezTo>
                <a:cubicBezTo>
                  <a:pt x="7208128" y="35137"/>
                  <a:pt x="7259498" y="78952"/>
                  <a:pt x="7309919" y="199919"/>
                </a:cubicBezTo>
                <a:cubicBezTo>
                  <a:pt x="7360338" y="319934"/>
                  <a:pt x="7411709" y="517102"/>
                  <a:pt x="7437395" y="615209"/>
                </a:cubicBezTo>
                <a:lnTo>
                  <a:pt x="7463080" y="713317"/>
                </a:lnTo>
                <a:lnTo>
                  <a:pt x="7463080" y="907627"/>
                </a:lnTo>
                <a:lnTo>
                  <a:pt x="7437395" y="841905"/>
                </a:lnTo>
                <a:cubicBezTo>
                  <a:pt x="7411709" y="776182"/>
                  <a:pt x="7361289" y="643784"/>
                  <a:pt x="7309919" y="507577"/>
                </a:cubicBezTo>
                <a:cubicBezTo>
                  <a:pt x="7258547" y="371369"/>
                  <a:pt x="7208128" y="230400"/>
                  <a:pt x="7157708" y="216112"/>
                </a:cubicBezTo>
                <a:cubicBezTo>
                  <a:pt x="7107288" y="201825"/>
                  <a:pt x="7055917" y="313267"/>
                  <a:pt x="7005497" y="379942"/>
                </a:cubicBezTo>
                <a:cubicBezTo>
                  <a:pt x="6955077" y="446617"/>
                  <a:pt x="6903706" y="468525"/>
                  <a:pt x="6853286" y="494242"/>
                </a:cubicBezTo>
                <a:cubicBezTo>
                  <a:pt x="6802866" y="519959"/>
                  <a:pt x="6751495" y="548534"/>
                  <a:pt x="6701076" y="519959"/>
                </a:cubicBezTo>
                <a:cubicBezTo>
                  <a:pt x="6650656" y="490432"/>
                  <a:pt x="6599285" y="403754"/>
                  <a:pt x="6548865" y="439950"/>
                </a:cubicBezTo>
                <a:cubicBezTo>
                  <a:pt x="6498445" y="476144"/>
                  <a:pt x="6447074" y="635212"/>
                  <a:pt x="6396654" y="774277"/>
                </a:cubicBezTo>
                <a:cubicBezTo>
                  <a:pt x="6346234" y="913342"/>
                  <a:pt x="6294863" y="1032405"/>
                  <a:pt x="6244444" y="977159"/>
                </a:cubicBezTo>
                <a:cubicBezTo>
                  <a:pt x="6194024" y="921914"/>
                  <a:pt x="6142653" y="691409"/>
                  <a:pt x="6092233" y="578062"/>
                </a:cubicBezTo>
                <a:cubicBezTo>
                  <a:pt x="6041813" y="464714"/>
                  <a:pt x="5990442" y="466619"/>
                  <a:pt x="5940022" y="526627"/>
                </a:cubicBezTo>
                <a:cubicBezTo>
                  <a:pt x="5889602" y="586634"/>
                  <a:pt x="5838231" y="703792"/>
                  <a:pt x="5787812" y="781897"/>
                </a:cubicBezTo>
                <a:cubicBezTo>
                  <a:pt x="5737391" y="860002"/>
                  <a:pt x="5686021" y="900007"/>
                  <a:pt x="5635601" y="965730"/>
                </a:cubicBezTo>
                <a:cubicBezTo>
                  <a:pt x="5585181" y="1032405"/>
                  <a:pt x="5533810" y="1124797"/>
                  <a:pt x="5483390" y="1134322"/>
                </a:cubicBezTo>
                <a:cubicBezTo>
                  <a:pt x="5432970" y="1143847"/>
                  <a:pt x="5381599" y="1068600"/>
                  <a:pt x="5331180" y="1095269"/>
                </a:cubicBezTo>
                <a:cubicBezTo>
                  <a:pt x="5280759" y="1122892"/>
                  <a:pt x="5229389" y="1251479"/>
                  <a:pt x="5178969" y="1278150"/>
                </a:cubicBezTo>
                <a:cubicBezTo>
                  <a:pt x="5128549" y="1304819"/>
                  <a:pt x="5077178" y="1228619"/>
                  <a:pt x="5026758" y="1217190"/>
                </a:cubicBezTo>
                <a:cubicBezTo>
                  <a:pt x="4976338" y="1205760"/>
                  <a:pt x="4924967" y="1259100"/>
                  <a:pt x="4874548" y="1310535"/>
                </a:cubicBezTo>
                <a:cubicBezTo>
                  <a:pt x="4824127" y="1361969"/>
                  <a:pt x="4772757" y="1411500"/>
                  <a:pt x="4722337" y="1441027"/>
                </a:cubicBezTo>
                <a:cubicBezTo>
                  <a:pt x="4671917" y="1470554"/>
                  <a:pt x="4620546" y="1479127"/>
                  <a:pt x="4570126" y="1494367"/>
                </a:cubicBezTo>
                <a:cubicBezTo>
                  <a:pt x="4519706" y="1509607"/>
                  <a:pt x="4468335" y="1531515"/>
                  <a:pt x="4417915" y="1572472"/>
                </a:cubicBezTo>
                <a:cubicBezTo>
                  <a:pt x="4367496" y="1613429"/>
                  <a:pt x="4316125" y="1671532"/>
                  <a:pt x="4265705" y="1668675"/>
                </a:cubicBezTo>
                <a:cubicBezTo>
                  <a:pt x="4215285" y="1665817"/>
                  <a:pt x="4163914" y="1601047"/>
                  <a:pt x="4113494" y="1558185"/>
                </a:cubicBezTo>
                <a:cubicBezTo>
                  <a:pt x="4063074" y="1515322"/>
                  <a:pt x="4011703" y="1495319"/>
                  <a:pt x="3961283" y="1528657"/>
                </a:cubicBezTo>
                <a:cubicBezTo>
                  <a:pt x="3910863" y="1561994"/>
                  <a:pt x="3859492" y="1647719"/>
                  <a:pt x="3809072" y="1699154"/>
                </a:cubicBezTo>
                <a:cubicBezTo>
                  <a:pt x="3758653" y="1750590"/>
                  <a:pt x="3707282" y="1766782"/>
                  <a:pt x="3656862" y="1763925"/>
                </a:cubicBezTo>
                <a:cubicBezTo>
                  <a:pt x="3606442" y="1761067"/>
                  <a:pt x="3555071" y="1740112"/>
                  <a:pt x="3504651" y="1680104"/>
                </a:cubicBezTo>
                <a:cubicBezTo>
                  <a:pt x="3454231" y="1621050"/>
                  <a:pt x="3402860" y="1523894"/>
                  <a:pt x="3352440" y="1515322"/>
                </a:cubicBezTo>
                <a:cubicBezTo>
                  <a:pt x="3302021" y="1507702"/>
                  <a:pt x="3250650" y="1587712"/>
                  <a:pt x="3200230" y="1620097"/>
                </a:cubicBezTo>
                <a:cubicBezTo>
                  <a:pt x="3149810" y="1652482"/>
                  <a:pt x="3098439" y="1636290"/>
                  <a:pt x="3048019" y="1636290"/>
                </a:cubicBezTo>
                <a:cubicBezTo>
                  <a:pt x="2997599" y="1636290"/>
                  <a:pt x="2946228" y="1652482"/>
                  <a:pt x="2844437" y="1652482"/>
                </a:cubicBezTo>
                <a:cubicBezTo>
                  <a:pt x="2742646" y="1652482"/>
                  <a:pt x="2590436" y="1636290"/>
                  <a:pt x="2462959" y="1628669"/>
                </a:cubicBezTo>
                <a:cubicBezTo>
                  <a:pt x="2336434" y="1621050"/>
                  <a:pt x="2234643" y="1621050"/>
                  <a:pt x="2082432" y="1628669"/>
                </a:cubicBezTo>
                <a:cubicBezTo>
                  <a:pt x="1930222" y="1636290"/>
                  <a:pt x="1726640" y="1652482"/>
                  <a:pt x="1498324" y="1661054"/>
                </a:cubicBezTo>
                <a:cubicBezTo>
                  <a:pt x="1270008" y="1668675"/>
                  <a:pt x="1016006" y="1668675"/>
                  <a:pt x="863796" y="1661054"/>
                </a:cubicBezTo>
                <a:cubicBezTo>
                  <a:pt x="711585" y="1653435"/>
                  <a:pt x="660214" y="1637242"/>
                  <a:pt x="609794" y="1637242"/>
                </a:cubicBezTo>
                <a:cubicBezTo>
                  <a:pt x="559374" y="1637242"/>
                  <a:pt x="508003" y="1653435"/>
                  <a:pt x="406212" y="1650577"/>
                </a:cubicBezTo>
                <a:cubicBezTo>
                  <a:pt x="304421" y="1647719"/>
                  <a:pt x="152211" y="1626765"/>
                  <a:pt x="76105" y="1615335"/>
                </a:cubicBezTo>
                <a:lnTo>
                  <a:pt x="0" y="1604857"/>
                </a:lnTo>
                <a:close/>
              </a:path>
            </a:pathLst>
          </a:custGeom>
          <a:solidFill>
            <a:srgbClr val="C04E3F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1" name="Freeform 100">
            <a:extLst>
              <a:ext uri="{FF2B5EF4-FFF2-40B4-BE49-F238E27FC236}">
                <a16:creationId xmlns:a16="http://schemas.microsoft.com/office/drawing/2014/main" id="{DF367EAB-AEA8-06F6-1611-7701B1DAE069}"/>
              </a:ext>
            </a:extLst>
          </p:cNvPr>
          <p:cNvSpPr/>
          <p:nvPr/>
        </p:nvSpPr>
        <p:spPr>
          <a:xfrm>
            <a:off x="522129" y="1336451"/>
            <a:ext cx="7463080" cy="2262862"/>
          </a:xfrm>
          <a:custGeom>
            <a:avLst/>
            <a:gdLst>
              <a:gd name="connsiteX0" fmla="*/ 0 w 7463080"/>
              <a:gd name="connsiteY0" fmla="*/ 2193676 h 2262862"/>
              <a:gd name="connsiteX1" fmla="*/ 76105 w 7463080"/>
              <a:gd name="connsiteY1" fmla="*/ 2171769 h 2262862"/>
              <a:gd name="connsiteX2" fmla="*/ 406212 w 7463080"/>
              <a:gd name="connsiteY2" fmla="*/ 2109856 h 2262862"/>
              <a:gd name="connsiteX3" fmla="*/ 609794 w 7463080"/>
              <a:gd name="connsiteY3" fmla="*/ 2193676 h 2262862"/>
              <a:gd name="connsiteX4" fmla="*/ 863796 w 7463080"/>
              <a:gd name="connsiteY4" fmla="*/ 2249874 h 2262862"/>
              <a:gd name="connsiteX5" fmla="*/ 1498324 w 7463080"/>
              <a:gd name="connsiteY5" fmla="*/ 2249874 h 2262862"/>
              <a:gd name="connsiteX6" fmla="*/ 2082432 w 7463080"/>
              <a:gd name="connsiteY6" fmla="*/ 2217489 h 2262862"/>
              <a:gd name="connsiteX7" fmla="*/ 2462959 w 7463080"/>
              <a:gd name="connsiteY7" fmla="*/ 2201296 h 2262862"/>
              <a:gd name="connsiteX8" fmla="*/ 2844437 w 7463080"/>
              <a:gd name="connsiteY8" fmla="*/ 2177484 h 2262862"/>
              <a:gd name="connsiteX9" fmla="*/ 3048019 w 7463080"/>
              <a:gd name="connsiteY9" fmla="*/ 2193676 h 2262862"/>
              <a:gd name="connsiteX10" fmla="*/ 3200230 w 7463080"/>
              <a:gd name="connsiteY10" fmla="*/ 2145099 h 2262862"/>
              <a:gd name="connsiteX11" fmla="*/ 3352440 w 7463080"/>
              <a:gd name="connsiteY11" fmla="*/ 2088901 h 2262862"/>
              <a:gd name="connsiteX12" fmla="*/ 3504651 w 7463080"/>
              <a:gd name="connsiteY12" fmla="*/ 2237491 h 2262862"/>
              <a:gd name="connsiteX13" fmla="*/ 3656862 w 7463080"/>
              <a:gd name="connsiteY13" fmla="*/ 2224156 h 2262862"/>
              <a:gd name="connsiteX14" fmla="*/ 3809072 w 7463080"/>
              <a:gd name="connsiteY14" fmla="*/ 2256541 h 2262862"/>
              <a:gd name="connsiteX15" fmla="*/ 3961283 w 7463080"/>
              <a:gd name="connsiteY15" fmla="*/ 2118429 h 2262862"/>
              <a:gd name="connsiteX16" fmla="*/ 4113494 w 7463080"/>
              <a:gd name="connsiteY16" fmla="*/ 2147956 h 2262862"/>
              <a:gd name="connsiteX17" fmla="*/ 4265705 w 7463080"/>
              <a:gd name="connsiteY17" fmla="*/ 2226061 h 2262862"/>
              <a:gd name="connsiteX18" fmla="*/ 4417915 w 7463080"/>
              <a:gd name="connsiteY18" fmla="*/ 2017464 h 2262862"/>
              <a:gd name="connsiteX19" fmla="*/ 4570126 w 7463080"/>
              <a:gd name="connsiteY19" fmla="*/ 1971744 h 2262862"/>
              <a:gd name="connsiteX20" fmla="*/ 4722337 w 7463080"/>
              <a:gd name="connsiteY20" fmla="*/ 1950789 h 2262862"/>
              <a:gd name="connsiteX21" fmla="*/ 4874548 w 7463080"/>
              <a:gd name="connsiteY21" fmla="*/ 1885066 h 2262862"/>
              <a:gd name="connsiteX22" fmla="*/ 5026758 w 7463080"/>
              <a:gd name="connsiteY22" fmla="*/ 1759336 h 2262862"/>
              <a:gd name="connsiteX23" fmla="*/ 5178969 w 7463080"/>
              <a:gd name="connsiteY23" fmla="*/ 1610746 h 2262862"/>
              <a:gd name="connsiteX24" fmla="*/ 5331180 w 7463080"/>
              <a:gd name="connsiteY24" fmla="*/ 1314519 h 2262862"/>
              <a:gd name="connsiteX25" fmla="*/ 5483390 w 7463080"/>
              <a:gd name="connsiteY25" fmla="*/ 1288801 h 2262862"/>
              <a:gd name="connsiteX26" fmla="*/ 5635601 w 7463080"/>
              <a:gd name="connsiteY26" fmla="*/ 943044 h 2262862"/>
              <a:gd name="connsiteX27" fmla="*/ 5787812 w 7463080"/>
              <a:gd name="connsiteY27" fmla="*/ 807789 h 2262862"/>
              <a:gd name="connsiteX28" fmla="*/ 5940022 w 7463080"/>
              <a:gd name="connsiteY28" fmla="*/ 698251 h 2262862"/>
              <a:gd name="connsiteX29" fmla="*/ 6092233 w 7463080"/>
              <a:gd name="connsiteY29" fmla="*/ 798264 h 2262862"/>
              <a:gd name="connsiteX30" fmla="*/ 6244444 w 7463080"/>
              <a:gd name="connsiteY30" fmla="*/ 1181169 h 2262862"/>
              <a:gd name="connsiteX31" fmla="*/ 6396654 w 7463080"/>
              <a:gd name="connsiteY31" fmla="*/ 655389 h 2262862"/>
              <a:gd name="connsiteX32" fmla="*/ 6548865 w 7463080"/>
              <a:gd name="connsiteY32" fmla="*/ 191521 h 2262862"/>
              <a:gd name="connsiteX33" fmla="*/ 6701076 w 7463080"/>
              <a:gd name="connsiteY33" fmla="*/ 336301 h 2262862"/>
              <a:gd name="connsiteX34" fmla="*/ 6853286 w 7463080"/>
              <a:gd name="connsiteY34" fmla="*/ 294391 h 2262862"/>
              <a:gd name="connsiteX35" fmla="*/ 7005497 w 7463080"/>
              <a:gd name="connsiteY35" fmla="*/ 2926 h 2262862"/>
              <a:gd name="connsiteX36" fmla="*/ 7157708 w 7463080"/>
              <a:gd name="connsiteY36" fmla="*/ 437266 h 2262862"/>
              <a:gd name="connsiteX37" fmla="*/ 7309919 w 7463080"/>
              <a:gd name="connsiteY37" fmla="*/ 664914 h 2262862"/>
              <a:gd name="connsiteX38" fmla="*/ 7437395 w 7463080"/>
              <a:gd name="connsiteY38" fmla="*/ 1177359 h 2262862"/>
              <a:gd name="connsiteX39" fmla="*/ 7463080 w 7463080"/>
              <a:gd name="connsiteY39" fmla="*/ 1307851 h 2262862"/>
              <a:gd name="connsiteX40" fmla="*/ 7463080 w 7463080"/>
              <a:gd name="connsiteY40" fmla="*/ 1307851 h 2262862"/>
              <a:gd name="connsiteX41" fmla="*/ 7437395 w 7463080"/>
              <a:gd name="connsiteY41" fmla="*/ 1193551 h 2262862"/>
              <a:gd name="connsiteX42" fmla="*/ 7309919 w 7463080"/>
              <a:gd name="connsiteY42" fmla="*/ 729684 h 2262862"/>
              <a:gd name="connsiteX43" fmla="*/ 7157708 w 7463080"/>
              <a:gd name="connsiteY43" fmla="*/ 485844 h 2262862"/>
              <a:gd name="connsiteX44" fmla="*/ 7005497 w 7463080"/>
              <a:gd name="connsiteY44" fmla="*/ 164851 h 2262862"/>
              <a:gd name="connsiteX45" fmla="*/ 6853286 w 7463080"/>
              <a:gd name="connsiteY45" fmla="*/ 488701 h 2262862"/>
              <a:gd name="connsiteX46" fmla="*/ 6701076 w 7463080"/>
              <a:gd name="connsiteY46" fmla="*/ 530611 h 2262862"/>
              <a:gd name="connsiteX47" fmla="*/ 6548865 w 7463080"/>
              <a:gd name="connsiteY47" fmla="*/ 369639 h 2262862"/>
              <a:gd name="connsiteX48" fmla="*/ 6396654 w 7463080"/>
              <a:gd name="connsiteY48" fmla="*/ 752544 h 2262862"/>
              <a:gd name="connsiteX49" fmla="*/ 6244444 w 7463080"/>
              <a:gd name="connsiteY49" fmla="*/ 1198314 h 2262862"/>
              <a:gd name="connsiteX50" fmla="*/ 6092233 w 7463080"/>
              <a:gd name="connsiteY50" fmla="*/ 799216 h 2262862"/>
              <a:gd name="connsiteX51" fmla="*/ 5940022 w 7463080"/>
              <a:gd name="connsiteY51" fmla="*/ 715396 h 2262862"/>
              <a:gd name="connsiteX52" fmla="*/ 5787812 w 7463080"/>
              <a:gd name="connsiteY52" fmla="*/ 889704 h 2262862"/>
              <a:gd name="connsiteX53" fmla="*/ 5635601 w 7463080"/>
              <a:gd name="connsiteY53" fmla="*/ 1024959 h 2262862"/>
              <a:gd name="connsiteX54" fmla="*/ 5483390 w 7463080"/>
              <a:gd name="connsiteY54" fmla="*/ 1370716 h 2262862"/>
              <a:gd name="connsiteX55" fmla="*/ 5331180 w 7463080"/>
              <a:gd name="connsiteY55" fmla="*/ 1574551 h 2262862"/>
              <a:gd name="connsiteX56" fmla="*/ 5178969 w 7463080"/>
              <a:gd name="connsiteY56" fmla="*/ 1676469 h 2262862"/>
              <a:gd name="connsiteX57" fmla="*/ 5026758 w 7463080"/>
              <a:gd name="connsiteY57" fmla="*/ 1760289 h 2262862"/>
              <a:gd name="connsiteX58" fmla="*/ 4874548 w 7463080"/>
              <a:gd name="connsiteY58" fmla="*/ 1886019 h 2262862"/>
              <a:gd name="connsiteX59" fmla="*/ 4722337 w 7463080"/>
              <a:gd name="connsiteY59" fmla="*/ 1967934 h 2262862"/>
              <a:gd name="connsiteX60" fmla="*/ 4570126 w 7463080"/>
              <a:gd name="connsiteY60" fmla="*/ 2053659 h 2262862"/>
              <a:gd name="connsiteX61" fmla="*/ 4417915 w 7463080"/>
              <a:gd name="connsiteY61" fmla="*/ 2099379 h 2262862"/>
              <a:gd name="connsiteX62" fmla="*/ 4265705 w 7463080"/>
              <a:gd name="connsiteY62" fmla="*/ 2244159 h 2262862"/>
              <a:gd name="connsiteX63" fmla="*/ 4113494 w 7463080"/>
              <a:gd name="connsiteY63" fmla="*/ 2149861 h 2262862"/>
              <a:gd name="connsiteX64" fmla="*/ 3961283 w 7463080"/>
              <a:gd name="connsiteY64" fmla="*/ 2120334 h 2262862"/>
              <a:gd name="connsiteX65" fmla="*/ 3809072 w 7463080"/>
              <a:gd name="connsiteY65" fmla="*/ 2258446 h 2262862"/>
              <a:gd name="connsiteX66" fmla="*/ 3656862 w 7463080"/>
              <a:gd name="connsiteY66" fmla="*/ 2226061 h 2262862"/>
              <a:gd name="connsiteX67" fmla="*/ 3504651 w 7463080"/>
              <a:gd name="connsiteY67" fmla="*/ 2239396 h 2262862"/>
              <a:gd name="connsiteX68" fmla="*/ 3352440 w 7463080"/>
              <a:gd name="connsiteY68" fmla="*/ 2090806 h 2262862"/>
              <a:gd name="connsiteX69" fmla="*/ 3200230 w 7463080"/>
              <a:gd name="connsiteY69" fmla="*/ 2147004 h 2262862"/>
              <a:gd name="connsiteX70" fmla="*/ 3048019 w 7463080"/>
              <a:gd name="connsiteY70" fmla="*/ 2195581 h 2262862"/>
              <a:gd name="connsiteX71" fmla="*/ 2844437 w 7463080"/>
              <a:gd name="connsiteY71" fmla="*/ 2179389 h 2262862"/>
              <a:gd name="connsiteX72" fmla="*/ 2462959 w 7463080"/>
              <a:gd name="connsiteY72" fmla="*/ 2203201 h 2262862"/>
              <a:gd name="connsiteX73" fmla="*/ 2082432 w 7463080"/>
              <a:gd name="connsiteY73" fmla="*/ 2219394 h 2262862"/>
              <a:gd name="connsiteX74" fmla="*/ 1498324 w 7463080"/>
              <a:gd name="connsiteY74" fmla="*/ 2251779 h 2262862"/>
              <a:gd name="connsiteX75" fmla="*/ 863796 w 7463080"/>
              <a:gd name="connsiteY75" fmla="*/ 2251779 h 2262862"/>
              <a:gd name="connsiteX76" fmla="*/ 609794 w 7463080"/>
              <a:gd name="connsiteY76" fmla="*/ 2195581 h 2262862"/>
              <a:gd name="connsiteX77" fmla="*/ 406212 w 7463080"/>
              <a:gd name="connsiteY77" fmla="*/ 2111761 h 2262862"/>
              <a:gd name="connsiteX78" fmla="*/ 76105 w 7463080"/>
              <a:gd name="connsiteY78" fmla="*/ 2173674 h 2262862"/>
              <a:gd name="connsiteX79" fmla="*/ 0 w 7463080"/>
              <a:gd name="connsiteY79" fmla="*/ 2195581 h 2262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463080" h="2262862">
                <a:moveTo>
                  <a:pt x="0" y="2193676"/>
                </a:moveTo>
                <a:lnTo>
                  <a:pt x="76105" y="2171769"/>
                </a:lnTo>
                <a:cubicBezTo>
                  <a:pt x="152211" y="2149861"/>
                  <a:pt x="304421" y="2106999"/>
                  <a:pt x="406212" y="2109856"/>
                </a:cubicBezTo>
                <a:cubicBezTo>
                  <a:pt x="508003" y="2112714"/>
                  <a:pt x="558423" y="2161291"/>
                  <a:pt x="609794" y="2193676"/>
                </a:cubicBezTo>
                <a:cubicBezTo>
                  <a:pt x="660214" y="2226061"/>
                  <a:pt x="711585" y="2242254"/>
                  <a:pt x="863796" y="2249874"/>
                </a:cubicBezTo>
                <a:cubicBezTo>
                  <a:pt x="1016006" y="2257494"/>
                  <a:pt x="1270008" y="2257494"/>
                  <a:pt x="1498324" y="2249874"/>
                </a:cubicBezTo>
                <a:cubicBezTo>
                  <a:pt x="1726640" y="2242254"/>
                  <a:pt x="1930222" y="2226061"/>
                  <a:pt x="2082432" y="2217489"/>
                </a:cubicBezTo>
                <a:cubicBezTo>
                  <a:pt x="2234643" y="2208916"/>
                  <a:pt x="2336434" y="2209869"/>
                  <a:pt x="2462959" y="2201296"/>
                </a:cubicBezTo>
                <a:cubicBezTo>
                  <a:pt x="2589484" y="2193676"/>
                  <a:pt x="2742646" y="2177484"/>
                  <a:pt x="2844437" y="2177484"/>
                </a:cubicBezTo>
                <a:cubicBezTo>
                  <a:pt x="2946228" y="2177484"/>
                  <a:pt x="2996648" y="2193676"/>
                  <a:pt x="3048019" y="2193676"/>
                </a:cubicBezTo>
                <a:cubicBezTo>
                  <a:pt x="3099390" y="2193676"/>
                  <a:pt x="3149810" y="2177484"/>
                  <a:pt x="3200230" y="2145099"/>
                </a:cubicBezTo>
                <a:cubicBezTo>
                  <a:pt x="3250650" y="2112714"/>
                  <a:pt x="3302021" y="2064136"/>
                  <a:pt x="3352440" y="2088901"/>
                </a:cubicBezTo>
                <a:cubicBezTo>
                  <a:pt x="3402860" y="2112714"/>
                  <a:pt x="3454231" y="2209869"/>
                  <a:pt x="3504651" y="2237491"/>
                </a:cubicBezTo>
                <a:cubicBezTo>
                  <a:pt x="3555071" y="2264161"/>
                  <a:pt x="3606442" y="2221299"/>
                  <a:pt x="3656862" y="2224156"/>
                </a:cubicBezTo>
                <a:cubicBezTo>
                  <a:pt x="3707282" y="2227014"/>
                  <a:pt x="3758653" y="2275591"/>
                  <a:pt x="3809072" y="2256541"/>
                </a:cubicBezTo>
                <a:cubicBezTo>
                  <a:pt x="3859492" y="2237491"/>
                  <a:pt x="3910863" y="2151766"/>
                  <a:pt x="3961283" y="2118429"/>
                </a:cubicBezTo>
                <a:cubicBezTo>
                  <a:pt x="4011703" y="2085091"/>
                  <a:pt x="4063074" y="2106046"/>
                  <a:pt x="4113494" y="2147956"/>
                </a:cubicBezTo>
                <a:cubicBezTo>
                  <a:pt x="4163914" y="2190819"/>
                  <a:pt x="4215285" y="2254636"/>
                  <a:pt x="4265705" y="2226061"/>
                </a:cubicBezTo>
                <a:cubicBezTo>
                  <a:pt x="4316125" y="2197486"/>
                  <a:pt x="4367496" y="2073661"/>
                  <a:pt x="4417915" y="2017464"/>
                </a:cubicBezTo>
                <a:cubicBezTo>
                  <a:pt x="4468335" y="1961266"/>
                  <a:pt x="4519706" y="1971744"/>
                  <a:pt x="4570126" y="1971744"/>
                </a:cubicBezTo>
                <a:cubicBezTo>
                  <a:pt x="4620546" y="1971744"/>
                  <a:pt x="4671917" y="1964124"/>
                  <a:pt x="4722337" y="1950789"/>
                </a:cubicBezTo>
                <a:cubicBezTo>
                  <a:pt x="4772757" y="1937454"/>
                  <a:pt x="4824127" y="1920309"/>
                  <a:pt x="4874548" y="1885066"/>
                </a:cubicBezTo>
                <a:cubicBezTo>
                  <a:pt x="4924967" y="1849824"/>
                  <a:pt x="4976338" y="1796484"/>
                  <a:pt x="5026758" y="1759336"/>
                </a:cubicBezTo>
                <a:cubicBezTo>
                  <a:pt x="5077178" y="1722189"/>
                  <a:pt x="5128549" y="1701234"/>
                  <a:pt x="5178969" y="1610746"/>
                </a:cubicBezTo>
                <a:cubicBezTo>
                  <a:pt x="5229389" y="1520259"/>
                  <a:pt x="5280759" y="1358334"/>
                  <a:pt x="5331180" y="1314519"/>
                </a:cubicBezTo>
                <a:cubicBezTo>
                  <a:pt x="5381599" y="1270704"/>
                  <a:pt x="5432970" y="1345951"/>
                  <a:pt x="5483390" y="1288801"/>
                </a:cubicBezTo>
                <a:cubicBezTo>
                  <a:pt x="5533810" y="1231651"/>
                  <a:pt x="5585181" y="1041151"/>
                  <a:pt x="5635601" y="943044"/>
                </a:cubicBezTo>
                <a:cubicBezTo>
                  <a:pt x="5686021" y="843984"/>
                  <a:pt x="5737391" y="837316"/>
                  <a:pt x="5787812" y="807789"/>
                </a:cubicBezTo>
                <a:cubicBezTo>
                  <a:pt x="5838231" y="778261"/>
                  <a:pt x="5889602" y="725874"/>
                  <a:pt x="5940022" y="698251"/>
                </a:cubicBezTo>
                <a:cubicBezTo>
                  <a:pt x="5990442" y="670629"/>
                  <a:pt x="6041813" y="668724"/>
                  <a:pt x="6092233" y="798264"/>
                </a:cubicBezTo>
                <a:cubicBezTo>
                  <a:pt x="6142653" y="927804"/>
                  <a:pt x="6194024" y="1190694"/>
                  <a:pt x="6244444" y="1181169"/>
                </a:cubicBezTo>
                <a:cubicBezTo>
                  <a:pt x="6294863" y="1171644"/>
                  <a:pt x="6346234" y="891609"/>
                  <a:pt x="6396654" y="655389"/>
                </a:cubicBezTo>
                <a:cubicBezTo>
                  <a:pt x="6447074" y="419169"/>
                  <a:pt x="6498445" y="227716"/>
                  <a:pt x="6548865" y="191521"/>
                </a:cubicBezTo>
                <a:cubicBezTo>
                  <a:pt x="6599285" y="155326"/>
                  <a:pt x="6650656" y="275341"/>
                  <a:pt x="6701076" y="336301"/>
                </a:cubicBezTo>
                <a:cubicBezTo>
                  <a:pt x="6751495" y="398214"/>
                  <a:pt x="6802866" y="401071"/>
                  <a:pt x="6853286" y="294391"/>
                </a:cubicBezTo>
                <a:cubicBezTo>
                  <a:pt x="6903706" y="187711"/>
                  <a:pt x="6955077" y="-27554"/>
                  <a:pt x="7005497" y="2926"/>
                </a:cubicBezTo>
                <a:cubicBezTo>
                  <a:pt x="7055917" y="33406"/>
                  <a:pt x="7107288" y="309631"/>
                  <a:pt x="7157708" y="437266"/>
                </a:cubicBezTo>
                <a:cubicBezTo>
                  <a:pt x="7208128" y="564901"/>
                  <a:pt x="7259498" y="543946"/>
                  <a:pt x="7309919" y="664914"/>
                </a:cubicBezTo>
                <a:cubicBezTo>
                  <a:pt x="7360338" y="784929"/>
                  <a:pt x="7411709" y="1046866"/>
                  <a:pt x="7437395" y="1177359"/>
                </a:cubicBezTo>
                <a:lnTo>
                  <a:pt x="7463080" y="1307851"/>
                </a:lnTo>
                <a:lnTo>
                  <a:pt x="7463080" y="1307851"/>
                </a:lnTo>
                <a:lnTo>
                  <a:pt x="7437395" y="1193551"/>
                </a:lnTo>
                <a:cubicBezTo>
                  <a:pt x="7411709" y="1079251"/>
                  <a:pt x="7361289" y="849699"/>
                  <a:pt x="7309919" y="729684"/>
                </a:cubicBezTo>
                <a:cubicBezTo>
                  <a:pt x="7258547" y="609669"/>
                  <a:pt x="7208128" y="598239"/>
                  <a:pt x="7157708" y="485844"/>
                </a:cubicBezTo>
                <a:cubicBezTo>
                  <a:pt x="7107288" y="374401"/>
                  <a:pt x="7055917" y="162946"/>
                  <a:pt x="7005497" y="164851"/>
                </a:cubicBezTo>
                <a:cubicBezTo>
                  <a:pt x="6955077" y="166756"/>
                  <a:pt x="6903706" y="382974"/>
                  <a:pt x="6853286" y="488701"/>
                </a:cubicBezTo>
                <a:cubicBezTo>
                  <a:pt x="6802866" y="595381"/>
                  <a:pt x="6751495" y="591571"/>
                  <a:pt x="6701076" y="530611"/>
                </a:cubicBezTo>
                <a:cubicBezTo>
                  <a:pt x="6650656" y="468699"/>
                  <a:pt x="6599285" y="349636"/>
                  <a:pt x="6548865" y="369639"/>
                </a:cubicBezTo>
                <a:cubicBezTo>
                  <a:pt x="6498445" y="389641"/>
                  <a:pt x="6447074" y="548709"/>
                  <a:pt x="6396654" y="752544"/>
                </a:cubicBezTo>
                <a:cubicBezTo>
                  <a:pt x="6346234" y="956379"/>
                  <a:pt x="6294863" y="1204981"/>
                  <a:pt x="6244444" y="1198314"/>
                </a:cubicBezTo>
                <a:cubicBezTo>
                  <a:pt x="6194024" y="1191646"/>
                  <a:pt x="6142653" y="928756"/>
                  <a:pt x="6092233" y="799216"/>
                </a:cubicBezTo>
                <a:cubicBezTo>
                  <a:pt x="6041813" y="669676"/>
                  <a:pt x="5990442" y="671581"/>
                  <a:pt x="5940022" y="715396"/>
                </a:cubicBezTo>
                <a:cubicBezTo>
                  <a:pt x="5889602" y="759211"/>
                  <a:pt x="5838231" y="843984"/>
                  <a:pt x="5787812" y="889704"/>
                </a:cubicBezTo>
                <a:cubicBezTo>
                  <a:pt x="5737391" y="935424"/>
                  <a:pt x="5686021" y="943044"/>
                  <a:pt x="5635601" y="1024959"/>
                </a:cubicBezTo>
                <a:cubicBezTo>
                  <a:pt x="5585181" y="1106874"/>
                  <a:pt x="5533810" y="1264989"/>
                  <a:pt x="5483390" y="1370716"/>
                </a:cubicBezTo>
                <a:cubicBezTo>
                  <a:pt x="5432970" y="1476444"/>
                  <a:pt x="5381599" y="1530736"/>
                  <a:pt x="5331180" y="1574551"/>
                </a:cubicBezTo>
                <a:cubicBezTo>
                  <a:pt x="5280759" y="1618366"/>
                  <a:pt x="5229389" y="1649799"/>
                  <a:pt x="5178969" y="1676469"/>
                </a:cubicBezTo>
                <a:cubicBezTo>
                  <a:pt x="5128549" y="1703139"/>
                  <a:pt x="5077178" y="1724094"/>
                  <a:pt x="5026758" y="1760289"/>
                </a:cubicBezTo>
                <a:cubicBezTo>
                  <a:pt x="4976338" y="1797436"/>
                  <a:pt x="4924967" y="1850776"/>
                  <a:pt x="4874548" y="1886019"/>
                </a:cubicBezTo>
                <a:cubicBezTo>
                  <a:pt x="4824127" y="1921261"/>
                  <a:pt x="4772757" y="1938406"/>
                  <a:pt x="4722337" y="1967934"/>
                </a:cubicBezTo>
                <a:cubicBezTo>
                  <a:pt x="4671917" y="1997461"/>
                  <a:pt x="4620546" y="2038419"/>
                  <a:pt x="4570126" y="2053659"/>
                </a:cubicBezTo>
                <a:cubicBezTo>
                  <a:pt x="4519706" y="2068899"/>
                  <a:pt x="4468335" y="2058421"/>
                  <a:pt x="4417915" y="2099379"/>
                </a:cubicBezTo>
                <a:cubicBezTo>
                  <a:pt x="4367496" y="2140336"/>
                  <a:pt x="4316125" y="2230824"/>
                  <a:pt x="4265705" y="2244159"/>
                </a:cubicBezTo>
                <a:cubicBezTo>
                  <a:pt x="4215285" y="2257494"/>
                  <a:pt x="4163914" y="2192724"/>
                  <a:pt x="4113494" y="2149861"/>
                </a:cubicBezTo>
                <a:cubicBezTo>
                  <a:pt x="4063074" y="2106999"/>
                  <a:pt x="4011703" y="2086996"/>
                  <a:pt x="3961283" y="2120334"/>
                </a:cubicBezTo>
                <a:cubicBezTo>
                  <a:pt x="3910863" y="2153671"/>
                  <a:pt x="3859492" y="2239396"/>
                  <a:pt x="3809072" y="2258446"/>
                </a:cubicBezTo>
                <a:cubicBezTo>
                  <a:pt x="3758653" y="2277496"/>
                  <a:pt x="3707282" y="2228919"/>
                  <a:pt x="3656862" y="2226061"/>
                </a:cubicBezTo>
                <a:cubicBezTo>
                  <a:pt x="3606442" y="2223204"/>
                  <a:pt x="3555071" y="2266066"/>
                  <a:pt x="3504651" y="2239396"/>
                </a:cubicBezTo>
                <a:cubicBezTo>
                  <a:pt x="3454231" y="2212726"/>
                  <a:pt x="3402860" y="2115571"/>
                  <a:pt x="3352440" y="2090806"/>
                </a:cubicBezTo>
                <a:cubicBezTo>
                  <a:pt x="3302021" y="2066994"/>
                  <a:pt x="3250650" y="2114619"/>
                  <a:pt x="3200230" y="2147004"/>
                </a:cubicBezTo>
                <a:cubicBezTo>
                  <a:pt x="3149810" y="2179389"/>
                  <a:pt x="3098439" y="2195581"/>
                  <a:pt x="3048019" y="2195581"/>
                </a:cubicBezTo>
                <a:cubicBezTo>
                  <a:pt x="2997599" y="2195581"/>
                  <a:pt x="2946228" y="2179389"/>
                  <a:pt x="2844437" y="2179389"/>
                </a:cubicBezTo>
                <a:cubicBezTo>
                  <a:pt x="2742646" y="2179389"/>
                  <a:pt x="2590436" y="2195581"/>
                  <a:pt x="2462959" y="2203201"/>
                </a:cubicBezTo>
                <a:cubicBezTo>
                  <a:pt x="2336434" y="2210821"/>
                  <a:pt x="2234643" y="2210821"/>
                  <a:pt x="2082432" y="2219394"/>
                </a:cubicBezTo>
                <a:cubicBezTo>
                  <a:pt x="1930222" y="2227966"/>
                  <a:pt x="1726640" y="2243206"/>
                  <a:pt x="1498324" y="2251779"/>
                </a:cubicBezTo>
                <a:cubicBezTo>
                  <a:pt x="1270008" y="2259399"/>
                  <a:pt x="1016006" y="2259399"/>
                  <a:pt x="863796" y="2251779"/>
                </a:cubicBezTo>
                <a:cubicBezTo>
                  <a:pt x="711585" y="2244159"/>
                  <a:pt x="660214" y="2227966"/>
                  <a:pt x="609794" y="2195581"/>
                </a:cubicBezTo>
                <a:cubicBezTo>
                  <a:pt x="559374" y="2163196"/>
                  <a:pt x="508003" y="2114619"/>
                  <a:pt x="406212" y="2111761"/>
                </a:cubicBezTo>
                <a:cubicBezTo>
                  <a:pt x="304421" y="2108904"/>
                  <a:pt x="152211" y="2151766"/>
                  <a:pt x="76105" y="2173674"/>
                </a:cubicBezTo>
                <a:lnTo>
                  <a:pt x="0" y="2195581"/>
                </a:lnTo>
                <a:close/>
              </a:path>
            </a:pathLst>
          </a:custGeom>
          <a:solidFill>
            <a:srgbClr val="339999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374C450A-DD9C-FE35-D671-E968467C9549}"/>
              </a:ext>
            </a:extLst>
          </p:cNvPr>
          <p:cNvSpPr/>
          <p:nvPr/>
        </p:nvSpPr>
        <p:spPr>
          <a:xfrm>
            <a:off x="522129" y="1175826"/>
            <a:ext cx="7463080" cy="2421582"/>
          </a:xfrm>
          <a:custGeom>
            <a:avLst/>
            <a:gdLst>
              <a:gd name="connsiteX0" fmla="*/ 0 w 7463080"/>
              <a:gd name="connsiteY0" fmla="*/ 2354301 h 2421582"/>
              <a:gd name="connsiteX1" fmla="*/ 76105 w 7463080"/>
              <a:gd name="connsiteY1" fmla="*/ 2332394 h 2421582"/>
              <a:gd name="connsiteX2" fmla="*/ 406212 w 7463080"/>
              <a:gd name="connsiteY2" fmla="*/ 2270481 h 2421582"/>
              <a:gd name="connsiteX3" fmla="*/ 609794 w 7463080"/>
              <a:gd name="connsiteY3" fmla="*/ 2354301 h 2421582"/>
              <a:gd name="connsiteX4" fmla="*/ 863796 w 7463080"/>
              <a:gd name="connsiteY4" fmla="*/ 2410499 h 2421582"/>
              <a:gd name="connsiteX5" fmla="*/ 1498324 w 7463080"/>
              <a:gd name="connsiteY5" fmla="*/ 2410499 h 2421582"/>
              <a:gd name="connsiteX6" fmla="*/ 2082432 w 7463080"/>
              <a:gd name="connsiteY6" fmla="*/ 2378114 h 2421582"/>
              <a:gd name="connsiteX7" fmla="*/ 2462959 w 7463080"/>
              <a:gd name="connsiteY7" fmla="*/ 2361921 h 2421582"/>
              <a:gd name="connsiteX8" fmla="*/ 2844437 w 7463080"/>
              <a:gd name="connsiteY8" fmla="*/ 2338109 h 2421582"/>
              <a:gd name="connsiteX9" fmla="*/ 3048019 w 7463080"/>
              <a:gd name="connsiteY9" fmla="*/ 2354301 h 2421582"/>
              <a:gd name="connsiteX10" fmla="*/ 3200230 w 7463080"/>
              <a:gd name="connsiteY10" fmla="*/ 2305724 h 2421582"/>
              <a:gd name="connsiteX11" fmla="*/ 3352440 w 7463080"/>
              <a:gd name="connsiteY11" fmla="*/ 2249526 h 2421582"/>
              <a:gd name="connsiteX12" fmla="*/ 3504651 w 7463080"/>
              <a:gd name="connsiteY12" fmla="*/ 2398116 h 2421582"/>
              <a:gd name="connsiteX13" fmla="*/ 3656862 w 7463080"/>
              <a:gd name="connsiteY13" fmla="*/ 2384781 h 2421582"/>
              <a:gd name="connsiteX14" fmla="*/ 3809072 w 7463080"/>
              <a:gd name="connsiteY14" fmla="*/ 2417166 h 2421582"/>
              <a:gd name="connsiteX15" fmla="*/ 3961283 w 7463080"/>
              <a:gd name="connsiteY15" fmla="*/ 2279054 h 2421582"/>
              <a:gd name="connsiteX16" fmla="*/ 4113494 w 7463080"/>
              <a:gd name="connsiteY16" fmla="*/ 2308581 h 2421582"/>
              <a:gd name="connsiteX17" fmla="*/ 4265705 w 7463080"/>
              <a:gd name="connsiteY17" fmla="*/ 2386687 h 2421582"/>
              <a:gd name="connsiteX18" fmla="*/ 4417915 w 7463080"/>
              <a:gd name="connsiteY18" fmla="*/ 2161896 h 2421582"/>
              <a:gd name="connsiteX19" fmla="*/ 4570126 w 7463080"/>
              <a:gd name="connsiteY19" fmla="*/ 2067599 h 2421582"/>
              <a:gd name="connsiteX20" fmla="*/ 4722337 w 7463080"/>
              <a:gd name="connsiteY20" fmla="*/ 2095221 h 2421582"/>
              <a:gd name="connsiteX21" fmla="*/ 4874548 w 7463080"/>
              <a:gd name="connsiteY21" fmla="*/ 2045691 h 2421582"/>
              <a:gd name="connsiteX22" fmla="*/ 5026758 w 7463080"/>
              <a:gd name="connsiteY22" fmla="*/ 1919961 h 2421582"/>
              <a:gd name="connsiteX23" fmla="*/ 5178969 w 7463080"/>
              <a:gd name="connsiteY23" fmla="*/ 1771371 h 2421582"/>
              <a:gd name="connsiteX24" fmla="*/ 5331180 w 7463080"/>
              <a:gd name="connsiteY24" fmla="*/ 1475144 h 2421582"/>
              <a:gd name="connsiteX25" fmla="*/ 5483390 w 7463080"/>
              <a:gd name="connsiteY25" fmla="*/ 1449426 h 2421582"/>
              <a:gd name="connsiteX26" fmla="*/ 5635601 w 7463080"/>
              <a:gd name="connsiteY26" fmla="*/ 1103669 h 2421582"/>
              <a:gd name="connsiteX27" fmla="*/ 5787812 w 7463080"/>
              <a:gd name="connsiteY27" fmla="*/ 968414 h 2421582"/>
              <a:gd name="connsiteX28" fmla="*/ 5940022 w 7463080"/>
              <a:gd name="connsiteY28" fmla="*/ 858876 h 2421582"/>
              <a:gd name="connsiteX29" fmla="*/ 6092233 w 7463080"/>
              <a:gd name="connsiteY29" fmla="*/ 942696 h 2421582"/>
              <a:gd name="connsiteX30" fmla="*/ 6244444 w 7463080"/>
              <a:gd name="connsiteY30" fmla="*/ 1277024 h 2421582"/>
              <a:gd name="connsiteX31" fmla="*/ 6396654 w 7463080"/>
              <a:gd name="connsiteY31" fmla="*/ 767436 h 2421582"/>
              <a:gd name="connsiteX32" fmla="*/ 6548865 w 7463080"/>
              <a:gd name="connsiteY32" fmla="*/ 191174 h 2421582"/>
              <a:gd name="connsiteX33" fmla="*/ 6701076 w 7463080"/>
              <a:gd name="connsiteY33" fmla="*/ 319761 h 2421582"/>
              <a:gd name="connsiteX34" fmla="*/ 6853286 w 7463080"/>
              <a:gd name="connsiteY34" fmla="*/ 326429 h 2421582"/>
              <a:gd name="connsiteX35" fmla="*/ 7005497 w 7463080"/>
              <a:gd name="connsiteY35" fmla="*/ 2579 h 2421582"/>
              <a:gd name="connsiteX36" fmla="*/ 7157708 w 7463080"/>
              <a:gd name="connsiteY36" fmla="*/ 501689 h 2421582"/>
              <a:gd name="connsiteX37" fmla="*/ 7309919 w 7463080"/>
              <a:gd name="connsiteY37" fmla="*/ 809346 h 2421582"/>
              <a:gd name="connsiteX38" fmla="*/ 7437395 w 7463080"/>
              <a:gd name="connsiteY38" fmla="*/ 1337984 h 2421582"/>
              <a:gd name="connsiteX39" fmla="*/ 7463080 w 7463080"/>
              <a:gd name="connsiteY39" fmla="*/ 1468476 h 2421582"/>
              <a:gd name="connsiteX40" fmla="*/ 7463080 w 7463080"/>
              <a:gd name="connsiteY40" fmla="*/ 1468476 h 2421582"/>
              <a:gd name="connsiteX41" fmla="*/ 7437395 w 7463080"/>
              <a:gd name="connsiteY41" fmla="*/ 1337984 h 2421582"/>
              <a:gd name="connsiteX42" fmla="*/ 7309919 w 7463080"/>
              <a:gd name="connsiteY42" fmla="*/ 825539 h 2421582"/>
              <a:gd name="connsiteX43" fmla="*/ 7157708 w 7463080"/>
              <a:gd name="connsiteY43" fmla="*/ 597891 h 2421582"/>
              <a:gd name="connsiteX44" fmla="*/ 7005497 w 7463080"/>
              <a:gd name="connsiteY44" fmla="*/ 163551 h 2421582"/>
              <a:gd name="connsiteX45" fmla="*/ 6853286 w 7463080"/>
              <a:gd name="connsiteY45" fmla="*/ 455016 h 2421582"/>
              <a:gd name="connsiteX46" fmla="*/ 6701076 w 7463080"/>
              <a:gd name="connsiteY46" fmla="*/ 496926 h 2421582"/>
              <a:gd name="connsiteX47" fmla="*/ 6548865 w 7463080"/>
              <a:gd name="connsiteY47" fmla="*/ 352146 h 2421582"/>
              <a:gd name="connsiteX48" fmla="*/ 6396654 w 7463080"/>
              <a:gd name="connsiteY48" fmla="*/ 816014 h 2421582"/>
              <a:gd name="connsiteX49" fmla="*/ 6244444 w 7463080"/>
              <a:gd name="connsiteY49" fmla="*/ 1341794 h 2421582"/>
              <a:gd name="connsiteX50" fmla="*/ 6092233 w 7463080"/>
              <a:gd name="connsiteY50" fmla="*/ 958889 h 2421582"/>
              <a:gd name="connsiteX51" fmla="*/ 5940022 w 7463080"/>
              <a:gd name="connsiteY51" fmla="*/ 858876 h 2421582"/>
              <a:gd name="connsiteX52" fmla="*/ 5787812 w 7463080"/>
              <a:gd name="connsiteY52" fmla="*/ 968414 h 2421582"/>
              <a:gd name="connsiteX53" fmla="*/ 5635601 w 7463080"/>
              <a:gd name="connsiteY53" fmla="*/ 1103669 h 2421582"/>
              <a:gd name="connsiteX54" fmla="*/ 5483390 w 7463080"/>
              <a:gd name="connsiteY54" fmla="*/ 1449426 h 2421582"/>
              <a:gd name="connsiteX55" fmla="*/ 5331180 w 7463080"/>
              <a:gd name="connsiteY55" fmla="*/ 1475144 h 2421582"/>
              <a:gd name="connsiteX56" fmla="*/ 5178969 w 7463080"/>
              <a:gd name="connsiteY56" fmla="*/ 1771371 h 2421582"/>
              <a:gd name="connsiteX57" fmla="*/ 5026758 w 7463080"/>
              <a:gd name="connsiteY57" fmla="*/ 1919961 h 2421582"/>
              <a:gd name="connsiteX58" fmla="*/ 4874548 w 7463080"/>
              <a:gd name="connsiteY58" fmla="*/ 2045691 h 2421582"/>
              <a:gd name="connsiteX59" fmla="*/ 4722337 w 7463080"/>
              <a:gd name="connsiteY59" fmla="*/ 2111414 h 2421582"/>
              <a:gd name="connsiteX60" fmla="*/ 4570126 w 7463080"/>
              <a:gd name="connsiteY60" fmla="*/ 2132369 h 2421582"/>
              <a:gd name="connsiteX61" fmla="*/ 4417915 w 7463080"/>
              <a:gd name="connsiteY61" fmla="*/ 2178089 h 2421582"/>
              <a:gd name="connsiteX62" fmla="*/ 4265705 w 7463080"/>
              <a:gd name="connsiteY62" fmla="*/ 2386687 h 2421582"/>
              <a:gd name="connsiteX63" fmla="*/ 4113494 w 7463080"/>
              <a:gd name="connsiteY63" fmla="*/ 2308581 h 2421582"/>
              <a:gd name="connsiteX64" fmla="*/ 3961283 w 7463080"/>
              <a:gd name="connsiteY64" fmla="*/ 2279054 h 2421582"/>
              <a:gd name="connsiteX65" fmla="*/ 3809072 w 7463080"/>
              <a:gd name="connsiteY65" fmla="*/ 2417166 h 2421582"/>
              <a:gd name="connsiteX66" fmla="*/ 3656862 w 7463080"/>
              <a:gd name="connsiteY66" fmla="*/ 2384781 h 2421582"/>
              <a:gd name="connsiteX67" fmla="*/ 3504651 w 7463080"/>
              <a:gd name="connsiteY67" fmla="*/ 2398116 h 2421582"/>
              <a:gd name="connsiteX68" fmla="*/ 3352440 w 7463080"/>
              <a:gd name="connsiteY68" fmla="*/ 2249526 h 2421582"/>
              <a:gd name="connsiteX69" fmla="*/ 3200230 w 7463080"/>
              <a:gd name="connsiteY69" fmla="*/ 2305724 h 2421582"/>
              <a:gd name="connsiteX70" fmla="*/ 3048019 w 7463080"/>
              <a:gd name="connsiteY70" fmla="*/ 2354301 h 2421582"/>
              <a:gd name="connsiteX71" fmla="*/ 2844437 w 7463080"/>
              <a:gd name="connsiteY71" fmla="*/ 2338109 h 2421582"/>
              <a:gd name="connsiteX72" fmla="*/ 2462959 w 7463080"/>
              <a:gd name="connsiteY72" fmla="*/ 2361921 h 2421582"/>
              <a:gd name="connsiteX73" fmla="*/ 2082432 w 7463080"/>
              <a:gd name="connsiteY73" fmla="*/ 2378114 h 2421582"/>
              <a:gd name="connsiteX74" fmla="*/ 1498324 w 7463080"/>
              <a:gd name="connsiteY74" fmla="*/ 2410499 h 2421582"/>
              <a:gd name="connsiteX75" fmla="*/ 863796 w 7463080"/>
              <a:gd name="connsiteY75" fmla="*/ 2410499 h 2421582"/>
              <a:gd name="connsiteX76" fmla="*/ 609794 w 7463080"/>
              <a:gd name="connsiteY76" fmla="*/ 2354301 h 2421582"/>
              <a:gd name="connsiteX77" fmla="*/ 406212 w 7463080"/>
              <a:gd name="connsiteY77" fmla="*/ 2270481 h 2421582"/>
              <a:gd name="connsiteX78" fmla="*/ 76105 w 7463080"/>
              <a:gd name="connsiteY78" fmla="*/ 2332394 h 2421582"/>
              <a:gd name="connsiteX79" fmla="*/ 0 w 7463080"/>
              <a:gd name="connsiteY79" fmla="*/ 2354301 h 2421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463080" h="2421582">
                <a:moveTo>
                  <a:pt x="0" y="2354301"/>
                </a:moveTo>
                <a:lnTo>
                  <a:pt x="76105" y="2332394"/>
                </a:lnTo>
                <a:cubicBezTo>
                  <a:pt x="152211" y="2310487"/>
                  <a:pt x="304421" y="2267624"/>
                  <a:pt x="406212" y="2270481"/>
                </a:cubicBezTo>
                <a:cubicBezTo>
                  <a:pt x="508003" y="2273339"/>
                  <a:pt x="558423" y="2321916"/>
                  <a:pt x="609794" y="2354301"/>
                </a:cubicBezTo>
                <a:cubicBezTo>
                  <a:pt x="660214" y="2386687"/>
                  <a:pt x="711585" y="2402879"/>
                  <a:pt x="863796" y="2410499"/>
                </a:cubicBezTo>
                <a:cubicBezTo>
                  <a:pt x="1016006" y="2418119"/>
                  <a:pt x="1270008" y="2418119"/>
                  <a:pt x="1498324" y="2410499"/>
                </a:cubicBezTo>
                <a:cubicBezTo>
                  <a:pt x="1726640" y="2402879"/>
                  <a:pt x="1930222" y="2386687"/>
                  <a:pt x="2082432" y="2378114"/>
                </a:cubicBezTo>
                <a:cubicBezTo>
                  <a:pt x="2234643" y="2369541"/>
                  <a:pt x="2336434" y="2370494"/>
                  <a:pt x="2462959" y="2361921"/>
                </a:cubicBezTo>
                <a:cubicBezTo>
                  <a:pt x="2589484" y="2354301"/>
                  <a:pt x="2742646" y="2338109"/>
                  <a:pt x="2844437" y="2338109"/>
                </a:cubicBezTo>
                <a:cubicBezTo>
                  <a:pt x="2946228" y="2338109"/>
                  <a:pt x="2996648" y="2354301"/>
                  <a:pt x="3048019" y="2354301"/>
                </a:cubicBezTo>
                <a:cubicBezTo>
                  <a:pt x="3099390" y="2354301"/>
                  <a:pt x="3149810" y="2338109"/>
                  <a:pt x="3200230" y="2305724"/>
                </a:cubicBezTo>
                <a:cubicBezTo>
                  <a:pt x="3250650" y="2273339"/>
                  <a:pt x="3302021" y="2224762"/>
                  <a:pt x="3352440" y="2249526"/>
                </a:cubicBezTo>
                <a:cubicBezTo>
                  <a:pt x="3402860" y="2273339"/>
                  <a:pt x="3454231" y="2370494"/>
                  <a:pt x="3504651" y="2398116"/>
                </a:cubicBezTo>
                <a:cubicBezTo>
                  <a:pt x="3555071" y="2424787"/>
                  <a:pt x="3606442" y="2381924"/>
                  <a:pt x="3656862" y="2384781"/>
                </a:cubicBezTo>
                <a:cubicBezTo>
                  <a:pt x="3707282" y="2387639"/>
                  <a:pt x="3758653" y="2436216"/>
                  <a:pt x="3809072" y="2417166"/>
                </a:cubicBezTo>
                <a:cubicBezTo>
                  <a:pt x="3859492" y="2398116"/>
                  <a:pt x="3910863" y="2312391"/>
                  <a:pt x="3961283" y="2279054"/>
                </a:cubicBezTo>
                <a:cubicBezTo>
                  <a:pt x="4011703" y="2245716"/>
                  <a:pt x="4063074" y="2266671"/>
                  <a:pt x="4113494" y="2308581"/>
                </a:cubicBezTo>
                <a:cubicBezTo>
                  <a:pt x="4163914" y="2351444"/>
                  <a:pt x="4215285" y="2415262"/>
                  <a:pt x="4265705" y="2386687"/>
                </a:cubicBezTo>
                <a:cubicBezTo>
                  <a:pt x="4316125" y="2358112"/>
                  <a:pt x="4367496" y="2234287"/>
                  <a:pt x="4417915" y="2161896"/>
                </a:cubicBezTo>
                <a:cubicBezTo>
                  <a:pt x="4468335" y="2089506"/>
                  <a:pt x="4519706" y="2067599"/>
                  <a:pt x="4570126" y="2067599"/>
                </a:cubicBezTo>
                <a:cubicBezTo>
                  <a:pt x="4620546" y="2067599"/>
                  <a:pt x="4671917" y="2092364"/>
                  <a:pt x="4722337" y="2095221"/>
                </a:cubicBezTo>
                <a:cubicBezTo>
                  <a:pt x="4772757" y="2098079"/>
                  <a:pt x="4824127" y="2080934"/>
                  <a:pt x="4874548" y="2045691"/>
                </a:cubicBezTo>
                <a:cubicBezTo>
                  <a:pt x="4924967" y="2010449"/>
                  <a:pt x="4976338" y="1957109"/>
                  <a:pt x="5026758" y="1919961"/>
                </a:cubicBezTo>
                <a:cubicBezTo>
                  <a:pt x="5077178" y="1882814"/>
                  <a:pt x="5128549" y="1861859"/>
                  <a:pt x="5178969" y="1771371"/>
                </a:cubicBezTo>
                <a:cubicBezTo>
                  <a:pt x="5229389" y="1680884"/>
                  <a:pt x="5280759" y="1518959"/>
                  <a:pt x="5331180" y="1475144"/>
                </a:cubicBezTo>
                <a:cubicBezTo>
                  <a:pt x="5381599" y="1431329"/>
                  <a:pt x="5432970" y="1506576"/>
                  <a:pt x="5483390" y="1449426"/>
                </a:cubicBezTo>
                <a:cubicBezTo>
                  <a:pt x="5533810" y="1392276"/>
                  <a:pt x="5585181" y="1201776"/>
                  <a:pt x="5635601" y="1103669"/>
                </a:cubicBezTo>
                <a:cubicBezTo>
                  <a:pt x="5686021" y="1004609"/>
                  <a:pt x="5737391" y="997941"/>
                  <a:pt x="5787812" y="968414"/>
                </a:cubicBezTo>
                <a:cubicBezTo>
                  <a:pt x="5838231" y="938886"/>
                  <a:pt x="5889602" y="886499"/>
                  <a:pt x="5940022" y="858876"/>
                </a:cubicBezTo>
                <a:cubicBezTo>
                  <a:pt x="5990442" y="831254"/>
                  <a:pt x="6041813" y="829349"/>
                  <a:pt x="6092233" y="942696"/>
                </a:cubicBezTo>
                <a:cubicBezTo>
                  <a:pt x="6142653" y="1056044"/>
                  <a:pt x="6194024" y="1286549"/>
                  <a:pt x="6244444" y="1277024"/>
                </a:cubicBezTo>
                <a:cubicBezTo>
                  <a:pt x="6294863" y="1267499"/>
                  <a:pt x="6346234" y="1018896"/>
                  <a:pt x="6396654" y="767436"/>
                </a:cubicBezTo>
                <a:cubicBezTo>
                  <a:pt x="6447074" y="515024"/>
                  <a:pt x="6498445" y="258801"/>
                  <a:pt x="6548865" y="191174"/>
                </a:cubicBezTo>
                <a:cubicBezTo>
                  <a:pt x="6599285" y="122594"/>
                  <a:pt x="6650656" y="242609"/>
                  <a:pt x="6701076" y="319761"/>
                </a:cubicBezTo>
                <a:cubicBezTo>
                  <a:pt x="6751495" y="396914"/>
                  <a:pt x="6802866" y="433109"/>
                  <a:pt x="6853286" y="326429"/>
                </a:cubicBezTo>
                <a:cubicBezTo>
                  <a:pt x="6903706" y="219749"/>
                  <a:pt x="6955077" y="-27901"/>
                  <a:pt x="7005497" y="2579"/>
                </a:cubicBezTo>
                <a:cubicBezTo>
                  <a:pt x="7055917" y="33059"/>
                  <a:pt x="7107288" y="341669"/>
                  <a:pt x="7157708" y="501689"/>
                </a:cubicBezTo>
                <a:cubicBezTo>
                  <a:pt x="7208128" y="661709"/>
                  <a:pt x="7259498" y="673139"/>
                  <a:pt x="7309919" y="809346"/>
                </a:cubicBezTo>
                <a:cubicBezTo>
                  <a:pt x="7360338" y="945554"/>
                  <a:pt x="7411709" y="1207491"/>
                  <a:pt x="7437395" y="1337984"/>
                </a:cubicBezTo>
                <a:lnTo>
                  <a:pt x="7463080" y="1468476"/>
                </a:lnTo>
                <a:lnTo>
                  <a:pt x="7463080" y="1468476"/>
                </a:lnTo>
                <a:lnTo>
                  <a:pt x="7437395" y="1337984"/>
                </a:lnTo>
                <a:cubicBezTo>
                  <a:pt x="7411709" y="1207491"/>
                  <a:pt x="7361289" y="945554"/>
                  <a:pt x="7309919" y="825539"/>
                </a:cubicBezTo>
                <a:cubicBezTo>
                  <a:pt x="7259498" y="705524"/>
                  <a:pt x="7208128" y="726479"/>
                  <a:pt x="7157708" y="597891"/>
                </a:cubicBezTo>
                <a:cubicBezTo>
                  <a:pt x="7107288" y="469304"/>
                  <a:pt x="7055917" y="194031"/>
                  <a:pt x="7005497" y="163551"/>
                </a:cubicBezTo>
                <a:cubicBezTo>
                  <a:pt x="6955077" y="133071"/>
                  <a:pt x="6903706" y="349289"/>
                  <a:pt x="6853286" y="455016"/>
                </a:cubicBezTo>
                <a:cubicBezTo>
                  <a:pt x="6802866" y="560744"/>
                  <a:pt x="6751495" y="557886"/>
                  <a:pt x="6701076" y="496926"/>
                </a:cubicBezTo>
                <a:cubicBezTo>
                  <a:pt x="6650656" y="435014"/>
                  <a:pt x="6599285" y="315951"/>
                  <a:pt x="6548865" y="352146"/>
                </a:cubicBezTo>
                <a:cubicBezTo>
                  <a:pt x="6498445" y="388341"/>
                  <a:pt x="6447074" y="579794"/>
                  <a:pt x="6396654" y="816014"/>
                </a:cubicBezTo>
                <a:cubicBezTo>
                  <a:pt x="6346234" y="1052234"/>
                  <a:pt x="6294863" y="1333221"/>
                  <a:pt x="6244444" y="1341794"/>
                </a:cubicBezTo>
                <a:cubicBezTo>
                  <a:pt x="6194024" y="1351319"/>
                  <a:pt x="6142653" y="1088429"/>
                  <a:pt x="6092233" y="958889"/>
                </a:cubicBezTo>
                <a:cubicBezTo>
                  <a:pt x="6041813" y="829349"/>
                  <a:pt x="5990442" y="831254"/>
                  <a:pt x="5940022" y="858876"/>
                </a:cubicBezTo>
                <a:cubicBezTo>
                  <a:pt x="5889602" y="886499"/>
                  <a:pt x="5838231" y="938886"/>
                  <a:pt x="5787812" y="968414"/>
                </a:cubicBezTo>
                <a:cubicBezTo>
                  <a:pt x="5737391" y="997941"/>
                  <a:pt x="5686021" y="1005561"/>
                  <a:pt x="5635601" y="1103669"/>
                </a:cubicBezTo>
                <a:cubicBezTo>
                  <a:pt x="5585181" y="1202729"/>
                  <a:pt x="5533810" y="1392276"/>
                  <a:pt x="5483390" y="1449426"/>
                </a:cubicBezTo>
                <a:cubicBezTo>
                  <a:pt x="5432970" y="1506576"/>
                  <a:pt x="5381599" y="1432281"/>
                  <a:pt x="5331180" y="1475144"/>
                </a:cubicBezTo>
                <a:cubicBezTo>
                  <a:pt x="5280759" y="1518959"/>
                  <a:pt x="5229389" y="1679931"/>
                  <a:pt x="5178969" y="1771371"/>
                </a:cubicBezTo>
                <a:cubicBezTo>
                  <a:pt x="5128549" y="1862811"/>
                  <a:pt x="5077178" y="1883766"/>
                  <a:pt x="5026758" y="1919961"/>
                </a:cubicBezTo>
                <a:cubicBezTo>
                  <a:pt x="4976338" y="1957109"/>
                  <a:pt x="4924967" y="2010449"/>
                  <a:pt x="4874548" y="2045691"/>
                </a:cubicBezTo>
                <a:cubicBezTo>
                  <a:pt x="4824127" y="2080934"/>
                  <a:pt x="4772757" y="2098079"/>
                  <a:pt x="4722337" y="2111414"/>
                </a:cubicBezTo>
                <a:cubicBezTo>
                  <a:pt x="4671917" y="2124749"/>
                  <a:pt x="4620546" y="2133321"/>
                  <a:pt x="4570126" y="2132369"/>
                </a:cubicBezTo>
                <a:cubicBezTo>
                  <a:pt x="4519706" y="2132369"/>
                  <a:pt x="4468335" y="2120939"/>
                  <a:pt x="4417915" y="2178089"/>
                </a:cubicBezTo>
                <a:cubicBezTo>
                  <a:pt x="4367496" y="2235239"/>
                  <a:pt x="4316125" y="2358112"/>
                  <a:pt x="4265705" y="2386687"/>
                </a:cubicBezTo>
                <a:cubicBezTo>
                  <a:pt x="4215285" y="2415262"/>
                  <a:pt x="4163914" y="2351444"/>
                  <a:pt x="4113494" y="2308581"/>
                </a:cubicBezTo>
                <a:cubicBezTo>
                  <a:pt x="4063074" y="2265719"/>
                  <a:pt x="4011703" y="2245716"/>
                  <a:pt x="3961283" y="2279054"/>
                </a:cubicBezTo>
                <a:cubicBezTo>
                  <a:pt x="3910863" y="2312391"/>
                  <a:pt x="3859492" y="2398116"/>
                  <a:pt x="3809072" y="2417166"/>
                </a:cubicBezTo>
                <a:cubicBezTo>
                  <a:pt x="3758653" y="2436216"/>
                  <a:pt x="3707282" y="2387639"/>
                  <a:pt x="3656862" y="2384781"/>
                </a:cubicBezTo>
                <a:cubicBezTo>
                  <a:pt x="3606442" y="2381924"/>
                  <a:pt x="3555071" y="2424787"/>
                  <a:pt x="3504651" y="2398116"/>
                </a:cubicBezTo>
                <a:cubicBezTo>
                  <a:pt x="3454231" y="2371446"/>
                  <a:pt x="3402860" y="2274291"/>
                  <a:pt x="3352440" y="2249526"/>
                </a:cubicBezTo>
                <a:cubicBezTo>
                  <a:pt x="3302021" y="2225714"/>
                  <a:pt x="3250650" y="2273339"/>
                  <a:pt x="3200230" y="2305724"/>
                </a:cubicBezTo>
                <a:cubicBezTo>
                  <a:pt x="3149810" y="2338109"/>
                  <a:pt x="3098439" y="2354301"/>
                  <a:pt x="3048019" y="2354301"/>
                </a:cubicBezTo>
                <a:cubicBezTo>
                  <a:pt x="2997599" y="2354301"/>
                  <a:pt x="2946228" y="2338109"/>
                  <a:pt x="2844437" y="2338109"/>
                </a:cubicBezTo>
                <a:cubicBezTo>
                  <a:pt x="2742646" y="2338109"/>
                  <a:pt x="2590436" y="2354301"/>
                  <a:pt x="2462959" y="2361921"/>
                </a:cubicBezTo>
                <a:cubicBezTo>
                  <a:pt x="2336434" y="2369541"/>
                  <a:pt x="2234643" y="2369541"/>
                  <a:pt x="2082432" y="2378114"/>
                </a:cubicBezTo>
                <a:cubicBezTo>
                  <a:pt x="1930222" y="2386687"/>
                  <a:pt x="1726640" y="2401926"/>
                  <a:pt x="1498324" y="2410499"/>
                </a:cubicBezTo>
                <a:cubicBezTo>
                  <a:pt x="1270008" y="2418119"/>
                  <a:pt x="1016006" y="2418119"/>
                  <a:pt x="863796" y="2410499"/>
                </a:cubicBezTo>
                <a:cubicBezTo>
                  <a:pt x="711585" y="2402879"/>
                  <a:pt x="660214" y="2386687"/>
                  <a:pt x="609794" y="2354301"/>
                </a:cubicBezTo>
                <a:cubicBezTo>
                  <a:pt x="559374" y="2321916"/>
                  <a:pt x="508003" y="2273339"/>
                  <a:pt x="406212" y="2270481"/>
                </a:cubicBezTo>
                <a:cubicBezTo>
                  <a:pt x="304421" y="2267624"/>
                  <a:pt x="152211" y="2310487"/>
                  <a:pt x="76105" y="2332394"/>
                </a:cubicBezTo>
                <a:lnTo>
                  <a:pt x="0" y="2354301"/>
                </a:lnTo>
                <a:close/>
              </a:path>
            </a:pathLst>
          </a:custGeom>
          <a:solidFill>
            <a:srgbClr val="005F56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102">
            <a:extLst>
              <a:ext uri="{FF2B5EF4-FFF2-40B4-BE49-F238E27FC236}">
                <a16:creationId xmlns:a16="http://schemas.microsoft.com/office/drawing/2014/main" id="{F41AA3AB-102F-15F4-FF56-38482F85FEF3}"/>
              </a:ext>
            </a:extLst>
          </p:cNvPr>
          <p:cNvSpPr/>
          <p:nvPr/>
        </p:nvSpPr>
        <p:spPr>
          <a:xfrm>
            <a:off x="522129" y="1110377"/>
            <a:ext cx="7463080" cy="2487030"/>
          </a:xfrm>
          <a:custGeom>
            <a:avLst/>
            <a:gdLst>
              <a:gd name="connsiteX0" fmla="*/ 0 w 7463080"/>
              <a:gd name="connsiteY0" fmla="*/ 2419750 h 2487030"/>
              <a:gd name="connsiteX1" fmla="*/ 76105 w 7463080"/>
              <a:gd name="connsiteY1" fmla="*/ 2397842 h 2487030"/>
              <a:gd name="connsiteX2" fmla="*/ 406212 w 7463080"/>
              <a:gd name="connsiteY2" fmla="*/ 2335930 h 2487030"/>
              <a:gd name="connsiteX3" fmla="*/ 609794 w 7463080"/>
              <a:gd name="connsiteY3" fmla="*/ 2419750 h 2487030"/>
              <a:gd name="connsiteX4" fmla="*/ 863796 w 7463080"/>
              <a:gd name="connsiteY4" fmla="*/ 2475947 h 2487030"/>
              <a:gd name="connsiteX5" fmla="*/ 1498324 w 7463080"/>
              <a:gd name="connsiteY5" fmla="*/ 2475947 h 2487030"/>
              <a:gd name="connsiteX6" fmla="*/ 2082432 w 7463080"/>
              <a:gd name="connsiteY6" fmla="*/ 2443562 h 2487030"/>
              <a:gd name="connsiteX7" fmla="*/ 2462959 w 7463080"/>
              <a:gd name="connsiteY7" fmla="*/ 2427370 h 2487030"/>
              <a:gd name="connsiteX8" fmla="*/ 2844437 w 7463080"/>
              <a:gd name="connsiteY8" fmla="*/ 2403557 h 2487030"/>
              <a:gd name="connsiteX9" fmla="*/ 3048019 w 7463080"/>
              <a:gd name="connsiteY9" fmla="*/ 2419750 h 2487030"/>
              <a:gd name="connsiteX10" fmla="*/ 3200230 w 7463080"/>
              <a:gd name="connsiteY10" fmla="*/ 2371172 h 2487030"/>
              <a:gd name="connsiteX11" fmla="*/ 3352440 w 7463080"/>
              <a:gd name="connsiteY11" fmla="*/ 2314975 h 2487030"/>
              <a:gd name="connsiteX12" fmla="*/ 3504651 w 7463080"/>
              <a:gd name="connsiteY12" fmla="*/ 2463565 h 2487030"/>
              <a:gd name="connsiteX13" fmla="*/ 3656862 w 7463080"/>
              <a:gd name="connsiteY13" fmla="*/ 2450230 h 2487030"/>
              <a:gd name="connsiteX14" fmla="*/ 3809072 w 7463080"/>
              <a:gd name="connsiteY14" fmla="*/ 2482615 h 2487030"/>
              <a:gd name="connsiteX15" fmla="*/ 3961283 w 7463080"/>
              <a:gd name="connsiteY15" fmla="*/ 2344502 h 2487030"/>
              <a:gd name="connsiteX16" fmla="*/ 4113494 w 7463080"/>
              <a:gd name="connsiteY16" fmla="*/ 2374030 h 2487030"/>
              <a:gd name="connsiteX17" fmla="*/ 4265705 w 7463080"/>
              <a:gd name="connsiteY17" fmla="*/ 2452135 h 2487030"/>
              <a:gd name="connsiteX18" fmla="*/ 4417915 w 7463080"/>
              <a:gd name="connsiteY18" fmla="*/ 2227345 h 2487030"/>
              <a:gd name="connsiteX19" fmla="*/ 4570126 w 7463080"/>
              <a:gd name="connsiteY19" fmla="*/ 2133047 h 2487030"/>
              <a:gd name="connsiteX20" fmla="*/ 4722337 w 7463080"/>
              <a:gd name="connsiteY20" fmla="*/ 2160670 h 2487030"/>
              <a:gd name="connsiteX21" fmla="*/ 4874548 w 7463080"/>
              <a:gd name="connsiteY21" fmla="*/ 2111140 h 2487030"/>
              <a:gd name="connsiteX22" fmla="*/ 5026758 w 7463080"/>
              <a:gd name="connsiteY22" fmla="*/ 1985410 h 2487030"/>
              <a:gd name="connsiteX23" fmla="*/ 5178969 w 7463080"/>
              <a:gd name="connsiteY23" fmla="*/ 1836820 h 2487030"/>
              <a:gd name="connsiteX24" fmla="*/ 5331180 w 7463080"/>
              <a:gd name="connsiteY24" fmla="*/ 1524400 h 2487030"/>
              <a:gd name="connsiteX25" fmla="*/ 5483390 w 7463080"/>
              <a:gd name="connsiteY25" fmla="*/ 1450105 h 2487030"/>
              <a:gd name="connsiteX26" fmla="*/ 5635601 w 7463080"/>
              <a:gd name="connsiteY26" fmla="*/ 1151972 h 2487030"/>
              <a:gd name="connsiteX27" fmla="*/ 5787812 w 7463080"/>
              <a:gd name="connsiteY27" fmla="*/ 1016717 h 2487030"/>
              <a:gd name="connsiteX28" fmla="*/ 5940022 w 7463080"/>
              <a:gd name="connsiteY28" fmla="*/ 858602 h 2487030"/>
              <a:gd name="connsiteX29" fmla="*/ 6092233 w 7463080"/>
              <a:gd name="connsiteY29" fmla="*/ 991000 h 2487030"/>
              <a:gd name="connsiteX30" fmla="*/ 6244444 w 7463080"/>
              <a:gd name="connsiteY30" fmla="*/ 1325327 h 2487030"/>
              <a:gd name="connsiteX31" fmla="*/ 6396654 w 7463080"/>
              <a:gd name="connsiteY31" fmla="*/ 734777 h 2487030"/>
              <a:gd name="connsiteX32" fmla="*/ 6548865 w 7463080"/>
              <a:gd name="connsiteY32" fmla="*/ 93745 h 2487030"/>
              <a:gd name="connsiteX33" fmla="*/ 6701076 w 7463080"/>
              <a:gd name="connsiteY33" fmla="*/ 287102 h 2487030"/>
              <a:gd name="connsiteX34" fmla="*/ 6853286 w 7463080"/>
              <a:gd name="connsiteY34" fmla="*/ 358540 h 2487030"/>
              <a:gd name="connsiteX35" fmla="*/ 7005497 w 7463080"/>
              <a:gd name="connsiteY35" fmla="*/ 2305 h 2487030"/>
              <a:gd name="connsiteX36" fmla="*/ 7157708 w 7463080"/>
              <a:gd name="connsiteY36" fmla="*/ 533800 h 2487030"/>
              <a:gd name="connsiteX37" fmla="*/ 7309919 w 7463080"/>
              <a:gd name="connsiteY37" fmla="*/ 809072 h 2487030"/>
              <a:gd name="connsiteX38" fmla="*/ 7437395 w 7463080"/>
              <a:gd name="connsiteY38" fmla="*/ 1386287 h 2487030"/>
              <a:gd name="connsiteX39" fmla="*/ 7463080 w 7463080"/>
              <a:gd name="connsiteY39" fmla="*/ 1532972 h 2487030"/>
              <a:gd name="connsiteX40" fmla="*/ 7463080 w 7463080"/>
              <a:gd name="connsiteY40" fmla="*/ 1532972 h 2487030"/>
              <a:gd name="connsiteX41" fmla="*/ 7437395 w 7463080"/>
              <a:gd name="connsiteY41" fmla="*/ 1402480 h 2487030"/>
              <a:gd name="connsiteX42" fmla="*/ 7309919 w 7463080"/>
              <a:gd name="connsiteY42" fmla="*/ 873842 h 2487030"/>
              <a:gd name="connsiteX43" fmla="*/ 7157708 w 7463080"/>
              <a:gd name="connsiteY43" fmla="*/ 566185 h 2487030"/>
              <a:gd name="connsiteX44" fmla="*/ 7005497 w 7463080"/>
              <a:gd name="connsiteY44" fmla="*/ 67075 h 2487030"/>
              <a:gd name="connsiteX45" fmla="*/ 6853286 w 7463080"/>
              <a:gd name="connsiteY45" fmla="*/ 390925 h 2487030"/>
              <a:gd name="connsiteX46" fmla="*/ 6701076 w 7463080"/>
              <a:gd name="connsiteY46" fmla="*/ 384257 h 2487030"/>
              <a:gd name="connsiteX47" fmla="*/ 6548865 w 7463080"/>
              <a:gd name="connsiteY47" fmla="*/ 255670 h 2487030"/>
              <a:gd name="connsiteX48" fmla="*/ 6396654 w 7463080"/>
              <a:gd name="connsiteY48" fmla="*/ 831932 h 2487030"/>
              <a:gd name="connsiteX49" fmla="*/ 6244444 w 7463080"/>
              <a:gd name="connsiteY49" fmla="*/ 1341520 h 2487030"/>
              <a:gd name="connsiteX50" fmla="*/ 6092233 w 7463080"/>
              <a:gd name="connsiteY50" fmla="*/ 1007192 h 2487030"/>
              <a:gd name="connsiteX51" fmla="*/ 5940022 w 7463080"/>
              <a:gd name="connsiteY51" fmla="*/ 923372 h 2487030"/>
              <a:gd name="connsiteX52" fmla="*/ 5787812 w 7463080"/>
              <a:gd name="connsiteY52" fmla="*/ 1032910 h 2487030"/>
              <a:gd name="connsiteX53" fmla="*/ 5635601 w 7463080"/>
              <a:gd name="connsiteY53" fmla="*/ 1168165 h 2487030"/>
              <a:gd name="connsiteX54" fmla="*/ 5483390 w 7463080"/>
              <a:gd name="connsiteY54" fmla="*/ 1513922 h 2487030"/>
              <a:gd name="connsiteX55" fmla="*/ 5331180 w 7463080"/>
              <a:gd name="connsiteY55" fmla="*/ 1539640 h 2487030"/>
              <a:gd name="connsiteX56" fmla="*/ 5178969 w 7463080"/>
              <a:gd name="connsiteY56" fmla="*/ 1835867 h 2487030"/>
              <a:gd name="connsiteX57" fmla="*/ 5026758 w 7463080"/>
              <a:gd name="connsiteY57" fmla="*/ 1984457 h 2487030"/>
              <a:gd name="connsiteX58" fmla="*/ 4874548 w 7463080"/>
              <a:gd name="connsiteY58" fmla="*/ 2110187 h 2487030"/>
              <a:gd name="connsiteX59" fmla="*/ 4722337 w 7463080"/>
              <a:gd name="connsiteY59" fmla="*/ 2159717 h 2487030"/>
              <a:gd name="connsiteX60" fmla="*/ 4570126 w 7463080"/>
              <a:gd name="connsiteY60" fmla="*/ 2132095 h 2487030"/>
              <a:gd name="connsiteX61" fmla="*/ 4417915 w 7463080"/>
              <a:gd name="connsiteY61" fmla="*/ 2226392 h 2487030"/>
              <a:gd name="connsiteX62" fmla="*/ 4265705 w 7463080"/>
              <a:gd name="connsiteY62" fmla="*/ 2451182 h 2487030"/>
              <a:gd name="connsiteX63" fmla="*/ 4113494 w 7463080"/>
              <a:gd name="connsiteY63" fmla="*/ 2373077 h 2487030"/>
              <a:gd name="connsiteX64" fmla="*/ 3961283 w 7463080"/>
              <a:gd name="connsiteY64" fmla="*/ 2343550 h 2487030"/>
              <a:gd name="connsiteX65" fmla="*/ 3809072 w 7463080"/>
              <a:gd name="connsiteY65" fmla="*/ 2481662 h 2487030"/>
              <a:gd name="connsiteX66" fmla="*/ 3656862 w 7463080"/>
              <a:gd name="connsiteY66" fmla="*/ 2449277 h 2487030"/>
              <a:gd name="connsiteX67" fmla="*/ 3504651 w 7463080"/>
              <a:gd name="connsiteY67" fmla="*/ 2462612 h 2487030"/>
              <a:gd name="connsiteX68" fmla="*/ 3352440 w 7463080"/>
              <a:gd name="connsiteY68" fmla="*/ 2314022 h 2487030"/>
              <a:gd name="connsiteX69" fmla="*/ 3200230 w 7463080"/>
              <a:gd name="connsiteY69" fmla="*/ 2370220 h 2487030"/>
              <a:gd name="connsiteX70" fmla="*/ 3048019 w 7463080"/>
              <a:gd name="connsiteY70" fmla="*/ 2418797 h 2487030"/>
              <a:gd name="connsiteX71" fmla="*/ 2844437 w 7463080"/>
              <a:gd name="connsiteY71" fmla="*/ 2402605 h 2487030"/>
              <a:gd name="connsiteX72" fmla="*/ 2462959 w 7463080"/>
              <a:gd name="connsiteY72" fmla="*/ 2426417 h 2487030"/>
              <a:gd name="connsiteX73" fmla="*/ 2082432 w 7463080"/>
              <a:gd name="connsiteY73" fmla="*/ 2442610 h 2487030"/>
              <a:gd name="connsiteX74" fmla="*/ 1498324 w 7463080"/>
              <a:gd name="connsiteY74" fmla="*/ 2474995 h 2487030"/>
              <a:gd name="connsiteX75" fmla="*/ 863796 w 7463080"/>
              <a:gd name="connsiteY75" fmla="*/ 2474995 h 2487030"/>
              <a:gd name="connsiteX76" fmla="*/ 609794 w 7463080"/>
              <a:gd name="connsiteY76" fmla="*/ 2418797 h 2487030"/>
              <a:gd name="connsiteX77" fmla="*/ 406212 w 7463080"/>
              <a:gd name="connsiteY77" fmla="*/ 2334977 h 2487030"/>
              <a:gd name="connsiteX78" fmla="*/ 76105 w 7463080"/>
              <a:gd name="connsiteY78" fmla="*/ 2396890 h 2487030"/>
              <a:gd name="connsiteX79" fmla="*/ 0 w 7463080"/>
              <a:gd name="connsiteY79" fmla="*/ 2418797 h 248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463080" h="2487030">
                <a:moveTo>
                  <a:pt x="0" y="2419750"/>
                </a:moveTo>
                <a:lnTo>
                  <a:pt x="76105" y="2397842"/>
                </a:lnTo>
                <a:cubicBezTo>
                  <a:pt x="152211" y="2375935"/>
                  <a:pt x="304421" y="2333072"/>
                  <a:pt x="406212" y="2335930"/>
                </a:cubicBezTo>
                <a:cubicBezTo>
                  <a:pt x="508003" y="2338787"/>
                  <a:pt x="558423" y="2387365"/>
                  <a:pt x="609794" y="2419750"/>
                </a:cubicBezTo>
                <a:cubicBezTo>
                  <a:pt x="660214" y="2452135"/>
                  <a:pt x="711585" y="2468327"/>
                  <a:pt x="863796" y="2475947"/>
                </a:cubicBezTo>
                <a:cubicBezTo>
                  <a:pt x="1016006" y="2483567"/>
                  <a:pt x="1270008" y="2483567"/>
                  <a:pt x="1498324" y="2475947"/>
                </a:cubicBezTo>
                <a:cubicBezTo>
                  <a:pt x="1726640" y="2468327"/>
                  <a:pt x="1930222" y="2452135"/>
                  <a:pt x="2082432" y="2443562"/>
                </a:cubicBezTo>
                <a:cubicBezTo>
                  <a:pt x="2234643" y="2434990"/>
                  <a:pt x="2336434" y="2435942"/>
                  <a:pt x="2462959" y="2427370"/>
                </a:cubicBezTo>
                <a:cubicBezTo>
                  <a:pt x="2589484" y="2419750"/>
                  <a:pt x="2742646" y="2403557"/>
                  <a:pt x="2844437" y="2403557"/>
                </a:cubicBezTo>
                <a:cubicBezTo>
                  <a:pt x="2946228" y="2403557"/>
                  <a:pt x="2996648" y="2419750"/>
                  <a:pt x="3048019" y="2419750"/>
                </a:cubicBezTo>
                <a:cubicBezTo>
                  <a:pt x="3099390" y="2419750"/>
                  <a:pt x="3149810" y="2403557"/>
                  <a:pt x="3200230" y="2371172"/>
                </a:cubicBezTo>
                <a:cubicBezTo>
                  <a:pt x="3250650" y="2338787"/>
                  <a:pt x="3302021" y="2290210"/>
                  <a:pt x="3352440" y="2314975"/>
                </a:cubicBezTo>
                <a:cubicBezTo>
                  <a:pt x="3402860" y="2338787"/>
                  <a:pt x="3454231" y="2435942"/>
                  <a:pt x="3504651" y="2463565"/>
                </a:cubicBezTo>
                <a:cubicBezTo>
                  <a:pt x="3555071" y="2490235"/>
                  <a:pt x="3606442" y="2447372"/>
                  <a:pt x="3656862" y="2450230"/>
                </a:cubicBezTo>
                <a:cubicBezTo>
                  <a:pt x="3707282" y="2453087"/>
                  <a:pt x="3758653" y="2501665"/>
                  <a:pt x="3809072" y="2482615"/>
                </a:cubicBezTo>
                <a:cubicBezTo>
                  <a:pt x="3859492" y="2463565"/>
                  <a:pt x="3910863" y="2377840"/>
                  <a:pt x="3961283" y="2344502"/>
                </a:cubicBezTo>
                <a:cubicBezTo>
                  <a:pt x="4011703" y="2311165"/>
                  <a:pt x="4063074" y="2332120"/>
                  <a:pt x="4113494" y="2374030"/>
                </a:cubicBezTo>
                <a:cubicBezTo>
                  <a:pt x="4163914" y="2416892"/>
                  <a:pt x="4215285" y="2480710"/>
                  <a:pt x="4265705" y="2452135"/>
                </a:cubicBezTo>
                <a:cubicBezTo>
                  <a:pt x="4316125" y="2423560"/>
                  <a:pt x="4367496" y="2299735"/>
                  <a:pt x="4417915" y="2227345"/>
                </a:cubicBezTo>
                <a:cubicBezTo>
                  <a:pt x="4468335" y="2154955"/>
                  <a:pt x="4519706" y="2133047"/>
                  <a:pt x="4570126" y="2133047"/>
                </a:cubicBezTo>
                <a:cubicBezTo>
                  <a:pt x="4620546" y="2133047"/>
                  <a:pt x="4671917" y="2157812"/>
                  <a:pt x="4722337" y="2160670"/>
                </a:cubicBezTo>
                <a:cubicBezTo>
                  <a:pt x="4772757" y="2163527"/>
                  <a:pt x="4824127" y="2146382"/>
                  <a:pt x="4874548" y="2111140"/>
                </a:cubicBezTo>
                <a:cubicBezTo>
                  <a:pt x="4924967" y="2075897"/>
                  <a:pt x="4976338" y="2022557"/>
                  <a:pt x="5026758" y="1985410"/>
                </a:cubicBezTo>
                <a:cubicBezTo>
                  <a:pt x="5077178" y="1948262"/>
                  <a:pt x="5128549" y="1927307"/>
                  <a:pt x="5178969" y="1836820"/>
                </a:cubicBezTo>
                <a:cubicBezTo>
                  <a:pt x="5229389" y="1746332"/>
                  <a:pt x="5280759" y="1584407"/>
                  <a:pt x="5331180" y="1524400"/>
                </a:cubicBezTo>
                <a:cubicBezTo>
                  <a:pt x="5381599" y="1465345"/>
                  <a:pt x="5432970" y="1507255"/>
                  <a:pt x="5483390" y="1450105"/>
                </a:cubicBezTo>
                <a:cubicBezTo>
                  <a:pt x="5533810" y="1392955"/>
                  <a:pt x="5585181" y="1234840"/>
                  <a:pt x="5635601" y="1151972"/>
                </a:cubicBezTo>
                <a:cubicBezTo>
                  <a:pt x="5686021" y="1069105"/>
                  <a:pt x="5737391" y="1062437"/>
                  <a:pt x="5787812" y="1016717"/>
                </a:cubicBezTo>
                <a:cubicBezTo>
                  <a:pt x="5838231" y="970997"/>
                  <a:pt x="5889602" y="886225"/>
                  <a:pt x="5940022" y="858602"/>
                </a:cubicBezTo>
                <a:cubicBezTo>
                  <a:pt x="5990442" y="830980"/>
                  <a:pt x="6041813" y="861460"/>
                  <a:pt x="6092233" y="991000"/>
                </a:cubicBezTo>
                <a:cubicBezTo>
                  <a:pt x="6142653" y="1120540"/>
                  <a:pt x="6194024" y="1351045"/>
                  <a:pt x="6244444" y="1325327"/>
                </a:cubicBezTo>
                <a:cubicBezTo>
                  <a:pt x="6294863" y="1299610"/>
                  <a:pt x="6346234" y="1019575"/>
                  <a:pt x="6396654" y="734777"/>
                </a:cubicBezTo>
                <a:cubicBezTo>
                  <a:pt x="6447074" y="449980"/>
                  <a:pt x="6498445" y="161372"/>
                  <a:pt x="6548865" y="93745"/>
                </a:cubicBezTo>
                <a:cubicBezTo>
                  <a:pt x="6599285" y="25165"/>
                  <a:pt x="6650656" y="177565"/>
                  <a:pt x="6701076" y="287102"/>
                </a:cubicBezTo>
                <a:cubicBezTo>
                  <a:pt x="6751495" y="396640"/>
                  <a:pt x="6802866" y="465220"/>
                  <a:pt x="6853286" y="358540"/>
                </a:cubicBezTo>
                <a:cubicBezTo>
                  <a:pt x="6903706" y="251860"/>
                  <a:pt x="6955077" y="-28175"/>
                  <a:pt x="7005497" y="2305"/>
                </a:cubicBezTo>
                <a:cubicBezTo>
                  <a:pt x="7055917" y="32785"/>
                  <a:pt x="7107288" y="373780"/>
                  <a:pt x="7157708" y="533800"/>
                </a:cubicBezTo>
                <a:cubicBezTo>
                  <a:pt x="7208128" y="693820"/>
                  <a:pt x="7259498" y="672865"/>
                  <a:pt x="7309919" y="809072"/>
                </a:cubicBezTo>
                <a:cubicBezTo>
                  <a:pt x="7360338" y="945280"/>
                  <a:pt x="7411709" y="1239602"/>
                  <a:pt x="7437395" y="1386287"/>
                </a:cubicBezTo>
                <a:lnTo>
                  <a:pt x="7463080" y="1532972"/>
                </a:lnTo>
                <a:lnTo>
                  <a:pt x="7463080" y="1532972"/>
                </a:lnTo>
                <a:lnTo>
                  <a:pt x="7437395" y="1402480"/>
                </a:lnTo>
                <a:cubicBezTo>
                  <a:pt x="7411709" y="1271987"/>
                  <a:pt x="7361289" y="1010050"/>
                  <a:pt x="7309919" y="873842"/>
                </a:cubicBezTo>
                <a:cubicBezTo>
                  <a:pt x="7258547" y="737635"/>
                  <a:pt x="7208128" y="726205"/>
                  <a:pt x="7157708" y="566185"/>
                </a:cubicBezTo>
                <a:cubicBezTo>
                  <a:pt x="7107288" y="406165"/>
                  <a:pt x="7055917" y="97555"/>
                  <a:pt x="7005497" y="67075"/>
                </a:cubicBezTo>
                <a:cubicBezTo>
                  <a:pt x="6955077" y="36595"/>
                  <a:pt x="6903706" y="285197"/>
                  <a:pt x="6853286" y="390925"/>
                </a:cubicBezTo>
                <a:cubicBezTo>
                  <a:pt x="6802866" y="497605"/>
                  <a:pt x="6751495" y="461410"/>
                  <a:pt x="6701076" y="384257"/>
                </a:cubicBezTo>
                <a:cubicBezTo>
                  <a:pt x="6650656" y="307105"/>
                  <a:pt x="6599285" y="187090"/>
                  <a:pt x="6548865" y="255670"/>
                </a:cubicBezTo>
                <a:cubicBezTo>
                  <a:pt x="6498445" y="324250"/>
                  <a:pt x="6447074" y="580472"/>
                  <a:pt x="6396654" y="831932"/>
                </a:cubicBezTo>
                <a:cubicBezTo>
                  <a:pt x="6346234" y="1084345"/>
                  <a:pt x="6294863" y="1332947"/>
                  <a:pt x="6244444" y="1341520"/>
                </a:cubicBezTo>
                <a:cubicBezTo>
                  <a:pt x="6194024" y="1350092"/>
                  <a:pt x="6142653" y="1120540"/>
                  <a:pt x="6092233" y="1007192"/>
                </a:cubicBezTo>
                <a:cubicBezTo>
                  <a:pt x="6041813" y="893845"/>
                  <a:pt x="5990442" y="895750"/>
                  <a:pt x="5940022" y="923372"/>
                </a:cubicBezTo>
                <a:cubicBezTo>
                  <a:pt x="5889602" y="950995"/>
                  <a:pt x="5838231" y="1003382"/>
                  <a:pt x="5787812" y="1032910"/>
                </a:cubicBezTo>
                <a:cubicBezTo>
                  <a:pt x="5737391" y="1062437"/>
                  <a:pt x="5686021" y="1070057"/>
                  <a:pt x="5635601" y="1168165"/>
                </a:cubicBezTo>
                <a:cubicBezTo>
                  <a:pt x="5585181" y="1267225"/>
                  <a:pt x="5533810" y="1456772"/>
                  <a:pt x="5483390" y="1513922"/>
                </a:cubicBezTo>
                <a:cubicBezTo>
                  <a:pt x="5432970" y="1571072"/>
                  <a:pt x="5381599" y="1496777"/>
                  <a:pt x="5331180" y="1539640"/>
                </a:cubicBezTo>
                <a:cubicBezTo>
                  <a:pt x="5280759" y="1583455"/>
                  <a:pt x="5229389" y="1744427"/>
                  <a:pt x="5178969" y="1835867"/>
                </a:cubicBezTo>
                <a:cubicBezTo>
                  <a:pt x="5128549" y="1927307"/>
                  <a:pt x="5077178" y="1948262"/>
                  <a:pt x="5026758" y="1984457"/>
                </a:cubicBezTo>
                <a:cubicBezTo>
                  <a:pt x="4976338" y="2021605"/>
                  <a:pt x="4924967" y="2074945"/>
                  <a:pt x="4874548" y="2110187"/>
                </a:cubicBezTo>
                <a:cubicBezTo>
                  <a:pt x="4824127" y="2145430"/>
                  <a:pt x="4772757" y="2162575"/>
                  <a:pt x="4722337" y="2159717"/>
                </a:cubicBezTo>
                <a:cubicBezTo>
                  <a:pt x="4671917" y="2156860"/>
                  <a:pt x="4620546" y="2133047"/>
                  <a:pt x="4570126" y="2132095"/>
                </a:cubicBezTo>
                <a:cubicBezTo>
                  <a:pt x="4519706" y="2132095"/>
                  <a:pt x="4468335" y="2153050"/>
                  <a:pt x="4417915" y="2226392"/>
                </a:cubicBezTo>
                <a:cubicBezTo>
                  <a:pt x="4367496" y="2299735"/>
                  <a:pt x="4316125" y="2422607"/>
                  <a:pt x="4265705" y="2451182"/>
                </a:cubicBezTo>
                <a:cubicBezTo>
                  <a:pt x="4215285" y="2479757"/>
                  <a:pt x="4163914" y="2415940"/>
                  <a:pt x="4113494" y="2373077"/>
                </a:cubicBezTo>
                <a:cubicBezTo>
                  <a:pt x="4063074" y="2330215"/>
                  <a:pt x="4011703" y="2310212"/>
                  <a:pt x="3961283" y="2343550"/>
                </a:cubicBezTo>
                <a:cubicBezTo>
                  <a:pt x="3910863" y="2376887"/>
                  <a:pt x="3859492" y="2462612"/>
                  <a:pt x="3809072" y="2481662"/>
                </a:cubicBezTo>
                <a:cubicBezTo>
                  <a:pt x="3758653" y="2500712"/>
                  <a:pt x="3707282" y="2452135"/>
                  <a:pt x="3656862" y="2449277"/>
                </a:cubicBezTo>
                <a:cubicBezTo>
                  <a:pt x="3606442" y="2446420"/>
                  <a:pt x="3555071" y="2489282"/>
                  <a:pt x="3504651" y="2462612"/>
                </a:cubicBezTo>
                <a:cubicBezTo>
                  <a:pt x="3454231" y="2435942"/>
                  <a:pt x="3402860" y="2338787"/>
                  <a:pt x="3352440" y="2314022"/>
                </a:cubicBezTo>
                <a:cubicBezTo>
                  <a:pt x="3302021" y="2290210"/>
                  <a:pt x="3250650" y="2337835"/>
                  <a:pt x="3200230" y="2370220"/>
                </a:cubicBezTo>
                <a:cubicBezTo>
                  <a:pt x="3149810" y="2402605"/>
                  <a:pt x="3098439" y="2418797"/>
                  <a:pt x="3048019" y="2418797"/>
                </a:cubicBezTo>
                <a:cubicBezTo>
                  <a:pt x="2997599" y="2418797"/>
                  <a:pt x="2946228" y="2402605"/>
                  <a:pt x="2844437" y="2402605"/>
                </a:cubicBezTo>
                <a:cubicBezTo>
                  <a:pt x="2742646" y="2402605"/>
                  <a:pt x="2590436" y="2418797"/>
                  <a:pt x="2462959" y="2426417"/>
                </a:cubicBezTo>
                <a:cubicBezTo>
                  <a:pt x="2336434" y="2434037"/>
                  <a:pt x="2234643" y="2434037"/>
                  <a:pt x="2082432" y="2442610"/>
                </a:cubicBezTo>
                <a:cubicBezTo>
                  <a:pt x="1930222" y="2451182"/>
                  <a:pt x="1726640" y="2466422"/>
                  <a:pt x="1498324" y="2474995"/>
                </a:cubicBezTo>
                <a:cubicBezTo>
                  <a:pt x="1270008" y="2482615"/>
                  <a:pt x="1016006" y="2482615"/>
                  <a:pt x="863796" y="2474995"/>
                </a:cubicBezTo>
                <a:cubicBezTo>
                  <a:pt x="711585" y="2467375"/>
                  <a:pt x="660214" y="2451182"/>
                  <a:pt x="609794" y="2418797"/>
                </a:cubicBezTo>
                <a:cubicBezTo>
                  <a:pt x="559374" y="2386412"/>
                  <a:pt x="508003" y="2337835"/>
                  <a:pt x="406212" y="2334977"/>
                </a:cubicBezTo>
                <a:cubicBezTo>
                  <a:pt x="304421" y="2332120"/>
                  <a:pt x="152211" y="2374982"/>
                  <a:pt x="76105" y="2396890"/>
                </a:cubicBezTo>
                <a:lnTo>
                  <a:pt x="0" y="2418797"/>
                </a:lnTo>
                <a:close/>
              </a:path>
            </a:pathLst>
          </a:custGeom>
          <a:solidFill>
            <a:srgbClr val="9E8148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Freeform 103">
            <a:extLst>
              <a:ext uri="{FF2B5EF4-FFF2-40B4-BE49-F238E27FC236}">
                <a16:creationId xmlns:a16="http://schemas.microsoft.com/office/drawing/2014/main" id="{6E9D9119-97AA-B376-8F03-55D965EE39C1}"/>
              </a:ext>
            </a:extLst>
          </p:cNvPr>
          <p:cNvSpPr/>
          <p:nvPr/>
        </p:nvSpPr>
        <p:spPr>
          <a:xfrm>
            <a:off x="522129" y="1110377"/>
            <a:ext cx="7463080" cy="2487030"/>
          </a:xfrm>
          <a:custGeom>
            <a:avLst/>
            <a:gdLst>
              <a:gd name="connsiteX0" fmla="*/ 0 w 7463080"/>
              <a:gd name="connsiteY0" fmla="*/ 2419750 h 2487030"/>
              <a:gd name="connsiteX1" fmla="*/ 76105 w 7463080"/>
              <a:gd name="connsiteY1" fmla="*/ 2397842 h 2487030"/>
              <a:gd name="connsiteX2" fmla="*/ 406212 w 7463080"/>
              <a:gd name="connsiteY2" fmla="*/ 2335930 h 2487030"/>
              <a:gd name="connsiteX3" fmla="*/ 609794 w 7463080"/>
              <a:gd name="connsiteY3" fmla="*/ 2419750 h 2487030"/>
              <a:gd name="connsiteX4" fmla="*/ 863796 w 7463080"/>
              <a:gd name="connsiteY4" fmla="*/ 2475947 h 2487030"/>
              <a:gd name="connsiteX5" fmla="*/ 1498324 w 7463080"/>
              <a:gd name="connsiteY5" fmla="*/ 2475947 h 2487030"/>
              <a:gd name="connsiteX6" fmla="*/ 2082432 w 7463080"/>
              <a:gd name="connsiteY6" fmla="*/ 2443562 h 2487030"/>
              <a:gd name="connsiteX7" fmla="*/ 2462959 w 7463080"/>
              <a:gd name="connsiteY7" fmla="*/ 2427370 h 2487030"/>
              <a:gd name="connsiteX8" fmla="*/ 2844437 w 7463080"/>
              <a:gd name="connsiteY8" fmla="*/ 2403557 h 2487030"/>
              <a:gd name="connsiteX9" fmla="*/ 3048019 w 7463080"/>
              <a:gd name="connsiteY9" fmla="*/ 2419750 h 2487030"/>
              <a:gd name="connsiteX10" fmla="*/ 3200230 w 7463080"/>
              <a:gd name="connsiteY10" fmla="*/ 2371172 h 2487030"/>
              <a:gd name="connsiteX11" fmla="*/ 3352440 w 7463080"/>
              <a:gd name="connsiteY11" fmla="*/ 2314975 h 2487030"/>
              <a:gd name="connsiteX12" fmla="*/ 3504651 w 7463080"/>
              <a:gd name="connsiteY12" fmla="*/ 2463565 h 2487030"/>
              <a:gd name="connsiteX13" fmla="*/ 3656862 w 7463080"/>
              <a:gd name="connsiteY13" fmla="*/ 2450230 h 2487030"/>
              <a:gd name="connsiteX14" fmla="*/ 3809072 w 7463080"/>
              <a:gd name="connsiteY14" fmla="*/ 2482615 h 2487030"/>
              <a:gd name="connsiteX15" fmla="*/ 3961283 w 7463080"/>
              <a:gd name="connsiteY15" fmla="*/ 2344502 h 2487030"/>
              <a:gd name="connsiteX16" fmla="*/ 4113494 w 7463080"/>
              <a:gd name="connsiteY16" fmla="*/ 2374030 h 2487030"/>
              <a:gd name="connsiteX17" fmla="*/ 4265705 w 7463080"/>
              <a:gd name="connsiteY17" fmla="*/ 2452135 h 2487030"/>
              <a:gd name="connsiteX18" fmla="*/ 4417915 w 7463080"/>
              <a:gd name="connsiteY18" fmla="*/ 2227345 h 2487030"/>
              <a:gd name="connsiteX19" fmla="*/ 4570126 w 7463080"/>
              <a:gd name="connsiteY19" fmla="*/ 2133047 h 2487030"/>
              <a:gd name="connsiteX20" fmla="*/ 4722337 w 7463080"/>
              <a:gd name="connsiteY20" fmla="*/ 2160670 h 2487030"/>
              <a:gd name="connsiteX21" fmla="*/ 4874548 w 7463080"/>
              <a:gd name="connsiteY21" fmla="*/ 2111140 h 2487030"/>
              <a:gd name="connsiteX22" fmla="*/ 5026758 w 7463080"/>
              <a:gd name="connsiteY22" fmla="*/ 1985410 h 2487030"/>
              <a:gd name="connsiteX23" fmla="*/ 5178969 w 7463080"/>
              <a:gd name="connsiteY23" fmla="*/ 1836820 h 2487030"/>
              <a:gd name="connsiteX24" fmla="*/ 5331180 w 7463080"/>
              <a:gd name="connsiteY24" fmla="*/ 1508207 h 2487030"/>
              <a:gd name="connsiteX25" fmla="*/ 5483390 w 7463080"/>
              <a:gd name="connsiteY25" fmla="*/ 1385335 h 2487030"/>
              <a:gd name="connsiteX26" fmla="*/ 5635601 w 7463080"/>
              <a:gd name="connsiteY26" fmla="*/ 1135780 h 2487030"/>
              <a:gd name="connsiteX27" fmla="*/ 5787812 w 7463080"/>
              <a:gd name="connsiteY27" fmla="*/ 1016717 h 2487030"/>
              <a:gd name="connsiteX28" fmla="*/ 5940022 w 7463080"/>
              <a:gd name="connsiteY28" fmla="*/ 858602 h 2487030"/>
              <a:gd name="connsiteX29" fmla="*/ 6092233 w 7463080"/>
              <a:gd name="connsiteY29" fmla="*/ 991000 h 2487030"/>
              <a:gd name="connsiteX30" fmla="*/ 6244444 w 7463080"/>
              <a:gd name="connsiteY30" fmla="*/ 1325327 h 2487030"/>
              <a:gd name="connsiteX31" fmla="*/ 6396654 w 7463080"/>
              <a:gd name="connsiteY31" fmla="*/ 734777 h 2487030"/>
              <a:gd name="connsiteX32" fmla="*/ 6548865 w 7463080"/>
              <a:gd name="connsiteY32" fmla="*/ 93745 h 2487030"/>
              <a:gd name="connsiteX33" fmla="*/ 6701076 w 7463080"/>
              <a:gd name="connsiteY33" fmla="*/ 287102 h 2487030"/>
              <a:gd name="connsiteX34" fmla="*/ 6853286 w 7463080"/>
              <a:gd name="connsiteY34" fmla="*/ 358540 h 2487030"/>
              <a:gd name="connsiteX35" fmla="*/ 7005497 w 7463080"/>
              <a:gd name="connsiteY35" fmla="*/ 2305 h 2487030"/>
              <a:gd name="connsiteX36" fmla="*/ 7157708 w 7463080"/>
              <a:gd name="connsiteY36" fmla="*/ 533800 h 2487030"/>
              <a:gd name="connsiteX37" fmla="*/ 7309919 w 7463080"/>
              <a:gd name="connsiteY37" fmla="*/ 809072 h 2487030"/>
              <a:gd name="connsiteX38" fmla="*/ 7437395 w 7463080"/>
              <a:gd name="connsiteY38" fmla="*/ 1386287 h 2487030"/>
              <a:gd name="connsiteX39" fmla="*/ 7463080 w 7463080"/>
              <a:gd name="connsiteY39" fmla="*/ 1532972 h 2487030"/>
              <a:gd name="connsiteX40" fmla="*/ 7463080 w 7463080"/>
              <a:gd name="connsiteY40" fmla="*/ 1532972 h 2487030"/>
              <a:gd name="connsiteX41" fmla="*/ 7437395 w 7463080"/>
              <a:gd name="connsiteY41" fmla="*/ 1386287 h 2487030"/>
              <a:gd name="connsiteX42" fmla="*/ 7309919 w 7463080"/>
              <a:gd name="connsiteY42" fmla="*/ 809072 h 2487030"/>
              <a:gd name="connsiteX43" fmla="*/ 7157708 w 7463080"/>
              <a:gd name="connsiteY43" fmla="*/ 533800 h 2487030"/>
              <a:gd name="connsiteX44" fmla="*/ 7005497 w 7463080"/>
              <a:gd name="connsiteY44" fmla="*/ 2305 h 2487030"/>
              <a:gd name="connsiteX45" fmla="*/ 6853286 w 7463080"/>
              <a:gd name="connsiteY45" fmla="*/ 358540 h 2487030"/>
              <a:gd name="connsiteX46" fmla="*/ 6701076 w 7463080"/>
              <a:gd name="connsiteY46" fmla="*/ 287102 h 2487030"/>
              <a:gd name="connsiteX47" fmla="*/ 6548865 w 7463080"/>
              <a:gd name="connsiteY47" fmla="*/ 93745 h 2487030"/>
              <a:gd name="connsiteX48" fmla="*/ 6396654 w 7463080"/>
              <a:gd name="connsiteY48" fmla="*/ 734777 h 2487030"/>
              <a:gd name="connsiteX49" fmla="*/ 6244444 w 7463080"/>
              <a:gd name="connsiteY49" fmla="*/ 1325327 h 2487030"/>
              <a:gd name="connsiteX50" fmla="*/ 6092233 w 7463080"/>
              <a:gd name="connsiteY50" fmla="*/ 991000 h 2487030"/>
              <a:gd name="connsiteX51" fmla="*/ 5940022 w 7463080"/>
              <a:gd name="connsiteY51" fmla="*/ 858602 h 2487030"/>
              <a:gd name="connsiteX52" fmla="*/ 5787812 w 7463080"/>
              <a:gd name="connsiteY52" fmla="*/ 1016717 h 2487030"/>
              <a:gd name="connsiteX53" fmla="*/ 5635601 w 7463080"/>
              <a:gd name="connsiteY53" fmla="*/ 1151972 h 2487030"/>
              <a:gd name="connsiteX54" fmla="*/ 5483390 w 7463080"/>
              <a:gd name="connsiteY54" fmla="*/ 1450105 h 2487030"/>
              <a:gd name="connsiteX55" fmla="*/ 5331180 w 7463080"/>
              <a:gd name="connsiteY55" fmla="*/ 1524400 h 2487030"/>
              <a:gd name="connsiteX56" fmla="*/ 5178969 w 7463080"/>
              <a:gd name="connsiteY56" fmla="*/ 1836820 h 2487030"/>
              <a:gd name="connsiteX57" fmla="*/ 5026758 w 7463080"/>
              <a:gd name="connsiteY57" fmla="*/ 1985410 h 2487030"/>
              <a:gd name="connsiteX58" fmla="*/ 4874548 w 7463080"/>
              <a:gd name="connsiteY58" fmla="*/ 2111140 h 2487030"/>
              <a:gd name="connsiteX59" fmla="*/ 4722337 w 7463080"/>
              <a:gd name="connsiteY59" fmla="*/ 2160670 h 2487030"/>
              <a:gd name="connsiteX60" fmla="*/ 4570126 w 7463080"/>
              <a:gd name="connsiteY60" fmla="*/ 2133047 h 2487030"/>
              <a:gd name="connsiteX61" fmla="*/ 4417915 w 7463080"/>
              <a:gd name="connsiteY61" fmla="*/ 2227345 h 2487030"/>
              <a:gd name="connsiteX62" fmla="*/ 4265705 w 7463080"/>
              <a:gd name="connsiteY62" fmla="*/ 2452135 h 2487030"/>
              <a:gd name="connsiteX63" fmla="*/ 4113494 w 7463080"/>
              <a:gd name="connsiteY63" fmla="*/ 2374030 h 2487030"/>
              <a:gd name="connsiteX64" fmla="*/ 3961283 w 7463080"/>
              <a:gd name="connsiteY64" fmla="*/ 2344502 h 2487030"/>
              <a:gd name="connsiteX65" fmla="*/ 3809072 w 7463080"/>
              <a:gd name="connsiteY65" fmla="*/ 2482615 h 2487030"/>
              <a:gd name="connsiteX66" fmla="*/ 3656862 w 7463080"/>
              <a:gd name="connsiteY66" fmla="*/ 2450230 h 2487030"/>
              <a:gd name="connsiteX67" fmla="*/ 3504651 w 7463080"/>
              <a:gd name="connsiteY67" fmla="*/ 2463565 h 2487030"/>
              <a:gd name="connsiteX68" fmla="*/ 3352440 w 7463080"/>
              <a:gd name="connsiteY68" fmla="*/ 2314975 h 2487030"/>
              <a:gd name="connsiteX69" fmla="*/ 3200230 w 7463080"/>
              <a:gd name="connsiteY69" fmla="*/ 2371172 h 2487030"/>
              <a:gd name="connsiteX70" fmla="*/ 3048019 w 7463080"/>
              <a:gd name="connsiteY70" fmla="*/ 2419750 h 2487030"/>
              <a:gd name="connsiteX71" fmla="*/ 2844437 w 7463080"/>
              <a:gd name="connsiteY71" fmla="*/ 2403557 h 2487030"/>
              <a:gd name="connsiteX72" fmla="*/ 2462959 w 7463080"/>
              <a:gd name="connsiteY72" fmla="*/ 2427370 h 2487030"/>
              <a:gd name="connsiteX73" fmla="*/ 2082432 w 7463080"/>
              <a:gd name="connsiteY73" fmla="*/ 2443562 h 2487030"/>
              <a:gd name="connsiteX74" fmla="*/ 1498324 w 7463080"/>
              <a:gd name="connsiteY74" fmla="*/ 2475947 h 2487030"/>
              <a:gd name="connsiteX75" fmla="*/ 863796 w 7463080"/>
              <a:gd name="connsiteY75" fmla="*/ 2475947 h 2487030"/>
              <a:gd name="connsiteX76" fmla="*/ 609794 w 7463080"/>
              <a:gd name="connsiteY76" fmla="*/ 2419750 h 2487030"/>
              <a:gd name="connsiteX77" fmla="*/ 406212 w 7463080"/>
              <a:gd name="connsiteY77" fmla="*/ 2335930 h 2487030"/>
              <a:gd name="connsiteX78" fmla="*/ 76105 w 7463080"/>
              <a:gd name="connsiteY78" fmla="*/ 2397842 h 2487030"/>
              <a:gd name="connsiteX79" fmla="*/ 0 w 7463080"/>
              <a:gd name="connsiteY79" fmla="*/ 2419750 h 2487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7463080" h="2487030">
                <a:moveTo>
                  <a:pt x="0" y="2419750"/>
                </a:moveTo>
                <a:lnTo>
                  <a:pt x="76105" y="2397842"/>
                </a:lnTo>
                <a:cubicBezTo>
                  <a:pt x="152211" y="2375935"/>
                  <a:pt x="304421" y="2333072"/>
                  <a:pt x="406212" y="2335930"/>
                </a:cubicBezTo>
                <a:cubicBezTo>
                  <a:pt x="508003" y="2338787"/>
                  <a:pt x="558423" y="2387365"/>
                  <a:pt x="609794" y="2419750"/>
                </a:cubicBezTo>
                <a:cubicBezTo>
                  <a:pt x="660214" y="2452135"/>
                  <a:pt x="711585" y="2468327"/>
                  <a:pt x="863796" y="2475947"/>
                </a:cubicBezTo>
                <a:cubicBezTo>
                  <a:pt x="1016006" y="2483567"/>
                  <a:pt x="1270008" y="2483567"/>
                  <a:pt x="1498324" y="2475947"/>
                </a:cubicBezTo>
                <a:cubicBezTo>
                  <a:pt x="1726640" y="2468327"/>
                  <a:pt x="1930222" y="2452135"/>
                  <a:pt x="2082432" y="2443562"/>
                </a:cubicBezTo>
                <a:cubicBezTo>
                  <a:pt x="2234643" y="2434990"/>
                  <a:pt x="2336434" y="2435942"/>
                  <a:pt x="2462959" y="2427370"/>
                </a:cubicBezTo>
                <a:cubicBezTo>
                  <a:pt x="2589484" y="2419750"/>
                  <a:pt x="2742646" y="2403557"/>
                  <a:pt x="2844437" y="2403557"/>
                </a:cubicBezTo>
                <a:cubicBezTo>
                  <a:pt x="2946228" y="2403557"/>
                  <a:pt x="2996648" y="2419750"/>
                  <a:pt x="3048019" y="2419750"/>
                </a:cubicBezTo>
                <a:cubicBezTo>
                  <a:pt x="3099390" y="2419750"/>
                  <a:pt x="3149810" y="2403557"/>
                  <a:pt x="3200230" y="2371172"/>
                </a:cubicBezTo>
                <a:cubicBezTo>
                  <a:pt x="3250650" y="2338787"/>
                  <a:pt x="3302021" y="2290210"/>
                  <a:pt x="3352440" y="2314975"/>
                </a:cubicBezTo>
                <a:cubicBezTo>
                  <a:pt x="3402860" y="2338787"/>
                  <a:pt x="3454231" y="2435942"/>
                  <a:pt x="3504651" y="2463565"/>
                </a:cubicBezTo>
                <a:cubicBezTo>
                  <a:pt x="3555071" y="2490235"/>
                  <a:pt x="3606442" y="2447372"/>
                  <a:pt x="3656862" y="2450230"/>
                </a:cubicBezTo>
                <a:cubicBezTo>
                  <a:pt x="3707282" y="2453087"/>
                  <a:pt x="3758653" y="2501665"/>
                  <a:pt x="3809072" y="2482615"/>
                </a:cubicBezTo>
                <a:cubicBezTo>
                  <a:pt x="3859492" y="2463565"/>
                  <a:pt x="3910863" y="2377840"/>
                  <a:pt x="3961283" y="2344502"/>
                </a:cubicBezTo>
                <a:cubicBezTo>
                  <a:pt x="4011703" y="2311165"/>
                  <a:pt x="4063074" y="2332120"/>
                  <a:pt x="4113494" y="2374030"/>
                </a:cubicBezTo>
                <a:cubicBezTo>
                  <a:pt x="4163914" y="2416892"/>
                  <a:pt x="4215285" y="2480710"/>
                  <a:pt x="4265705" y="2452135"/>
                </a:cubicBezTo>
                <a:cubicBezTo>
                  <a:pt x="4316125" y="2423560"/>
                  <a:pt x="4367496" y="2299735"/>
                  <a:pt x="4417915" y="2227345"/>
                </a:cubicBezTo>
                <a:cubicBezTo>
                  <a:pt x="4468335" y="2154955"/>
                  <a:pt x="4519706" y="2133047"/>
                  <a:pt x="4570126" y="2133047"/>
                </a:cubicBezTo>
                <a:cubicBezTo>
                  <a:pt x="4620546" y="2133047"/>
                  <a:pt x="4671917" y="2157812"/>
                  <a:pt x="4722337" y="2160670"/>
                </a:cubicBezTo>
                <a:cubicBezTo>
                  <a:pt x="4772757" y="2163527"/>
                  <a:pt x="4824127" y="2146382"/>
                  <a:pt x="4874548" y="2111140"/>
                </a:cubicBezTo>
                <a:cubicBezTo>
                  <a:pt x="4924967" y="2075897"/>
                  <a:pt x="4976338" y="2022557"/>
                  <a:pt x="5026758" y="1985410"/>
                </a:cubicBezTo>
                <a:cubicBezTo>
                  <a:pt x="5077178" y="1948262"/>
                  <a:pt x="5128549" y="1927307"/>
                  <a:pt x="5178969" y="1836820"/>
                </a:cubicBezTo>
                <a:cubicBezTo>
                  <a:pt x="5229389" y="1746332"/>
                  <a:pt x="5280759" y="1584407"/>
                  <a:pt x="5331180" y="1508207"/>
                </a:cubicBezTo>
                <a:cubicBezTo>
                  <a:pt x="5381599" y="1432960"/>
                  <a:pt x="5432970" y="1442485"/>
                  <a:pt x="5483390" y="1385335"/>
                </a:cubicBezTo>
                <a:cubicBezTo>
                  <a:pt x="5533810" y="1328185"/>
                  <a:pt x="5585181" y="1202455"/>
                  <a:pt x="5635601" y="1135780"/>
                </a:cubicBezTo>
                <a:cubicBezTo>
                  <a:pt x="5686021" y="1069105"/>
                  <a:pt x="5737391" y="1062437"/>
                  <a:pt x="5787812" y="1016717"/>
                </a:cubicBezTo>
                <a:cubicBezTo>
                  <a:pt x="5838231" y="970997"/>
                  <a:pt x="5889602" y="886225"/>
                  <a:pt x="5940022" y="858602"/>
                </a:cubicBezTo>
                <a:cubicBezTo>
                  <a:pt x="5990442" y="830980"/>
                  <a:pt x="6041813" y="861460"/>
                  <a:pt x="6092233" y="991000"/>
                </a:cubicBezTo>
                <a:cubicBezTo>
                  <a:pt x="6142653" y="1120540"/>
                  <a:pt x="6194024" y="1351045"/>
                  <a:pt x="6244444" y="1325327"/>
                </a:cubicBezTo>
                <a:cubicBezTo>
                  <a:pt x="6294863" y="1299610"/>
                  <a:pt x="6346234" y="1019575"/>
                  <a:pt x="6396654" y="734777"/>
                </a:cubicBezTo>
                <a:cubicBezTo>
                  <a:pt x="6447074" y="449980"/>
                  <a:pt x="6498445" y="161372"/>
                  <a:pt x="6548865" y="93745"/>
                </a:cubicBezTo>
                <a:cubicBezTo>
                  <a:pt x="6599285" y="25165"/>
                  <a:pt x="6650656" y="177565"/>
                  <a:pt x="6701076" y="287102"/>
                </a:cubicBezTo>
                <a:cubicBezTo>
                  <a:pt x="6751495" y="396640"/>
                  <a:pt x="6802866" y="465220"/>
                  <a:pt x="6853286" y="358540"/>
                </a:cubicBezTo>
                <a:cubicBezTo>
                  <a:pt x="6903706" y="251860"/>
                  <a:pt x="6955077" y="-28175"/>
                  <a:pt x="7005497" y="2305"/>
                </a:cubicBezTo>
                <a:cubicBezTo>
                  <a:pt x="7055917" y="32785"/>
                  <a:pt x="7107288" y="373780"/>
                  <a:pt x="7157708" y="533800"/>
                </a:cubicBezTo>
                <a:cubicBezTo>
                  <a:pt x="7208128" y="693820"/>
                  <a:pt x="7259498" y="672865"/>
                  <a:pt x="7309919" y="809072"/>
                </a:cubicBezTo>
                <a:cubicBezTo>
                  <a:pt x="7360338" y="945280"/>
                  <a:pt x="7411709" y="1239602"/>
                  <a:pt x="7437395" y="1386287"/>
                </a:cubicBezTo>
                <a:lnTo>
                  <a:pt x="7463080" y="1532972"/>
                </a:lnTo>
                <a:lnTo>
                  <a:pt x="7463080" y="1532972"/>
                </a:lnTo>
                <a:lnTo>
                  <a:pt x="7437395" y="1386287"/>
                </a:lnTo>
                <a:cubicBezTo>
                  <a:pt x="7411709" y="1239602"/>
                  <a:pt x="7361289" y="946232"/>
                  <a:pt x="7309919" y="809072"/>
                </a:cubicBezTo>
                <a:cubicBezTo>
                  <a:pt x="7259498" y="672865"/>
                  <a:pt x="7208128" y="693820"/>
                  <a:pt x="7157708" y="533800"/>
                </a:cubicBezTo>
                <a:cubicBezTo>
                  <a:pt x="7107288" y="373780"/>
                  <a:pt x="7055917" y="32785"/>
                  <a:pt x="7005497" y="2305"/>
                </a:cubicBezTo>
                <a:cubicBezTo>
                  <a:pt x="6955077" y="-28175"/>
                  <a:pt x="6903706" y="252812"/>
                  <a:pt x="6853286" y="358540"/>
                </a:cubicBezTo>
                <a:cubicBezTo>
                  <a:pt x="6802866" y="464267"/>
                  <a:pt x="6751495" y="396640"/>
                  <a:pt x="6701076" y="287102"/>
                </a:cubicBezTo>
                <a:cubicBezTo>
                  <a:pt x="6650656" y="177565"/>
                  <a:pt x="6599285" y="25165"/>
                  <a:pt x="6548865" y="93745"/>
                </a:cubicBezTo>
                <a:cubicBezTo>
                  <a:pt x="6498445" y="162325"/>
                  <a:pt x="6447074" y="450932"/>
                  <a:pt x="6396654" y="734777"/>
                </a:cubicBezTo>
                <a:cubicBezTo>
                  <a:pt x="6346234" y="1019575"/>
                  <a:pt x="6294863" y="1300562"/>
                  <a:pt x="6244444" y="1325327"/>
                </a:cubicBezTo>
                <a:cubicBezTo>
                  <a:pt x="6194024" y="1350092"/>
                  <a:pt x="6142653" y="1120540"/>
                  <a:pt x="6092233" y="991000"/>
                </a:cubicBezTo>
                <a:cubicBezTo>
                  <a:pt x="6041813" y="861460"/>
                  <a:pt x="5990442" y="830980"/>
                  <a:pt x="5940022" y="858602"/>
                </a:cubicBezTo>
                <a:cubicBezTo>
                  <a:pt x="5889602" y="886225"/>
                  <a:pt x="5838231" y="970997"/>
                  <a:pt x="5787812" y="1016717"/>
                </a:cubicBezTo>
                <a:cubicBezTo>
                  <a:pt x="5737391" y="1062437"/>
                  <a:pt x="5686021" y="1070057"/>
                  <a:pt x="5635601" y="1151972"/>
                </a:cubicBezTo>
                <a:cubicBezTo>
                  <a:pt x="5585181" y="1233887"/>
                  <a:pt x="5533810" y="1392002"/>
                  <a:pt x="5483390" y="1450105"/>
                </a:cubicBezTo>
                <a:cubicBezTo>
                  <a:pt x="5432970" y="1508207"/>
                  <a:pt x="5381599" y="1465345"/>
                  <a:pt x="5331180" y="1524400"/>
                </a:cubicBezTo>
                <a:cubicBezTo>
                  <a:pt x="5280759" y="1583455"/>
                  <a:pt x="5229389" y="1745380"/>
                  <a:pt x="5178969" y="1836820"/>
                </a:cubicBezTo>
                <a:cubicBezTo>
                  <a:pt x="5128549" y="1928260"/>
                  <a:pt x="5077178" y="1949215"/>
                  <a:pt x="5026758" y="1985410"/>
                </a:cubicBezTo>
                <a:cubicBezTo>
                  <a:pt x="4976338" y="2022557"/>
                  <a:pt x="4924967" y="2075897"/>
                  <a:pt x="4874548" y="2111140"/>
                </a:cubicBezTo>
                <a:cubicBezTo>
                  <a:pt x="4824127" y="2146382"/>
                  <a:pt x="4772757" y="2163527"/>
                  <a:pt x="4722337" y="2160670"/>
                </a:cubicBezTo>
                <a:cubicBezTo>
                  <a:pt x="4671917" y="2157812"/>
                  <a:pt x="4620546" y="2134000"/>
                  <a:pt x="4570126" y="2133047"/>
                </a:cubicBezTo>
                <a:cubicBezTo>
                  <a:pt x="4519706" y="2133047"/>
                  <a:pt x="4468335" y="2154002"/>
                  <a:pt x="4417915" y="2227345"/>
                </a:cubicBezTo>
                <a:cubicBezTo>
                  <a:pt x="4367496" y="2300687"/>
                  <a:pt x="4316125" y="2423560"/>
                  <a:pt x="4265705" y="2452135"/>
                </a:cubicBezTo>
                <a:cubicBezTo>
                  <a:pt x="4215285" y="2480710"/>
                  <a:pt x="4163914" y="2416892"/>
                  <a:pt x="4113494" y="2374030"/>
                </a:cubicBezTo>
                <a:cubicBezTo>
                  <a:pt x="4063074" y="2331167"/>
                  <a:pt x="4011703" y="2311165"/>
                  <a:pt x="3961283" y="2344502"/>
                </a:cubicBezTo>
                <a:cubicBezTo>
                  <a:pt x="3910863" y="2377840"/>
                  <a:pt x="3859492" y="2463565"/>
                  <a:pt x="3809072" y="2482615"/>
                </a:cubicBezTo>
                <a:cubicBezTo>
                  <a:pt x="3758653" y="2501665"/>
                  <a:pt x="3707282" y="2453087"/>
                  <a:pt x="3656862" y="2450230"/>
                </a:cubicBezTo>
                <a:cubicBezTo>
                  <a:pt x="3606442" y="2447372"/>
                  <a:pt x="3555071" y="2490235"/>
                  <a:pt x="3504651" y="2463565"/>
                </a:cubicBezTo>
                <a:cubicBezTo>
                  <a:pt x="3454231" y="2436895"/>
                  <a:pt x="3402860" y="2339740"/>
                  <a:pt x="3352440" y="2314975"/>
                </a:cubicBezTo>
                <a:cubicBezTo>
                  <a:pt x="3302021" y="2291162"/>
                  <a:pt x="3250650" y="2338787"/>
                  <a:pt x="3200230" y="2371172"/>
                </a:cubicBezTo>
                <a:cubicBezTo>
                  <a:pt x="3149810" y="2403557"/>
                  <a:pt x="3098439" y="2419750"/>
                  <a:pt x="3048019" y="2419750"/>
                </a:cubicBezTo>
                <a:cubicBezTo>
                  <a:pt x="2997599" y="2419750"/>
                  <a:pt x="2946228" y="2403557"/>
                  <a:pt x="2844437" y="2403557"/>
                </a:cubicBezTo>
                <a:cubicBezTo>
                  <a:pt x="2742646" y="2403557"/>
                  <a:pt x="2590436" y="2419750"/>
                  <a:pt x="2462959" y="2427370"/>
                </a:cubicBezTo>
                <a:cubicBezTo>
                  <a:pt x="2336434" y="2434990"/>
                  <a:pt x="2234643" y="2434990"/>
                  <a:pt x="2082432" y="2443562"/>
                </a:cubicBezTo>
                <a:cubicBezTo>
                  <a:pt x="1930222" y="2452135"/>
                  <a:pt x="1726640" y="2467375"/>
                  <a:pt x="1498324" y="2475947"/>
                </a:cubicBezTo>
                <a:cubicBezTo>
                  <a:pt x="1270008" y="2483567"/>
                  <a:pt x="1016006" y="2483567"/>
                  <a:pt x="863796" y="2475947"/>
                </a:cubicBezTo>
                <a:cubicBezTo>
                  <a:pt x="711585" y="2468327"/>
                  <a:pt x="660214" y="2452135"/>
                  <a:pt x="609794" y="2419750"/>
                </a:cubicBezTo>
                <a:cubicBezTo>
                  <a:pt x="559374" y="2387365"/>
                  <a:pt x="508003" y="2338787"/>
                  <a:pt x="406212" y="2335930"/>
                </a:cubicBezTo>
                <a:cubicBezTo>
                  <a:pt x="304421" y="2333072"/>
                  <a:pt x="152211" y="2375935"/>
                  <a:pt x="76105" y="2397842"/>
                </a:cubicBezTo>
                <a:lnTo>
                  <a:pt x="0" y="2419750"/>
                </a:lnTo>
                <a:close/>
              </a:path>
            </a:pathLst>
          </a:custGeom>
          <a:solidFill>
            <a:srgbClr val="FFC3C2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1981D391-506D-A04B-FBD2-0989B0F46101}"/>
              </a:ext>
            </a:extLst>
          </p:cNvPr>
          <p:cNvSpPr/>
          <p:nvPr/>
        </p:nvSpPr>
        <p:spPr>
          <a:xfrm>
            <a:off x="522129" y="6051395"/>
            <a:ext cx="7467836" cy="9525"/>
          </a:xfrm>
          <a:custGeom>
            <a:avLst/>
            <a:gdLst>
              <a:gd name="connsiteX0" fmla="*/ 0 w 7467836"/>
              <a:gd name="connsiteY0" fmla="*/ 0 h 9525"/>
              <a:gd name="connsiteX1" fmla="*/ 7467837 w 7467836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67836" h="9525">
                <a:moveTo>
                  <a:pt x="0" y="0"/>
                </a:moveTo>
                <a:lnTo>
                  <a:pt x="7467837" y="0"/>
                </a:lnTo>
              </a:path>
            </a:pathLst>
          </a:custGeom>
          <a:noFill/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412BCA35-0937-2F7E-5546-C991E85CD718}"/>
              </a:ext>
            </a:extLst>
          </p:cNvPr>
          <p:cNvSpPr/>
          <p:nvPr/>
        </p:nvSpPr>
        <p:spPr>
          <a:xfrm>
            <a:off x="1131923" y="6051395"/>
            <a:ext cx="9513" cy="57150"/>
          </a:xfrm>
          <a:custGeom>
            <a:avLst/>
            <a:gdLst>
              <a:gd name="connsiteX0" fmla="*/ 0 w 9513"/>
              <a:gd name="connsiteY0" fmla="*/ 0 h 57150"/>
              <a:gd name="connsiteX1" fmla="*/ 0 w 9513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A263E66-37A8-8258-BC4C-B2B5793E6B15}"/>
              </a:ext>
            </a:extLst>
          </p:cNvPr>
          <p:cNvSpPr txBox="1"/>
          <p:nvPr/>
        </p:nvSpPr>
        <p:spPr>
          <a:xfrm>
            <a:off x="896787" y="60828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1980</a:t>
            </a:r>
          </a:p>
        </p:txBody>
      </p:sp>
      <p:sp>
        <p:nvSpPr>
          <p:cNvPr id="111" name="Freeform 110">
            <a:extLst>
              <a:ext uri="{FF2B5EF4-FFF2-40B4-BE49-F238E27FC236}">
                <a16:creationId xmlns:a16="http://schemas.microsoft.com/office/drawing/2014/main" id="{5C1E49AA-012B-CE86-0700-F10E62E650E8}"/>
              </a:ext>
            </a:extLst>
          </p:cNvPr>
          <p:cNvSpPr/>
          <p:nvPr/>
        </p:nvSpPr>
        <p:spPr>
          <a:xfrm>
            <a:off x="1893928" y="6051395"/>
            <a:ext cx="9513" cy="57150"/>
          </a:xfrm>
          <a:custGeom>
            <a:avLst/>
            <a:gdLst>
              <a:gd name="connsiteX0" fmla="*/ 0 w 9513"/>
              <a:gd name="connsiteY0" fmla="*/ 0 h 57150"/>
              <a:gd name="connsiteX1" fmla="*/ 0 w 9513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01765BD-9F2D-DDF3-1624-E4FE78579D0B}"/>
              </a:ext>
            </a:extLst>
          </p:cNvPr>
          <p:cNvSpPr txBox="1"/>
          <p:nvPr/>
        </p:nvSpPr>
        <p:spPr>
          <a:xfrm>
            <a:off x="1658792" y="60828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1985</a:t>
            </a:r>
          </a:p>
        </p:txBody>
      </p:sp>
      <p:sp>
        <p:nvSpPr>
          <p:cNvPr id="114" name="Freeform 113">
            <a:extLst>
              <a:ext uri="{FF2B5EF4-FFF2-40B4-BE49-F238E27FC236}">
                <a16:creationId xmlns:a16="http://schemas.microsoft.com/office/drawing/2014/main" id="{C66EDFF5-3C60-06DB-19EA-6A53514CE6AD}"/>
              </a:ext>
            </a:extLst>
          </p:cNvPr>
          <p:cNvSpPr/>
          <p:nvPr/>
        </p:nvSpPr>
        <p:spPr>
          <a:xfrm>
            <a:off x="2655933" y="6051395"/>
            <a:ext cx="9513" cy="57150"/>
          </a:xfrm>
          <a:custGeom>
            <a:avLst/>
            <a:gdLst>
              <a:gd name="connsiteX0" fmla="*/ 0 w 9513"/>
              <a:gd name="connsiteY0" fmla="*/ 0 h 57150"/>
              <a:gd name="connsiteX1" fmla="*/ 0 w 9513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0B0B55E-9510-3ADC-8B13-5F11FCAA3B12}"/>
              </a:ext>
            </a:extLst>
          </p:cNvPr>
          <p:cNvSpPr txBox="1"/>
          <p:nvPr/>
        </p:nvSpPr>
        <p:spPr>
          <a:xfrm>
            <a:off x="2420797" y="60828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1990</a:t>
            </a:r>
          </a:p>
        </p:txBody>
      </p:sp>
      <p:sp>
        <p:nvSpPr>
          <p:cNvPr id="117" name="Freeform 116">
            <a:extLst>
              <a:ext uri="{FF2B5EF4-FFF2-40B4-BE49-F238E27FC236}">
                <a16:creationId xmlns:a16="http://schemas.microsoft.com/office/drawing/2014/main" id="{894F5408-F770-4BEF-AA2A-1F9153F86CAE}"/>
              </a:ext>
            </a:extLst>
          </p:cNvPr>
          <p:cNvSpPr/>
          <p:nvPr/>
        </p:nvSpPr>
        <p:spPr>
          <a:xfrm>
            <a:off x="3417937" y="6051395"/>
            <a:ext cx="9513" cy="57150"/>
          </a:xfrm>
          <a:custGeom>
            <a:avLst/>
            <a:gdLst>
              <a:gd name="connsiteX0" fmla="*/ 0 w 9513"/>
              <a:gd name="connsiteY0" fmla="*/ 0 h 57150"/>
              <a:gd name="connsiteX1" fmla="*/ 0 w 9513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BC00164-DDA1-7F8A-D468-DAD191451E29}"/>
              </a:ext>
            </a:extLst>
          </p:cNvPr>
          <p:cNvSpPr txBox="1"/>
          <p:nvPr/>
        </p:nvSpPr>
        <p:spPr>
          <a:xfrm>
            <a:off x="3182801" y="60828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1995</a:t>
            </a:r>
          </a:p>
        </p:txBody>
      </p:sp>
      <p:sp>
        <p:nvSpPr>
          <p:cNvPr id="120" name="Freeform 119">
            <a:extLst>
              <a:ext uri="{FF2B5EF4-FFF2-40B4-BE49-F238E27FC236}">
                <a16:creationId xmlns:a16="http://schemas.microsoft.com/office/drawing/2014/main" id="{C5C55BA6-B01F-6EE4-09BF-DD4892C33505}"/>
              </a:ext>
            </a:extLst>
          </p:cNvPr>
          <p:cNvSpPr/>
          <p:nvPr/>
        </p:nvSpPr>
        <p:spPr>
          <a:xfrm>
            <a:off x="4179942" y="6051395"/>
            <a:ext cx="9513" cy="57150"/>
          </a:xfrm>
          <a:custGeom>
            <a:avLst/>
            <a:gdLst>
              <a:gd name="connsiteX0" fmla="*/ 0 w 9513"/>
              <a:gd name="connsiteY0" fmla="*/ 0 h 57150"/>
              <a:gd name="connsiteX1" fmla="*/ 0 w 9513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C0505FB-83F1-2C04-A928-C235E336518C}"/>
              </a:ext>
            </a:extLst>
          </p:cNvPr>
          <p:cNvSpPr txBox="1"/>
          <p:nvPr/>
        </p:nvSpPr>
        <p:spPr>
          <a:xfrm>
            <a:off x="3944806" y="60828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2000</a:t>
            </a:r>
          </a:p>
        </p:txBody>
      </p:sp>
      <p:sp>
        <p:nvSpPr>
          <p:cNvPr id="123" name="Freeform 122">
            <a:extLst>
              <a:ext uri="{FF2B5EF4-FFF2-40B4-BE49-F238E27FC236}">
                <a16:creationId xmlns:a16="http://schemas.microsoft.com/office/drawing/2014/main" id="{C65430EE-DB0B-106C-0823-EC5CE78AF321}"/>
              </a:ext>
            </a:extLst>
          </p:cNvPr>
          <p:cNvSpPr/>
          <p:nvPr/>
        </p:nvSpPr>
        <p:spPr>
          <a:xfrm>
            <a:off x="4941947" y="6051395"/>
            <a:ext cx="9513" cy="57150"/>
          </a:xfrm>
          <a:custGeom>
            <a:avLst/>
            <a:gdLst>
              <a:gd name="connsiteX0" fmla="*/ 0 w 9513"/>
              <a:gd name="connsiteY0" fmla="*/ 0 h 57150"/>
              <a:gd name="connsiteX1" fmla="*/ 0 w 9513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B063AB7-125E-589B-8AA6-938D46CFA4A7}"/>
              </a:ext>
            </a:extLst>
          </p:cNvPr>
          <p:cNvSpPr txBox="1"/>
          <p:nvPr/>
        </p:nvSpPr>
        <p:spPr>
          <a:xfrm>
            <a:off x="4706811" y="60828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2005</a:t>
            </a:r>
          </a:p>
        </p:txBody>
      </p:sp>
      <p:sp>
        <p:nvSpPr>
          <p:cNvPr id="126" name="Freeform 125">
            <a:extLst>
              <a:ext uri="{FF2B5EF4-FFF2-40B4-BE49-F238E27FC236}">
                <a16:creationId xmlns:a16="http://schemas.microsoft.com/office/drawing/2014/main" id="{AAEB912A-888E-B5DD-CA3B-A6411597D063}"/>
              </a:ext>
            </a:extLst>
          </p:cNvPr>
          <p:cNvSpPr/>
          <p:nvPr/>
        </p:nvSpPr>
        <p:spPr>
          <a:xfrm>
            <a:off x="5703952" y="6051395"/>
            <a:ext cx="9513" cy="57150"/>
          </a:xfrm>
          <a:custGeom>
            <a:avLst/>
            <a:gdLst>
              <a:gd name="connsiteX0" fmla="*/ 0 w 9513"/>
              <a:gd name="connsiteY0" fmla="*/ 0 h 57150"/>
              <a:gd name="connsiteX1" fmla="*/ 0 w 9513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F07A1D5-07D6-C354-2ED4-F8A5DF3437AB}"/>
              </a:ext>
            </a:extLst>
          </p:cNvPr>
          <p:cNvSpPr txBox="1"/>
          <p:nvPr/>
        </p:nvSpPr>
        <p:spPr>
          <a:xfrm>
            <a:off x="5468815" y="60828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2010</a:t>
            </a:r>
          </a:p>
        </p:txBody>
      </p:sp>
      <p:sp>
        <p:nvSpPr>
          <p:cNvPr id="129" name="Freeform 128">
            <a:extLst>
              <a:ext uri="{FF2B5EF4-FFF2-40B4-BE49-F238E27FC236}">
                <a16:creationId xmlns:a16="http://schemas.microsoft.com/office/drawing/2014/main" id="{1482706F-980A-6919-172E-A8F1483FE6F9}"/>
              </a:ext>
            </a:extLst>
          </p:cNvPr>
          <p:cNvSpPr/>
          <p:nvPr/>
        </p:nvSpPr>
        <p:spPr>
          <a:xfrm>
            <a:off x="6465956" y="6051395"/>
            <a:ext cx="9513" cy="57150"/>
          </a:xfrm>
          <a:custGeom>
            <a:avLst/>
            <a:gdLst>
              <a:gd name="connsiteX0" fmla="*/ 0 w 9513"/>
              <a:gd name="connsiteY0" fmla="*/ 0 h 57150"/>
              <a:gd name="connsiteX1" fmla="*/ 0 w 9513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3BE4604-CC20-EAB8-021F-F542BF965251}"/>
              </a:ext>
            </a:extLst>
          </p:cNvPr>
          <p:cNvSpPr txBox="1"/>
          <p:nvPr/>
        </p:nvSpPr>
        <p:spPr>
          <a:xfrm>
            <a:off x="6230820" y="60828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2015</a:t>
            </a:r>
          </a:p>
        </p:txBody>
      </p:sp>
      <p:sp>
        <p:nvSpPr>
          <p:cNvPr id="132" name="Freeform 131">
            <a:extLst>
              <a:ext uri="{FF2B5EF4-FFF2-40B4-BE49-F238E27FC236}">
                <a16:creationId xmlns:a16="http://schemas.microsoft.com/office/drawing/2014/main" id="{06C53D9E-21BA-3136-1754-6D429053FD4E}"/>
              </a:ext>
            </a:extLst>
          </p:cNvPr>
          <p:cNvSpPr/>
          <p:nvPr/>
        </p:nvSpPr>
        <p:spPr>
          <a:xfrm>
            <a:off x="7227961" y="6051395"/>
            <a:ext cx="9513" cy="57150"/>
          </a:xfrm>
          <a:custGeom>
            <a:avLst/>
            <a:gdLst>
              <a:gd name="connsiteX0" fmla="*/ 0 w 9513"/>
              <a:gd name="connsiteY0" fmla="*/ 0 h 57150"/>
              <a:gd name="connsiteX1" fmla="*/ 0 w 9513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E1A6747-28ED-FADF-6791-BA16DE8DBA75}"/>
              </a:ext>
            </a:extLst>
          </p:cNvPr>
          <p:cNvSpPr txBox="1"/>
          <p:nvPr/>
        </p:nvSpPr>
        <p:spPr>
          <a:xfrm>
            <a:off x="6991874" y="60828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2020</a:t>
            </a:r>
          </a:p>
        </p:txBody>
      </p:sp>
      <p:sp>
        <p:nvSpPr>
          <p:cNvPr id="135" name="Freeform 134">
            <a:extLst>
              <a:ext uri="{FF2B5EF4-FFF2-40B4-BE49-F238E27FC236}">
                <a16:creationId xmlns:a16="http://schemas.microsoft.com/office/drawing/2014/main" id="{C5E4680B-78A1-0D7E-4A28-D2996C487F4D}"/>
              </a:ext>
            </a:extLst>
          </p:cNvPr>
          <p:cNvSpPr/>
          <p:nvPr/>
        </p:nvSpPr>
        <p:spPr>
          <a:xfrm>
            <a:off x="7989966" y="6051395"/>
            <a:ext cx="9513" cy="57150"/>
          </a:xfrm>
          <a:custGeom>
            <a:avLst/>
            <a:gdLst>
              <a:gd name="connsiteX0" fmla="*/ 0 w 9513"/>
              <a:gd name="connsiteY0" fmla="*/ 0 h 57150"/>
              <a:gd name="connsiteX1" fmla="*/ 0 w 9513"/>
              <a:gd name="connsiteY1" fmla="*/ 5715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81C5126-AFBE-CC03-70BE-F7E0CD26B6DE}"/>
              </a:ext>
            </a:extLst>
          </p:cNvPr>
          <p:cNvSpPr txBox="1"/>
          <p:nvPr/>
        </p:nvSpPr>
        <p:spPr>
          <a:xfrm>
            <a:off x="7754830" y="60828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2025</a:t>
            </a:r>
          </a:p>
        </p:txBody>
      </p:sp>
      <p:sp>
        <p:nvSpPr>
          <p:cNvPr id="138" name="Freeform 137">
            <a:extLst>
              <a:ext uri="{FF2B5EF4-FFF2-40B4-BE49-F238E27FC236}">
                <a16:creationId xmlns:a16="http://schemas.microsoft.com/office/drawing/2014/main" id="{40E50477-9ED0-548B-7B8A-5DD2445961C3}"/>
              </a:ext>
            </a:extLst>
          </p:cNvPr>
          <p:cNvSpPr/>
          <p:nvPr/>
        </p:nvSpPr>
        <p:spPr>
          <a:xfrm>
            <a:off x="522129" y="717395"/>
            <a:ext cx="9513" cy="5334000"/>
          </a:xfrm>
          <a:custGeom>
            <a:avLst/>
            <a:gdLst>
              <a:gd name="connsiteX0" fmla="*/ 0 w 9513"/>
              <a:gd name="connsiteY0" fmla="*/ 5334000 h 5334000"/>
              <a:gd name="connsiteX1" fmla="*/ 0 w 9513"/>
              <a:gd name="connsiteY1" fmla="*/ 0 h 533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513" h="5334000">
                <a:moveTo>
                  <a:pt x="0" y="5334000"/>
                </a:moveTo>
                <a:lnTo>
                  <a:pt x="0" y="0"/>
                </a:lnTo>
              </a:path>
            </a:pathLst>
          </a:custGeom>
          <a:noFill/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Freeform 139">
            <a:extLst>
              <a:ext uri="{FF2B5EF4-FFF2-40B4-BE49-F238E27FC236}">
                <a16:creationId xmlns:a16="http://schemas.microsoft.com/office/drawing/2014/main" id="{8FC05FEA-714E-9629-AF99-072A32AC84FA}"/>
              </a:ext>
            </a:extLst>
          </p:cNvPr>
          <p:cNvSpPr/>
          <p:nvPr/>
        </p:nvSpPr>
        <p:spPr>
          <a:xfrm>
            <a:off x="465050" y="6051395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86D0AAE-A8DD-FBC0-B9BE-F4ECF9D37F2C}"/>
              </a:ext>
            </a:extLst>
          </p:cNvPr>
          <p:cNvSpPr txBox="1"/>
          <p:nvPr/>
        </p:nvSpPr>
        <p:spPr>
          <a:xfrm>
            <a:off x="107147" y="5909155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−25</a:t>
            </a:r>
          </a:p>
        </p:txBody>
      </p:sp>
      <p:sp>
        <p:nvSpPr>
          <p:cNvPr id="143" name="Freeform 142">
            <a:extLst>
              <a:ext uri="{FF2B5EF4-FFF2-40B4-BE49-F238E27FC236}">
                <a16:creationId xmlns:a16="http://schemas.microsoft.com/office/drawing/2014/main" id="{4D16F374-4250-87F0-99B9-0963CC271999}"/>
              </a:ext>
            </a:extLst>
          </p:cNvPr>
          <p:cNvSpPr/>
          <p:nvPr/>
        </p:nvSpPr>
        <p:spPr>
          <a:xfrm>
            <a:off x="465050" y="5566572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CA061C5-274D-33F8-DCC7-8EDE2E919680}"/>
              </a:ext>
            </a:extLst>
          </p:cNvPr>
          <p:cNvSpPr txBox="1"/>
          <p:nvPr/>
        </p:nvSpPr>
        <p:spPr>
          <a:xfrm>
            <a:off x="107147" y="5424332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−20</a:t>
            </a:r>
          </a:p>
        </p:txBody>
      </p:sp>
      <p:sp>
        <p:nvSpPr>
          <p:cNvPr id="146" name="Freeform 145">
            <a:extLst>
              <a:ext uri="{FF2B5EF4-FFF2-40B4-BE49-F238E27FC236}">
                <a16:creationId xmlns:a16="http://schemas.microsoft.com/office/drawing/2014/main" id="{3A6EA14E-55A0-5ABB-ED34-238649DF4733}"/>
              </a:ext>
            </a:extLst>
          </p:cNvPr>
          <p:cNvSpPr/>
          <p:nvPr/>
        </p:nvSpPr>
        <p:spPr>
          <a:xfrm>
            <a:off x="465050" y="5081750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E4CDA010-84A6-B633-AEF1-B8DAEE3AE88A}"/>
              </a:ext>
            </a:extLst>
          </p:cNvPr>
          <p:cNvSpPr txBox="1"/>
          <p:nvPr/>
        </p:nvSpPr>
        <p:spPr>
          <a:xfrm>
            <a:off x="107147" y="4939510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−15</a:t>
            </a:r>
          </a:p>
        </p:txBody>
      </p:sp>
      <p:sp>
        <p:nvSpPr>
          <p:cNvPr id="149" name="Freeform 148">
            <a:extLst>
              <a:ext uri="{FF2B5EF4-FFF2-40B4-BE49-F238E27FC236}">
                <a16:creationId xmlns:a16="http://schemas.microsoft.com/office/drawing/2014/main" id="{42BCCD4B-362E-EF4F-8E48-524344741EBE}"/>
              </a:ext>
            </a:extLst>
          </p:cNvPr>
          <p:cNvSpPr/>
          <p:nvPr/>
        </p:nvSpPr>
        <p:spPr>
          <a:xfrm>
            <a:off x="465050" y="4596927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D6521FCB-4BDC-FD57-759D-72C279EE9911}"/>
              </a:ext>
            </a:extLst>
          </p:cNvPr>
          <p:cNvSpPr txBox="1"/>
          <p:nvPr/>
        </p:nvSpPr>
        <p:spPr>
          <a:xfrm>
            <a:off x="107147" y="4454687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−10</a:t>
            </a:r>
          </a:p>
        </p:txBody>
      </p:sp>
      <p:sp>
        <p:nvSpPr>
          <p:cNvPr id="152" name="Freeform 151">
            <a:extLst>
              <a:ext uri="{FF2B5EF4-FFF2-40B4-BE49-F238E27FC236}">
                <a16:creationId xmlns:a16="http://schemas.microsoft.com/office/drawing/2014/main" id="{3FFDB455-DC00-80EC-CEA4-062968F6649C}"/>
              </a:ext>
            </a:extLst>
          </p:cNvPr>
          <p:cNvSpPr/>
          <p:nvPr/>
        </p:nvSpPr>
        <p:spPr>
          <a:xfrm>
            <a:off x="465050" y="4112105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01624C4-6C5F-3115-9024-10A802CADDF7}"/>
              </a:ext>
            </a:extLst>
          </p:cNvPr>
          <p:cNvSpPr txBox="1"/>
          <p:nvPr/>
        </p:nvSpPr>
        <p:spPr>
          <a:xfrm>
            <a:off x="160421" y="3969865"/>
            <a:ext cx="359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−5</a:t>
            </a:r>
          </a:p>
        </p:txBody>
      </p:sp>
      <p:sp>
        <p:nvSpPr>
          <p:cNvPr id="155" name="Freeform 154">
            <a:extLst>
              <a:ext uri="{FF2B5EF4-FFF2-40B4-BE49-F238E27FC236}">
                <a16:creationId xmlns:a16="http://schemas.microsoft.com/office/drawing/2014/main" id="{259DDFD5-C430-9B7E-26A4-B836E84C8FB8}"/>
              </a:ext>
            </a:extLst>
          </p:cNvPr>
          <p:cNvSpPr/>
          <p:nvPr/>
        </p:nvSpPr>
        <p:spPr>
          <a:xfrm>
            <a:off x="465050" y="3627282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8DB8A68-D56C-B54E-861B-1D43859499B0}"/>
              </a:ext>
            </a:extLst>
          </p:cNvPr>
          <p:cNvSpPr txBox="1"/>
          <p:nvPr/>
        </p:nvSpPr>
        <p:spPr>
          <a:xfrm>
            <a:off x="215597" y="348504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0</a:t>
            </a:r>
          </a:p>
        </p:txBody>
      </p:sp>
      <p:sp>
        <p:nvSpPr>
          <p:cNvPr id="158" name="Freeform 157">
            <a:extLst>
              <a:ext uri="{FF2B5EF4-FFF2-40B4-BE49-F238E27FC236}">
                <a16:creationId xmlns:a16="http://schemas.microsoft.com/office/drawing/2014/main" id="{F1143BE4-0282-8A46-7E5B-3A127A8377CC}"/>
              </a:ext>
            </a:extLst>
          </p:cNvPr>
          <p:cNvSpPr/>
          <p:nvPr/>
        </p:nvSpPr>
        <p:spPr>
          <a:xfrm>
            <a:off x="465050" y="3141507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986E213-E7C1-B1CE-1CFF-15A2180A5198}"/>
              </a:ext>
            </a:extLst>
          </p:cNvPr>
          <p:cNvSpPr txBox="1"/>
          <p:nvPr/>
        </p:nvSpPr>
        <p:spPr>
          <a:xfrm>
            <a:off x="215597" y="299926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5</a:t>
            </a:r>
          </a:p>
        </p:txBody>
      </p:sp>
      <p:sp>
        <p:nvSpPr>
          <p:cNvPr id="161" name="Freeform 160">
            <a:extLst>
              <a:ext uri="{FF2B5EF4-FFF2-40B4-BE49-F238E27FC236}">
                <a16:creationId xmlns:a16="http://schemas.microsoft.com/office/drawing/2014/main" id="{0CBD8B77-3006-D7CC-E505-6F7230ED6906}"/>
              </a:ext>
            </a:extLst>
          </p:cNvPr>
          <p:cNvSpPr/>
          <p:nvPr/>
        </p:nvSpPr>
        <p:spPr>
          <a:xfrm>
            <a:off x="465050" y="2656685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22E17C6-D24E-3A93-29B1-5FF2458D4B1D}"/>
              </a:ext>
            </a:extLst>
          </p:cNvPr>
          <p:cNvSpPr txBox="1"/>
          <p:nvPr/>
        </p:nvSpPr>
        <p:spPr>
          <a:xfrm>
            <a:off x="163275" y="251444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10</a:t>
            </a:r>
          </a:p>
        </p:txBody>
      </p:sp>
      <p:sp>
        <p:nvSpPr>
          <p:cNvPr id="164" name="Freeform 163">
            <a:extLst>
              <a:ext uri="{FF2B5EF4-FFF2-40B4-BE49-F238E27FC236}">
                <a16:creationId xmlns:a16="http://schemas.microsoft.com/office/drawing/2014/main" id="{C9A5F71C-6295-A5DD-B9F4-34BBF0A4AF30}"/>
              </a:ext>
            </a:extLst>
          </p:cNvPr>
          <p:cNvSpPr/>
          <p:nvPr/>
        </p:nvSpPr>
        <p:spPr>
          <a:xfrm>
            <a:off x="465050" y="2171862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C09B5D2-ABA7-5E50-D708-A784C0904D2B}"/>
              </a:ext>
            </a:extLst>
          </p:cNvPr>
          <p:cNvSpPr txBox="1"/>
          <p:nvPr/>
        </p:nvSpPr>
        <p:spPr>
          <a:xfrm>
            <a:off x="163275" y="2029622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15</a:t>
            </a:r>
          </a:p>
        </p:txBody>
      </p:sp>
      <p:sp>
        <p:nvSpPr>
          <p:cNvPr id="167" name="Freeform 166">
            <a:extLst>
              <a:ext uri="{FF2B5EF4-FFF2-40B4-BE49-F238E27FC236}">
                <a16:creationId xmlns:a16="http://schemas.microsoft.com/office/drawing/2014/main" id="{EE9663B0-71B5-E45B-0F19-4440ADDA145F}"/>
              </a:ext>
            </a:extLst>
          </p:cNvPr>
          <p:cNvSpPr/>
          <p:nvPr/>
        </p:nvSpPr>
        <p:spPr>
          <a:xfrm>
            <a:off x="465050" y="1687040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81C6CB85-9843-61F4-1AA2-8944D22604D6}"/>
              </a:ext>
            </a:extLst>
          </p:cNvPr>
          <p:cNvSpPr txBox="1"/>
          <p:nvPr/>
        </p:nvSpPr>
        <p:spPr>
          <a:xfrm>
            <a:off x="163275" y="1544800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20</a:t>
            </a:r>
          </a:p>
        </p:txBody>
      </p:sp>
      <p:sp>
        <p:nvSpPr>
          <p:cNvPr id="170" name="Freeform 169">
            <a:extLst>
              <a:ext uri="{FF2B5EF4-FFF2-40B4-BE49-F238E27FC236}">
                <a16:creationId xmlns:a16="http://schemas.microsoft.com/office/drawing/2014/main" id="{5866D8C9-30AA-B137-E1C7-9E5B15659A62}"/>
              </a:ext>
            </a:extLst>
          </p:cNvPr>
          <p:cNvSpPr/>
          <p:nvPr/>
        </p:nvSpPr>
        <p:spPr>
          <a:xfrm>
            <a:off x="465050" y="1202217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387AAEC-F290-D535-1EA2-F2B3357AD42E}"/>
              </a:ext>
            </a:extLst>
          </p:cNvPr>
          <p:cNvSpPr txBox="1"/>
          <p:nvPr/>
        </p:nvSpPr>
        <p:spPr>
          <a:xfrm>
            <a:off x="163275" y="1059977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25</a:t>
            </a:r>
          </a:p>
        </p:txBody>
      </p:sp>
      <p:sp>
        <p:nvSpPr>
          <p:cNvPr id="173" name="Freeform 172">
            <a:extLst>
              <a:ext uri="{FF2B5EF4-FFF2-40B4-BE49-F238E27FC236}">
                <a16:creationId xmlns:a16="http://schemas.microsoft.com/office/drawing/2014/main" id="{011F09A0-CC85-A469-9E4C-85B4A4F67194}"/>
              </a:ext>
            </a:extLst>
          </p:cNvPr>
          <p:cNvSpPr/>
          <p:nvPr/>
        </p:nvSpPr>
        <p:spPr>
          <a:xfrm>
            <a:off x="465050" y="717395"/>
            <a:ext cx="57079" cy="9525"/>
          </a:xfrm>
          <a:custGeom>
            <a:avLst/>
            <a:gdLst>
              <a:gd name="connsiteX0" fmla="*/ 57079 w 57079"/>
              <a:gd name="connsiteY0" fmla="*/ 0 h 9525"/>
              <a:gd name="connsiteX1" fmla="*/ 0 w 57079"/>
              <a:gd name="connsiteY1" fmla="*/ 0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79" h="9525">
                <a:moveTo>
                  <a:pt x="57079" y="0"/>
                </a:moveTo>
                <a:lnTo>
                  <a:pt x="0" y="0"/>
                </a:lnTo>
              </a:path>
            </a:pathLst>
          </a:custGeom>
          <a:ln w="9513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2C43CFB-1763-7A34-FEC7-002374A133A3}"/>
              </a:ext>
            </a:extLst>
          </p:cNvPr>
          <p:cNvSpPr txBox="1"/>
          <p:nvPr/>
        </p:nvSpPr>
        <p:spPr>
          <a:xfrm>
            <a:off x="163275" y="575155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 dirty="0">
                <a:ln/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"/>
                <a:rtl val="0"/>
              </a:rPr>
              <a:t>30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04A0C8F0-0048-0D0A-EE33-8E195EAC9E75}"/>
              </a:ext>
            </a:extLst>
          </p:cNvPr>
          <p:cNvSpPr txBox="1"/>
          <p:nvPr/>
        </p:nvSpPr>
        <p:spPr>
          <a:xfrm>
            <a:off x="2356878" y="3127968"/>
            <a:ext cx="25010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Measurement &amp; Methodological Advances</a:t>
            </a:r>
          </a:p>
        </p:txBody>
      </p:sp>
      <p:sp>
        <p:nvSpPr>
          <p:cNvPr id="185" name="Freeform 184">
            <a:extLst>
              <a:ext uri="{FF2B5EF4-FFF2-40B4-BE49-F238E27FC236}">
                <a16:creationId xmlns:a16="http://schemas.microsoft.com/office/drawing/2014/main" id="{A8841E0A-5E44-9EE5-5344-7049F9147583}"/>
              </a:ext>
            </a:extLst>
          </p:cNvPr>
          <p:cNvSpPr/>
          <p:nvPr/>
        </p:nvSpPr>
        <p:spPr>
          <a:xfrm rot="17990587">
            <a:off x="4637340" y="3366195"/>
            <a:ext cx="315427" cy="116887"/>
          </a:xfrm>
          <a:custGeom>
            <a:avLst/>
            <a:gdLst>
              <a:gd name="connsiteX0" fmla="*/ 285019 w 285019"/>
              <a:gd name="connsiteY0" fmla="*/ 0 h 9375"/>
              <a:gd name="connsiteX1" fmla="*/ 0 w 285019"/>
              <a:gd name="connsiteY1" fmla="*/ 0 h 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019" h="9375">
                <a:moveTo>
                  <a:pt x="285019" y="0"/>
                </a:moveTo>
                <a:lnTo>
                  <a:pt x="0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6" name="Freeform 185">
            <a:extLst>
              <a:ext uri="{FF2B5EF4-FFF2-40B4-BE49-F238E27FC236}">
                <a16:creationId xmlns:a16="http://schemas.microsoft.com/office/drawing/2014/main" id="{D1768EA3-88B6-26E1-B111-087EE003F9BB}"/>
              </a:ext>
            </a:extLst>
          </p:cNvPr>
          <p:cNvSpPr/>
          <p:nvPr/>
        </p:nvSpPr>
        <p:spPr>
          <a:xfrm>
            <a:off x="4794088" y="3225689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7" y="67127"/>
                  <a:pt x="0" y="52100"/>
                  <a:pt x="0" y="33563"/>
                </a:cubicBezTo>
                <a:cubicBezTo>
                  <a:pt x="0" y="15027"/>
                  <a:pt x="15027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F4A988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FB0294A-7184-CC93-5FE9-BD4D3B5EF761}"/>
              </a:ext>
            </a:extLst>
          </p:cNvPr>
          <p:cNvSpPr txBox="1"/>
          <p:nvPr/>
        </p:nvSpPr>
        <p:spPr>
          <a:xfrm>
            <a:off x="5735538" y="3376829"/>
            <a:ext cx="21611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Empirical Estimates &amp; Determinants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A4E5F91-20C5-9D50-ED7D-6C89E9CBE233}"/>
              </a:ext>
            </a:extLst>
          </p:cNvPr>
          <p:cNvSpPr txBox="1"/>
          <p:nvPr/>
        </p:nvSpPr>
        <p:spPr>
          <a:xfrm>
            <a:off x="5787636" y="4522347"/>
            <a:ext cx="205697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Intergenerational Wealth Mobility </a:t>
            </a:r>
          </a:p>
          <a:p>
            <a:pPr algn="r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&amp; Inheritance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717A0BD-EF2B-4B8F-FF2F-52877F11E19C}"/>
              </a:ext>
            </a:extLst>
          </p:cNvPr>
          <p:cNvSpPr txBox="1"/>
          <p:nvPr/>
        </p:nvSpPr>
        <p:spPr>
          <a:xfrm>
            <a:off x="4095757" y="2474845"/>
            <a:ext cx="150393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Policy, Institutional</a:t>
            </a:r>
          </a:p>
          <a:p>
            <a:pPr algn="r"/>
            <a:r>
              <a:rPr lang="en-US" sz="105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&amp; Geographical Impacts</a:t>
            </a:r>
            <a:endParaRPr lang="en-US" sz="1050" spc="0" baseline="0" dirty="0">
              <a:ln/>
              <a:solidFill>
                <a:srgbClr val="000000"/>
              </a:solidFill>
              <a:latin typeface="Times New Roman"/>
              <a:cs typeface="Times New Roman"/>
              <a:sym typeface="Times New Roman"/>
              <a:rtl val="0"/>
            </a:endParaRPr>
          </a:p>
        </p:txBody>
      </p:sp>
      <p:sp>
        <p:nvSpPr>
          <p:cNvPr id="191" name="Freeform 190">
            <a:extLst>
              <a:ext uri="{FF2B5EF4-FFF2-40B4-BE49-F238E27FC236}">
                <a16:creationId xmlns:a16="http://schemas.microsoft.com/office/drawing/2014/main" id="{F829AC66-D952-D02D-0820-40CD88987DA7}"/>
              </a:ext>
            </a:extLst>
          </p:cNvPr>
          <p:cNvSpPr/>
          <p:nvPr/>
        </p:nvSpPr>
        <p:spPr>
          <a:xfrm rot="1034406" flipV="1">
            <a:off x="5576398" y="2473110"/>
            <a:ext cx="631222" cy="232376"/>
          </a:xfrm>
          <a:custGeom>
            <a:avLst/>
            <a:gdLst>
              <a:gd name="connsiteX0" fmla="*/ 285019 w 285019"/>
              <a:gd name="connsiteY0" fmla="*/ 0 h 9375"/>
              <a:gd name="connsiteX1" fmla="*/ 0 w 285019"/>
              <a:gd name="connsiteY1" fmla="*/ 0 h 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019" h="9375">
                <a:moveTo>
                  <a:pt x="285019" y="0"/>
                </a:moveTo>
                <a:lnTo>
                  <a:pt x="0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2" name="Freeform 191">
            <a:extLst>
              <a:ext uri="{FF2B5EF4-FFF2-40B4-BE49-F238E27FC236}">
                <a16:creationId xmlns:a16="http://schemas.microsoft.com/office/drawing/2014/main" id="{920ACDDB-0844-F069-FC90-5EAF4DD1A973}"/>
              </a:ext>
            </a:extLst>
          </p:cNvPr>
          <p:cNvSpPr/>
          <p:nvPr/>
        </p:nvSpPr>
        <p:spPr>
          <a:xfrm>
            <a:off x="5537446" y="2579818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7" y="67127"/>
                  <a:pt x="0" y="52100"/>
                  <a:pt x="0" y="33563"/>
                </a:cubicBezTo>
                <a:cubicBezTo>
                  <a:pt x="0" y="15027"/>
                  <a:pt x="15027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C04E3F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27615F21-645C-F580-59B7-699407AD130E}"/>
              </a:ext>
            </a:extLst>
          </p:cNvPr>
          <p:cNvSpPr txBox="1"/>
          <p:nvPr/>
        </p:nvSpPr>
        <p:spPr>
          <a:xfrm>
            <a:off x="1159066" y="3672125"/>
            <a:ext cx="193193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Theoretical &amp; Structural Models</a:t>
            </a:r>
          </a:p>
        </p:txBody>
      </p:sp>
      <p:sp>
        <p:nvSpPr>
          <p:cNvPr id="194" name="Freeform 193">
            <a:extLst>
              <a:ext uri="{FF2B5EF4-FFF2-40B4-BE49-F238E27FC236}">
                <a16:creationId xmlns:a16="http://schemas.microsoft.com/office/drawing/2014/main" id="{56FA1367-C518-208E-D976-1CC4CDCF840E}"/>
              </a:ext>
            </a:extLst>
          </p:cNvPr>
          <p:cNvSpPr/>
          <p:nvPr/>
        </p:nvSpPr>
        <p:spPr>
          <a:xfrm rot="3038993">
            <a:off x="930018" y="3648821"/>
            <a:ext cx="311642" cy="45719"/>
          </a:xfrm>
          <a:custGeom>
            <a:avLst/>
            <a:gdLst>
              <a:gd name="connsiteX0" fmla="*/ 285019 w 285019"/>
              <a:gd name="connsiteY0" fmla="*/ 0 h 9375"/>
              <a:gd name="connsiteX1" fmla="*/ 0 w 285019"/>
              <a:gd name="connsiteY1" fmla="*/ 0 h 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019" h="9375">
                <a:moveTo>
                  <a:pt x="285019" y="0"/>
                </a:moveTo>
                <a:lnTo>
                  <a:pt x="0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5" name="Freeform 194">
            <a:extLst>
              <a:ext uri="{FF2B5EF4-FFF2-40B4-BE49-F238E27FC236}">
                <a16:creationId xmlns:a16="http://schemas.microsoft.com/office/drawing/2014/main" id="{498894A7-9376-C57E-EF3F-36326D88605E}"/>
              </a:ext>
            </a:extLst>
          </p:cNvPr>
          <p:cNvSpPr/>
          <p:nvPr/>
        </p:nvSpPr>
        <p:spPr>
          <a:xfrm>
            <a:off x="1177518" y="3749706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7" y="67127"/>
                  <a:pt x="0" y="52100"/>
                  <a:pt x="0" y="33563"/>
                </a:cubicBezTo>
                <a:cubicBezTo>
                  <a:pt x="0" y="15027"/>
                  <a:pt x="15027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F4E1A1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0BC11407-967D-3555-FEC9-7437FB0BD74D}"/>
              </a:ext>
            </a:extLst>
          </p:cNvPr>
          <p:cNvSpPr txBox="1"/>
          <p:nvPr/>
        </p:nvSpPr>
        <p:spPr>
          <a:xfrm>
            <a:off x="5250431" y="2089329"/>
            <a:ext cx="5437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Others</a:t>
            </a:r>
          </a:p>
        </p:txBody>
      </p:sp>
      <p:sp>
        <p:nvSpPr>
          <p:cNvPr id="197" name="Freeform 196">
            <a:extLst>
              <a:ext uri="{FF2B5EF4-FFF2-40B4-BE49-F238E27FC236}">
                <a16:creationId xmlns:a16="http://schemas.microsoft.com/office/drawing/2014/main" id="{34A76348-6F55-1827-3754-36D1BA333434}"/>
              </a:ext>
            </a:extLst>
          </p:cNvPr>
          <p:cNvSpPr/>
          <p:nvPr/>
        </p:nvSpPr>
        <p:spPr>
          <a:xfrm rot="2813309" flipV="1">
            <a:off x="5728702" y="2325374"/>
            <a:ext cx="374258" cy="45719"/>
          </a:xfrm>
          <a:custGeom>
            <a:avLst/>
            <a:gdLst>
              <a:gd name="connsiteX0" fmla="*/ 285019 w 285019"/>
              <a:gd name="connsiteY0" fmla="*/ 0 h 9375"/>
              <a:gd name="connsiteX1" fmla="*/ 0 w 285019"/>
              <a:gd name="connsiteY1" fmla="*/ 0 h 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019" h="9375">
                <a:moveTo>
                  <a:pt x="285019" y="0"/>
                </a:moveTo>
                <a:lnTo>
                  <a:pt x="0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8" name="Freeform 197">
            <a:extLst>
              <a:ext uri="{FF2B5EF4-FFF2-40B4-BE49-F238E27FC236}">
                <a16:creationId xmlns:a16="http://schemas.microsoft.com/office/drawing/2014/main" id="{571BFA90-82B0-35BD-0C66-3BFE5CE281DB}"/>
              </a:ext>
            </a:extLst>
          </p:cNvPr>
          <p:cNvSpPr/>
          <p:nvPr/>
        </p:nvSpPr>
        <p:spPr>
          <a:xfrm>
            <a:off x="5737950" y="2202253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7" y="67127"/>
                  <a:pt x="0" y="52100"/>
                  <a:pt x="0" y="33563"/>
                </a:cubicBezTo>
                <a:cubicBezTo>
                  <a:pt x="0" y="15027"/>
                  <a:pt x="15027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FFC3C2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E4B1C3F0-5236-0093-D486-E88A5A75AD31}"/>
              </a:ext>
            </a:extLst>
          </p:cNvPr>
          <p:cNvSpPr txBox="1"/>
          <p:nvPr/>
        </p:nvSpPr>
        <p:spPr>
          <a:xfrm>
            <a:off x="4665877" y="1590250"/>
            <a:ext cx="21836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Demographic Difference in Mobility</a:t>
            </a:r>
            <a:endParaRPr lang="en-US" sz="1050" spc="0" baseline="0" dirty="0">
              <a:ln/>
              <a:solidFill>
                <a:srgbClr val="000000"/>
              </a:solidFill>
              <a:latin typeface="Times New Roman"/>
              <a:cs typeface="Times New Roman"/>
              <a:sym typeface="Times New Roman"/>
              <a:rtl val="0"/>
            </a:endParaRPr>
          </a:p>
        </p:txBody>
      </p:sp>
      <p:sp>
        <p:nvSpPr>
          <p:cNvPr id="200" name="Freeform 199">
            <a:extLst>
              <a:ext uri="{FF2B5EF4-FFF2-40B4-BE49-F238E27FC236}">
                <a16:creationId xmlns:a16="http://schemas.microsoft.com/office/drawing/2014/main" id="{BCA85DF7-A1DD-72E6-0C58-394658AFD2CC}"/>
              </a:ext>
            </a:extLst>
          </p:cNvPr>
          <p:cNvSpPr/>
          <p:nvPr/>
        </p:nvSpPr>
        <p:spPr>
          <a:xfrm flipV="1">
            <a:off x="6816122" y="1566406"/>
            <a:ext cx="191146" cy="170499"/>
          </a:xfrm>
          <a:custGeom>
            <a:avLst/>
            <a:gdLst>
              <a:gd name="connsiteX0" fmla="*/ 285019 w 285019"/>
              <a:gd name="connsiteY0" fmla="*/ 0 h 9375"/>
              <a:gd name="connsiteX1" fmla="*/ 0 w 285019"/>
              <a:gd name="connsiteY1" fmla="*/ 0 h 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019" h="9375">
                <a:moveTo>
                  <a:pt x="285019" y="0"/>
                </a:moveTo>
                <a:lnTo>
                  <a:pt x="0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1" name="Freeform 200">
            <a:extLst>
              <a:ext uri="{FF2B5EF4-FFF2-40B4-BE49-F238E27FC236}">
                <a16:creationId xmlns:a16="http://schemas.microsoft.com/office/drawing/2014/main" id="{68C2AEB8-59C1-D684-8B1B-DEBD1AA5470B}"/>
              </a:ext>
            </a:extLst>
          </p:cNvPr>
          <p:cNvSpPr/>
          <p:nvPr/>
        </p:nvSpPr>
        <p:spPr>
          <a:xfrm>
            <a:off x="6794317" y="1705719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7" y="67127"/>
                  <a:pt x="0" y="52100"/>
                  <a:pt x="0" y="33563"/>
                </a:cubicBezTo>
                <a:cubicBezTo>
                  <a:pt x="0" y="15027"/>
                  <a:pt x="15027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339999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53BBE413-22C3-E349-305F-E6952D9D176A}"/>
              </a:ext>
            </a:extLst>
          </p:cNvPr>
          <p:cNvSpPr txBox="1"/>
          <p:nvPr/>
        </p:nvSpPr>
        <p:spPr>
          <a:xfrm>
            <a:off x="4725486" y="1021266"/>
            <a:ext cx="21243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Perceptions of Mobility </a:t>
            </a:r>
            <a:r>
              <a:rPr lang="en-US" sz="105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&amp; Attitudes</a:t>
            </a:r>
            <a:endParaRPr lang="en-US" sz="1050" spc="0" baseline="0" dirty="0">
              <a:ln/>
              <a:solidFill>
                <a:srgbClr val="000000"/>
              </a:solidFill>
              <a:latin typeface="Times New Roman"/>
              <a:cs typeface="Times New Roman"/>
              <a:sym typeface="Times New Roman"/>
              <a:rtl val="0"/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71525189-4828-5672-E193-C84B07CFBD49}"/>
              </a:ext>
            </a:extLst>
          </p:cNvPr>
          <p:cNvSpPr txBox="1"/>
          <p:nvPr/>
        </p:nvSpPr>
        <p:spPr>
          <a:xfrm>
            <a:off x="4784490" y="1374150"/>
            <a:ext cx="20842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Mobility &amp; Non-Income Outcomes</a:t>
            </a:r>
          </a:p>
        </p:txBody>
      </p:sp>
      <p:sp>
        <p:nvSpPr>
          <p:cNvPr id="204" name="Freeform 203">
            <a:extLst>
              <a:ext uri="{FF2B5EF4-FFF2-40B4-BE49-F238E27FC236}">
                <a16:creationId xmlns:a16="http://schemas.microsoft.com/office/drawing/2014/main" id="{39F7AA26-3C0B-0630-F526-654F2D84777F}"/>
              </a:ext>
            </a:extLst>
          </p:cNvPr>
          <p:cNvSpPr/>
          <p:nvPr/>
        </p:nvSpPr>
        <p:spPr>
          <a:xfrm flipV="1">
            <a:off x="6816121" y="1346748"/>
            <a:ext cx="224413" cy="170499"/>
          </a:xfrm>
          <a:custGeom>
            <a:avLst/>
            <a:gdLst>
              <a:gd name="connsiteX0" fmla="*/ 285019 w 285019"/>
              <a:gd name="connsiteY0" fmla="*/ 0 h 9375"/>
              <a:gd name="connsiteX1" fmla="*/ 0 w 285019"/>
              <a:gd name="connsiteY1" fmla="*/ 0 h 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019" h="9375">
                <a:moveTo>
                  <a:pt x="285019" y="0"/>
                </a:moveTo>
                <a:lnTo>
                  <a:pt x="0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5" name="Freeform 204">
            <a:extLst>
              <a:ext uri="{FF2B5EF4-FFF2-40B4-BE49-F238E27FC236}">
                <a16:creationId xmlns:a16="http://schemas.microsoft.com/office/drawing/2014/main" id="{1540BA15-800C-33F3-FDF4-CCB4C40233E8}"/>
              </a:ext>
            </a:extLst>
          </p:cNvPr>
          <p:cNvSpPr/>
          <p:nvPr/>
        </p:nvSpPr>
        <p:spPr>
          <a:xfrm>
            <a:off x="6794317" y="1482887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7" y="67127"/>
                  <a:pt x="0" y="52100"/>
                  <a:pt x="0" y="33563"/>
                </a:cubicBezTo>
                <a:cubicBezTo>
                  <a:pt x="0" y="15027"/>
                  <a:pt x="15027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005F56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6" name="Freeform 205">
            <a:extLst>
              <a:ext uri="{FF2B5EF4-FFF2-40B4-BE49-F238E27FC236}">
                <a16:creationId xmlns:a16="http://schemas.microsoft.com/office/drawing/2014/main" id="{EC66259D-A14D-C07B-6AD4-9EF72F1C22B1}"/>
              </a:ext>
            </a:extLst>
          </p:cNvPr>
          <p:cNvSpPr/>
          <p:nvPr/>
        </p:nvSpPr>
        <p:spPr>
          <a:xfrm rot="1320255" flipV="1">
            <a:off x="6837923" y="1057658"/>
            <a:ext cx="278377" cy="170499"/>
          </a:xfrm>
          <a:custGeom>
            <a:avLst/>
            <a:gdLst>
              <a:gd name="connsiteX0" fmla="*/ 285019 w 285019"/>
              <a:gd name="connsiteY0" fmla="*/ 0 h 9375"/>
              <a:gd name="connsiteX1" fmla="*/ 0 w 285019"/>
              <a:gd name="connsiteY1" fmla="*/ 0 h 9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5019" h="9375">
                <a:moveTo>
                  <a:pt x="285019" y="0"/>
                </a:moveTo>
                <a:lnTo>
                  <a:pt x="0" y="0"/>
                </a:lnTo>
              </a:path>
            </a:pathLst>
          </a:custGeom>
          <a:ln w="9376" cap="sq">
            <a:solidFill>
              <a:srgbClr val="675E5D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7" name="Freeform 206">
            <a:extLst>
              <a:ext uri="{FF2B5EF4-FFF2-40B4-BE49-F238E27FC236}">
                <a16:creationId xmlns:a16="http://schemas.microsoft.com/office/drawing/2014/main" id="{B73C9998-43C9-DB64-9A76-F5256F04714B}"/>
              </a:ext>
            </a:extLst>
          </p:cNvPr>
          <p:cNvSpPr/>
          <p:nvPr/>
        </p:nvSpPr>
        <p:spPr>
          <a:xfrm>
            <a:off x="6797537" y="1140915"/>
            <a:ext cx="67129" cy="6712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7" y="67127"/>
                  <a:pt x="0" y="52100"/>
                  <a:pt x="0" y="33563"/>
                </a:cubicBezTo>
                <a:cubicBezTo>
                  <a:pt x="0" y="15027"/>
                  <a:pt x="15027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9E8148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B8D96C57-ECC7-8FB2-B875-D6AF0AF60003}"/>
              </a:ext>
            </a:extLst>
          </p:cNvPr>
          <p:cNvGrpSpPr/>
          <p:nvPr/>
        </p:nvGrpSpPr>
        <p:grpSpPr>
          <a:xfrm>
            <a:off x="666920" y="638785"/>
            <a:ext cx="3218688" cy="2267712"/>
            <a:chOff x="15160484" y="347641"/>
            <a:chExt cx="5861561" cy="4122178"/>
          </a:xfrm>
        </p:grpSpPr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87E68981-0D99-A574-8392-058D96E2A74E}"/>
                </a:ext>
              </a:extLst>
            </p:cNvPr>
            <p:cNvSpPr/>
            <p:nvPr/>
          </p:nvSpPr>
          <p:spPr>
            <a:xfrm>
              <a:off x="15878545" y="3817411"/>
              <a:ext cx="5143500" cy="9525"/>
            </a:xfrm>
            <a:custGeom>
              <a:avLst/>
              <a:gdLst>
                <a:gd name="connsiteX0" fmla="*/ 0 w 5143500"/>
                <a:gd name="connsiteY0" fmla="*/ 420 h 9525"/>
                <a:gd name="connsiteX1" fmla="*/ 5143500 w 5143500"/>
                <a:gd name="connsiteY1" fmla="*/ 42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43500" h="9525">
                  <a:moveTo>
                    <a:pt x="0" y="420"/>
                  </a:moveTo>
                  <a:lnTo>
                    <a:pt x="5143500" y="420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24" name="Graphic 208">
              <a:extLst>
                <a:ext uri="{FF2B5EF4-FFF2-40B4-BE49-F238E27FC236}">
                  <a16:creationId xmlns:a16="http://schemas.microsoft.com/office/drawing/2014/main" id="{ACF5620E-ABB6-1072-AA62-E634F6043AF1}"/>
                </a:ext>
              </a:extLst>
            </p:cNvPr>
            <p:cNvGrpSpPr/>
            <p:nvPr/>
          </p:nvGrpSpPr>
          <p:grpSpPr>
            <a:xfrm>
              <a:off x="15921407" y="3479940"/>
              <a:ext cx="5057775" cy="337470"/>
              <a:chOff x="15921407" y="3479940"/>
              <a:chExt cx="5057775" cy="337470"/>
            </a:xfrm>
            <a:solidFill>
              <a:srgbClr val="F4A988"/>
            </a:solidFill>
          </p:grpSpPr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BAA80175-EF2A-B54B-9AD8-ECB97DC74DD7}"/>
                  </a:ext>
                </a:extLst>
              </p:cNvPr>
              <p:cNvSpPr/>
              <p:nvPr/>
            </p:nvSpPr>
            <p:spPr>
              <a:xfrm>
                <a:off x="15921407" y="381741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F6713BC9-5ED7-DC43-18AA-36B73530BDC4}"/>
                  </a:ext>
                </a:extLst>
              </p:cNvPr>
              <p:cNvSpPr/>
              <p:nvPr/>
            </p:nvSpPr>
            <p:spPr>
              <a:xfrm>
                <a:off x="16778657" y="381741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04A9BCCA-B9B0-756E-F963-6D7D2DFDA0D4}"/>
                  </a:ext>
                </a:extLst>
              </p:cNvPr>
              <p:cNvSpPr/>
              <p:nvPr/>
            </p:nvSpPr>
            <p:spPr>
              <a:xfrm>
                <a:off x="17635907" y="3566808"/>
                <a:ext cx="771525" cy="250602"/>
              </a:xfrm>
              <a:custGeom>
                <a:avLst/>
                <a:gdLst>
                  <a:gd name="connsiteX0" fmla="*/ 80 w 771525"/>
                  <a:gd name="connsiteY0" fmla="*/ 250663 h 250602"/>
                  <a:gd name="connsiteX1" fmla="*/ 80 w 771525"/>
                  <a:gd name="connsiteY1" fmla="*/ 60 h 250602"/>
                  <a:gd name="connsiteX2" fmla="*/ 771605 w 771525"/>
                  <a:gd name="connsiteY2" fmla="*/ 60 h 250602"/>
                  <a:gd name="connsiteX3" fmla="*/ 771605 w 771525"/>
                  <a:gd name="connsiteY3" fmla="*/ 250663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50602">
                    <a:moveTo>
                      <a:pt x="80" y="25066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50663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2FBC7AA9-5C26-C4B5-7E89-A85002EE9041}"/>
                  </a:ext>
                </a:extLst>
              </p:cNvPr>
              <p:cNvSpPr/>
              <p:nvPr/>
            </p:nvSpPr>
            <p:spPr>
              <a:xfrm>
                <a:off x="18493157" y="3605860"/>
                <a:ext cx="771525" cy="211550"/>
              </a:xfrm>
              <a:custGeom>
                <a:avLst/>
                <a:gdLst>
                  <a:gd name="connsiteX0" fmla="*/ 80 w 771525"/>
                  <a:gd name="connsiteY0" fmla="*/ 211610 h 211550"/>
                  <a:gd name="connsiteX1" fmla="*/ 80 w 771525"/>
                  <a:gd name="connsiteY1" fmla="*/ 60 h 211550"/>
                  <a:gd name="connsiteX2" fmla="*/ 771605 w 771525"/>
                  <a:gd name="connsiteY2" fmla="*/ 60 h 211550"/>
                  <a:gd name="connsiteX3" fmla="*/ 771605 w 771525"/>
                  <a:gd name="connsiteY3" fmla="*/ 211610 h 211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11550">
                    <a:moveTo>
                      <a:pt x="80" y="21161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11610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A33B58FB-E4D9-E6BE-DAD9-52092EBC7D1E}"/>
                  </a:ext>
                </a:extLst>
              </p:cNvPr>
              <p:cNvSpPr/>
              <p:nvPr/>
            </p:nvSpPr>
            <p:spPr>
              <a:xfrm>
                <a:off x="19350407" y="3533185"/>
                <a:ext cx="771525" cy="284225"/>
              </a:xfrm>
              <a:custGeom>
                <a:avLst/>
                <a:gdLst>
                  <a:gd name="connsiteX0" fmla="*/ 80 w 771525"/>
                  <a:gd name="connsiteY0" fmla="*/ 284286 h 284225"/>
                  <a:gd name="connsiteX1" fmla="*/ 80 w 771525"/>
                  <a:gd name="connsiteY1" fmla="*/ 60 h 284225"/>
                  <a:gd name="connsiteX2" fmla="*/ 771605 w 771525"/>
                  <a:gd name="connsiteY2" fmla="*/ 60 h 284225"/>
                  <a:gd name="connsiteX3" fmla="*/ 771605 w 771525"/>
                  <a:gd name="connsiteY3" fmla="*/ 284286 h 284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84225">
                    <a:moveTo>
                      <a:pt x="80" y="284286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84286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58F31AE1-DF03-E7C2-C57D-E8ADBB0DDC7C}"/>
                  </a:ext>
                </a:extLst>
              </p:cNvPr>
              <p:cNvSpPr/>
              <p:nvPr/>
            </p:nvSpPr>
            <p:spPr>
              <a:xfrm>
                <a:off x="20207657" y="3479940"/>
                <a:ext cx="771525" cy="337470"/>
              </a:xfrm>
              <a:custGeom>
                <a:avLst/>
                <a:gdLst>
                  <a:gd name="connsiteX0" fmla="*/ 80 w 771525"/>
                  <a:gd name="connsiteY0" fmla="*/ 337531 h 337470"/>
                  <a:gd name="connsiteX1" fmla="*/ 80 w 771525"/>
                  <a:gd name="connsiteY1" fmla="*/ 60 h 337470"/>
                  <a:gd name="connsiteX2" fmla="*/ 771605 w 771525"/>
                  <a:gd name="connsiteY2" fmla="*/ 60 h 337470"/>
                  <a:gd name="connsiteX3" fmla="*/ 771605 w 771525"/>
                  <a:gd name="connsiteY3" fmla="*/ 337531 h 337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337470">
                    <a:moveTo>
                      <a:pt x="80" y="337531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337531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31" name="Graphic 208">
              <a:extLst>
                <a:ext uri="{FF2B5EF4-FFF2-40B4-BE49-F238E27FC236}">
                  <a16:creationId xmlns:a16="http://schemas.microsoft.com/office/drawing/2014/main" id="{A694A641-70B7-755F-DDFB-31D13AA0A9F6}"/>
                </a:ext>
              </a:extLst>
            </p:cNvPr>
            <p:cNvGrpSpPr/>
            <p:nvPr/>
          </p:nvGrpSpPr>
          <p:grpSpPr>
            <a:xfrm>
              <a:off x="15921407" y="2305984"/>
              <a:ext cx="5057775" cy="1511426"/>
              <a:chOff x="15921407" y="2305984"/>
              <a:chExt cx="5057775" cy="1511426"/>
            </a:xfr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</p:grpSpPr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CB58F921-33BF-4860-AA00-C7E992EC5518}"/>
                  </a:ext>
                </a:extLst>
              </p:cNvPr>
              <p:cNvSpPr/>
              <p:nvPr/>
            </p:nvSpPr>
            <p:spPr>
              <a:xfrm>
                <a:off x="15921407" y="381741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990B88E9-3865-1466-9AFA-962F562F027C}"/>
                  </a:ext>
                </a:extLst>
              </p:cNvPr>
              <p:cNvSpPr/>
              <p:nvPr/>
            </p:nvSpPr>
            <p:spPr>
              <a:xfrm>
                <a:off x="16778657" y="2731561"/>
                <a:ext cx="771525" cy="1085850"/>
              </a:xfrm>
              <a:custGeom>
                <a:avLst/>
                <a:gdLst>
                  <a:gd name="connsiteX0" fmla="*/ 80 w 771525"/>
                  <a:gd name="connsiteY0" fmla="*/ 1085910 h 1085850"/>
                  <a:gd name="connsiteX1" fmla="*/ 80 w 771525"/>
                  <a:gd name="connsiteY1" fmla="*/ 60 h 1085850"/>
                  <a:gd name="connsiteX2" fmla="*/ 771605 w 771525"/>
                  <a:gd name="connsiteY2" fmla="*/ 60 h 1085850"/>
                  <a:gd name="connsiteX3" fmla="*/ 771605 w 771525"/>
                  <a:gd name="connsiteY3" fmla="*/ 1085910 h 108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85850">
                    <a:moveTo>
                      <a:pt x="80" y="108591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08591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298EE117-C53E-763B-7D11-E8AA74EE2213}"/>
                  </a:ext>
                </a:extLst>
              </p:cNvPr>
              <p:cNvSpPr/>
              <p:nvPr/>
            </p:nvSpPr>
            <p:spPr>
              <a:xfrm>
                <a:off x="17635907" y="2815095"/>
                <a:ext cx="771525" cy="751712"/>
              </a:xfrm>
              <a:custGeom>
                <a:avLst/>
                <a:gdLst>
                  <a:gd name="connsiteX0" fmla="*/ 80 w 771525"/>
                  <a:gd name="connsiteY0" fmla="*/ 751773 h 751712"/>
                  <a:gd name="connsiteX1" fmla="*/ 80 w 771525"/>
                  <a:gd name="connsiteY1" fmla="*/ 60 h 751712"/>
                  <a:gd name="connsiteX2" fmla="*/ 771605 w 771525"/>
                  <a:gd name="connsiteY2" fmla="*/ 60 h 751712"/>
                  <a:gd name="connsiteX3" fmla="*/ 771605 w 771525"/>
                  <a:gd name="connsiteY3" fmla="*/ 751773 h 751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751712">
                    <a:moveTo>
                      <a:pt x="80" y="75177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75177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436F3704-E811-C041-C57A-0CDD6FB29C2F}"/>
                  </a:ext>
                </a:extLst>
              </p:cNvPr>
              <p:cNvSpPr/>
              <p:nvPr/>
            </p:nvSpPr>
            <p:spPr>
              <a:xfrm>
                <a:off x="18493157" y="2379040"/>
                <a:ext cx="771525" cy="1226820"/>
              </a:xfrm>
              <a:custGeom>
                <a:avLst/>
                <a:gdLst>
                  <a:gd name="connsiteX0" fmla="*/ 80 w 771525"/>
                  <a:gd name="connsiteY0" fmla="*/ 1226880 h 1226820"/>
                  <a:gd name="connsiteX1" fmla="*/ 80 w 771525"/>
                  <a:gd name="connsiteY1" fmla="*/ 60 h 1226820"/>
                  <a:gd name="connsiteX2" fmla="*/ 771605 w 771525"/>
                  <a:gd name="connsiteY2" fmla="*/ 60 h 1226820"/>
                  <a:gd name="connsiteX3" fmla="*/ 771605 w 771525"/>
                  <a:gd name="connsiteY3" fmla="*/ 1226880 h 1226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226820">
                    <a:moveTo>
                      <a:pt x="80" y="122688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22688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12BB842C-AC3B-91B9-33C8-D19E4F5E10C1}"/>
                  </a:ext>
                </a:extLst>
              </p:cNvPr>
              <p:cNvSpPr/>
              <p:nvPr/>
            </p:nvSpPr>
            <p:spPr>
              <a:xfrm>
                <a:off x="19350407" y="2483815"/>
                <a:ext cx="771525" cy="1049369"/>
              </a:xfrm>
              <a:custGeom>
                <a:avLst/>
                <a:gdLst>
                  <a:gd name="connsiteX0" fmla="*/ 80 w 771525"/>
                  <a:gd name="connsiteY0" fmla="*/ 1049429 h 1049369"/>
                  <a:gd name="connsiteX1" fmla="*/ 80 w 771525"/>
                  <a:gd name="connsiteY1" fmla="*/ 60 h 1049369"/>
                  <a:gd name="connsiteX2" fmla="*/ 771605 w 771525"/>
                  <a:gd name="connsiteY2" fmla="*/ 60 h 1049369"/>
                  <a:gd name="connsiteX3" fmla="*/ 771605 w 771525"/>
                  <a:gd name="connsiteY3" fmla="*/ 1049429 h 1049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49369">
                    <a:moveTo>
                      <a:pt x="80" y="1049429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049429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1CA89A75-379A-7151-990D-B298F83EF69A}"/>
                  </a:ext>
                </a:extLst>
              </p:cNvPr>
              <p:cNvSpPr/>
              <p:nvPr/>
            </p:nvSpPr>
            <p:spPr>
              <a:xfrm>
                <a:off x="20207657" y="2305984"/>
                <a:ext cx="771525" cy="1173956"/>
              </a:xfrm>
              <a:custGeom>
                <a:avLst/>
                <a:gdLst>
                  <a:gd name="connsiteX0" fmla="*/ 80 w 771525"/>
                  <a:gd name="connsiteY0" fmla="*/ 1174016 h 1173956"/>
                  <a:gd name="connsiteX1" fmla="*/ 80 w 771525"/>
                  <a:gd name="connsiteY1" fmla="*/ 60 h 1173956"/>
                  <a:gd name="connsiteX2" fmla="*/ 771605 w 771525"/>
                  <a:gd name="connsiteY2" fmla="*/ 60 h 1173956"/>
                  <a:gd name="connsiteX3" fmla="*/ 771605 w 771525"/>
                  <a:gd name="connsiteY3" fmla="*/ 1174016 h 1173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173956">
                    <a:moveTo>
                      <a:pt x="80" y="1174016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174016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38" name="Graphic 208">
              <a:extLst>
                <a:ext uri="{FF2B5EF4-FFF2-40B4-BE49-F238E27FC236}">
                  <a16:creationId xmlns:a16="http://schemas.microsoft.com/office/drawing/2014/main" id="{ECAF5E45-9336-5BB5-76F9-2AF20AF72013}"/>
                </a:ext>
              </a:extLst>
            </p:cNvPr>
            <p:cNvGrpSpPr/>
            <p:nvPr/>
          </p:nvGrpSpPr>
          <p:grpSpPr>
            <a:xfrm>
              <a:off x="15921407" y="2056619"/>
              <a:ext cx="5057775" cy="1760791"/>
              <a:chOff x="15921407" y="2056619"/>
              <a:chExt cx="5057775" cy="1760791"/>
            </a:xfrm>
            <a:solidFill>
              <a:srgbClr val="C04E3F"/>
            </a:solidFill>
          </p:grpSpPr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3ED0DA20-89F3-A53F-B849-D76F2A6CAAED}"/>
                  </a:ext>
                </a:extLst>
              </p:cNvPr>
              <p:cNvSpPr/>
              <p:nvPr/>
            </p:nvSpPr>
            <p:spPr>
              <a:xfrm>
                <a:off x="15921407" y="381741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34203B5E-A15D-CA92-F90B-33E91967B188}"/>
                  </a:ext>
                </a:extLst>
              </p:cNvPr>
              <p:cNvSpPr/>
              <p:nvPr/>
            </p:nvSpPr>
            <p:spPr>
              <a:xfrm>
                <a:off x="16778657" y="27315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DC5387A2-9EBB-40A3-EFC2-46696EDA32B9}"/>
                  </a:ext>
                </a:extLst>
              </p:cNvPr>
              <p:cNvSpPr/>
              <p:nvPr/>
            </p:nvSpPr>
            <p:spPr>
              <a:xfrm>
                <a:off x="17635907" y="2815095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70E73E27-B70A-A8D5-CED5-1F16F262496F}"/>
                  </a:ext>
                </a:extLst>
              </p:cNvPr>
              <p:cNvSpPr/>
              <p:nvPr/>
            </p:nvSpPr>
            <p:spPr>
              <a:xfrm>
                <a:off x="18493157" y="2336749"/>
                <a:ext cx="771525" cy="42291"/>
              </a:xfrm>
              <a:custGeom>
                <a:avLst/>
                <a:gdLst>
                  <a:gd name="connsiteX0" fmla="*/ 80 w 771525"/>
                  <a:gd name="connsiteY0" fmla="*/ 42351 h 42291"/>
                  <a:gd name="connsiteX1" fmla="*/ 80 w 771525"/>
                  <a:gd name="connsiteY1" fmla="*/ 60 h 42291"/>
                  <a:gd name="connsiteX2" fmla="*/ 771605 w 771525"/>
                  <a:gd name="connsiteY2" fmla="*/ 60 h 42291"/>
                  <a:gd name="connsiteX3" fmla="*/ 771605 w 771525"/>
                  <a:gd name="connsiteY3" fmla="*/ 42351 h 42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2291">
                    <a:moveTo>
                      <a:pt x="80" y="42351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2351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2452F40F-1055-D27C-B667-187109C8B33F}"/>
                  </a:ext>
                </a:extLst>
              </p:cNvPr>
              <p:cNvSpPr/>
              <p:nvPr/>
            </p:nvSpPr>
            <p:spPr>
              <a:xfrm>
                <a:off x="19350407" y="2199589"/>
                <a:ext cx="771525" cy="284226"/>
              </a:xfrm>
              <a:custGeom>
                <a:avLst/>
                <a:gdLst>
                  <a:gd name="connsiteX0" fmla="*/ 80 w 771525"/>
                  <a:gd name="connsiteY0" fmla="*/ 284286 h 284226"/>
                  <a:gd name="connsiteX1" fmla="*/ 80 w 771525"/>
                  <a:gd name="connsiteY1" fmla="*/ 60 h 284226"/>
                  <a:gd name="connsiteX2" fmla="*/ 771605 w 771525"/>
                  <a:gd name="connsiteY2" fmla="*/ 60 h 284226"/>
                  <a:gd name="connsiteX3" fmla="*/ 771605 w 771525"/>
                  <a:gd name="connsiteY3" fmla="*/ 284286 h 284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84226">
                    <a:moveTo>
                      <a:pt x="80" y="284286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84286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E8398AE0-87AA-303F-FB02-C226DE6248AC}"/>
                  </a:ext>
                </a:extLst>
              </p:cNvPr>
              <p:cNvSpPr/>
              <p:nvPr/>
            </p:nvSpPr>
            <p:spPr>
              <a:xfrm>
                <a:off x="20207657" y="2056619"/>
                <a:ext cx="771525" cy="249364"/>
              </a:xfrm>
              <a:custGeom>
                <a:avLst/>
                <a:gdLst>
                  <a:gd name="connsiteX0" fmla="*/ 80 w 771525"/>
                  <a:gd name="connsiteY0" fmla="*/ 249425 h 249364"/>
                  <a:gd name="connsiteX1" fmla="*/ 80 w 771525"/>
                  <a:gd name="connsiteY1" fmla="*/ 60 h 249364"/>
                  <a:gd name="connsiteX2" fmla="*/ 771605 w 771525"/>
                  <a:gd name="connsiteY2" fmla="*/ 60 h 249364"/>
                  <a:gd name="connsiteX3" fmla="*/ 771605 w 771525"/>
                  <a:gd name="connsiteY3" fmla="*/ 249425 h 249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49364">
                    <a:moveTo>
                      <a:pt x="80" y="249425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49425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45" name="Graphic 208">
              <a:extLst>
                <a:ext uri="{FF2B5EF4-FFF2-40B4-BE49-F238E27FC236}">
                  <a16:creationId xmlns:a16="http://schemas.microsoft.com/office/drawing/2014/main" id="{9F59BA84-666B-3493-2097-226149CCB156}"/>
                </a:ext>
              </a:extLst>
            </p:cNvPr>
            <p:cNvGrpSpPr/>
            <p:nvPr/>
          </p:nvGrpSpPr>
          <p:grpSpPr>
            <a:xfrm>
              <a:off x="15921407" y="559861"/>
              <a:ext cx="5057775" cy="3257550"/>
              <a:chOff x="15921407" y="559861"/>
              <a:chExt cx="5057775" cy="3257550"/>
            </a:xfrm>
            <a:solidFill>
              <a:srgbClr val="CB7729"/>
            </a:solidFill>
          </p:grpSpPr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F2DD9406-D519-F249-1450-4A7F0E160D79}"/>
                  </a:ext>
                </a:extLst>
              </p:cNvPr>
              <p:cNvSpPr/>
              <p:nvPr/>
            </p:nvSpPr>
            <p:spPr>
              <a:xfrm>
                <a:off x="15921407" y="2188636"/>
                <a:ext cx="771525" cy="1628775"/>
              </a:xfrm>
              <a:custGeom>
                <a:avLst/>
                <a:gdLst>
                  <a:gd name="connsiteX0" fmla="*/ 80 w 771525"/>
                  <a:gd name="connsiteY0" fmla="*/ 1628835 h 1628775"/>
                  <a:gd name="connsiteX1" fmla="*/ 80 w 771525"/>
                  <a:gd name="connsiteY1" fmla="*/ 60 h 1628775"/>
                  <a:gd name="connsiteX2" fmla="*/ 771605 w 771525"/>
                  <a:gd name="connsiteY2" fmla="*/ 60 h 1628775"/>
                  <a:gd name="connsiteX3" fmla="*/ 771605 w 771525"/>
                  <a:gd name="connsiteY3" fmla="*/ 1628835 h 162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628775">
                    <a:moveTo>
                      <a:pt x="80" y="1628835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628835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8A5531B5-FCE0-5B49-535D-738BBF231F8B}"/>
                  </a:ext>
                </a:extLst>
              </p:cNvPr>
              <p:cNvSpPr/>
              <p:nvPr/>
            </p:nvSpPr>
            <p:spPr>
              <a:xfrm>
                <a:off x="16778657" y="559861"/>
                <a:ext cx="771525" cy="2171700"/>
              </a:xfrm>
              <a:custGeom>
                <a:avLst/>
                <a:gdLst>
                  <a:gd name="connsiteX0" fmla="*/ 80 w 771525"/>
                  <a:gd name="connsiteY0" fmla="*/ 2171760 h 2171700"/>
                  <a:gd name="connsiteX1" fmla="*/ 80 w 771525"/>
                  <a:gd name="connsiteY1" fmla="*/ 60 h 2171700"/>
                  <a:gd name="connsiteX2" fmla="*/ 771605 w 771525"/>
                  <a:gd name="connsiteY2" fmla="*/ 60 h 2171700"/>
                  <a:gd name="connsiteX3" fmla="*/ 771605 w 771525"/>
                  <a:gd name="connsiteY3" fmla="*/ 2171760 h 2171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171700">
                    <a:moveTo>
                      <a:pt x="80" y="21717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171760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5DCA59E0-1353-1E20-39F7-658DA97F322C}"/>
                  </a:ext>
                </a:extLst>
              </p:cNvPr>
              <p:cNvSpPr/>
              <p:nvPr/>
            </p:nvSpPr>
            <p:spPr>
              <a:xfrm>
                <a:off x="17635907" y="1061066"/>
                <a:ext cx="771525" cy="1754028"/>
              </a:xfrm>
              <a:custGeom>
                <a:avLst/>
                <a:gdLst>
                  <a:gd name="connsiteX0" fmla="*/ 80 w 771525"/>
                  <a:gd name="connsiteY0" fmla="*/ 1754089 h 1754028"/>
                  <a:gd name="connsiteX1" fmla="*/ 80 w 771525"/>
                  <a:gd name="connsiteY1" fmla="*/ 60 h 1754028"/>
                  <a:gd name="connsiteX2" fmla="*/ 771605 w 771525"/>
                  <a:gd name="connsiteY2" fmla="*/ 60 h 1754028"/>
                  <a:gd name="connsiteX3" fmla="*/ 771605 w 771525"/>
                  <a:gd name="connsiteY3" fmla="*/ 1754089 h 1754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754028">
                    <a:moveTo>
                      <a:pt x="80" y="1754089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754089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15C99A1A-DD9B-87F7-E43C-B368E268C765}"/>
                  </a:ext>
                </a:extLst>
              </p:cNvPr>
              <p:cNvSpPr/>
              <p:nvPr/>
            </p:nvSpPr>
            <p:spPr>
              <a:xfrm>
                <a:off x="18493157" y="813702"/>
                <a:ext cx="771525" cy="1523047"/>
              </a:xfrm>
              <a:custGeom>
                <a:avLst/>
                <a:gdLst>
                  <a:gd name="connsiteX0" fmla="*/ 80 w 771525"/>
                  <a:gd name="connsiteY0" fmla="*/ 1523108 h 1523047"/>
                  <a:gd name="connsiteX1" fmla="*/ 80 w 771525"/>
                  <a:gd name="connsiteY1" fmla="*/ 60 h 1523047"/>
                  <a:gd name="connsiteX2" fmla="*/ 771605 w 771525"/>
                  <a:gd name="connsiteY2" fmla="*/ 60 h 1523047"/>
                  <a:gd name="connsiteX3" fmla="*/ 771605 w 771525"/>
                  <a:gd name="connsiteY3" fmla="*/ 1523108 h 1523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523047">
                    <a:moveTo>
                      <a:pt x="80" y="1523108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523108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A23C40D5-3950-FF2C-CFBC-A2661AF25D37}"/>
                  </a:ext>
                </a:extLst>
              </p:cNvPr>
              <p:cNvSpPr/>
              <p:nvPr/>
            </p:nvSpPr>
            <p:spPr>
              <a:xfrm>
                <a:off x="19350407" y="942480"/>
                <a:ext cx="771525" cy="1257109"/>
              </a:xfrm>
              <a:custGeom>
                <a:avLst/>
                <a:gdLst>
                  <a:gd name="connsiteX0" fmla="*/ 80 w 771525"/>
                  <a:gd name="connsiteY0" fmla="*/ 1257170 h 1257109"/>
                  <a:gd name="connsiteX1" fmla="*/ 80 w 771525"/>
                  <a:gd name="connsiteY1" fmla="*/ 60 h 1257109"/>
                  <a:gd name="connsiteX2" fmla="*/ 771605 w 771525"/>
                  <a:gd name="connsiteY2" fmla="*/ 60 h 1257109"/>
                  <a:gd name="connsiteX3" fmla="*/ 771605 w 771525"/>
                  <a:gd name="connsiteY3" fmla="*/ 1257170 h 1257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257109">
                    <a:moveTo>
                      <a:pt x="80" y="125717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257170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7459816A-E8C0-1C56-1C1A-18D2B9355D5B}"/>
                  </a:ext>
                </a:extLst>
              </p:cNvPr>
              <p:cNvSpPr/>
              <p:nvPr/>
            </p:nvSpPr>
            <p:spPr>
              <a:xfrm>
                <a:off x="20207657" y="985438"/>
                <a:ext cx="771525" cy="1071181"/>
              </a:xfrm>
              <a:custGeom>
                <a:avLst/>
                <a:gdLst>
                  <a:gd name="connsiteX0" fmla="*/ 80 w 771525"/>
                  <a:gd name="connsiteY0" fmla="*/ 1071242 h 1071181"/>
                  <a:gd name="connsiteX1" fmla="*/ 80 w 771525"/>
                  <a:gd name="connsiteY1" fmla="*/ 60 h 1071181"/>
                  <a:gd name="connsiteX2" fmla="*/ 771605 w 771525"/>
                  <a:gd name="connsiteY2" fmla="*/ 60 h 1071181"/>
                  <a:gd name="connsiteX3" fmla="*/ 771605 w 771525"/>
                  <a:gd name="connsiteY3" fmla="*/ 1071242 h 1071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71181">
                    <a:moveTo>
                      <a:pt x="80" y="1071242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071242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2" name="Graphic 208">
              <a:extLst>
                <a:ext uri="{FF2B5EF4-FFF2-40B4-BE49-F238E27FC236}">
                  <a16:creationId xmlns:a16="http://schemas.microsoft.com/office/drawing/2014/main" id="{D22A8685-665E-DA82-FFE2-038C2D75825D}"/>
                </a:ext>
              </a:extLst>
            </p:cNvPr>
            <p:cNvGrpSpPr/>
            <p:nvPr/>
          </p:nvGrpSpPr>
          <p:grpSpPr>
            <a:xfrm>
              <a:off x="15921407" y="559861"/>
              <a:ext cx="5057775" cy="1628775"/>
              <a:chOff x="15921407" y="559861"/>
              <a:chExt cx="5057775" cy="1628775"/>
            </a:xfrm>
            <a:solidFill>
              <a:srgbClr val="339999"/>
            </a:solidFill>
          </p:grpSpPr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9B48B088-F5EF-F7AB-909B-A8D9F1271DF7}"/>
                  </a:ext>
                </a:extLst>
              </p:cNvPr>
              <p:cNvSpPr/>
              <p:nvPr/>
            </p:nvSpPr>
            <p:spPr>
              <a:xfrm>
                <a:off x="15921407" y="2188636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956E29FB-FC1C-7AB7-3F06-8C516729E65C}"/>
                  </a:ext>
                </a:extLst>
              </p:cNvPr>
              <p:cNvSpPr/>
              <p:nvPr/>
            </p:nvSpPr>
            <p:spPr>
              <a:xfrm>
                <a:off x="1677865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EF015785-3609-DCEC-24B2-535374E71AEF}"/>
                  </a:ext>
                </a:extLst>
              </p:cNvPr>
              <p:cNvSpPr/>
              <p:nvPr/>
            </p:nvSpPr>
            <p:spPr>
              <a:xfrm>
                <a:off x="17635907" y="1061066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16DDDE37-75DE-4DEC-6557-E76D5EAC2CDB}"/>
                  </a:ext>
                </a:extLst>
              </p:cNvPr>
              <p:cNvSpPr/>
              <p:nvPr/>
            </p:nvSpPr>
            <p:spPr>
              <a:xfrm>
                <a:off x="18493157" y="729120"/>
                <a:ext cx="771525" cy="84582"/>
              </a:xfrm>
              <a:custGeom>
                <a:avLst/>
                <a:gdLst>
                  <a:gd name="connsiteX0" fmla="*/ 80 w 771525"/>
                  <a:gd name="connsiteY0" fmla="*/ 84642 h 84582"/>
                  <a:gd name="connsiteX1" fmla="*/ 80 w 771525"/>
                  <a:gd name="connsiteY1" fmla="*/ 60 h 84582"/>
                  <a:gd name="connsiteX2" fmla="*/ 771605 w 771525"/>
                  <a:gd name="connsiteY2" fmla="*/ 60 h 84582"/>
                  <a:gd name="connsiteX3" fmla="*/ 771605 w 771525"/>
                  <a:gd name="connsiteY3" fmla="*/ 84642 h 84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84582">
                    <a:moveTo>
                      <a:pt x="80" y="84642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84642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EE2A909C-C56A-9704-58FC-F716B2C3958A}"/>
                  </a:ext>
                </a:extLst>
              </p:cNvPr>
              <p:cNvSpPr/>
              <p:nvPr/>
            </p:nvSpPr>
            <p:spPr>
              <a:xfrm>
                <a:off x="19350407" y="844087"/>
                <a:ext cx="771525" cy="98393"/>
              </a:xfrm>
              <a:custGeom>
                <a:avLst/>
                <a:gdLst>
                  <a:gd name="connsiteX0" fmla="*/ 80 w 771525"/>
                  <a:gd name="connsiteY0" fmla="*/ 98453 h 98393"/>
                  <a:gd name="connsiteX1" fmla="*/ 80 w 771525"/>
                  <a:gd name="connsiteY1" fmla="*/ 60 h 98393"/>
                  <a:gd name="connsiteX2" fmla="*/ 771605 w 771525"/>
                  <a:gd name="connsiteY2" fmla="*/ 60 h 98393"/>
                  <a:gd name="connsiteX3" fmla="*/ 771605 w 771525"/>
                  <a:gd name="connsiteY3" fmla="*/ 98453 h 98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8393">
                    <a:moveTo>
                      <a:pt x="80" y="9845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98453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9177F972-6AE2-6759-5B54-2D72CF88235C}"/>
                  </a:ext>
                </a:extLst>
              </p:cNvPr>
              <p:cNvSpPr/>
              <p:nvPr/>
            </p:nvSpPr>
            <p:spPr>
              <a:xfrm>
                <a:off x="20207657" y="882663"/>
                <a:ext cx="771525" cy="102774"/>
              </a:xfrm>
              <a:custGeom>
                <a:avLst/>
                <a:gdLst>
                  <a:gd name="connsiteX0" fmla="*/ 80 w 771525"/>
                  <a:gd name="connsiteY0" fmla="*/ 102835 h 102774"/>
                  <a:gd name="connsiteX1" fmla="*/ 80 w 771525"/>
                  <a:gd name="connsiteY1" fmla="*/ 60 h 102774"/>
                  <a:gd name="connsiteX2" fmla="*/ 771605 w 771525"/>
                  <a:gd name="connsiteY2" fmla="*/ 60 h 102774"/>
                  <a:gd name="connsiteX3" fmla="*/ 771605 w 771525"/>
                  <a:gd name="connsiteY3" fmla="*/ 102835 h 10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2774">
                    <a:moveTo>
                      <a:pt x="80" y="102835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02835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59" name="Graphic 208">
              <a:extLst>
                <a:ext uri="{FF2B5EF4-FFF2-40B4-BE49-F238E27FC236}">
                  <a16:creationId xmlns:a16="http://schemas.microsoft.com/office/drawing/2014/main" id="{C7F9FCF1-462E-6050-853A-21EC1D10CE62}"/>
                </a:ext>
              </a:extLst>
            </p:cNvPr>
            <p:cNvGrpSpPr/>
            <p:nvPr/>
          </p:nvGrpSpPr>
          <p:grpSpPr>
            <a:xfrm>
              <a:off x="15921407" y="559861"/>
              <a:ext cx="5057775" cy="1628775"/>
              <a:chOff x="15921407" y="559861"/>
              <a:chExt cx="5057775" cy="1628775"/>
            </a:xfrm>
            <a:solidFill>
              <a:srgbClr val="005F56"/>
            </a:solidFill>
          </p:grpSpPr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2D36A8B8-53B7-DB91-3D18-F3DB5EE13247}"/>
                  </a:ext>
                </a:extLst>
              </p:cNvPr>
              <p:cNvSpPr/>
              <p:nvPr/>
            </p:nvSpPr>
            <p:spPr>
              <a:xfrm>
                <a:off x="15921407" y="2188636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8DA549D1-99EB-5750-662B-155B6E8BAAAD}"/>
                  </a:ext>
                </a:extLst>
              </p:cNvPr>
              <p:cNvSpPr/>
              <p:nvPr/>
            </p:nvSpPr>
            <p:spPr>
              <a:xfrm>
                <a:off x="1677865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08178440-446D-302F-91E9-D9D439879F8C}"/>
                  </a:ext>
                </a:extLst>
              </p:cNvPr>
              <p:cNvSpPr/>
              <p:nvPr/>
            </p:nvSpPr>
            <p:spPr>
              <a:xfrm>
                <a:off x="17635907" y="1061066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3513DA4D-A62D-0DD3-E94B-27069340425A}"/>
                  </a:ext>
                </a:extLst>
              </p:cNvPr>
              <p:cNvSpPr/>
              <p:nvPr/>
            </p:nvSpPr>
            <p:spPr>
              <a:xfrm>
                <a:off x="18493157" y="686733"/>
                <a:ext cx="771525" cy="42386"/>
              </a:xfrm>
              <a:custGeom>
                <a:avLst/>
                <a:gdLst>
                  <a:gd name="connsiteX0" fmla="*/ 80 w 771525"/>
                  <a:gd name="connsiteY0" fmla="*/ 42446 h 42386"/>
                  <a:gd name="connsiteX1" fmla="*/ 80 w 771525"/>
                  <a:gd name="connsiteY1" fmla="*/ 60 h 42386"/>
                  <a:gd name="connsiteX2" fmla="*/ 771605 w 771525"/>
                  <a:gd name="connsiteY2" fmla="*/ 60 h 42386"/>
                  <a:gd name="connsiteX3" fmla="*/ 771605 w 771525"/>
                  <a:gd name="connsiteY3" fmla="*/ 42446 h 42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2386">
                    <a:moveTo>
                      <a:pt x="80" y="42446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2446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CD3B8F79-17AD-99E9-05CE-39C75332AA11}"/>
                  </a:ext>
                </a:extLst>
              </p:cNvPr>
              <p:cNvSpPr/>
              <p:nvPr/>
            </p:nvSpPr>
            <p:spPr>
              <a:xfrm>
                <a:off x="19350407" y="811321"/>
                <a:ext cx="771525" cy="32765"/>
              </a:xfrm>
              <a:custGeom>
                <a:avLst/>
                <a:gdLst>
                  <a:gd name="connsiteX0" fmla="*/ 80 w 771525"/>
                  <a:gd name="connsiteY0" fmla="*/ 32826 h 32765"/>
                  <a:gd name="connsiteX1" fmla="*/ 80 w 771525"/>
                  <a:gd name="connsiteY1" fmla="*/ 60 h 32765"/>
                  <a:gd name="connsiteX2" fmla="*/ 771605 w 771525"/>
                  <a:gd name="connsiteY2" fmla="*/ 60 h 32765"/>
                  <a:gd name="connsiteX3" fmla="*/ 771605 w 771525"/>
                  <a:gd name="connsiteY3" fmla="*/ 32826 h 32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32765">
                    <a:moveTo>
                      <a:pt x="80" y="32826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32826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8F7251DA-C61F-FC45-8147-B8739DE8825A}"/>
                  </a:ext>
                </a:extLst>
              </p:cNvPr>
              <p:cNvSpPr/>
              <p:nvPr/>
            </p:nvSpPr>
            <p:spPr>
              <a:xfrm>
                <a:off x="20207657" y="794652"/>
                <a:ext cx="771525" cy="88010"/>
              </a:xfrm>
              <a:custGeom>
                <a:avLst/>
                <a:gdLst>
                  <a:gd name="connsiteX0" fmla="*/ 80 w 771525"/>
                  <a:gd name="connsiteY0" fmla="*/ 88071 h 88010"/>
                  <a:gd name="connsiteX1" fmla="*/ 80 w 771525"/>
                  <a:gd name="connsiteY1" fmla="*/ 60 h 88010"/>
                  <a:gd name="connsiteX2" fmla="*/ 771605 w 771525"/>
                  <a:gd name="connsiteY2" fmla="*/ 60 h 88010"/>
                  <a:gd name="connsiteX3" fmla="*/ 771605 w 771525"/>
                  <a:gd name="connsiteY3" fmla="*/ 88071 h 88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88010">
                    <a:moveTo>
                      <a:pt x="80" y="88071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88071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66" name="Graphic 208">
              <a:extLst>
                <a:ext uri="{FF2B5EF4-FFF2-40B4-BE49-F238E27FC236}">
                  <a16:creationId xmlns:a16="http://schemas.microsoft.com/office/drawing/2014/main" id="{4B7FE587-AA29-B54D-8332-22E5F17968D6}"/>
                </a:ext>
              </a:extLst>
            </p:cNvPr>
            <p:cNvGrpSpPr/>
            <p:nvPr/>
          </p:nvGrpSpPr>
          <p:grpSpPr>
            <a:xfrm>
              <a:off x="15921407" y="559861"/>
              <a:ext cx="5057775" cy="1628775"/>
              <a:chOff x="15921407" y="559861"/>
              <a:chExt cx="5057775" cy="1628775"/>
            </a:xfrm>
            <a:solidFill>
              <a:srgbClr val="F4E1A1"/>
            </a:solidFill>
          </p:grpSpPr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BC5ECE5D-3C41-6A5D-C450-6EB28E156D1A}"/>
                  </a:ext>
                </a:extLst>
              </p:cNvPr>
              <p:cNvSpPr/>
              <p:nvPr/>
            </p:nvSpPr>
            <p:spPr>
              <a:xfrm>
                <a:off x="15921407" y="559861"/>
                <a:ext cx="771525" cy="1628775"/>
              </a:xfrm>
              <a:custGeom>
                <a:avLst/>
                <a:gdLst>
                  <a:gd name="connsiteX0" fmla="*/ 80 w 771525"/>
                  <a:gd name="connsiteY0" fmla="*/ 1628835 h 1628775"/>
                  <a:gd name="connsiteX1" fmla="*/ 80 w 771525"/>
                  <a:gd name="connsiteY1" fmla="*/ 60 h 1628775"/>
                  <a:gd name="connsiteX2" fmla="*/ 771605 w 771525"/>
                  <a:gd name="connsiteY2" fmla="*/ 60 h 1628775"/>
                  <a:gd name="connsiteX3" fmla="*/ 771605 w 771525"/>
                  <a:gd name="connsiteY3" fmla="*/ 1628835 h 162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628775">
                    <a:moveTo>
                      <a:pt x="80" y="1628835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628835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899527AF-12B5-F300-1B47-9124728E4CAA}"/>
                  </a:ext>
                </a:extLst>
              </p:cNvPr>
              <p:cNvSpPr/>
              <p:nvPr/>
            </p:nvSpPr>
            <p:spPr>
              <a:xfrm>
                <a:off x="1677865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959B2677-A29F-BD01-FFA0-1F1D4507AF59}"/>
                  </a:ext>
                </a:extLst>
              </p:cNvPr>
              <p:cNvSpPr/>
              <p:nvPr/>
            </p:nvSpPr>
            <p:spPr>
              <a:xfrm>
                <a:off x="17635907" y="559861"/>
                <a:ext cx="771525" cy="501205"/>
              </a:xfrm>
              <a:custGeom>
                <a:avLst/>
                <a:gdLst>
                  <a:gd name="connsiteX0" fmla="*/ 80 w 771525"/>
                  <a:gd name="connsiteY0" fmla="*/ 501266 h 501205"/>
                  <a:gd name="connsiteX1" fmla="*/ 80 w 771525"/>
                  <a:gd name="connsiteY1" fmla="*/ 60 h 501205"/>
                  <a:gd name="connsiteX2" fmla="*/ 771605 w 771525"/>
                  <a:gd name="connsiteY2" fmla="*/ 60 h 501205"/>
                  <a:gd name="connsiteX3" fmla="*/ 771605 w 771525"/>
                  <a:gd name="connsiteY3" fmla="*/ 501266 h 50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501205">
                    <a:moveTo>
                      <a:pt x="80" y="501266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501266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00F3FDCB-0709-14A7-B35E-52863803A0DD}"/>
                  </a:ext>
                </a:extLst>
              </p:cNvPr>
              <p:cNvSpPr/>
              <p:nvPr/>
            </p:nvSpPr>
            <p:spPr>
              <a:xfrm>
                <a:off x="18493157" y="559861"/>
                <a:ext cx="771525" cy="126872"/>
              </a:xfrm>
              <a:custGeom>
                <a:avLst/>
                <a:gdLst>
                  <a:gd name="connsiteX0" fmla="*/ 80 w 771525"/>
                  <a:gd name="connsiteY0" fmla="*/ 126933 h 126872"/>
                  <a:gd name="connsiteX1" fmla="*/ 80 w 771525"/>
                  <a:gd name="connsiteY1" fmla="*/ 60 h 126872"/>
                  <a:gd name="connsiteX2" fmla="*/ 771605 w 771525"/>
                  <a:gd name="connsiteY2" fmla="*/ 60 h 126872"/>
                  <a:gd name="connsiteX3" fmla="*/ 771605 w 771525"/>
                  <a:gd name="connsiteY3" fmla="*/ 126933 h 126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26872">
                    <a:moveTo>
                      <a:pt x="80" y="12693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26933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AED1BB9B-3CAF-D51A-6775-7FCE2247A7D5}"/>
                  </a:ext>
                </a:extLst>
              </p:cNvPr>
              <p:cNvSpPr/>
              <p:nvPr/>
            </p:nvSpPr>
            <p:spPr>
              <a:xfrm>
                <a:off x="19350407" y="625488"/>
                <a:ext cx="771525" cy="185832"/>
              </a:xfrm>
              <a:custGeom>
                <a:avLst/>
                <a:gdLst>
                  <a:gd name="connsiteX0" fmla="*/ 80 w 771525"/>
                  <a:gd name="connsiteY0" fmla="*/ 185893 h 185832"/>
                  <a:gd name="connsiteX1" fmla="*/ 80 w 771525"/>
                  <a:gd name="connsiteY1" fmla="*/ 60 h 185832"/>
                  <a:gd name="connsiteX2" fmla="*/ 771605 w 771525"/>
                  <a:gd name="connsiteY2" fmla="*/ 60 h 185832"/>
                  <a:gd name="connsiteX3" fmla="*/ 771605 w 771525"/>
                  <a:gd name="connsiteY3" fmla="*/ 185893 h 185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85832">
                    <a:moveTo>
                      <a:pt x="80" y="18589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85893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60646BBB-B891-0FE1-D984-6CF67F15B185}"/>
                  </a:ext>
                </a:extLst>
              </p:cNvPr>
              <p:cNvSpPr/>
              <p:nvPr/>
            </p:nvSpPr>
            <p:spPr>
              <a:xfrm>
                <a:off x="20207657" y="603866"/>
                <a:ext cx="771525" cy="190785"/>
              </a:xfrm>
              <a:custGeom>
                <a:avLst/>
                <a:gdLst>
                  <a:gd name="connsiteX0" fmla="*/ 80 w 771525"/>
                  <a:gd name="connsiteY0" fmla="*/ 190846 h 190785"/>
                  <a:gd name="connsiteX1" fmla="*/ 80 w 771525"/>
                  <a:gd name="connsiteY1" fmla="*/ 60 h 190785"/>
                  <a:gd name="connsiteX2" fmla="*/ 771605 w 771525"/>
                  <a:gd name="connsiteY2" fmla="*/ 60 h 190785"/>
                  <a:gd name="connsiteX3" fmla="*/ 771605 w 771525"/>
                  <a:gd name="connsiteY3" fmla="*/ 190846 h 190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90785">
                    <a:moveTo>
                      <a:pt x="80" y="190846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90846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73" name="Graphic 208">
              <a:extLst>
                <a:ext uri="{FF2B5EF4-FFF2-40B4-BE49-F238E27FC236}">
                  <a16:creationId xmlns:a16="http://schemas.microsoft.com/office/drawing/2014/main" id="{D3BA12FF-AA85-ED93-4E4C-FCE828C4F512}"/>
                </a:ext>
              </a:extLst>
            </p:cNvPr>
            <p:cNvGrpSpPr/>
            <p:nvPr/>
          </p:nvGrpSpPr>
          <p:grpSpPr>
            <a:xfrm>
              <a:off x="15921407" y="559861"/>
              <a:ext cx="5057775" cy="65627"/>
              <a:chOff x="15921407" y="559861"/>
              <a:chExt cx="5057775" cy="65627"/>
            </a:xfrm>
            <a:solidFill>
              <a:srgbClr val="9E8148"/>
            </a:solidFill>
          </p:grpSpPr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5360C5BD-F1FA-9E8E-3A85-4AA2B6F117D4}"/>
                  </a:ext>
                </a:extLst>
              </p:cNvPr>
              <p:cNvSpPr/>
              <p:nvPr/>
            </p:nvSpPr>
            <p:spPr>
              <a:xfrm>
                <a:off x="1592140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FCEE2E1A-0781-F5EE-4127-6769A1DA3E2C}"/>
                  </a:ext>
                </a:extLst>
              </p:cNvPr>
              <p:cNvSpPr/>
              <p:nvPr/>
            </p:nvSpPr>
            <p:spPr>
              <a:xfrm>
                <a:off x="1677865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153F6C1B-FAF3-0AD9-918A-BDB1707CE4F9}"/>
                  </a:ext>
                </a:extLst>
              </p:cNvPr>
              <p:cNvSpPr/>
              <p:nvPr/>
            </p:nvSpPr>
            <p:spPr>
              <a:xfrm>
                <a:off x="1763590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D751948E-A5C2-3B1F-9E17-D85663BCA530}"/>
                  </a:ext>
                </a:extLst>
              </p:cNvPr>
              <p:cNvSpPr/>
              <p:nvPr/>
            </p:nvSpPr>
            <p:spPr>
              <a:xfrm>
                <a:off x="1849315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29F00B24-86B7-6889-6B05-31634BE64F36}"/>
                  </a:ext>
                </a:extLst>
              </p:cNvPr>
              <p:cNvSpPr/>
              <p:nvPr/>
            </p:nvSpPr>
            <p:spPr>
              <a:xfrm>
                <a:off x="19350407" y="570814"/>
                <a:ext cx="771525" cy="54673"/>
              </a:xfrm>
              <a:custGeom>
                <a:avLst/>
                <a:gdLst>
                  <a:gd name="connsiteX0" fmla="*/ 80 w 771525"/>
                  <a:gd name="connsiteY0" fmla="*/ 54733 h 54673"/>
                  <a:gd name="connsiteX1" fmla="*/ 80 w 771525"/>
                  <a:gd name="connsiteY1" fmla="*/ 60 h 54673"/>
                  <a:gd name="connsiteX2" fmla="*/ 771605 w 771525"/>
                  <a:gd name="connsiteY2" fmla="*/ 60 h 54673"/>
                  <a:gd name="connsiteX3" fmla="*/ 771605 w 771525"/>
                  <a:gd name="connsiteY3" fmla="*/ 54733 h 54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54673">
                    <a:moveTo>
                      <a:pt x="80" y="5473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54733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25ECB592-09AC-51C3-55C9-B361569450A6}"/>
                  </a:ext>
                </a:extLst>
              </p:cNvPr>
              <p:cNvSpPr/>
              <p:nvPr/>
            </p:nvSpPr>
            <p:spPr>
              <a:xfrm>
                <a:off x="20207657" y="559861"/>
                <a:ext cx="771525" cy="44005"/>
              </a:xfrm>
              <a:custGeom>
                <a:avLst/>
                <a:gdLst>
                  <a:gd name="connsiteX0" fmla="*/ 80 w 771525"/>
                  <a:gd name="connsiteY0" fmla="*/ 44066 h 44005"/>
                  <a:gd name="connsiteX1" fmla="*/ 80 w 771525"/>
                  <a:gd name="connsiteY1" fmla="*/ 60 h 44005"/>
                  <a:gd name="connsiteX2" fmla="*/ 771605 w 771525"/>
                  <a:gd name="connsiteY2" fmla="*/ 60 h 44005"/>
                  <a:gd name="connsiteX3" fmla="*/ 771605 w 771525"/>
                  <a:gd name="connsiteY3" fmla="*/ 44066 h 44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4005">
                    <a:moveTo>
                      <a:pt x="80" y="44066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4066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0" name="Graphic 208">
              <a:extLst>
                <a:ext uri="{FF2B5EF4-FFF2-40B4-BE49-F238E27FC236}">
                  <a16:creationId xmlns:a16="http://schemas.microsoft.com/office/drawing/2014/main" id="{8913DF4F-0E97-AA4D-228B-A8D20DDEF0FF}"/>
                </a:ext>
              </a:extLst>
            </p:cNvPr>
            <p:cNvGrpSpPr/>
            <p:nvPr/>
          </p:nvGrpSpPr>
          <p:grpSpPr>
            <a:xfrm>
              <a:off x="15921407" y="559861"/>
              <a:ext cx="5057775" cy="10953"/>
              <a:chOff x="15921407" y="559861"/>
              <a:chExt cx="5057775" cy="10953"/>
            </a:xfrm>
            <a:solidFill>
              <a:srgbClr val="FFC3C2"/>
            </a:solidFill>
          </p:grpSpPr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761F951C-A0DC-269B-C062-07112D70EEED}"/>
                  </a:ext>
                </a:extLst>
              </p:cNvPr>
              <p:cNvSpPr/>
              <p:nvPr/>
            </p:nvSpPr>
            <p:spPr>
              <a:xfrm>
                <a:off x="1592140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4FE09FCE-97B2-F6C8-6140-8064737DCA43}"/>
                  </a:ext>
                </a:extLst>
              </p:cNvPr>
              <p:cNvSpPr/>
              <p:nvPr/>
            </p:nvSpPr>
            <p:spPr>
              <a:xfrm>
                <a:off x="1677865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03ABD469-108D-5EFB-20BE-7A2DAF34A3D5}"/>
                  </a:ext>
                </a:extLst>
              </p:cNvPr>
              <p:cNvSpPr/>
              <p:nvPr/>
            </p:nvSpPr>
            <p:spPr>
              <a:xfrm>
                <a:off x="1763590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DC736F8D-FFD1-D7BD-5A10-6CC45756131D}"/>
                  </a:ext>
                </a:extLst>
              </p:cNvPr>
              <p:cNvSpPr/>
              <p:nvPr/>
            </p:nvSpPr>
            <p:spPr>
              <a:xfrm>
                <a:off x="1849315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7A748C21-22AC-7B2B-30F5-C61257607B24}"/>
                  </a:ext>
                </a:extLst>
              </p:cNvPr>
              <p:cNvSpPr/>
              <p:nvPr/>
            </p:nvSpPr>
            <p:spPr>
              <a:xfrm>
                <a:off x="19350407" y="559861"/>
                <a:ext cx="771525" cy="10953"/>
              </a:xfrm>
              <a:custGeom>
                <a:avLst/>
                <a:gdLst>
                  <a:gd name="connsiteX0" fmla="*/ 80 w 771525"/>
                  <a:gd name="connsiteY0" fmla="*/ 11014 h 10953"/>
                  <a:gd name="connsiteX1" fmla="*/ 80 w 771525"/>
                  <a:gd name="connsiteY1" fmla="*/ 60 h 10953"/>
                  <a:gd name="connsiteX2" fmla="*/ 771605 w 771525"/>
                  <a:gd name="connsiteY2" fmla="*/ 60 h 10953"/>
                  <a:gd name="connsiteX3" fmla="*/ 771605 w 771525"/>
                  <a:gd name="connsiteY3" fmla="*/ 11014 h 10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953">
                    <a:moveTo>
                      <a:pt x="80" y="11014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1014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6F688398-7BFA-41B6-96A8-9999EE42B265}"/>
                  </a:ext>
                </a:extLst>
              </p:cNvPr>
              <p:cNvSpPr/>
              <p:nvPr/>
            </p:nvSpPr>
            <p:spPr>
              <a:xfrm>
                <a:off x="20207657" y="559861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289" name="Graphic 208">
              <a:extLst>
                <a:ext uri="{FF2B5EF4-FFF2-40B4-BE49-F238E27FC236}">
                  <a16:creationId xmlns:a16="http://schemas.microsoft.com/office/drawing/2014/main" id="{A4DB1D44-89A6-ECBD-C89D-B38A1EAC9BF5}"/>
                </a:ext>
              </a:extLst>
            </p:cNvPr>
            <p:cNvGrpSpPr/>
            <p:nvPr/>
          </p:nvGrpSpPr>
          <p:grpSpPr>
            <a:xfrm>
              <a:off x="15869420" y="3734524"/>
              <a:ext cx="5106532" cy="410921"/>
              <a:chOff x="15869420" y="3734524"/>
              <a:chExt cx="5106532" cy="410921"/>
            </a:xfrm>
            <a:solidFill>
              <a:srgbClr val="000000"/>
            </a:solidFill>
          </p:grpSpPr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762C2E10-6D30-4DCB-D8CF-5BD07D9184DC}"/>
                  </a:ext>
                </a:extLst>
              </p:cNvPr>
              <p:cNvSpPr txBox="1"/>
              <p:nvPr/>
            </p:nvSpPr>
            <p:spPr>
              <a:xfrm>
                <a:off x="15869420" y="3734528"/>
                <a:ext cx="820278" cy="410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1970s</a:t>
                </a: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76A8C511-EAE5-039A-0F12-E796BF8DB9CD}"/>
                  </a:ext>
                </a:extLst>
              </p:cNvPr>
              <p:cNvSpPr txBox="1"/>
              <p:nvPr/>
            </p:nvSpPr>
            <p:spPr>
              <a:xfrm>
                <a:off x="16726668" y="3734524"/>
                <a:ext cx="820278" cy="410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1980s</a:t>
                </a:r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C709A9FB-5E07-4A02-07F5-1232354FAD9A}"/>
                  </a:ext>
                </a:extLst>
              </p:cNvPr>
              <p:cNvSpPr txBox="1"/>
              <p:nvPr/>
            </p:nvSpPr>
            <p:spPr>
              <a:xfrm>
                <a:off x="17583917" y="3734526"/>
                <a:ext cx="820278" cy="410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1990s</a:t>
                </a: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97FD822B-B039-44BE-9228-CD1266624098}"/>
                  </a:ext>
                </a:extLst>
              </p:cNvPr>
              <p:cNvSpPr txBox="1"/>
              <p:nvPr/>
            </p:nvSpPr>
            <p:spPr>
              <a:xfrm>
                <a:off x="18441169" y="3734526"/>
                <a:ext cx="820278" cy="410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2000s</a:t>
                </a:r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46C0ACE9-2278-9AAA-F8F2-BE7FD6A5889D}"/>
                  </a:ext>
                </a:extLst>
              </p:cNvPr>
              <p:cNvSpPr txBox="1"/>
              <p:nvPr/>
            </p:nvSpPr>
            <p:spPr>
              <a:xfrm>
                <a:off x="19298421" y="3734526"/>
                <a:ext cx="820278" cy="410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2010s</a:t>
                </a: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54F0F727-A6F3-34C9-CAF6-21FCEF68552E}"/>
                  </a:ext>
                </a:extLst>
              </p:cNvPr>
              <p:cNvSpPr txBox="1"/>
              <p:nvPr/>
            </p:nvSpPr>
            <p:spPr>
              <a:xfrm>
                <a:off x="20155674" y="3734526"/>
                <a:ext cx="820278" cy="4109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2020s</a:t>
                </a:r>
              </a:p>
            </p:txBody>
          </p:sp>
        </p:grpSp>
        <p:grpSp>
          <p:nvGrpSpPr>
            <p:cNvPr id="296" name="Graphic 208">
              <a:extLst>
                <a:ext uri="{FF2B5EF4-FFF2-40B4-BE49-F238E27FC236}">
                  <a16:creationId xmlns:a16="http://schemas.microsoft.com/office/drawing/2014/main" id="{6E34809E-99F5-481D-2475-49587FB4A421}"/>
                </a:ext>
              </a:extLst>
            </p:cNvPr>
            <p:cNvGrpSpPr/>
            <p:nvPr/>
          </p:nvGrpSpPr>
          <p:grpSpPr>
            <a:xfrm>
              <a:off x="15436553" y="347641"/>
              <a:ext cx="571238" cy="3650179"/>
              <a:chOff x="15436553" y="347641"/>
              <a:chExt cx="571238" cy="3650179"/>
            </a:xfrm>
            <a:solidFill>
              <a:srgbClr val="000000"/>
            </a:solidFill>
          </p:grpSpPr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66073210-D901-C308-FAB4-A12B7C343B16}"/>
                  </a:ext>
                </a:extLst>
              </p:cNvPr>
              <p:cNvSpPr txBox="1"/>
              <p:nvPr/>
            </p:nvSpPr>
            <p:spPr>
              <a:xfrm>
                <a:off x="15575230" y="3586902"/>
                <a:ext cx="407805" cy="410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</a:t>
                </a:r>
              </a:p>
            </p:txBody>
          </p: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327237C6-C938-FA94-7EF1-0FC171A71173}"/>
                  </a:ext>
                </a:extLst>
              </p:cNvPr>
              <p:cNvSpPr txBox="1"/>
              <p:nvPr/>
            </p:nvSpPr>
            <p:spPr>
              <a:xfrm>
                <a:off x="15436553" y="2953684"/>
                <a:ext cx="571238" cy="410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0.2</a:t>
                </a: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4C21A6BE-EB85-B267-973B-64A7F57E7455}"/>
                  </a:ext>
                </a:extLst>
              </p:cNvPr>
              <p:cNvSpPr txBox="1"/>
              <p:nvPr/>
            </p:nvSpPr>
            <p:spPr>
              <a:xfrm>
                <a:off x="15436553" y="2302173"/>
                <a:ext cx="571236" cy="410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0.4</a:t>
                </a:r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19C23A31-8DCB-6EF7-04AA-30A91C8BFACF}"/>
                  </a:ext>
                </a:extLst>
              </p:cNvPr>
              <p:cNvSpPr txBox="1"/>
              <p:nvPr/>
            </p:nvSpPr>
            <p:spPr>
              <a:xfrm>
                <a:off x="15436553" y="1650663"/>
                <a:ext cx="571238" cy="410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0.6</a:t>
                </a:r>
              </a:p>
            </p:txBody>
          </p:sp>
          <p:sp>
            <p:nvSpPr>
              <p:cNvPr id="301" name="TextBox 300">
                <a:extLst>
                  <a:ext uri="{FF2B5EF4-FFF2-40B4-BE49-F238E27FC236}">
                    <a16:creationId xmlns:a16="http://schemas.microsoft.com/office/drawing/2014/main" id="{98A777E4-FB82-9223-B89F-B7B0E9FD6F15}"/>
                  </a:ext>
                </a:extLst>
              </p:cNvPr>
              <p:cNvSpPr txBox="1"/>
              <p:nvPr/>
            </p:nvSpPr>
            <p:spPr>
              <a:xfrm>
                <a:off x="15436553" y="999150"/>
                <a:ext cx="571238" cy="410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0.8</a:t>
                </a:r>
              </a:p>
            </p:txBody>
          </p:sp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C8CEB0F1-F5F7-9D42-219A-E94B9C23FB06}"/>
                  </a:ext>
                </a:extLst>
              </p:cNvPr>
              <p:cNvSpPr txBox="1"/>
              <p:nvPr/>
            </p:nvSpPr>
            <p:spPr>
              <a:xfrm>
                <a:off x="15550853" y="347641"/>
                <a:ext cx="407803" cy="410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</a:t>
                </a:r>
              </a:p>
            </p:txBody>
          </p:sp>
        </p:grpSp>
        <p:grpSp>
          <p:nvGrpSpPr>
            <p:cNvPr id="303" name="Graphic 208">
              <a:extLst>
                <a:ext uri="{FF2B5EF4-FFF2-40B4-BE49-F238E27FC236}">
                  <a16:creationId xmlns:a16="http://schemas.microsoft.com/office/drawing/2014/main" id="{48D5BA2A-8C2A-6AC8-5557-AC8F522A587D}"/>
                </a:ext>
              </a:extLst>
            </p:cNvPr>
            <p:cNvGrpSpPr/>
            <p:nvPr/>
          </p:nvGrpSpPr>
          <p:grpSpPr>
            <a:xfrm>
              <a:off x="15160484" y="867855"/>
              <a:ext cx="3809231" cy="3601964"/>
              <a:chOff x="15160484" y="867855"/>
              <a:chExt cx="3809231" cy="3601964"/>
            </a:xfrm>
            <a:solidFill>
              <a:srgbClr val="000000"/>
            </a:solidFill>
          </p:grpSpPr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A6C7556D-2743-074E-7BAD-017AA04226CA}"/>
                  </a:ext>
                </a:extLst>
              </p:cNvPr>
              <p:cNvSpPr txBox="1"/>
              <p:nvPr/>
            </p:nvSpPr>
            <p:spPr>
              <a:xfrm>
                <a:off x="18102741" y="4058901"/>
                <a:ext cx="866974" cy="410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Period</a:t>
                </a:r>
              </a:p>
            </p:txBody>
          </p:sp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9CDDA04B-FD21-E09B-249F-33F821E39591}"/>
                  </a:ext>
                </a:extLst>
              </p:cNvPr>
              <p:cNvSpPr txBox="1"/>
              <p:nvPr/>
            </p:nvSpPr>
            <p:spPr>
              <a:xfrm rot="16200000">
                <a:off x="13861064" y="2167275"/>
                <a:ext cx="3009758" cy="4109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Percentage of Category Counts</a:t>
                </a:r>
              </a:p>
            </p:txBody>
          </p:sp>
        </p:grpSp>
      </p:grpSp>
      <p:sp>
        <p:nvSpPr>
          <p:cNvPr id="309" name="Right Brace 308">
            <a:extLst>
              <a:ext uri="{FF2B5EF4-FFF2-40B4-BE49-F238E27FC236}">
                <a16:creationId xmlns:a16="http://schemas.microsoft.com/office/drawing/2014/main" id="{7C164ADC-A50D-BD10-06B8-9C0466570CFE}"/>
              </a:ext>
            </a:extLst>
          </p:cNvPr>
          <p:cNvSpPr/>
          <p:nvPr/>
        </p:nvSpPr>
        <p:spPr>
          <a:xfrm>
            <a:off x="8036906" y="2791445"/>
            <a:ext cx="314444" cy="305093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9" name="Freeform 458">
            <a:extLst>
              <a:ext uri="{FF2B5EF4-FFF2-40B4-BE49-F238E27FC236}">
                <a16:creationId xmlns:a16="http://schemas.microsoft.com/office/drawing/2014/main" id="{330790FD-EC2C-5D34-0776-28D4660C7CB0}"/>
              </a:ext>
            </a:extLst>
          </p:cNvPr>
          <p:cNvSpPr/>
          <p:nvPr/>
        </p:nvSpPr>
        <p:spPr>
          <a:xfrm>
            <a:off x="8587833" y="3815007"/>
            <a:ext cx="181258" cy="287287"/>
          </a:xfrm>
          <a:custGeom>
            <a:avLst/>
            <a:gdLst>
              <a:gd name="connsiteX0" fmla="*/ 403 w 449230"/>
              <a:gd name="connsiteY0" fmla="*/ 663719 h 712011"/>
              <a:gd name="connsiteX1" fmla="*/ 288737 w 449230"/>
              <a:gd name="connsiteY1" fmla="*/ 300 h 712011"/>
              <a:gd name="connsiteX2" fmla="*/ 449633 w 449230"/>
              <a:gd name="connsiteY2" fmla="*/ 101970 h 712011"/>
              <a:gd name="connsiteX3" fmla="*/ 184378 w 449230"/>
              <a:gd name="connsiteY3" fmla="*/ 712312 h 712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230" h="712011">
                <a:moveTo>
                  <a:pt x="403" y="663719"/>
                </a:moveTo>
                <a:cubicBezTo>
                  <a:pt x="62200" y="429167"/>
                  <a:pt x="159434" y="205449"/>
                  <a:pt x="288737" y="300"/>
                </a:cubicBezTo>
                <a:lnTo>
                  <a:pt x="449633" y="101970"/>
                </a:lnTo>
                <a:cubicBezTo>
                  <a:pt x="330681" y="290698"/>
                  <a:pt x="241228" y="496525"/>
                  <a:pt x="184378" y="712312"/>
                </a:cubicBezTo>
                <a:close/>
              </a:path>
            </a:pathLst>
          </a:custGeom>
          <a:solidFill>
            <a:srgbClr val="C04E3F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0" name="Freeform 459">
            <a:extLst>
              <a:ext uri="{FF2B5EF4-FFF2-40B4-BE49-F238E27FC236}">
                <a16:creationId xmlns:a16="http://schemas.microsoft.com/office/drawing/2014/main" id="{E12A47AB-C419-04ED-6793-64DD08CC0B25}"/>
              </a:ext>
            </a:extLst>
          </p:cNvPr>
          <p:cNvSpPr/>
          <p:nvPr/>
        </p:nvSpPr>
        <p:spPr>
          <a:xfrm>
            <a:off x="8689678" y="3366970"/>
            <a:ext cx="1785630" cy="1921606"/>
          </a:xfrm>
          <a:custGeom>
            <a:avLst/>
            <a:gdLst>
              <a:gd name="connsiteX0" fmla="*/ 2047608 w 4425497"/>
              <a:gd name="connsiteY0" fmla="*/ 300 h 4762500"/>
              <a:gd name="connsiteX1" fmla="*/ 4425900 w 4425497"/>
              <a:gd name="connsiteY1" fmla="*/ 2381550 h 4762500"/>
              <a:gd name="connsiteX2" fmla="*/ 2047608 w 4425497"/>
              <a:gd name="connsiteY2" fmla="*/ 4762800 h 4762500"/>
              <a:gd name="connsiteX3" fmla="*/ 403 w 4425497"/>
              <a:gd name="connsiteY3" fmla="*/ 3593530 h 4762500"/>
              <a:gd name="connsiteX4" fmla="*/ 164181 w 4425497"/>
              <a:gd name="connsiteY4" fmla="*/ 3496566 h 4762500"/>
              <a:gd name="connsiteX5" fmla="*/ 3161238 w 4425497"/>
              <a:gd name="connsiteY5" fmla="*/ 4267319 h 4762500"/>
              <a:gd name="connsiteX6" fmla="*/ 3931034 w 4425497"/>
              <a:gd name="connsiteY6" fmla="*/ 1266535 h 4762500"/>
              <a:gd name="connsiteX7" fmla="*/ 2047608 w 4425497"/>
              <a:gd name="connsiteY7" fmla="*/ 19080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25497" h="4762500">
                <a:moveTo>
                  <a:pt x="2047608" y="300"/>
                </a:moveTo>
                <a:cubicBezTo>
                  <a:pt x="3361100" y="300"/>
                  <a:pt x="4425900" y="1066424"/>
                  <a:pt x="4425900" y="2381550"/>
                </a:cubicBezTo>
                <a:cubicBezTo>
                  <a:pt x="4425900" y="3696676"/>
                  <a:pt x="3361100" y="4762800"/>
                  <a:pt x="2047608" y="4762800"/>
                </a:cubicBezTo>
                <a:cubicBezTo>
                  <a:pt x="1206744" y="4762800"/>
                  <a:pt x="428381" y="4318230"/>
                  <a:pt x="403" y="3593530"/>
                </a:cubicBezTo>
                <a:lnTo>
                  <a:pt x="164181" y="3496566"/>
                </a:lnTo>
                <a:cubicBezTo>
                  <a:pt x="779227" y="4538048"/>
                  <a:pt x="2121053" y="4883130"/>
                  <a:pt x="3161238" y="4267319"/>
                </a:cubicBezTo>
                <a:cubicBezTo>
                  <a:pt x="4201427" y="3651509"/>
                  <a:pt x="4546080" y="2308014"/>
                  <a:pt x="3931034" y="1266535"/>
                </a:cubicBezTo>
                <a:cubicBezTo>
                  <a:pt x="3537303" y="599804"/>
                  <a:pt x="2821203" y="190800"/>
                  <a:pt x="2047608" y="190800"/>
                </a:cubicBezTo>
                <a:close/>
              </a:path>
            </a:pathLst>
          </a:custGeom>
          <a:pattFill prst="pct5">
            <a:fgClr>
              <a:schemeClr val="bg1">
                <a:lumMod val="50000"/>
              </a:schemeClr>
            </a:fgClr>
            <a:bgClr>
              <a:srgbClr val="B5DBA5"/>
            </a:bgClr>
          </a:patt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1" name="Freeform 460">
            <a:extLst>
              <a:ext uri="{FF2B5EF4-FFF2-40B4-BE49-F238E27FC236}">
                <a16:creationId xmlns:a16="http://schemas.microsoft.com/office/drawing/2014/main" id="{A31063CA-6B34-0413-15FA-D212F0915CA3}"/>
              </a:ext>
            </a:extLst>
          </p:cNvPr>
          <p:cNvSpPr/>
          <p:nvPr/>
        </p:nvSpPr>
        <p:spPr>
          <a:xfrm>
            <a:off x="9285196" y="3372808"/>
            <a:ext cx="133323" cy="96906"/>
          </a:xfrm>
          <a:custGeom>
            <a:avLst/>
            <a:gdLst>
              <a:gd name="connsiteX0" fmla="*/ 403 w 330427"/>
              <a:gd name="connsiteY0" fmla="*/ 55545 h 240172"/>
              <a:gd name="connsiteX1" fmla="*/ 309887 w 330427"/>
              <a:gd name="connsiteY1" fmla="*/ 300 h 240172"/>
              <a:gd name="connsiteX2" fmla="*/ 330830 w 330427"/>
              <a:gd name="connsiteY2" fmla="*/ 189647 h 240172"/>
              <a:gd name="connsiteX3" fmla="*/ 46105 w 330427"/>
              <a:gd name="connsiteY3" fmla="*/ 240473 h 240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427" h="240172">
                <a:moveTo>
                  <a:pt x="403" y="55545"/>
                </a:moveTo>
                <a:cubicBezTo>
                  <a:pt x="102234" y="30323"/>
                  <a:pt x="205622" y="11863"/>
                  <a:pt x="309887" y="300"/>
                </a:cubicBezTo>
                <a:lnTo>
                  <a:pt x="330830" y="189647"/>
                </a:lnTo>
                <a:cubicBezTo>
                  <a:pt x="234906" y="200277"/>
                  <a:pt x="139789" y="217260"/>
                  <a:pt x="46105" y="240473"/>
                </a:cubicBezTo>
                <a:close/>
              </a:path>
            </a:pathLst>
          </a:custGeom>
          <a:solidFill>
            <a:srgbClr val="005F56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2" name="Freeform 461">
            <a:extLst>
              <a:ext uri="{FF2B5EF4-FFF2-40B4-BE49-F238E27FC236}">
                <a16:creationId xmlns:a16="http://schemas.microsoft.com/office/drawing/2014/main" id="{258EB762-658A-2F91-CFD7-BEA45A9A867D}"/>
              </a:ext>
            </a:extLst>
          </p:cNvPr>
          <p:cNvSpPr/>
          <p:nvPr/>
        </p:nvSpPr>
        <p:spPr>
          <a:xfrm>
            <a:off x="9120420" y="3406013"/>
            <a:ext cx="146167" cy="116295"/>
          </a:xfrm>
          <a:custGeom>
            <a:avLst/>
            <a:gdLst>
              <a:gd name="connsiteX0" fmla="*/ 403 w 362260"/>
              <a:gd name="connsiteY0" fmla="*/ 114943 h 288226"/>
              <a:gd name="connsiteX1" fmla="*/ 308976 w 362260"/>
              <a:gd name="connsiteY1" fmla="*/ 300 h 288226"/>
              <a:gd name="connsiteX2" fmla="*/ 362663 w 362260"/>
              <a:gd name="connsiteY2" fmla="*/ 183056 h 288226"/>
              <a:gd name="connsiteX3" fmla="*/ 78772 w 362260"/>
              <a:gd name="connsiteY3" fmla="*/ 288527 h 288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60" h="288226">
                <a:moveTo>
                  <a:pt x="403" y="114943"/>
                </a:moveTo>
                <a:cubicBezTo>
                  <a:pt x="100491" y="69642"/>
                  <a:pt x="203597" y="31333"/>
                  <a:pt x="308976" y="300"/>
                </a:cubicBezTo>
                <a:lnTo>
                  <a:pt x="362663" y="183056"/>
                </a:lnTo>
                <a:cubicBezTo>
                  <a:pt x="265714" y="211612"/>
                  <a:pt x="170857" y="246845"/>
                  <a:pt x="78772" y="288527"/>
                </a:cubicBezTo>
                <a:close/>
              </a:path>
            </a:pathLst>
          </a:custGeom>
          <a:solidFill>
            <a:srgbClr val="CB7729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3" name="Freeform 462">
            <a:extLst>
              <a:ext uri="{FF2B5EF4-FFF2-40B4-BE49-F238E27FC236}">
                <a16:creationId xmlns:a16="http://schemas.microsoft.com/office/drawing/2014/main" id="{4D465152-5EA0-00D4-81F5-8992007EAE0E}"/>
              </a:ext>
            </a:extLst>
          </p:cNvPr>
          <p:cNvSpPr/>
          <p:nvPr/>
        </p:nvSpPr>
        <p:spPr>
          <a:xfrm>
            <a:off x="8727199" y="3593758"/>
            <a:ext cx="218833" cy="230228"/>
          </a:xfrm>
          <a:custGeom>
            <a:avLst/>
            <a:gdLst>
              <a:gd name="connsiteX0" fmla="*/ 403 w 542355"/>
              <a:gd name="connsiteY0" fmla="*/ 462320 h 570595"/>
              <a:gd name="connsiteX1" fmla="*/ 419990 w 542355"/>
              <a:gd name="connsiteY1" fmla="*/ 300 h 570595"/>
              <a:gd name="connsiteX2" fmla="*/ 542758 w 542355"/>
              <a:gd name="connsiteY2" fmla="*/ 145842 h 570595"/>
              <a:gd name="connsiteX3" fmla="*/ 156732 w 542355"/>
              <a:gd name="connsiteY3" fmla="*/ 570895 h 570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355" h="570595">
                <a:moveTo>
                  <a:pt x="403" y="462320"/>
                </a:moveTo>
                <a:cubicBezTo>
                  <a:pt x="119403" y="290546"/>
                  <a:pt x="260473" y="135203"/>
                  <a:pt x="419990" y="300"/>
                </a:cubicBezTo>
                <a:lnTo>
                  <a:pt x="542758" y="145842"/>
                </a:lnTo>
                <a:cubicBezTo>
                  <a:pt x="396008" y="269943"/>
                  <a:pt x="266219" y="412856"/>
                  <a:pt x="156732" y="570895"/>
                </a:cubicBezTo>
                <a:close/>
              </a:path>
            </a:pathLst>
          </a:custGeom>
          <a:solidFill>
            <a:srgbClr val="F4E1A1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4" name="Freeform 463">
            <a:extLst>
              <a:ext uri="{FF2B5EF4-FFF2-40B4-BE49-F238E27FC236}">
                <a16:creationId xmlns:a16="http://schemas.microsoft.com/office/drawing/2014/main" id="{82E96484-AE8F-5FAE-37F7-A7622BD7BE22}"/>
              </a:ext>
            </a:extLst>
          </p:cNvPr>
          <p:cNvSpPr/>
          <p:nvPr/>
        </p:nvSpPr>
        <p:spPr>
          <a:xfrm>
            <a:off x="8556088" y="4123299"/>
            <a:ext cx="180860" cy="657081"/>
          </a:xfrm>
          <a:custGeom>
            <a:avLst/>
            <a:gdLst>
              <a:gd name="connsiteX0" fmla="*/ 280815 w 448243"/>
              <a:gd name="connsiteY0" fmla="*/ 1628806 h 1628506"/>
              <a:gd name="connsiteX1" fmla="*/ 54887 w 448243"/>
              <a:gd name="connsiteY1" fmla="*/ 300 h 1628506"/>
              <a:gd name="connsiteX2" fmla="*/ 240793 w 448243"/>
              <a:gd name="connsiteY2" fmla="*/ 40841 h 1628506"/>
              <a:gd name="connsiteX3" fmla="*/ 448646 w 448243"/>
              <a:gd name="connsiteY3" fmla="*/ 1539062 h 1628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243" h="1628506">
                <a:moveTo>
                  <a:pt x="280815" y="1628806"/>
                </a:moveTo>
                <a:cubicBezTo>
                  <a:pt x="14789" y="1130043"/>
                  <a:pt x="-65293" y="552776"/>
                  <a:pt x="54887" y="300"/>
                </a:cubicBezTo>
                <a:lnTo>
                  <a:pt x="240793" y="40841"/>
                </a:lnTo>
                <a:cubicBezTo>
                  <a:pt x="130222" y="549119"/>
                  <a:pt x="203901" y="1080206"/>
                  <a:pt x="448646" y="1539062"/>
                </a:cubicBezTo>
                <a:close/>
              </a:path>
            </a:pathLst>
          </a:custGeom>
          <a:solidFill>
            <a:srgbClr val="F4A988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5" name="Freeform 464">
            <a:extLst>
              <a:ext uri="{FF2B5EF4-FFF2-40B4-BE49-F238E27FC236}">
                <a16:creationId xmlns:a16="http://schemas.microsoft.com/office/drawing/2014/main" id="{A760A482-8349-920C-FA21-46C52367A740}"/>
              </a:ext>
            </a:extLst>
          </p:cNvPr>
          <p:cNvSpPr/>
          <p:nvPr/>
        </p:nvSpPr>
        <p:spPr>
          <a:xfrm>
            <a:off x="8928942" y="3470299"/>
            <a:ext cx="188475" cy="158029"/>
          </a:xfrm>
          <a:custGeom>
            <a:avLst/>
            <a:gdLst>
              <a:gd name="connsiteX0" fmla="*/ 403 w 467115"/>
              <a:gd name="connsiteY0" fmla="*/ 241216 h 391658"/>
              <a:gd name="connsiteX1" fmla="*/ 381690 w 467115"/>
              <a:gd name="connsiteY1" fmla="*/ 300 h 391658"/>
              <a:gd name="connsiteX2" fmla="*/ 467518 w 467115"/>
              <a:gd name="connsiteY2" fmla="*/ 170312 h 391658"/>
              <a:gd name="connsiteX3" fmla="*/ 116739 w 467115"/>
              <a:gd name="connsiteY3" fmla="*/ 391959 h 391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7115" h="391658">
                <a:moveTo>
                  <a:pt x="403" y="241216"/>
                </a:moveTo>
                <a:cubicBezTo>
                  <a:pt x="119593" y="149004"/>
                  <a:pt x="247260" y="68337"/>
                  <a:pt x="381690" y="300"/>
                </a:cubicBezTo>
                <a:lnTo>
                  <a:pt x="467518" y="170312"/>
                </a:lnTo>
                <a:cubicBezTo>
                  <a:pt x="343847" y="232910"/>
                  <a:pt x="226397" y="307119"/>
                  <a:pt x="116739" y="391959"/>
                </a:cubicBezTo>
                <a:close/>
              </a:path>
            </a:pathLst>
          </a:custGeom>
          <a:solidFill>
            <a:srgbClr val="339999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6" name="Freeform 465">
            <a:extLst>
              <a:ext uri="{FF2B5EF4-FFF2-40B4-BE49-F238E27FC236}">
                <a16:creationId xmlns:a16="http://schemas.microsoft.com/office/drawing/2014/main" id="{DB85D0AD-320E-A017-EB7C-B751FF01B1DB}"/>
              </a:ext>
            </a:extLst>
          </p:cNvPr>
          <p:cNvSpPr/>
          <p:nvPr/>
        </p:nvSpPr>
        <p:spPr>
          <a:xfrm>
            <a:off x="9451612" y="3367877"/>
            <a:ext cx="25702" cy="77929"/>
          </a:xfrm>
          <a:custGeom>
            <a:avLst/>
            <a:gdLst>
              <a:gd name="connsiteX0" fmla="*/ 403 w 63700"/>
              <a:gd name="connsiteY0" fmla="*/ 3367 h 193138"/>
              <a:gd name="connsiteX1" fmla="*/ 55834 w 63700"/>
              <a:gd name="connsiteY1" fmla="*/ 300 h 193138"/>
              <a:gd name="connsiteX2" fmla="*/ 64103 w 63700"/>
              <a:gd name="connsiteY2" fmla="*/ 190619 h 193138"/>
              <a:gd name="connsiteX3" fmla="*/ 13106 w 63700"/>
              <a:gd name="connsiteY3" fmla="*/ 193439 h 193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700" h="193138">
                <a:moveTo>
                  <a:pt x="403" y="3367"/>
                </a:moveTo>
                <a:cubicBezTo>
                  <a:pt x="18867" y="2129"/>
                  <a:pt x="37345" y="1110"/>
                  <a:pt x="55834" y="300"/>
                </a:cubicBezTo>
                <a:lnTo>
                  <a:pt x="64103" y="190619"/>
                </a:lnTo>
                <a:cubicBezTo>
                  <a:pt x="47094" y="191362"/>
                  <a:pt x="30094" y="192305"/>
                  <a:pt x="13106" y="193439"/>
                </a:cubicBezTo>
                <a:close/>
              </a:path>
            </a:pathLst>
          </a:custGeom>
          <a:solidFill>
            <a:srgbClr val="FFC3C2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8" name="Freeform 467">
            <a:extLst>
              <a:ext uri="{FF2B5EF4-FFF2-40B4-BE49-F238E27FC236}">
                <a16:creationId xmlns:a16="http://schemas.microsoft.com/office/drawing/2014/main" id="{A1D5A852-DB99-9E7B-11D1-A58488E371CF}"/>
              </a:ext>
            </a:extLst>
          </p:cNvPr>
          <p:cNvSpPr/>
          <p:nvPr/>
        </p:nvSpPr>
        <p:spPr>
          <a:xfrm>
            <a:off x="8703554" y="3481332"/>
            <a:ext cx="675086" cy="610371"/>
          </a:xfrm>
          <a:custGeom>
            <a:avLst/>
            <a:gdLst>
              <a:gd name="connsiteX0" fmla="*/ 403 w 1673131"/>
              <a:gd name="connsiteY0" fmla="*/ 1263707 h 1512742"/>
              <a:gd name="connsiteX1" fmla="*/ 1604571 w 1673131"/>
              <a:gd name="connsiteY1" fmla="*/ 140156 h 1512742"/>
              <a:gd name="connsiteX2" fmla="*/ 1575382 w 1673131"/>
              <a:gd name="connsiteY2" fmla="*/ 300 h 1512742"/>
              <a:gd name="connsiteX3" fmla="*/ 1604571 w 1673131"/>
              <a:gd name="connsiteY3" fmla="*/ 140156 h 1512742"/>
              <a:gd name="connsiteX4" fmla="*/ 403 w 1673131"/>
              <a:gd name="connsiteY4" fmla="*/ 1263707 h 15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3131" h="1512742">
                <a:moveTo>
                  <a:pt x="403" y="1263707"/>
                </a:moveTo>
                <a:cubicBezTo>
                  <a:pt x="1342280" y="1819979"/>
                  <a:pt x="1877002" y="1445463"/>
                  <a:pt x="1604571" y="140156"/>
                </a:cubicBezTo>
                <a:lnTo>
                  <a:pt x="1575382" y="300"/>
                </a:lnTo>
                <a:lnTo>
                  <a:pt x="1604571" y="140156"/>
                </a:lnTo>
                <a:cubicBezTo>
                  <a:pt x="1877002" y="1445463"/>
                  <a:pt x="1342280" y="1819979"/>
                  <a:pt x="403" y="1263707"/>
                </a:cubicBezTo>
                <a:close/>
              </a:path>
            </a:pathLst>
          </a:custGeom>
          <a:solidFill>
            <a:srgbClr val="C04E3F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9" name="Freeform 468">
            <a:extLst>
              <a:ext uri="{FF2B5EF4-FFF2-40B4-BE49-F238E27FC236}">
                <a16:creationId xmlns:a16="http://schemas.microsoft.com/office/drawing/2014/main" id="{CE331354-DB92-7F36-11E2-C42999E64037}"/>
              </a:ext>
            </a:extLst>
          </p:cNvPr>
          <p:cNvSpPr/>
          <p:nvPr/>
        </p:nvSpPr>
        <p:spPr>
          <a:xfrm>
            <a:off x="9190202" y="3466006"/>
            <a:ext cx="213074" cy="461461"/>
          </a:xfrm>
          <a:custGeom>
            <a:avLst/>
            <a:gdLst>
              <a:gd name="connsiteX0" fmla="*/ 364809 w 528082"/>
              <a:gd name="connsiteY0" fmla="*/ 300 h 1143683"/>
              <a:gd name="connsiteX1" fmla="*/ 54183 w 528082"/>
              <a:gd name="connsiteY1" fmla="*/ 283345 h 1143683"/>
              <a:gd name="connsiteX2" fmla="*/ 403 w 528082"/>
              <a:gd name="connsiteY2" fmla="*/ 151005 h 1143683"/>
              <a:gd name="connsiteX3" fmla="*/ 54183 w 528082"/>
              <a:gd name="connsiteY3" fmla="*/ 283345 h 1143683"/>
              <a:gd name="connsiteX4" fmla="*/ 364809 w 528082"/>
              <a:gd name="connsiteY4" fmla="*/ 300 h 114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082" h="1143683">
                <a:moveTo>
                  <a:pt x="364809" y="300"/>
                </a:moveTo>
                <a:cubicBezTo>
                  <a:pt x="659677" y="1424169"/>
                  <a:pt x="556134" y="1518516"/>
                  <a:pt x="54183" y="283345"/>
                </a:cubicBezTo>
                <a:lnTo>
                  <a:pt x="403" y="151005"/>
                </a:lnTo>
                <a:lnTo>
                  <a:pt x="54183" y="283345"/>
                </a:lnTo>
                <a:cubicBezTo>
                  <a:pt x="556134" y="1518516"/>
                  <a:pt x="659677" y="1424169"/>
                  <a:pt x="364809" y="300"/>
                </a:cubicBezTo>
                <a:close/>
              </a:path>
            </a:pathLst>
          </a:custGeom>
          <a:solidFill>
            <a:srgbClr val="005F56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0" name="Freeform 469">
            <a:extLst>
              <a:ext uri="{FF2B5EF4-FFF2-40B4-BE49-F238E27FC236}">
                <a16:creationId xmlns:a16="http://schemas.microsoft.com/office/drawing/2014/main" id="{174B5602-5EDD-0632-3D73-466381BA6AED}"/>
              </a:ext>
            </a:extLst>
          </p:cNvPr>
          <p:cNvSpPr/>
          <p:nvPr/>
        </p:nvSpPr>
        <p:spPr>
          <a:xfrm>
            <a:off x="9185684" y="3481609"/>
            <a:ext cx="219520" cy="444902"/>
          </a:xfrm>
          <a:custGeom>
            <a:avLst/>
            <a:gdLst>
              <a:gd name="connsiteX0" fmla="*/ 403 w 544057"/>
              <a:gd name="connsiteY0" fmla="*/ 75767 h 1102644"/>
              <a:gd name="connsiteX1" fmla="*/ 406620 w 544057"/>
              <a:gd name="connsiteY1" fmla="*/ 140108 h 1102644"/>
              <a:gd name="connsiteX2" fmla="*/ 377213 w 544057"/>
              <a:gd name="connsiteY2" fmla="*/ 300 h 1102644"/>
              <a:gd name="connsiteX3" fmla="*/ 406620 w 544057"/>
              <a:gd name="connsiteY3" fmla="*/ 140108 h 1102644"/>
              <a:gd name="connsiteX4" fmla="*/ 403 w 544057"/>
              <a:gd name="connsiteY4" fmla="*/ 75767 h 110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057" h="1102644">
                <a:moveTo>
                  <a:pt x="403" y="75767"/>
                </a:moveTo>
                <a:cubicBezTo>
                  <a:pt x="545674" y="1423543"/>
                  <a:pt x="681079" y="1444990"/>
                  <a:pt x="406620" y="140108"/>
                </a:cubicBezTo>
                <a:lnTo>
                  <a:pt x="377213" y="300"/>
                </a:lnTo>
                <a:lnTo>
                  <a:pt x="406620" y="140108"/>
                </a:lnTo>
                <a:cubicBezTo>
                  <a:pt x="681079" y="1444990"/>
                  <a:pt x="545674" y="1423543"/>
                  <a:pt x="403" y="75767"/>
                </a:cubicBezTo>
                <a:close/>
              </a:path>
            </a:pathLst>
          </a:custGeom>
          <a:solidFill>
            <a:srgbClr val="CB772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37060C57-DF3D-EC4D-2C07-A72816624910}"/>
              </a:ext>
            </a:extLst>
          </p:cNvPr>
          <p:cNvSpPr/>
          <p:nvPr/>
        </p:nvSpPr>
        <p:spPr>
          <a:xfrm>
            <a:off x="9041778" y="3511548"/>
            <a:ext cx="285335" cy="446850"/>
          </a:xfrm>
          <a:custGeom>
            <a:avLst/>
            <a:gdLst>
              <a:gd name="connsiteX0" fmla="*/ 360201 w 707172"/>
              <a:gd name="connsiteY0" fmla="*/ 300 h 1107471"/>
              <a:gd name="connsiteX1" fmla="*/ 78705 w 707172"/>
              <a:gd name="connsiteY1" fmla="*/ 351039 h 1107471"/>
              <a:gd name="connsiteX2" fmla="*/ 403 w 707172"/>
              <a:gd name="connsiteY2" fmla="*/ 231595 h 1107471"/>
              <a:gd name="connsiteX3" fmla="*/ 78705 w 707172"/>
              <a:gd name="connsiteY3" fmla="*/ 351039 h 1107471"/>
              <a:gd name="connsiteX4" fmla="*/ 360201 w 707172"/>
              <a:gd name="connsiteY4" fmla="*/ 300 h 1107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172" h="1107471">
                <a:moveTo>
                  <a:pt x="360201" y="300"/>
                </a:moveTo>
                <a:cubicBezTo>
                  <a:pt x="903377" y="1348919"/>
                  <a:pt x="809545" y="1465832"/>
                  <a:pt x="78705" y="351039"/>
                </a:cubicBezTo>
                <a:lnTo>
                  <a:pt x="403" y="231595"/>
                </a:lnTo>
                <a:lnTo>
                  <a:pt x="78705" y="351039"/>
                </a:lnTo>
                <a:cubicBezTo>
                  <a:pt x="809545" y="1465832"/>
                  <a:pt x="903377" y="1348919"/>
                  <a:pt x="360201" y="300"/>
                </a:cubicBezTo>
                <a:close/>
              </a:path>
            </a:pathLst>
          </a:custGeom>
          <a:solidFill>
            <a:srgbClr val="CB772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2" name="Freeform 471">
            <a:extLst>
              <a:ext uri="{FF2B5EF4-FFF2-40B4-BE49-F238E27FC236}">
                <a16:creationId xmlns:a16="http://schemas.microsoft.com/office/drawing/2014/main" id="{0DDB6307-F772-526A-2534-4A640A666C60}"/>
              </a:ext>
            </a:extLst>
          </p:cNvPr>
          <p:cNvSpPr/>
          <p:nvPr/>
        </p:nvSpPr>
        <p:spPr>
          <a:xfrm>
            <a:off x="9034496" y="3481890"/>
            <a:ext cx="357040" cy="464845"/>
          </a:xfrm>
          <a:custGeom>
            <a:avLst/>
            <a:gdLst>
              <a:gd name="connsiteX0" fmla="*/ 403 w 884887"/>
              <a:gd name="connsiteY0" fmla="*/ 271391 h 1152069"/>
              <a:gd name="connsiteX1" fmla="*/ 778280 w 884887"/>
              <a:gd name="connsiteY1" fmla="*/ 140060 h 1152069"/>
              <a:gd name="connsiteX2" fmla="*/ 748656 w 884887"/>
              <a:gd name="connsiteY2" fmla="*/ 300 h 1152069"/>
              <a:gd name="connsiteX3" fmla="*/ 778280 w 884887"/>
              <a:gd name="connsiteY3" fmla="*/ 140060 h 1152069"/>
              <a:gd name="connsiteX4" fmla="*/ 403 w 884887"/>
              <a:gd name="connsiteY4" fmla="*/ 271391 h 1152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4887" h="1152069">
                <a:moveTo>
                  <a:pt x="403" y="271391"/>
                </a:moveTo>
                <a:cubicBezTo>
                  <a:pt x="795475" y="1488285"/>
                  <a:pt x="1054768" y="1444509"/>
                  <a:pt x="778280" y="140060"/>
                </a:cubicBezTo>
                <a:lnTo>
                  <a:pt x="748656" y="300"/>
                </a:lnTo>
                <a:lnTo>
                  <a:pt x="778280" y="140060"/>
                </a:lnTo>
                <a:cubicBezTo>
                  <a:pt x="1054768" y="1444509"/>
                  <a:pt x="795475" y="1488285"/>
                  <a:pt x="403" y="271391"/>
                </a:cubicBezTo>
                <a:close/>
              </a:path>
            </a:pathLst>
          </a:custGeom>
          <a:solidFill>
            <a:srgbClr val="33999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3" name="Freeform 472">
            <a:extLst>
              <a:ext uri="{FF2B5EF4-FFF2-40B4-BE49-F238E27FC236}">
                <a16:creationId xmlns:a16="http://schemas.microsoft.com/office/drawing/2014/main" id="{F8D3D287-0CEF-D497-3AC5-FBF60EE57458}"/>
              </a:ext>
            </a:extLst>
          </p:cNvPr>
          <p:cNvSpPr/>
          <p:nvPr/>
        </p:nvSpPr>
        <p:spPr>
          <a:xfrm>
            <a:off x="8849438" y="3590522"/>
            <a:ext cx="395346" cy="434557"/>
          </a:xfrm>
          <a:custGeom>
            <a:avLst/>
            <a:gdLst>
              <a:gd name="connsiteX0" fmla="*/ 461886 w 979825"/>
              <a:gd name="connsiteY0" fmla="*/ 300 h 1077004"/>
              <a:gd name="connsiteX1" fmla="*/ 110489 w 979825"/>
              <a:gd name="connsiteY1" fmla="*/ 554750 h 1077004"/>
              <a:gd name="connsiteX2" fmla="*/ 403 w 979825"/>
              <a:gd name="connsiteY2" fmla="*/ 463844 h 1077004"/>
              <a:gd name="connsiteX3" fmla="*/ 110489 w 979825"/>
              <a:gd name="connsiteY3" fmla="*/ 554750 h 1077004"/>
              <a:gd name="connsiteX4" fmla="*/ 461886 w 979825"/>
              <a:gd name="connsiteY4" fmla="*/ 300 h 1077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825" h="1077004">
                <a:moveTo>
                  <a:pt x="461886" y="300"/>
                </a:moveTo>
                <a:cubicBezTo>
                  <a:pt x="1255070" y="1218433"/>
                  <a:pt x="1137937" y="1403251"/>
                  <a:pt x="110489" y="554750"/>
                </a:cubicBezTo>
                <a:lnTo>
                  <a:pt x="403" y="463844"/>
                </a:lnTo>
                <a:lnTo>
                  <a:pt x="110489" y="554750"/>
                </a:lnTo>
                <a:cubicBezTo>
                  <a:pt x="1137937" y="1403251"/>
                  <a:pt x="1255070" y="1218433"/>
                  <a:pt x="461886" y="300"/>
                </a:cubicBezTo>
                <a:close/>
              </a:path>
            </a:pathLst>
          </a:custGeom>
          <a:solidFill>
            <a:srgbClr val="33999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4" name="Freeform 473">
            <a:extLst>
              <a:ext uri="{FF2B5EF4-FFF2-40B4-BE49-F238E27FC236}">
                <a16:creationId xmlns:a16="http://schemas.microsoft.com/office/drawing/2014/main" id="{A0DF3589-E059-306E-ED1E-3C445DC67C2C}"/>
              </a:ext>
            </a:extLst>
          </p:cNvPr>
          <p:cNvSpPr/>
          <p:nvPr/>
        </p:nvSpPr>
        <p:spPr>
          <a:xfrm>
            <a:off x="8848585" y="3449334"/>
            <a:ext cx="617494" cy="554746"/>
          </a:xfrm>
          <a:custGeom>
            <a:avLst/>
            <a:gdLst>
              <a:gd name="connsiteX0" fmla="*/ 1520150 w 1530395"/>
              <a:gd name="connsiteY0" fmla="*/ 300 h 1374881"/>
              <a:gd name="connsiteX1" fmla="*/ 110622 w 1530395"/>
              <a:gd name="connsiteY1" fmla="*/ 907080 h 1374881"/>
              <a:gd name="connsiteX2" fmla="*/ 403 w 1530395"/>
              <a:gd name="connsiteY2" fmla="*/ 816335 h 1374881"/>
              <a:gd name="connsiteX3" fmla="*/ 110622 w 1530395"/>
              <a:gd name="connsiteY3" fmla="*/ 907080 h 1374881"/>
              <a:gd name="connsiteX4" fmla="*/ 1520150 w 1530395"/>
              <a:gd name="connsiteY4" fmla="*/ 300 h 1374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30395" h="1374881">
                <a:moveTo>
                  <a:pt x="1520150" y="300"/>
                </a:moveTo>
                <a:cubicBezTo>
                  <a:pt x="1609232" y="1451714"/>
                  <a:pt x="1139390" y="1753972"/>
                  <a:pt x="110622" y="907080"/>
                </a:cubicBezTo>
                <a:lnTo>
                  <a:pt x="403" y="816335"/>
                </a:lnTo>
                <a:lnTo>
                  <a:pt x="110622" y="907080"/>
                </a:lnTo>
                <a:cubicBezTo>
                  <a:pt x="1139390" y="1753972"/>
                  <a:pt x="1609232" y="1451714"/>
                  <a:pt x="1520150" y="300"/>
                </a:cubicBezTo>
                <a:close/>
              </a:path>
            </a:pathLst>
          </a:custGeom>
          <a:solidFill>
            <a:srgbClr val="FFC3C2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5" name="Freeform 474">
            <a:extLst>
              <a:ext uri="{FF2B5EF4-FFF2-40B4-BE49-F238E27FC236}">
                <a16:creationId xmlns:a16="http://schemas.microsoft.com/office/drawing/2014/main" id="{848DEE18-0B94-6CE4-5AA4-901AB0E72481}"/>
              </a:ext>
            </a:extLst>
          </p:cNvPr>
          <p:cNvSpPr/>
          <p:nvPr/>
        </p:nvSpPr>
        <p:spPr>
          <a:xfrm>
            <a:off x="9461384" y="3449253"/>
            <a:ext cx="28512" cy="458313"/>
          </a:xfrm>
          <a:custGeom>
            <a:avLst/>
            <a:gdLst>
              <a:gd name="connsiteX0" fmla="*/ 4778 w 70664"/>
              <a:gd name="connsiteY0" fmla="*/ 300 h 1135880"/>
              <a:gd name="connsiteX1" fmla="*/ 9377 w 70664"/>
              <a:gd name="connsiteY1" fmla="*/ 181332 h 1135880"/>
              <a:gd name="connsiteX2" fmla="*/ 403 w 70664"/>
              <a:gd name="connsiteY2" fmla="*/ 38733 h 1135880"/>
              <a:gd name="connsiteX3" fmla="*/ 9377 w 70664"/>
              <a:gd name="connsiteY3" fmla="*/ 181332 h 1135880"/>
              <a:gd name="connsiteX4" fmla="*/ 4778 w 70664"/>
              <a:gd name="connsiteY4" fmla="*/ 300 h 113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664" h="1135880">
                <a:moveTo>
                  <a:pt x="4778" y="300"/>
                </a:moveTo>
                <a:cubicBezTo>
                  <a:pt x="91602" y="1451845"/>
                  <a:pt x="93135" y="1512190"/>
                  <a:pt x="9377" y="181332"/>
                </a:cubicBezTo>
                <a:lnTo>
                  <a:pt x="403" y="38733"/>
                </a:lnTo>
                <a:lnTo>
                  <a:pt x="9377" y="181332"/>
                </a:lnTo>
                <a:cubicBezTo>
                  <a:pt x="93135" y="1512190"/>
                  <a:pt x="91602" y="1451845"/>
                  <a:pt x="4778" y="300"/>
                </a:cubicBezTo>
                <a:close/>
              </a:path>
            </a:pathLst>
          </a:custGeom>
          <a:solidFill>
            <a:srgbClr val="FFC3C2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6" name="Freeform 475">
            <a:extLst>
              <a:ext uri="{FF2B5EF4-FFF2-40B4-BE49-F238E27FC236}">
                <a16:creationId xmlns:a16="http://schemas.microsoft.com/office/drawing/2014/main" id="{B597CBA1-1595-7D14-BD1A-F27CE4517874}"/>
              </a:ext>
            </a:extLst>
          </p:cNvPr>
          <p:cNvSpPr/>
          <p:nvPr/>
        </p:nvSpPr>
        <p:spPr>
          <a:xfrm>
            <a:off x="8704341" y="3527578"/>
            <a:ext cx="589402" cy="567233"/>
          </a:xfrm>
          <a:custGeom>
            <a:avLst/>
            <a:gdLst>
              <a:gd name="connsiteX0" fmla="*/ 403 w 1460772"/>
              <a:gd name="connsiteY0" fmla="*/ 1144390 h 1405829"/>
              <a:gd name="connsiteX1" fmla="*/ 1254024 w 1460772"/>
              <a:gd name="connsiteY1" fmla="*/ 132517 h 1405829"/>
              <a:gd name="connsiteX2" fmla="*/ 1199935 w 1460772"/>
              <a:gd name="connsiteY2" fmla="*/ 300 h 1405829"/>
              <a:gd name="connsiteX3" fmla="*/ 1254024 w 1460772"/>
              <a:gd name="connsiteY3" fmla="*/ 132517 h 1405829"/>
              <a:gd name="connsiteX4" fmla="*/ 403 w 1460772"/>
              <a:gd name="connsiteY4" fmla="*/ 1144390 h 140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0772" h="1405829">
                <a:moveTo>
                  <a:pt x="403" y="1144390"/>
                </a:moveTo>
                <a:cubicBezTo>
                  <a:pt x="1340980" y="1703797"/>
                  <a:pt x="1758853" y="1366504"/>
                  <a:pt x="1254024" y="132517"/>
                </a:cubicBezTo>
                <a:lnTo>
                  <a:pt x="1199935" y="300"/>
                </a:lnTo>
                <a:lnTo>
                  <a:pt x="1254024" y="132517"/>
                </a:lnTo>
                <a:cubicBezTo>
                  <a:pt x="1758853" y="1366504"/>
                  <a:pt x="1340979" y="1703797"/>
                  <a:pt x="403" y="1144390"/>
                </a:cubicBezTo>
                <a:close/>
              </a:path>
            </a:pathLst>
          </a:custGeom>
          <a:solidFill>
            <a:srgbClr val="C04E3F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7" name="Freeform 476">
            <a:extLst>
              <a:ext uri="{FF2B5EF4-FFF2-40B4-BE49-F238E27FC236}">
                <a16:creationId xmlns:a16="http://schemas.microsoft.com/office/drawing/2014/main" id="{1518720A-7BCB-B071-DB1A-A3E2D431A2A4}"/>
              </a:ext>
            </a:extLst>
          </p:cNvPr>
          <p:cNvSpPr/>
          <p:nvPr/>
        </p:nvSpPr>
        <p:spPr>
          <a:xfrm>
            <a:off x="9459372" y="3464891"/>
            <a:ext cx="775507" cy="1368902"/>
          </a:xfrm>
          <a:custGeom>
            <a:avLst/>
            <a:gdLst>
              <a:gd name="connsiteX0" fmla="*/ 1922416 w 1922013"/>
              <a:gd name="connsiteY0" fmla="*/ 3392981 h 3392681"/>
              <a:gd name="connsiteX1" fmla="*/ 9709 w 1922013"/>
              <a:gd name="connsiteY1" fmla="*/ 142870 h 3392681"/>
              <a:gd name="connsiteX2" fmla="*/ 403 w 1922013"/>
              <a:gd name="connsiteY2" fmla="*/ 300 h 3392681"/>
              <a:gd name="connsiteX3" fmla="*/ 9709 w 1922013"/>
              <a:gd name="connsiteY3" fmla="*/ 142870 h 3392681"/>
              <a:gd name="connsiteX4" fmla="*/ 1922416 w 1922013"/>
              <a:gd name="connsiteY4" fmla="*/ 3392981 h 3392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22013" h="3392681">
                <a:moveTo>
                  <a:pt x="1922416" y="3392981"/>
                </a:moveTo>
                <a:cubicBezTo>
                  <a:pt x="734141" y="2556902"/>
                  <a:pt x="96570" y="1473532"/>
                  <a:pt x="9709" y="142870"/>
                </a:cubicBezTo>
                <a:lnTo>
                  <a:pt x="403" y="300"/>
                </a:lnTo>
                <a:lnTo>
                  <a:pt x="9709" y="142870"/>
                </a:lnTo>
                <a:cubicBezTo>
                  <a:pt x="96570" y="1473532"/>
                  <a:pt x="734141" y="2556902"/>
                  <a:pt x="1922416" y="3392981"/>
                </a:cubicBezTo>
                <a:close/>
              </a:path>
            </a:pathLst>
          </a:custGeom>
          <a:solidFill>
            <a:srgbClr val="B5DBA5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8" name="Freeform 477">
            <a:extLst>
              <a:ext uri="{FF2B5EF4-FFF2-40B4-BE49-F238E27FC236}">
                <a16:creationId xmlns:a16="http://schemas.microsoft.com/office/drawing/2014/main" id="{D098E3ED-2855-A786-BDB0-A2B7C1647C71}"/>
              </a:ext>
            </a:extLst>
          </p:cNvPr>
          <p:cNvSpPr/>
          <p:nvPr/>
        </p:nvSpPr>
        <p:spPr>
          <a:xfrm>
            <a:off x="8716969" y="3465590"/>
            <a:ext cx="656048" cy="635795"/>
          </a:xfrm>
          <a:custGeom>
            <a:avLst/>
            <a:gdLst>
              <a:gd name="connsiteX0" fmla="*/ 1542649 w 1625947"/>
              <a:gd name="connsiteY0" fmla="*/ 300 h 1575751"/>
              <a:gd name="connsiteX1" fmla="*/ 132379 w 1625947"/>
              <a:gd name="connsiteY1" fmla="*/ 1376267 h 1575751"/>
              <a:gd name="connsiteX2" fmla="*/ 403 w 1625947"/>
              <a:gd name="connsiteY2" fmla="*/ 1321921 h 1575751"/>
              <a:gd name="connsiteX3" fmla="*/ 132379 w 1625947"/>
              <a:gd name="connsiteY3" fmla="*/ 1376267 h 1575751"/>
              <a:gd name="connsiteX4" fmla="*/ 1542649 w 1625947"/>
              <a:gd name="connsiteY4" fmla="*/ 300 h 157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5947" h="1575751">
                <a:moveTo>
                  <a:pt x="1542649" y="300"/>
                </a:moveTo>
                <a:cubicBezTo>
                  <a:pt x="1834196" y="1424854"/>
                  <a:pt x="1364106" y="1883509"/>
                  <a:pt x="132379" y="1376267"/>
                </a:cubicBezTo>
                <a:lnTo>
                  <a:pt x="403" y="1321921"/>
                </a:lnTo>
                <a:lnTo>
                  <a:pt x="132379" y="1376267"/>
                </a:lnTo>
                <a:cubicBezTo>
                  <a:pt x="1364106" y="1883509"/>
                  <a:pt x="1834196" y="1424854"/>
                  <a:pt x="1542649" y="300"/>
                </a:cubicBezTo>
                <a:close/>
              </a:path>
            </a:pathLst>
          </a:custGeom>
          <a:solidFill>
            <a:srgbClr val="005F56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9" name="Freeform 478">
            <a:extLst>
              <a:ext uri="{FF2B5EF4-FFF2-40B4-BE49-F238E27FC236}">
                <a16:creationId xmlns:a16="http://schemas.microsoft.com/office/drawing/2014/main" id="{155C3B3F-706A-EC52-1D73-359AB1943FB9}"/>
              </a:ext>
            </a:extLst>
          </p:cNvPr>
          <p:cNvSpPr/>
          <p:nvPr/>
        </p:nvSpPr>
        <p:spPr>
          <a:xfrm>
            <a:off x="9334435" y="3465049"/>
            <a:ext cx="95540" cy="450588"/>
          </a:xfrm>
          <a:custGeom>
            <a:avLst/>
            <a:gdLst>
              <a:gd name="connsiteX0" fmla="*/ 18968 w 236787"/>
              <a:gd name="connsiteY0" fmla="*/ 300 h 1116736"/>
              <a:gd name="connsiteX1" fmla="*/ 30352 w 236787"/>
              <a:gd name="connsiteY1" fmla="*/ 182770 h 1116736"/>
              <a:gd name="connsiteX2" fmla="*/ 403 w 236787"/>
              <a:gd name="connsiteY2" fmla="*/ 43077 h 1116736"/>
              <a:gd name="connsiteX3" fmla="*/ 30352 w 236787"/>
              <a:gd name="connsiteY3" fmla="*/ 182770 h 1116736"/>
              <a:gd name="connsiteX4" fmla="*/ 18968 w 236787"/>
              <a:gd name="connsiteY4" fmla="*/ 300 h 1116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787" h="1116736">
                <a:moveTo>
                  <a:pt x="18968" y="300"/>
                </a:moveTo>
                <a:cubicBezTo>
                  <a:pt x="306085" y="1425747"/>
                  <a:pt x="309880" y="1486572"/>
                  <a:pt x="30352" y="182770"/>
                </a:cubicBezTo>
                <a:lnTo>
                  <a:pt x="403" y="43077"/>
                </a:lnTo>
                <a:lnTo>
                  <a:pt x="30352" y="182770"/>
                </a:lnTo>
                <a:cubicBezTo>
                  <a:pt x="309880" y="1486572"/>
                  <a:pt x="306085" y="1425747"/>
                  <a:pt x="18968" y="300"/>
                </a:cubicBezTo>
                <a:close/>
              </a:path>
            </a:pathLst>
          </a:custGeom>
          <a:solidFill>
            <a:srgbClr val="005F56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0" name="Freeform 479">
            <a:extLst>
              <a:ext uri="{FF2B5EF4-FFF2-40B4-BE49-F238E27FC236}">
                <a16:creationId xmlns:a16="http://schemas.microsoft.com/office/drawing/2014/main" id="{7C8BE1BC-01ED-379B-FCBF-DF9A4D304EBE}"/>
              </a:ext>
            </a:extLst>
          </p:cNvPr>
          <p:cNvSpPr/>
          <p:nvPr/>
        </p:nvSpPr>
        <p:spPr>
          <a:xfrm>
            <a:off x="8847307" y="3464511"/>
            <a:ext cx="534125" cy="542227"/>
          </a:xfrm>
          <a:custGeom>
            <a:avLst/>
            <a:gdLst>
              <a:gd name="connsiteX0" fmla="*/ 1232913 w 1323773"/>
              <a:gd name="connsiteY0" fmla="*/ 300 h 1343853"/>
              <a:gd name="connsiteX1" fmla="*/ 110841 w 1323773"/>
              <a:gd name="connsiteY1" fmla="*/ 873076 h 1343853"/>
              <a:gd name="connsiteX2" fmla="*/ 403 w 1323773"/>
              <a:gd name="connsiteY2" fmla="*/ 782588 h 1343853"/>
              <a:gd name="connsiteX3" fmla="*/ 110841 w 1323773"/>
              <a:gd name="connsiteY3" fmla="*/ 873076 h 1343853"/>
              <a:gd name="connsiteX4" fmla="*/ 1232913 w 1323773"/>
              <a:gd name="connsiteY4" fmla="*/ 300 h 1343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3773" h="1343853">
                <a:moveTo>
                  <a:pt x="1232913" y="300"/>
                </a:moveTo>
                <a:cubicBezTo>
                  <a:pt x="1515598" y="1426636"/>
                  <a:pt x="1141572" y="1717561"/>
                  <a:pt x="110841" y="873076"/>
                </a:cubicBezTo>
                <a:lnTo>
                  <a:pt x="403" y="782588"/>
                </a:lnTo>
                <a:lnTo>
                  <a:pt x="110841" y="873076"/>
                </a:lnTo>
                <a:cubicBezTo>
                  <a:pt x="1141572" y="1717561"/>
                  <a:pt x="1515598" y="1426636"/>
                  <a:pt x="1232913" y="300"/>
                </a:cubicBezTo>
                <a:close/>
              </a:path>
            </a:pathLst>
          </a:custGeom>
          <a:solidFill>
            <a:srgbClr val="005F56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1" name="Freeform 480">
            <a:extLst>
              <a:ext uri="{FF2B5EF4-FFF2-40B4-BE49-F238E27FC236}">
                <a16:creationId xmlns:a16="http://schemas.microsoft.com/office/drawing/2014/main" id="{BC683598-49CA-7847-2C15-B099564479DA}"/>
              </a:ext>
            </a:extLst>
          </p:cNvPr>
          <p:cNvSpPr/>
          <p:nvPr/>
        </p:nvSpPr>
        <p:spPr>
          <a:xfrm>
            <a:off x="8845607" y="3510779"/>
            <a:ext cx="455430" cy="503318"/>
          </a:xfrm>
          <a:custGeom>
            <a:avLst/>
            <a:gdLst>
              <a:gd name="connsiteX0" fmla="*/ 851109 w 1128736"/>
              <a:gd name="connsiteY0" fmla="*/ 300 h 1247421"/>
              <a:gd name="connsiteX1" fmla="*/ 111117 w 1128736"/>
              <a:gd name="connsiteY1" fmla="*/ 763224 h 1247421"/>
              <a:gd name="connsiteX2" fmla="*/ 403 w 1128736"/>
              <a:gd name="connsiteY2" fmla="*/ 673089 h 1247421"/>
              <a:gd name="connsiteX3" fmla="*/ 111117 w 1128736"/>
              <a:gd name="connsiteY3" fmla="*/ 763224 h 1247421"/>
              <a:gd name="connsiteX4" fmla="*/ 851109 w 1128736"/>
              <a:gd name="connsiteY4" fmla="*/ 300 h 124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8736" h="1247421">
                <a:moveTo>
                  <a:pt x="851109" y="300"/>
                </a:moveTo>
                <a:cubicBezTo>
                  <a:pt x="1391139" y="1350191"/>
                  <a:pt x="1144476" y="1604498"/>
                  <a:pt x="111117" y="763224"/>
                </a:cubicBezTo>
                <a:lnTo>
                  <a:pt x="403" y="673089"/>
                </a:lnTo>
                <a:lnTo>
                  <a:pt x="111117" y="763224"/>
                </a:lnTo>
                <a:cubicBezTo>
                  <a:pt x="1144476" y="1604498"/>
                  <a:pt x="1391139" y="1350191"/>
                  <a:pt x="851109" y="300"/>
                </a:cubicBezTo>
                <a:close/>
              </a:path>
            </a:pathLst>
          </a:custGeom>
          <a:solidFill>
            <a:srgbClr val="CB772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2" name="Freeform 481">
            <a:extLst>
              <a:ext uri="{FF2B5EF4-FFF2-40B4-BE49-F238E27FC236}">
                <a16:creationId xmlns:a16="http://schemas.microsoft.com/office/drawing/2014/main" id="{1EB7F439-DC05-AA88-69F3-F36A7B4863C2}"/>
              </a:ext>
            </a:extLst>
          </p:cNvPr>
          <p:cNvSpPr/>
          <p:nvPr/>
        </p:nvSpPr>
        <p:spPr>
          <a:xfrm>
            <a:off x="8838901" y="3528600"/>
            <a:ext cx="465192" cy="478799"/>
          </a:xfrm>
          <a:custGeom>
            <a:avLst/>
            <a:gdLst>
              <a:gd name="connsiteX0" fmla="*/ 403 w 1152931"/>
              <a:gd name="connsiteY0" fmla="*/ 589145 h 1186654"/>
              <a:gd name="connsiteX1" fmla="*/ 914780 w 1152931"/>
              <a:gd name="connsiteY1" fmla="*/ 132345 h 1186654"/>
              <a:gd name="connsiteX2" fmla="*/ 860281 w 1152931"/>
              <a:gd name="connsiteY2" fmla="*/ 300 h 1186654"/>
              <a:gd name="connsiteX3" fmla="*/ 914780 w 1152931"/>
              <a:gd name="connsiteY3" fmla="*/ 132345 h 1186654"/>
              <a:gd name="connsiteX4" fmla="*/ 403 w 1152931"/>
              <a:gd name="connsiteY4" fmla="*/ 589145 h 1186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2931" h="1186654">
                <a:moveTo>
                  <a:pt x="403" y="589145"/>
                </a:moveTo>
                <a:cubicBezTo>
                  <a:pt x="1118651" y="1517026"/>
                  <a:pt x="1423442" y="1364760"/>
                  <a:pt x="914780" y="132345"/>
                </a:cubicBezTo>
                <a:lnTo>
                  <a:pt x="860281" y="300"/>
                </a:lnTo>
                <a:lnTo>
                  <a:pt x="914780" y="132345"/>
                </a:lnTo>
                <a:cubicBezTo>
                  <a:pt x="1423442" y="1364760"/>
                  <a:pt x="1118651" y="1517026"/>
                  <a:pt x="403" y="589145"/>
                </a:cubicBezTo>
                <a:close/>
              </a:path>
            </a:pathLst>
          </a:custGeom>
          <a:solidFill>
            <a:srgbClr val="F4E1A1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3" name="Freeform 482">
            <a:extLst>
              <a:ext uri="{FF2B5EF4-FFF2-40B4-BE49-F238E27FC236}">
                <a16:creationId xmlns:a16="http://schemas.microsoft.com/office/drawing/2014/main" id="{DD2FD54C-DE75-CAE9-1EB9-5F7651200F81}"/>
              </a:ext>
            </a:extLst>
          </p:cNvPr>
          <p:cNvSpPr/>
          <p:nvPr/>
        </p:nvSpPr>
        <p:spPr>
          <a:xfrm>
            <a:off x="8639483" y="3605983"/>
            <a:ext cx="581581" cy="791830"/>
          </a:xfrm>
          <a:custGeom>
            <a:avLst/>
            <a:gdLst>
              <a:gd name="connsiteX0" fmla="*/ 403 w 1441388"/>
              <a:gd name="connsiteY0" fmla="*/ 1962769 h 1962469"/>
              <a:gd name="connsiteX1" fmla="*/ 1071852 w 1441388"/>
              <a:gd name="connsiteY1" fmla="*/ 119553 h 1962469"/>
              <a:gd name="connsiteX2" fmla="*/ 993273 w 1441388"/>
              <a:gd name="connsiteY2" fmla="*/ 300 h 1962469"/>
              <a:gd name="connsiteX3" fmla="*/ 1071852 w 1441388"/>
              <a:gd name="connsiteY3" fmla="*/ 119553 h 1962469"/>
              <a:gd name="connsiteX4" fmla="*/ 403 w 1441388"/>
              <a:gd name="connsiteY4" fmla="*/ 1962769 h 1962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1388" h="1962469">
                <a:moveTo>
                  <a:pt x="403" y="1962769"/>
                </a:moveTo>
                <a:cubicBezTo>
                  <a:pt x="1448143" y="1847044"/>
                  <a:pt x="1805293" y="1232640"/>
                  <a:pt x="1071852" y="119553"/>
                </a:cubicBezTo>
                <a:lnTo>
                  <a:pt x="993273" y="300"/>
                </a:lnTo>
                <a:lnTo>
                  <a:pt x="1071852" y="119553"/>
                </a:lnTo>
                <a:cubicBezTo>
                  <a:pt x="1805293" y="1232640"/>
                  <a:pt x="1448143" y="1847044"/>
                  <a:pt x="403" y="1962769"/>
                </a:cubicBezTo>
                <a:close/>
              </a:path>
            </a:pathLst>
          </a:custGeom>
          <a:solidFill>
            <a:srgbClr val="F4A988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4" name="Freeform 483">
            <a:extLst>
              <a:ext uri="{FF2B5EF4-FFF2-40B4-BE49-F238E27FC236}">
                <a16:creationId xmlns:a16="http://schemas.microsoft.com/office/drawing/2014/main" id="{075AC6CB-5F27-821A-B8FA-2011C19A26A9}"/>
              </a:ext>
            </a:extLst>
          </p:cNvPr>
          <p:cNvSpPr/>
          <p:nvPr/>
        </p:nvSpPr>
        <p:spPr>
          <a:xfrm>
            <a:off x="8715699" y="3509461"/>
            <a:ext cx="574269" cy="596671"/>
          </a:xfrm>
          <a:custGeom>
            <a:avLst/>
            <a:gdLst>
              <a:gd name="connsiteX0" fmla="*/ 1180621 w 1423265"/>
              <a:gd name="connsiteY0" fmla="*/ 557 h 1478787"/>
              <a:gd name="connsiteX1" fmla="*/ 1181271 w 1423265"/>
              <a:gd name="connsiteY1" fmla="*/ 300 h 1478787"/>
              <a:gd name="connsiteX2" fmla="*/ 132464 w 1423265"/>
              <a:gd name="connsiteY2" fmla="*/ 1275039 h 1478787"/>
              <a:gd name="connsiteX3" fmla="*/ 403 w 1423265"/>
              <a:gd name="connsiteY3" fmla="*/ 1220910 h 1478787"/>
              <a:gd name="connsiteX4" fmla="*/ 132702 w 1423265"/>
              <a:gd name="connsiteY4" fmla="*/ 1274445 h 1478787"/>
              <a:gd name="connsiteX5" fmla="*/ 1180621 w 1423265"/>
              <a:gd name="connsiteY5" fmla="*/ 557 h 1478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265" h="1478787">
                <a:moveTo>
                  <a:pt x="1180621" y="557"/>
                </a:moveTo>
                <a:cubicBezTo>
                  <a:pt x="1180838" y="471"/>
                  <a:pt x="1181055" y="386"/>
                  <a:pt x="1181271" y="300"/>
                </a:cubicBezTo>
                <a:cubicBezTo>
                  <a:pt x="1715836" y="1352368"/>
                  <a:pt x="1366233" y="1777280"/>
                  <a:pt x="132464" y="1275039"/>
                </a:cubicBezTo>
                <a:lnTo>
                  <a:pt x="403" y="1220910"/>
                </a:lnTo>
                <a:lnTo>
                  <a:pt x="132702" y="1274445"/>
                </a:lnTo>
                <a:cubicBezTo>
                  <a:pt x="1366314" y="1777082"/>
                  <a:pt x="1715619" y="1352454"/>
                  <a:pt x="1180621" y="557"/>
                </a:cubicBezTo>
                <a:close/>
              </a:path>
            </a:pathLst>
          </a:custGeom>
          <a:solidFill>
            <a:srgbClr val="CB772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5" name="Freeform 484">
            <a:extLst>
              <a:ext uri="{FF2B5EF4-FFF2-40B4-BE49-F238E27FC236}">
                <a16:creationId xmlns:a16="http://schemas.microsoft.com/office/drawing/2014/main" id="{4D014F5F-96B2-E19D-4563-84897E8DC8A6}"/>
              </a:ext>
            </a:extLst>
          </p:cNvPr>
          <p:cNvSpPr/>
          <p:nvPr/>
        </p:nvSpPr>
        <p:spPr>
          <a:xfrm>
            <a:off x="9182748" y="3507958"/>
            <a:ext cx="175334" cy="429605"/>
          </a:xfrm>
          <a:custGeom>
            <a:avLst/>
            <a:gdLst>
              <a:gd name="connsiteX0" fmla="*/ 32554 w 434548"/>
              <a:gd name="connsiteY0" fmla="*/ 557 h 1064730"/>
              <a:gd name="connsiteX1" fmla="*/ 33205 w 434548"/>
              <a:gd name="connsiteY1" fmla="*/ 300 h 1064730"/>
              <a:gd name="connsiteX2" fmla="*/ 55119 w 434548"/>
              <a:gd name="connsiteY2" fmla="*/ 186619 h 1064730"/>
              <a:gd name="connsiteX3" fmla="*/ 403 w 434548"/>
              <a:gd name="connsiteY3" fmla="*/ 54659 h 1064730"/>
              <a:gd name="connsiteX4" fmla="*/ 55710 w 434548"/>
              <a:gd name="connsiteY4" fmla="*/ 186371 h 1064730"/>
              <a:gd name="connsiteX5" fmla="*/ 32554 w 434548"/>
              <a:gd name="connsiteY5" fmla="*/ 557 h 1064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4548" h="1064730">
                <a:moveTo>
                  <a:pt x="32554" y="557"/>
                </a:moveTo>
                <a:cubicBezTo>
                  <a:pt x="32771" y="472"/>
                  <a:pt x="32988" y="386"/>
                  <a:pt x="33205" y="300"/>
                </a:cubicBezTo>
                <a:cubicBezTo>
                  <a:pt x="561459" y="1354850"/>
                  <a:pt x="568764" y="1416956"/>
                  <a:pt x="55119" y="186619"/>
                </a:cubicBezTo>
                <a:lnTo>
                  <a:pt x="403" y="54659"/>
                </a:lnTo>
                <a:lnTo>
                  <a:pt x="55710" y="186371"/>
                </a:lnTo>
                <a:cubicBezTo>
                  <a:pt x="568961" y="1416873"/>
                  <a:pt x="561242" y="1354935"/>
                  <a:pt x="32554" y="557"/>
                </a:cubicBezTo>
                <a:close/>
              </a:path>
            </a:pathLst>
          </a:custGeom>
          <a:solidFill>
            <a:srgbClr val="CB772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6" name="Freeform 485">
            <a:extLst>
              <a:ext uri="{FF2B5EF4-FFF2-40B4-BE49-F238E27FC236}">
                <a16:creationId xmlns:a16="http://schemas.microsoft.com/office/drawing/2014/main" id="{DDCAB810-8A0D-434C-4993-8233CD6BBA88}"/>
              </a:ext>
            </a:extLst>
          </p:cNvPr>
          <p:cNvSpPr/>
          <p:nvPr/>
        </p:nvSpPr>
        <p:spPr>
          <a:xfrm>
            <a:off x="8841001" y="3483024"/>
            <a:ext cx="537563" cy="515911"/>
          </a:xfrm>
          <a:custGeom>
            <a:avLst/>
            <a:gdLst>
              <a:gd name="connsiteX0" fmla="*/ 403 w 1332294"/>
              <a:gd name="connsiteY0" fmla="*/ 695844 h 1278632"/>
              <a:gd name="connsiteX1" fmla="*/ 850 w 1332294"/>
              <a:gd name="connsiteY1" fmla="*/ 695311 h 1278632"/>
              <a:gd name="connsiteX2" fmla="*/ 1245369 w 1332294"/>
              <a:gd name="connsiteY2" fmla="*/ 139946 h 1278632"/>
              <a:gd name="connsiteX3" fmla="*/ 1215190 w 1332294"/>
              <a:gd name="connsiteY3" fmla="*/ 300 h 1278632"/>
              <a:gd name="connsiteX4" fmla="*/ 1245995 w 1332294"/>
              <a:gd name="connsiteY4" fmla="*/ 139803 h 1278632"/>
              <a:gd name="connsiteX5" fmla="*/ 403 w 1332294"/>
              <a:gd name="connsiteY5" fmla="*/ 695844 h 127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2294" h="1278632">
                <a:moveTo>
                  <a:pt x="403" y="695844"/>
                </a:moveTo>
                <a:cubicBezTo>
                  <a:pt x="545" y="695663"/>
                  <a:pt x="697" y="695482"/>
                  <a:pt x="850" y="695311"/>
                </a:cubicBezTo>
                <a:cubicBezTo>
                  <a:pt x="1115329" y="1627719"/>
                  <a:pt x="1530169" y="1442596"/>
                  <a:pt x="1245369" y="139946"/>
                </a:cubicBezTo>
                <a:lnTo>
                  <a:pt x="1215190" y="300"/>
                </a:lnTo>
                <a:lnTo>
                  <a:pt x="1245995" y="139803"/>
                </a:lnTo>
                <a:cubicBezTo>
                  <a:pt x="1530379" y="1442551"/>
                  <a:pt x="1115179" y="1627898"/>
                  <a:pt x="403" y="695844"/>
                </a:cubicBezTo>
                <a:close/>
              </a:path>
            </a:pathLst>
          </a:custGeom>
          <a:solidFill>
            <a:srgbClr val="F4E1A1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7" name="Freeform 486">
            <a:extLst>
              <a:ext uri="{FF2B5EF4-FFF2-40B4-BE49-F238E27FC236}">
                <a16:creationId xmlns:a16="http://schemas.microsoft.com/office/drawing/2014/main" id="{2BA1D401-76E8-5F5B-D1AE-6394666AFDC7}"/>
              </a:ext>
            </a:extLst>
          </p:cNvPr>
          <p:cNvSpPr/>
          <p:nvPr/>
        </p:nvSpPr>
        <p:spPr>
          <a:xfrm>
            <a:off x="8843492" y="3760304"/>
            <a:ext cx="347748" cy="299808"/>
          </a:xfrm>
          <a:custGeom>
            <a:avLst/>
            <a:gdLst>
              <a:gd name="connsiteX0" fmla="*/ 764 w 861858"/>
              <a:gd name="connsiteY0" fmla="*/ 833 h 743042"/>
              <a:gd name="connsiteX1" fmla="*/ 1211 w 861858"/>
              <a:gd name="connsiteY1" fmla="*/ 300 h 743042"/>
              <a:gd name="connsiteX2" fmla="*/ 111269 w 861858"/>
              <a:gd name="connsiteY2" fmla="*/ 151100 h 743042"/>
              <a:gd name="connsiteX3" fmla="*/ 403 w 861858"/>
              <a:gd name="connsiteY3" fmla="*/ 61146 h 743042"/>
              <a:gd name="connsiteX4" fmla="*/ 111669 w 861858"/>
              <a:gd name="connsiteY4" fmla="*/ 150604 h 743042"/>
              <a:gd name="connsiteX5" fmla="*/ 764 w 861858"/>
              <a:gd name="connsiteY5" fmla="*/ 833 h 74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1858" h="743042">
                <a:moveTo>
                  <a:pt x="764" y="833"/>
                </a:moveTo>
                <a:cubicBezTo>
                  <a:pt x="907" y="652"/>
                  <a:pt x="1059" y="481"/>
                  <a:pt x="1211" y="300"/>
                </a:cubicBezTo>
                <a:cubicBezTo>
                  <a:pt x="1111335" y="937909"/>
                  <a:pt x="1148021" y="988177"/>
                  <a:pt x="111269" y="151100"/>
                </a:cubicBezTo>
                <a:lnTo>
                  <a:pt x="403" y="61146"/>
                </a:lnTo>
                <a:lnTo>
                  <a:pt x="111669" y="150604"/>
                </a:lnTo>
                <a:cubicBezTo>
                  <a:pt x="1148155" y="988010"/>
                  <a:pt x="1111185" y="938088"/>
                  <a:pt x="764" y="833"/>
                </a:cubicBezTo>
                <a:close/>
              </a:path>
            </a:pathLst>
          </a:custGeom>
          <a:solidFill>
            <a:srgbClr val="F4E1A1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8" name="Freeform 487">
            <a:extLst>
              <a:ext uri="{FF2B5EF4-FFF2-40B4-BE49-F238E27FC236}">
                <a16:creationId xmlns:a16="http://schemas.microsoft.com/office/drawing/2014/main" id="{ED0829F0-2021-6A4F-DE67-08CE823A4FCD}"/>
              </a:ext>
            </a:extLst>
          </p:cNvPr>
          <p:cNvSpPr/>
          <p:nvPr/>
        </p:nvSpPr>
        <p:spPr>
          <a:xfrm>
            <a:off x="8846290" y="3607839"/>
            <a:ext cx="401596" cy="411412"/>
          </a:xfrm>
          <a:custGeom>
            <a:avLst/>
            <a:gdLst>
              <a:gd name="connsiteX0" fmla="*/ 403 w 995315"/>
              <a:gd name="connsiteY0" fmla="*/ 370927 h 1019641"/>
              <a:gd name="connsiteX1" fmla="*/ 850 w 995315"/>
              <a:gd name="connsiteY1" fmla="*/ 370394 h 1019641"/>
              <a:gd name="connsiteX2" fmla="*/ 552556 w 995315"/>
              <a:gd name="connsiteY2" fmla="*/ 119429 h 1019641"/>
              <a:gd name="connsiteX3" fmla="*/ 473778 w 995315"/>
              <a:gd name="connsiteY3" fmla="*/ 300 h 1019641"/>
              <a:gd name="connsiteX4" fmla="*/ 553089 w 995315"/>
              <a:gd name="connsiteY4" fmla="*/ 119077 h 1019641"/>
              <a:gd name="connsiteX5" fmla="*/ 403 w 995315"/>
              <a:gd name="connsiteY5" fmla="*/ 370927 h 1019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5315" h="1019641">
                <a:moveTo>
                  <a:pt x="403" y="370927"/>
                </a:moveTo>
                <a:cubicBezTo>
                  <a:pt x="555" y="370756"/>
                  <a:pt x="697" y="370575"/>
                  <a:pt x="850" y="370394"/>
                </a:cubicBezTo>
                <a:cubicBezTo>
                  <a:pt x="1106592" y="1313186"/>
                  <a:pt x="1290494" y="1229531"/>
                  <a:pt x="552556" y="119429"/>
                </a:cubicBezTo>
                <a:lnTo>
                  <a:pt x="473778" y="300"/>
                </a:lnTo>
                <a:lnTo>
                  <a:pt x="553089" y="119077"/>
                </a:lnTo>
                <a:cubicBezTo>
                  <a:pt x="1290672" y="1229413"/>
                  <a:pt x="1106441" y="1313363"/>
                  <a:pt x="403" y="370927"/>
                </a:cubicBezTo>
                <a:close/>
              </a:path>
            </a:pathLst>
          </a:custGeom>
          <a:solidFill>
            <a:srgbClr val="F4E1A1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89" name="Freeform 488">
            <a:extLst>
              <a:ext uri="{FF2B5EF4-FFF2-40B4-BE49-F238E27FC236}">
                <a16:creationId xmlns:a16="http://schemas.microsoft.com/office/drawing/2014/main" id="{421C7007-40E1-B34E-25D1-D30EDE5EC488}"/>
              </a:ext>
            </a:extLst>
          </p:cNvPr>
          <p:cNvSpPr/>
          <p:nvPr/>
        </p:nvSpPr>
        <p:spPr>
          <a:xfrm>
            <a:off x="8655063" y="3449084"/>
            <a:ext cx="813851" cy="950859"/>
          </a:xfrm>
          <a:custGeom>
            <a:avLst/>
            <a:gdLst>
              <a:gd name="connsiteX0" fmla="*/ 2009580 w 2017046"/>
              <a:gd name="connsiteY0" fmla="*/ 338 h 2356605"/>
              <a:gd name="connsiteX1" fmla="*/ 2010278 w 2017046"/>
              <a:gd name="connsiteY1" fmla="*/ 300 h 2356605"/>
              <a:gd name="connsiteX2" fmla="*/ 142624 w 2017046"/>
              <a:gd name="connsiteY2" fmla="*/ 2345301 h 2356605"/>
              <a:gd name="connsiteX3" fmla="*/ 403 w 2017046"/>
              <a:gd name="connsiteY3" fmla="*/ 2356905 h 2356605"/>
              <a:gd name="connsiteX4" fmla="*/ 142577 w 2017046"/>
              <a:gd name="connsiteY4" fmla="*/ 2344662 h 2356605"/>
              <a:gd name="connsiteX5" fmla="*/ 2009580 w 2017046"/>
              <a:gd name="connsiteY5" fmla="*/ 338 h 2356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7046" h="2356605">
                <a:moveTo>
                  <a:pt x="2009580" y="338"/>
                </a:moveTo>
                <a:cubicBezTo>
                  <a:pt x="2009813" y="329"/>
                  <a:pt x="2010045" y="310"/>
                  <a:pt x="2010278" y="300"/>
                </a:cubicBezTo>
                <a:cubicBezTo>
                  <a:pt x="2092358" y="1452126"/>
                  <a:pt x="1469808" y="2233793"/>
                  <a:pt x="142624" y="2345301"/>
                </a:cubicBezTo>
                <a:lnTo>
                  <a:pt x="403" y="2356905"/>
                </a:lnTo>
                <a:lnTo>
                  <a:pt x="142577" y="2344662"/>
                </a:lnTo>
                <a:cubicBezTo>
                  <a:pt x="1469790" y="2233580"/>
                  <a:pt x="2092125" y="1452140"/>
                  <a:pt x="2009580" y="338"/>
                </a:cubicBezTo>
                <a:close/>
              </a:path>
            </a:pathLst>
          </a:custGeom>
          <a:solidFill>
            <a:srgbClr val="FFC3C2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0" name="Freeform 489">
            <a:extLst>
              <a:ext uri="{FF2B5EF4-FFF2-40B4-BE49-F238E27FC236}">
                <a16:creationId xmlns:a16="http://schemas.microsoft.com/office/drawing/2014/main" id="{A976DE4D-6AAA-8688-2398-6972587E46A0}"/>
              </a:ext>
            </a:extLst>
          </p:cNvPr>
          <p:cNvSpPr/>
          <p:nvPr/>
        </p:nvSpPr>
        <p:spPr>
          <a:xfrm>
            <a:off x="8639106" y="3484042"/>
            <a:ext cx="730168" cy="910499"/>
          </a:xfrm>
          <a:custGeom>
            <a:avLst/>
            <a:gdLst>
              <a:gd name="connsiteX0" fmla="*/ 707 w 1809644"/>
              <a:gd name="connsiteY0" fmla="*/ 2256876 h 2256576"/>
              <a:gd name="connsiteX1" fmla="*/ 403 w 1809644"/>
              <a:gd name="connsiteY1" fmla="*/ 2252794 h 2256576"/>
              <a:gd name="connsiteX2" fmla="*/ 1733603 w 1809644"/>
              <a:gd name="connsiteY2" fmla="*/ 140117 h 2256576"/>
              <a:gd name="connsiteX3" fmla="*/ 1704181 w 1809644"/>
              <a:gd name="connsiteY3" fmla="*/ 300 h 2256576"/>
              <a:gd name="connsiteX4" fmla="*/ 1737262 w 1809644"/>
              <a:gd name="connsiteY4" fmla="*/ 139298 h 2256576"/>
              <a:gd name="connsiteX5" fmla="*/ 707 w 1809644"/>
              <a:gd name="connsiteY5" fmla="*/ 2256876 h 225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9644" h="2256576">
                <a:moveTo>
                  <a:pt x="707" y="2256876"/>
                </a:moveTo>
                <a:cubicBezTo>
                  <a:pt x="602" y="2255515"/>
                  <a:pt x="498" y="2254155"/>
                  <a:pt x="403" y="2252794"/>
                </a:cubicBezTo>
                <a:cubicBezTo>
                  <a:pt x="1448762" y="2145198"/>
                  <a:pt x="2026497" y="1440972"/>
                  <a:pt x="1733603" y="140117"/>
                </a:cubicBezTo>
                <a:lnTo>
                  <a:pt x="1704181" y="300"/>
                </a:lnTo>
                <a:lnTo>
                  <a:pt x="1737262" y="139298"/>
                </a:lnTo>
                <a:cubicBezTo>
                  <a:pt x="2027717" y="1440698"/>
                  <a:pt x="1448865" y="2146559"/>
                  <a:pt x="707" y="2256876"/>
                </a:cubicBezTo>
                <a:close/>
              </a:path>
            </a:pathLst>
          </a:custGeom>
          <a:solidFill>
            <a:srgbClr val="F4A988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1" name="Freeform 490">
            <a:extLst>
              <a:ext uri="{FF2B5EF4-FFF2-40B4-BE49-F238E27FC236}">
                <a16:creationId xmlns:a16="http://schemas.microsoft.com/office/drawing/2014/main" id="{FA6827EF-5F61-0DC6-A397-A5473EEBF86E}"/>
              </a:ext>
            </a:extLst>
          </p:cNvPr>
          <p:cNvSpPr/>
          <p:nvPr/>
        </p:nvSpPr>
        <p:spPr>
          <a:xfrm>
            <a:off x="8638719" y="3531721"/>
            <a:ext cx="645716" cy="857356"/>
          </a:xfrm>
          <a:custGeom>
            <a:avLst/>
            <a:gdLst>
              <a:gd name="connsiteX0" fmla="*/ 678 w 1600340"/>
              <a:gd name="connsiteY0" fmla="*/ 2125168 h 2124867"/>
              <a:gd name="connsiteX1" fmla="*/ 403 w 1600340"/>
              <a:gd name="connsiteY1" fmla="*/ 2121083 h 2124867"/>
              <a:gd name="connsiteX2" fmla="*/ 1391979 w 1600340"/>
              <a:gd name="connsiteY2" fmla="*/ 132564 h 2124867"/>
              <a:gd name="connsiteX3" fmla="*/ 1337976 w 1600340"/>
              <a:gd name="connsiteY3" fmla="*/ 300 h 2124867"/>
              <a:gd name="connsiteX4" fmla="*/ 1395431 w 1600340"/>
              <a:gd name="connsiteY4" fmla="*/ 131097 h 2124867"/>
              <a:gd name="connsiteX5" fmla="*/ 678 w 1600340"/>
              <a:gd name="connsiteY5" fmla="*/ 2125168 h 2124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00340" h="2124867">
                <a:moveTo>
                  <a:pt x="678" y="2125168"/>
                </a:moveTo>
                <a:cubicBezTo>
                  <a:pt x="583" y="2123807"/>
                  <a:pt x="488" y="2122444"/>
                  <a:pt x="403" y="2121083"/>
                </a:cubicBezTo>
                <a:cubicBezTo>
                  <a:pt x="1449403" y="2022516"/>
                  <a:pt x="1913263" y="1359676"/>
                  <a:pt x="1391979" y="132564"/>
                </a:cubicBezTo>
                <a:lnTo>
                  <a:pt x="1337976" y="300"/>
                </a:lnTo>
                <a:lnTo>
                  <a:pt x="1395431" y="131097"/>
                </a:lnTo>
                <a:cubicBezTo>
                  <a:pt x="1914413" y="1359186"/>
                  <a:pt x="1449497" y="2023877"/>
                  <a:pt x="678" y="2125168"/>
                </a:cubicBezTo>
                <a:close/>
              </a:path>
            </a:pathLst>
          </a:custGeom>
          <a:solidFill>
            <a:srgbClr val="F4A988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2" name="Freeform 491">
            <a:extLst>
              <a:ext uri="{FF2B5EF4-FFF2-40B4-BE49-F238E27FC236}">
                <a16:creationId xmlns:a16="http://schemas.microsoft.com/office/drawing/2014/main" id="{414234FD-77DF-A1D5-F2AD-DA97574D99B7}"/>
              </a:ext>
            </a:extLst>
          </p:cNvPr>
          <p:cNvSpPr/>
          <p:nvPr/>
        </p:nvSpPr>
        <p:spPr>
          <a:xfrm>
            <a:off x="8705608" y="3789055"/>
            <a:ext cx="455803" cy="335135"/>
          </a:xfrm>
          <a:custGeom>
            <a:avLst/>
            <a:gdLst>
              <a:gd name="connsiteX0" fmla="*/ 403 w 1129661"/>
              <a:gd name="connsiteY0" fmla="*/ 488843 h 830597"/>
              <a:gd name="connsiteX1" fmla="*/ 3323 w 1129661"/>
              <a:gd name="connsiteY1" fmla="*/ 481947 h 830597"/>
              <a:gd name="connsiteX2" fmla="*/ 443288 w 1129661"/>
              <a:gd name="connsiteY2" fmla="*/ 91997 h 830597"/>
              <a:gd name="connsiteX3" fmla="*/ 333801 w 1129661"/>
              <a:gd name="connsiteY3" fmla="*/ 300 h 830597"/>
              <a:gd name="connsiteX4" fmla="*/ 447559 w 1129661"/>
              <a:gd name="connsiteY4" fmla="*/ 86625 h 830597"/>
              <a:gd name="connsiteX5" fmla="*/ 403 w 1129661"/>
              <a:gd name="connsiteY5" fmla="*/ 488843 h 83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9661" h="830597">
                <a:moveTo>
                  <a:pt x="403" y="488843"/>
                </a:moveTo>
                <a:cubicBezTo>
                  <a:pt x="1373" y="486543"/>
                  <a:pt x="2343" y="484243"/>
                  <a:pt x="3323" y="481947"/>
                </a:cubicBezTo>
                <a:cubicBezTo>
                  <a:pt x="1339858" y="1050954"/>
                  <a:pt x="1486515" y="920971"/>
                  <a:pt x="443288" y="91997"/>
                </a:cubicBezTo>
                <a:lnTo>
                  <a:pt x="333801" y="300"/>
                </a:lnTo>
                <a:lnTo>
                  <a:pt x="447559" y="86625"/>
                </a:lnTo>
                <a:cubicBezTo>
                  <a:pt x="1487940" y="919181"/>
                  <a:pt x="1338887" y="1053253"/>
                  <a:pt x="403" y="488843"/>
                </a:cubicBezTo>
                <a:close/>
              </a:path>
            </a:pathLst>
          </a:custGeom>
          <a:solidFill>
            <a:srgbClr val="C04E3F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3" name="Freeform 492">
            <a:extLst>
              <a:ext uri="{FF2B5EF4-FFF2-40B4-BE49-F238E27FC236}">
                <a16:creationId xmlns:a16="http://schemas.microsoft.com/office/drawing/2014/main" id="{B6197F19-E88E-C59B-5C9C-99ABCCD3B89A}"/>
              </a:ext>
            </a:extLst>
          </p:cNvPr>
          <p:cNvSpPr/>
          <p:nvPr/>
        </p:nvSpPr>
        <p:spPr>
          <a:xfrm>
            <a:off x="9032826" y="3587466"/>
            <a:ext cx="251234" cy="389057"/>
          </a:xfrm>
          <a:custGeom>
            <a:avLst/>
            <a:gdLst>
              <a:gd name="connsiteX0" fmla="*/ 12770 w 622658"/>
              <a:gd name="connsiteY0" fmla="*/ 4367 h 964237"/>
              <a:gd name="connsiteX1" fmla="*/ 19058 w 622658"/>
              <a:gd name="connsiteY1" fmla="*/ 300 h 964237"/>
              <a:gd name="connsiteX2" fmla="*/ 77345 w 622658"/>
              <a:gd name="connsiteY2" fmla="*/ 178598 h 964237"/>
              <a:gd name="connsiteX3" fmla="*/ 403 w 622658"/>
              <a:gd name="connsiteY3" fmla="*/ 58221 h 964237"/>
              <a:gd name="connsiteX4" fmla="*/ 83024 w 622658"/>
              <a:gd name="connsiteY4" fmla="*/ 174760 h 964237"/>
              <a:gd name="connsiteX5" fmla="*/ 12770 w 622658"/>
              <a:gd name="connsiteY5" fmla="*/ 4367 h 964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2658" h="964237">
                <a:moveTo>
                  <a:pt x="12770" y="4367"/>
                </a:moveTo>
                <a:cubicBezTo>
                  <a:pt x="14863" y="3005"/>
                  <a:pt x="16955" y="1653"/>
                  <a:pt x="19058" y="300"/>
                </a:cubicBezTo>
                <a:cubicBezTo>
                  <a:pt x="804452" y="1223482"/>
                  <a:pt x="823880" y="1282914"/>
                  <a:pt x="77345" y="178598"/>
                </a:cubicBezTo>
                <a:lnTo>
                  <a:pt x="403" y="58221"/>
                </a:lnTo>
                <a:lnTo>
                  <a:pt x="83024" y="174760"/>
                </a:lnTo>
                <a:cubicBezTo>
                  <a:pt x="825775" y="1281634"/>
                  <a:pt x="802357" y="1224836"/>
                  <a:pt x="12770" y="4367"/>
                </a:cubicBezTo>
                <a:close/>
              </a:path>
            </a:pathLst>
          </a:custGeom>
          <a:solidFill>
            <a:srgbClr val="33999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4" name="Freeform 493">
            <a:extLst>
              <a:ext uri="{FF2B5EF4-FFF2-40B4-BE49-F238E27FC236}">
                <a16:creationId xmlns:a16="http://schemas.microsoft.com/office/drawing/2014/main" id="{F41CC23A-3032-0720-0468-EACB3693CB38}"/>
              </a:ext>
            </a:extLst>
          </p:cNvPr>
          <p:cNvSpPr/>
          <p:nvPr/>
        </p:nvSpPr>
        <p:spPr>
          <a:xfrm>
            <a:off x="8713192" y="3749904"/>
            <a:ext cx="450606" cy="382215"/>
          </a:xfrm>
          <a:custGeom>
            <a:avLst/>
            <a:gdLst>
              <a:gd name="connsiteX0" fmla="*/ 336883 w 1116780"/>
              <a:gd name="connsiteY0" fmla="*/ 11101 h 947279"/>
              <a:gd name="connsiteX1" fmla="*/ 346206 w 1116780"/>
              <a:gd name="connsiteY1" fmla="*/ 300 h 947279"/>
              <a:gd name="connsiteX2" fmla="*/ 130590 w 1116780"/>
              <a:gd name="connsiteY2" fmla="*/ 699356 h 947279"/>
              <a:gd name="connsiteX3" fmla="*/ 403 w 1116780"/>
              <a:gd name="connsiteY3" fmla="*/ 640468 h 947279"/>
              <a:gd name="connsiteX4" fmla="*/ 135423 w 1116780"/>
              <a:gd name="connsiteY4" fmla="*/ 687191 h 947279"/>
              <a:gd name="connsiteX5" fmla="*/ 336883 w 1116780"/>
              <a:gd name="connsiteY5" fmla="*/ 11101 h 947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6780" h="947279">
                <a:moveTo>
                  <a:pt x="336883" y="11101"/>
                </a:moveTo>
                <a:cubicBezTo>
                  <a:pt x="339975" y="7491"/>
                  <a:pt x="343086" y="3891"/>
                  <a:pt x="346206" y="300"/>
                </a:cubicBezTo>
                <a:cubicBezTo>
                  <a:pt x="1441622" y="955092"/>
                  <a:pt x="1369750" y="1188111"/>
                  <a:pt x="130590" y="699356"/>
                </a:cubicBezTo>
                <a:lnTo>
                  <a:pt x="403" y="640468"/>
                </a:lnTo>
                <a:lnTo>
                  <a:pt x="135423" y="687191"/>
                </a:lnTo>
                <a:cubicBezTo>
                  <a:pt x="1371360" y="1184056"/>
                  <a:pt x="1438513" y="958692"/>
                  <a:pt x="336883" y="11101"/>
                </a:cubicBezTo>
                <a:close/>
              </a:path>
            </a:pathLst>
          </a:custGeom>
          <a:solidFill>
            <a:srgbClr val="F4E1A1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5" name="Freeform 494">
            <a:extLst>
              <a:ext uri="{FF2B5EF4-FFF2-40B4-BE49-F238E27FC236}">
                <a16:creationId xmlns:a16="http://schemas.microsoft.com/office/drawing/2014/main" id="{069AE875-997E-F120-D156-5DF26FD872D8}"/>
              </a:ext>
            </a:extLst>
          </p:cNvPr>
          <p:cNvSpPr/>
          <p:nvPr/>
        </p:nvSpPr>
        <p:spPr>
          <a:xfrm>
            <a:off x="9469837" y="3448596"/>
            <a:ext cx="755941" cy="1371392"/>
          </a:xfrm>
          <a:custGeom>
            <a:avLst/>
            <a:gdLst>
              <a:gd name="connsiteX0" fmla="*/ 403 w 1873522"/>
              <a:gd name="connsiteY0" fmla="*/ 995 h 3398853"/>
              <a:gd name="connsiteX1" fmla="*/ 14646 w 1873522"/>
              <a:gd name="connsiteY1" fmla="*/ 300 h 3398853"/>
              <a:gd name="connsiteX2" fmla="*/ 1760319 w 1873522"/>
              <a:gd name="connsiteY2" fmla="*/ 3312438 h 3398853"/>
              <a:gd name="connsiteX3" fmla="*/ 1873925 w 1873522"/>
              <a:gd name="connsiteY3" fmla="*/ 3399154 h 3398853"/>
              <a:gd name="connsiteX4" fmla="*/ 1752870 w 1873522"/>
              <a:gd name="connsiteY4" fmla="*/ 3323201 h 3398853"/>
              <a:gd name="connsiteX5" fmla="*/ 403 w 1873522"/>
              <a:gd name="connsiteY5" fmla="*/ 995 h 3398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3522" h="3398853">
                <a:moveTo>
                  <a:pt x="403" y="995"/>
                </a:moveTo>
                <a:cubicBezTo>
                  <a:pt x="5150" y="748"/>
                  <a:pt x="9898" y="510"/>
                  <a:pt x="14646" y="300"/>
                </a:cubicBezTo>
                <a:cubicBezTo>
                  <a:pt x="80925" y="1452931"/>
                  <a:pt x="662815" y="2556979"/>
                  <a:pt x="1760319" y="3312438"/>
                </a:cubicBezTo>
                <a:lnTo>
                  <a:pt x="1873925" y="3399154"/>
                </a:lnTo>
                <a:lnTo>
                  <a:pt x="1752870" y="3323201"/>
                </a:lnTo>
                <a:cubicBezTo>
                  <a:pt x="660334" y="2560567"/>
                  <a:pt x="76178" y="1453164"/>
                  <a:pt x="403" y="995"/>
                </a:cubicBezTo>
                <a:close/>
              </a:path>
            </a:pathLst>
          </a:custGeom>
          <a:solidFill>
            <a:srgbClr val="FFC3C2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6" name="Freeform 495">
            <a:extLst>
              <a:ext uri="{FF2B5EF4-FFF2-40B4-BE49-F238E27FC236}">
                <a16:creationId xmlns:a16="http://schemas.microsoft.com/office/drawing/2014/main" id="{CE216852-075F-E103-91C6-18B2BE26C079}"/>
              </a:ext>
            </a:extLst>
          </p:cNvPr>
          <p:cNvSpPr/>
          <p:nvPr/>
        </p:nvSpPr>
        <p:spPr>
          <a:xfrm>
            <a:off x="8655773" y="3462293"/>
            <a:ext cx="726856" cy="945692"/>
          </a:xfrm>
          <a:custGeom>
            <a:avLst/>
            <a:gdLst>
              <a:gd name="connsiteX0" fmla="*/ 1715584 w 1801437"/>
              <a:gd name="connsiteY0" fmla="*/ 4224 h 2343800"/>
              <a:gd name="connsiteX1" fmla="*/ 1736256 w 1801437"/>
              <a:gd name="connsiteY1" fmla="*/ 300 h 2343800"/>
              <a:gd name="connsiteX2" fmla="*/ 143404 w 1801437"/>
              <a:gd name="connsiteY2" fmla="*/ 2340463 h 2343800"/>
              <a:gd name="connsiteX3" fmla="*/ 403 w 1801437"/>
              <a:gd name="connsiteY3" fmla="*/ 2344101 h 2343800"/>
              <a:gd name="connsiteX4" fmla="*/ 141616 w 1801437"/>
              <a:gd name="connsiteY4" fmla="*/ 2321228 h 2343800"/>
              <a:gd name="connsiteX5" fmla="*/ 1715584 w 1801437"/>
              <a:gd name="connsiteY5" fmla="*/ 4224 h 234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01437" h="2343800">
                <a:moveTo>
                  <a:pt x="1715584" y="4224"/>
                </a:moveTo>
                <a:cubicBezTo>
                  <a:pt x="1722469" y="2881"/>
                  <a:pt x="1729359" y="1576"/>
                  <a:pt x="1736256" y="300"/>
                </a:cubicBezTo>
                <a:cubicBezTo>
                  <a:pt x="1999844" y="1430302"/>
                  <a:pt x="1468893" y="2210355"/>
                  <a:pt x="143404" y="2340463"/>
                </a:cubicBezTo>
                <a:lnTo>
                  <a:pt x="403" y="2344101"/>
                </a:lnTo>
                <a:lnTo>
                  <a:pt x="141616" y="2321228"/>
                </a:lnTo>
                <a:cubicBezTo>
                  <a:pt x="1468297" y="2203944"/>
                  <a:pt x="1992953" y="1431609"/>
                  <a:pt x="1715584" y="4224"/>
                </a:cubicBezTo>
                <a:close/>
              </a:path>
            </a:pathLst>
          </a:custGeom>
          <a:solidFill>
            <a:srgbClr val="005F56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7" name="Freeform 496">
            <a:extLst>
              <a:ext uri="{FF2B5EF4-FFF2-40B4-BE49-F238E27FC236}">
                <a16:creationId xmlns:a16="http://schemas.microsoft.com/office/drawing/2014/main" id="{4624A183-E508-9020-71B5-D186029870DF}"/>
              </a:ext>
            </a:extLst>
          </p:cNvPr>
          <p:cNvSpPr/>
          <p:nvPr/>
        </p:nvSpPr>
        <p:spPr>
          <a:xfrm>
            <a:off x="9316083" y="3486463"/>
            <a:ext cx="916908" cy="1360251"/>
          </a:xfrm>
          <a:custGeom>
            <a:avLst/>
            <a:gdLst>
              <a:gd name="connsiteX0" fmla="*/ 2272864 w 2272461"/>
              <a:gd name="connsiteY0" fmla="*/ 3346166 h 3371240"/>
              <a:gd name="connsiteX1" fmla="*/ 2254637 w 2272461"/>
              <a:gd name="connsiteY1" fmla="*/ 3371541 h 3371240"/>
              <a:gd name="connsiteX2" fmla="*/ 19474 w 2272461"/>
              <a:gd name="connsiteY2" fmla="*/ 142670 h 3371240"/>
              <a:gd name="connsiteX3" fmla="*/ 403 w 2272461"/>
              <a:gd name="connsiteY3" fmla="*/ 300 h 3371240"/>
              <a:gd name="connsiteX4" fmla="*/ 47320 w 2272461"/>
              <a:gd name="connsiteY4" fmla="*/ 136050 h 3371240"/>
              <a:gd name="connsiteX5" fmla="*/ 2272864 w 2272461"/>
              <a:gd name="connsiteY5" fmla="*/ 3346166 h 337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72461" h="3371240">
                <a:moveTo>
                  <a:pt x="2272864" y="3346166"/>
                </a:moveTo>
                <a:cubicBezTo>
                  <a:pt x="2266852" y="3354672"/>
                  <a:pt x="2260773" y="3363120"/>
                  <a:pt x="2254637" y="3371541"/>
                </a:cubicBezTo>
                <a:cubicBezTo>
                  <a:pt x="1081633" y="2514112"/>
                  <a:pt x="336577" y="1437824"/>
                  <a:pt x="19474" y="142670"/>
                </a:cubicBezTo>
                <a:lnTo>
                  <a:pt x="403" y="300"/>
                </a:lnTo>
                <a:lnTo>
                  <a:pt x="47320" y="136050"/>
                </a:lnTo>
                <a:cubicBezTo>
                  <a:pt x="345859" y="1435616"/>
                  <a:pt x="1087707" y="2505655"/>
                  <a:pt x="2272864" y="3346166"/>
                </a:cubicBezTo>
                <a:close/>
              </a:path>
            </a:pathLst>
          </a:custGeom>
          <a:solidFill>
            <a:srgbClr val="B5DBA5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8" name="Freeform 497">
            <a:extLst>
              <a:ext uri="{FF2B5EF4-FFF2-40B4-BE49-F238E27FC236}">
                <a16:creationId xmlns:a16="http://schemas.microsoft.com/office/drawing/2014/main" id="{37D7742B-692A-B511-830F-92F9A822A366}"/>
              </a:ext>
            </a:extLst>
          </p:cNvPr>
          <p:cNvSpPr/>
          <p:nvPr/>
        </p:nvSpPr>
        <p:spPr>
          <a:xfrm>
            <a:off x="9167925" y="3536256"/>
            <a:ext cx="1055454" cy="1324732"/>
          </a:xfrm>
          <a:custGeom>
            <a:avLst/>
            <a:gdLst>
              <a:gd name="connsiteX0" fmla="*/ 2616236 w 2615833"/>
              <a:gd name="connsiteY0" fmla="*/ 3255783 h 3283210"/>
              <a:gd name="connsiteX1" fmla="*/ 2595488 w 2615833"/>
              <a:gd name="connsiteY1" fmla="*/ 3283510 h 3283210"/>
              <a:gd name="connsiteX2" fmla="*/ 43368 w 2615833"/>
              <a:gd name="connsiteY2" fmla="*/ 137536 h 3283210"/>
              <a:gd name="connsiteX3" fmla="*/ 403 w 2615833"/>
              <a:gd name="connsiteY3" fmla="*/ 300 h 3283210"/>
              <a:gd name="connsiteX4" fmla="*/ 72411 w 2615833"/>
              <a:gd name="connsiteY4" fmla="*/ 124744 h 3283210"/>
              <a:gd name="connsiteX5" fmla="*/ 2616236 w 2615833"/>
              <a:gd name="connsiteY5" fmla="*/ 3255783 h 328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15833" h="3283210">
                <a:moveTo>
                  <a:pt x="2616236" y="3255783"/>
                </a:moveTo>
                <a:cubicBezTo>
                  <a:pt x="2609396" y="3265080"/>
                  <a:pt x="2602480" y="3274319"/>
                  <a:pt x="2595488" y="3283510"/>
                </a:cubicBezTo>
                <a:cubicBezTo>
                  <a:pt x="1440044" y="2402497"/>
                  <a:pt x="589337" y="1353841"/>
                  <a:pt x="43368" y="137536"/>
                </a:cubicBezTo>
                <a:lnTo>
                  <a:pt x="403" y="300"/>
                </a:lnTo>
                <a:lnTo>
                  <a:pt x="72411" y="124744"/>
                </a:lnTo>
                <a:cubicBezTo>
                  <a:pt x="599019" y="1349576"/>
                  <a:pt x="1446960" y="2393254"/>
                  <a:pt x="2616236" y="3255783"/>
                </a:cubicBezTo>
                <a:close/>
              </a:path>
            </a:pathLst>
          </a:custGeom>
          <a:solidFill>
            <a:srgbClr val="B5DBA5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9" name="Freeform 498">
            <a:extLst>
              <a:ext uri="{FF2B5EF4-FFF2-40B4-BE49-F238E27FC236}">
                <a16:creationId xmlns:a16="http://schemas.microsoft.com/office/drawing/2014/main" id="{023E878B-DCC1-F2E4-270A-E28DDED1C52B}"/>
              </a:ext>
            </a:extLst>
          </p:cNvPr>
          <p:cNvSpPr/>
          <p:nvPr/>
        </p:nvSpPr>
        <p:spPr>
          <a:xfrm>
            <a:off x="8657347" y="3501179"/>
            <a:ext cx="639194" cy="922819"/>
          </a:xfrm>
          <a:custGeom>
            <a:avLst/>
            <a:gdLst>
              <a:gd name="connsiteX0" fmla="*/ 1344186 w 1584175"/>
              <a:gd name="connsiteY0" fmla="*/ 13673 h 2287110"/>
              <a:gd name="connsiteX1" fmla="*/ 1379753 w 1584175"/>
              <a:gd name="connsiteY1" fmla="*/ 300 h 2287110"/>
              <a:gd name="connsiteX2" fmla="*/ 144223 w 1584175"/>
              <a:gd name="connsiteY2" fmla="*/ 2287411 h 2287110"/>
              <a:gd name="connsiteX3" fmla="*/ 403 w 1584175"/>
              <a:gd name="connsiteY3" fmla="*/ 2285882 h 2287110"/>
              <a:gd name="connsiteX4" fmla="*/ 140370 w 1584175"/>
              <a:gd name="connsiteY4" fmla="*/ 2252743 h 2287110"/>
              <a:gd name="connsiteX5" fmla="*/ 1344186 w 1584175"/>
              <a:gd name="connsiteY5" fmla="*/ 13673 h 2287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4175" h="2287110">
                <a:moveTo>
                  <a:pt x="1344186" y="13673"/>
                </a:moveTo>
                <a:cubicBezTo>
                  <a:pt x="1356003" y="9111"/>
                  <a:pt x="1367859" y="4653"/>
                  <a:pt x="1379753" y="300"/>
                </a:cubicBezTo>
                <a:cubicBezTo>
                  <a:pt x="1878409" y="1366052"/>
                  <a:pt x="1466565" y="2128422"/>
                  <a:pt x="144223" y="2287411"/>
                </a:cubicBezTo>
                <a:lnTo>
                  <a:pt x="403" y="2285882"/>
                </a:lnTo>
                <a:lnTo>
                  <a:pt x="140370" y="2252743"/>
                </a:lnTo>
                <a:cubicBezTo>
                  <a:pt x="1465281" y="2116866"/>
                  <a:pt x="1866553" y="1370509"/>
                  <a:pt x="1344186" y="13673"/>
                </a:cubicBezTo>
                <a:close/>
              </a:path>
            </a:pathLst>
          </a:custGeom>
          <a:solidFill>
            <a:srgbClr val="CB772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0" name="Freeform 499">
            <a:extLst>
              <a:ext uri="{FF2B5EF4-FFF2-40B4-BE49-F238E27FC236}">
                <a16:creationId xmlns:a16="http://schemas.microsoft.com/office/drawing/2014/main" id="{E5C5C68A-EFAB-3E4E-E885-40B1C7FCD1D9}"/>
              </a:ext>
            </a:extLst>
          </p:cNvPr>
          <p:cNvSpPr/>
          <p:nvPr/>
        </p:nvSpPr>
        <p:spPr>
          <a:xfrm>
            <a:off x="8637629" y="4021375"/>
            <a:ext cx="473384" cy="362236"/>
          </a:xfrm>
          <a:custGeom>
            <a:avLst/>
            <a:gdLst>
              <a:gd name="connsiteX0" fmla="*/ 2476 w 1173233"/>
              <a:gd name="connsiteY0" fmla="*/ 898065 h 897764"/>
              <a:gd name="connsiteX1" fmla="*/ 403 w 1173233"/>
              <a:gd name="connsiteY1" fmla="*/ 860084 h 897764"/>
              <a:gd name="connsiteX2" fmla="*/ 302351 w 1173233"/>
              <a:gd name="connsiteY2" fmla="*/ 67262 h 897764"/>
              <a:gd name="connsiteX3" fmla="*/ 175017 w 1173233"/>
              <a:gd name="connsiteY3" fmla="*/ 300 h 897764"/>
              <a:gd name="connsiteX4" fmla="*/ 314699 w 1173233"/>
              <a:gd name="connsiteY4" fmla="*/ 34643 h 897764"/>
              <a:gd name="connsiteX5" fmla="*/ 2476 w 1173233"/>
              <a:gd name="connsiteY5" fmla="*/ 898065 h 89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3233" h="897764">
                <a:moveTo>
                  <a:pt x="2476" y="898065"/>
                </a:moveTo>
                <a:cubicBezTo>
                  <a:pt x="1677" y="885411"/>
                  <a:pt x="983" y="872750"/>
                  <a:pt x="403" y="860084"/>
                </a:cubicBezTo>
                <a:cubicBezTo>
                  <a:pt x="1451204" y="793146"/>
                  <a:pt x="1551856" y="528872"/>
                  <a:pt x="302351" y="67262"/>
                </a:cubicBezTo>
                <a:lnTo>
                  <a:pt x="175017" y="300"/>
                </a:lnTo>
                <a:lnTo>
                  <a:pt x="314699" y="34643"/>
                </a:lnTo>
                <a:cubicBezTo>
                  <a:pt x="1555971" y="517999"/>
                  <a:pt x="1451897" y="805806"/>
                  <a:pt x="2476" y="898065"/>
                </a:cubicBezTo>
                <a:close/>
              </a:path>
            </a:pathLst>
          </a:custGeom>
          <a:solidFill>
            <a:srgbClr val="F4A988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1" name="Freeform 500">
            <a:extLst>
              <a:ext uri="{FF2B5EF4-FFF2-40B4-BE49-F238E27FC236}">
                <a16:creationId xmlns:a16="http://schemas.microsoft.com/office/drawing/2014/main" id="{FEB9A2B5-B2CE-6694-56FA-788A8F18F1E6}"/>
              </a:ext>
            </a:extLst>
          </p:cNvPr>
          <p:cNvSpPr/>
          <p:nvPr/>
        </p:nvSpPr>
        <p:spPr>
          <a:xfrm>
            <a:off x="8636953" y="3799112"/>
            <a:ext cx="510694" cy="565350"/>
          </a:xfrm>
          <a:custGeom>
            <a:avLst/>
            <a:gdLst>
              <a:gd name="connsiteX0" fmla="*/ 1658 w 1265701"/>
              <a:gd name="connsiteY0" fmla="*/ 1401463 h 1401162"/>
              <a:gd name="connsiteX1" fmla="*/ 403 w 1265701"/>
              <a:gd name="connsiteY1" fmla="*/ 1363446 h 1401162"/>
              <a:gd name="connsiteX2" fmla="*/ 586756 w 1265701"/>
              <a:gd name="connsiteY2" fmla="*/ 101503 h 1401162"/>
              <a:gd name="connsiteX3" fmla="*/ 484423 w 1265701"/>
              <a:gd name="connsiteY3" fmla="*/ 300 h 1401162"/>
              <a:gd name="connsiteX4" fmla="*/ 608056 w 1265701"/>
              <a:gd name="connsiteY4" fmla="*/ 73900 h 1401162"/>
              <a:gd name="connsiteX5" fmla="*/ 1658 w 1265701"/>
              <a:gd name="connsiteY5" fmla="*/ 1401463 h 1401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5701" h="1401162">
                <a:moveTo>
                  <a:pt x="1658" y="1401463"/>
                </a:moveTo>
                <a:cubicBezTo>
                  <a:pt x="1135" y="1388794"/>
                  <a:pt x="716" y="1376121"/>
                  <a:pt x="403" y="1363446"/>
                </a:cubicBezTo>
                <a:cubicBezTo>
                  <a:pt x="1452322" y="1328169"/>
                  <a:pt x="1647774" y="907520"/>
                  <a:pt x="586756" y="101503"/>
                </a:cubicBezTo>
                <a:lnTo>
                  <a:pt x="484423" y="300"/>
                </a:lnTo>
                <a:lnTo>
                  <a:pt x="608056" y="73900"/>
                </a:lnTo>
                <a:cubicBezTo>
                  <a:pt x="1654873" y="898319"/>
                  <a:pt x="1452740" y="1340841"/>
                  <a:pt x="1658" y="1401463"/>
                </a:cubicBezTo>
                <a:close/>
              </a:path>
            </a:pathLst>
          </a:custGeom>
          <a:solidFill>
            <a:srgbClr val="F4A988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2" name="Freeform 501">
            <a:extLst>
              <a:ext uri="{FF2B5EF4-FFF2-40B4-BE49-F238E27FC236}">
                <a16:creationId xmlns:a16="http://schemas.microsoft.com/office/drawing/2014/main" id="{E5783B9A-30F4-AF20-2BB9-E75C3221FB94}"/>
              </a:ext>
            </a:extLst>
          </p:cNvPr>
          <p:cNvSpPr/>
          <p:nvPr/>
        </p:nvSpPr>
        <p:spPr>
          <a:xfrm>
            <a:off x="8659807" y="3733555"/>
            <a:ext cx="498222" cy="710363"/>
          </a:xfrm>
          <a:custGeom>
            <a:avLst/>
            <a:gdLst>
              <a:gd name="connsiteX0" fmla="*/ 484747 w 1234791"/>
              <a:gd name="connsiteY0" fmla="*/ 33676 h 1760561"/>
              <a:gd name="connsiteX1" fmla="*/ 514637 w 1234791"/>
              <a:gd name="connsiteY1" fmla="*/ 300 h 1760561"/>
              <a:gd name="connsiteX2" fmla="*/ 144670 w 1234791"/>
              <a:gd name="connsiteY2" fmla="*/ 1760861 h 1760561"/>
              <a:gd name="connsiteX3" fmla="*/ 403 w 1234791"/>
              <a:gd name="connsiteY3" fmla="*/ 1759613 h 1760561"/>
              <a:gd name="connsiteX4" fmla="*/ 139181 w 1234791"/>
              <a:gd name="connsiteY4" fmla="*/ 1720124 h 1760561"/>
              <a:gd name="connsiteX5" fmla="*/ 484747 w 1234791"/>
              <a:gd name="connsiteY5" fmla="*/ 33676 h 17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4791" h="1760561">
                <a:moveTo>
                  <a:pt x="484747" y="33676"/>
                </a:moveTo>
                <a:cubicBezTo>
                  <a:pt x="494602" y="22455"/>
                  <a:pt x="504562" y="11330"/>
                  <a:pt x="514637" y="300"/>
                </a:cubicBezTo>
                <a:cubicBezTo>
                  <a:pt x="1585972" y="982107"/>
                  <a:pt x="1462649" y="1568959"/>
                  <a:pt x="144670" y="1760861"/>
                </a:cubicBezTo>
                <a:lnTo>
                  <a:pt x="403" y="1759613"/>
                </a:lnTo>
                <a:lnTo>
                  <a:pt x="139181" y="1720124"/>
                </a:lnTo>
                <a:cubicBezTo>
                  <a:pt x="1460818" y="1555380"/>
                  <a:pt x="1576010" y="993232"/>
                  <a:pt x="484747" y="33676"/>
                </a:cubicBezTo>
                <a:close/>
              </a:path>
            </a:pathLst>
          </a:custGeom>
          <a:solidFill>
            <a:srgbClr val="F4E1A1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3" name="Freeform 502">
            <a:extLst>
              <a:ext uri="{FF2B5EF4-FFF2-40B4-BE49-F238E27FC236}">
                <a16:creationId xmlns:a16="http://schemas.microsoft.com/office/drawing/2014/main" id="{D3405F99-E173-8CA8-180D-E8FD8E3C5702}"/>
              </a:ext>
            </a:extLst>
          </p:cNvPr>
          <p:cNvSpPr/>
          <p:nvPr/>
        </p:nvSpPr>
        <p:spPr>
          <a:xfrm>
            <a:off x="8663055" y="3575138"/>
            <a:ext cx="563101" cy="890241"/>
          </a:xfrm>
          <a:custGeom>
            <a:avLst/>
            <a:gdLst>
              <a:gd name="connsiteX0" fmla="*/ 943471 w 1395586"/>
              <a:gd name="connsiteY0" fmla="*/ 25751 h 2206369"/>
              <a:gd name="connsiteX1" fmla="*/ 984378 w 1395586"/>
              <a:gd name="connsiteY1" fmla="*/ 300 h 2206369"/>
              <a:gd name="connsiteX2" fmla="*/ 144917 w 1395586"/>
              <a:gd name="connsiteY2" fmla="*/ 2205742 h 2206369"/>
              <a:gd name="connsiteX3" fmla="*/ 403 w 1395586"/>
              <a:gd name="connsiteY3" fmla="*/ 2206669 h 2206369"/>
              <a:gd name="connsiteX4" fmla="*/ 137887 w 1395586"/>
              <a:gd name="connsiteY4" fmla="*/ 2162086 h 2206369"/>
              <a:gd name="connsiteX5" fmla="*/ 943471 w 1395586"/>
              <a:gd name="connsiteY5" fmla="*/ 25751 h 2206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95586" h="2206369">
                <a:moveTo>
                  <a:pt x="943471" y="25751"/>
                </a:moveTo>
                <a:cubicBezTo>
                  <a:pt x="957018" y="17112"/>
                  <a:pt x="970650" y="8634"/>
                  <a:pt x="984378" y="300"/>
                </a:cubicBezTo>
                <a:cubicBezTo>
                  <a:pt x="1737188" y="1243852"/>
                  <a:pt x="1457366" y="1979000"/>
                  <a:pt x="144917" y="2205742"/>
                </a:cubicBezTo>
                <a:lnTo>
                  <a:pt x="403" y="2206669"/>
                </a:lnTo>
                <a:lnTo>
                  <a:pt x="137887" y="2162086"/>
                </a:lnTo>
                <a:cubicBezTo>
                  <a:pt x="1455024" y="1964448"/>
                  <a:pt x="1723552" y="1252335"/>
                  <a:pt x="943471" y="25751"/>
                </a:cubicBezTo>
                <a:close/>
              </a:path>
            </a:pathLst>
          </a:custGeom>
          <a:solidFill>
            <a:srgbClr val="33999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4" name="Freeform 503">
            <a:extLst>
              <a:ext uri="{FF2B5EF4-FFF2-40B4-BE49-F238E27FC236}">
                <a16:creationId xmlns:a16="http://schemas.microsoft.com/office/drawing/2014/main" id="{DE959987-29C4-BC4D-7B7C-03E28D0069C0}"/>
              </a:ext>
            </a:extLst>
          </p:cNvPr>
          <p:cNvSpPr/>
          <p:nvPr/>
        </p:nvSpPr>
        <p:spPr>
          <a:xfrm>
            <a:off x="8699831" y="3955871"/>
            <a:ext cx="425522" cy="221226"/>
          </a:xfrm>
          <a:custGeom>
            <a:avLst/>
            <a:gdLst>
              <a:gd name="connsiteX0" fmla="*/ 21360 w 1054612"/>
              <a:gd name="connsiteY0" fmla="*/ 59789 h 548286"/>
              <a:gd name="connsiteX1" fmla="*/ 47987 w 1054612"/>
              <a:gd name="connsiteY1" fmla="*/ 300 h 548286"/>
              <a:gd name="connsiteX2" fmla="*/ 125624 w 1054612"/>
              <a:gd name="connsiteY2" fmla="*/ 294245 h 548286"/>
              <a:gd name="connsiteX3" fmla="*/ 403 w 1054612"/>
              <a:gd name="connsiteY3" fmla="*/ 219071 h 548286"/>
              <a:gd name="connsiteX4" fmla="*/ 145203 w 1054612"/>
              <a:gd name="connsiteY4" fmla="*/ 237771 h 548286"/>
              <a:gd name="connsiteX5" fmla="*/ 21360 w 1054612"/>
              <a:gd name="connsiteY5" fmla="*/ 59789 h 548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54612" h="548286">
                <a:moveTo>
                  <a:pt x="21360" y="59789"/>
                </a:moveTo>
                <a:cubicBezTo>
                  <a:pt x="29941" y="39828"/>
                  <a:pt x="38817" y="19996"/>
                  <a:pt x="47987" y="300"/>
                </a:cubicBezTo>
                <a:cubicBezTo>
                  <a:pt x="1364294" y="614780"/>
                  <a:pt x="1390171" y="712761"/>
                  <a:pt x="125624" y="294245"/>
                </a:cubicBezTo>
                <a:lnTo>
                  <a:pt x="403" y="219071"/>
                </a:lnTo>
                <a:lnTo>
                  <a:pt x="145203" y="237771"/>
                </a:lnTo>
                <a:cubicBezTo>
                  <a:pt x="1396699" y="693937"/>
                  <a:pt x="1355417" y="634610"/>
                  <a:pt x="21360" y="59789"/>
                </a:cubicBezTo>
                <a:close/>
              </a:path>
            </a:pathLst>
          </a:custGeom>
          <a:solidFill>
            <a:srgbClr val="C04E3F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5" name="Freeform 504">
            <a:extLst>
              <a:ext uri="{FF2B5EF4-FFF2-40B4-BE49-F238E27FC236}">
                <a16:creationId xmlns:a16="http://schemas.microsoft.com/office/drawing/2014/main" id="{DE83B2EA-1C66-1D92-12B1-B87631802BCA}"/>
              </a:ext>
            </a:extLst>
          </p:cNvPr>
          <p:cNvSpPr/>
          <p:nvPr/>
        </p:nvSpPr>
        <p:spPr>
          <a:xfrm>
            <a:off x="8667745" y="3927564"/>
            <a:ext cx="455012" cy="565813"/>
          </a:xfrm>
          <a:custGeom>
            <a:avLst/>
            <a:gdLst>
              <a:gd name="connsiteX0" fmla="*/ 131532 w 1127701"/>
              <a:gd name="connsiteY0" fmla="*/ 61870 h 1402308"/>
              <a:gd name="connsiteX1" fmla="*/ 161717 w 1127701"/>
              <a:gd name="connsiteY1" fmla="*/ 300 h 1402308"/>
              <a:gd name="connsiteX2" fmla="*/ 146705 w 1127701"/>
              <a:gd name="connsiteY2" fmla="*/ 1402609 h 1402308"/>
              <a:gd name="connsiteX3" fmla="*/ 403 w 1127701"/>
              <a:gd name="connsiteY3" fmla="*/ 1398894 h 1402308"/>
              <a:gd name="connsiteX4" fmla="*/ 134785 w 1127701"/>
              <a:gd name="connsiteY4" fmla="*/ 1340856 h 1402308"/>
              <a:gd name="connsiteX5" fmla="*/ 131532 w 1127701"/>
              <a:gd name="connsiteY5" fmla="*/ 61870 h 1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7701" h="1402308">
                <a:moveTo>
                  <a:pt x="131532" y="61870"/>
                </a:moveTo>
                <a:cubicBezTo>
                  <a:pt x="141273" y="41190"/>
                  <a:pt x="151338" y="20664"/>
                  <a:pt x="161717" y="300"/>
                </a:cubicBezTo>
                <a:cubicBezTo>
                  <a:pt x="1455217" y="661552"/>
                  <a:pt x="1450214" y="1128987"/>
                  <a:pt x="146705" y="1402609"/>
                </a:cubicBezTo>
                <a:lnTo>
                  <a:pt x="403" y="1398894"/>
                </a:lnTo>
                <a:lnTo>
                  <a:pt x="134785" y="1340856"/>
                </a:lnTo>
                <a:cubicBezTo>
                  <a:pt x="1446239" y="1108403"/>
                  <a:pt x="1445155" y="682074"/>
                  <a:pt x="131532" y="61870"/>
                </a:cubicBezTo>
                <a:close/>
              </a:path>
            </a:pathLst>
          </a:custGeom>
          <a:solidFill>
            <a:srgbClr val="C04E3F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6" name="Freeform 505">
            <a:extLst>
              <a:ext uri="{FF2B5EF4-FFF2-40B4-BE49-F238E27FC236}">
                <a16:creationId xmlns:a16="http://schemas.microsoft.com/office/drawing/2014/main" id="{9EC275FC-F843-4D8E-57BD-9072855C3A67}"/>
              </a:ext>
            </a:extLst>
          </p:cNvPr>
          <p:cNvSpPr/>
          <p:nvPr/>
        </p:nvSpPr>
        <p:spPr>
          <a:xfrm>
            <a:off x="8816151" y="3820665"/>
            <a:ext cx="1396535" cy="1068205"/>
          </a:xfrm>
          <a:custGeom>
            <a:avLst/>
            <a:gdLst>
              <a:gd name="connsiteX0" fmla="*/ 3461569 w 3461166"/>
              <a:gd name="connsiteY0" fmla="*/ 2586157 h 2647435"/>
              <a:gd name="connsiteX1" fmla="*/ 3412519 w 3461166"/>
              <a:gd name="connsiteY1" fmla="*/ 2647736 h 2647435"/>
              <a:gd name="connsiteX2" fmla="*/ 95097 w 3461166"/>
              <a:gd name="connsiteY2" fmla="*/ 113533 h 2647435"/>
              <a:gd name="connsiteX3" fmla="*/ 403 w 3461166"/>
              <a:gd name="connsiteY3" fmla="*/ 300 h 2647435"/>
              <a:gd name="connsiteX4" fmla="*/ 137402 w 3461166"/>
              <a:gd name="connsiteY4" fmla="*/ 55021 h 2647435"/>
              <a:gd name="connsiteX5" fmla="*/ 3461569 w 3461166"/>
              <a:gd name="connsiteY5" fmla="*/ 2586157 h 26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61166" h="2647435">
                <a:moveTo>
                  <a:pt x="3461569" y="2586157"/>
                </a:moveTo>
                <a:cubicBezTo>
                  <a:pt x="3445587" y="2606978"/>
                  <a:pt x="3429234" y="2627514"/>
                  <a:pt x="3412519" y="2647736"/>
                </a:cubicBezTo>
                <a:cubicBezTo>
                  <a:pt x="2293612" y="1720656"/>
                  <a:pt x="1187804" y="875920"/>
                  <a:pt x="95097" y="113533"/>
                </a:cubicBezTo>
                <a:lnTo>
                  <a:pt x="403" y="300"/>
                </a:lnTo>
                <a:lnTo>
                  <a:pt x="137402" y="55021"/>
                </a:lnTo>
                <a:cubicBezTo>
                  <a:pt x="1201906" y="856418"/>
                  <a:pt x="2309963" y="1700130"/>
                  <a:pt x="3461569" y="2586157"/>
                </a:cubicBezTo>
                <a:close/>
              </a:path>
            </a:pathLst>
          </a:custGeom>
          <a:solidFill>
            <a:srgbClr val="B5DBA5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7" name="Freeform 506">
            <a:extLst>
              <a:ext uri="{FF2B5EF4-FFF2-40B4-BE49-F238E27FC236}">
                <a16:creationId xmlns:a16="http://schemas.microsoft.com/office/drawing/2014/main" id="{1CCEFED3-A6C9-051B-9339-D4ED48349F13}"/>
              </a:ext>
            </a:extLst>
          </p:cNvPr>
          <p:cNvSpPr/>
          <p:nvPr/>
        </p:nvSpPr>
        <p:spPr>
          <a:xfrm>
            <a:off x="8687498" y="4077809"/>
            <a:ext cx="1502952" cy="850155"/>
          </a:xfrm>
          <a:custGeom>
            <a:avLst/>
            <a:gdLst>
              <a:gd name="connsiteX0" fmla="*/ 3725312 w 3724909"/>
              <a:gd name="connsiteY0" fmla="*/ 2017728 h 2107020"/>
              <a:gd name="connsiteX1" fmla="*/ 3646353 w 3724909"/>
              <a:gd name="connsiteY1" fmla="*/ 2107321 h 2107020"/>
              <a:gd name="connsiteX2" fmla="*/ 122447 w 3724909"/>
              <a:gd name="connsiteY2" fmla="*/ 105378 h 2107020"/>
              <a:gd name="connsiteX3" fmla="*/ 403 w 3724909"/>
              <a:gd name="connsiteY3" fmla="*/ 12113 h 2107020"/>
              <a:gd name="connsiteX4" fmla="*/ 153479 w 3724909"/>
              <a:gd name="connsiteY4" fmla="*/ 300 h 2107020"/>
              <a:gd name="connsiteX5" fmla="*/ 3725312 w 3724909"/>
              <a:gd name="connsiteY5" fmla="*/ 2017728 h 2107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24909" h="2107020">
                <a:moveTo>
                  <a:pt x="3725312" y="2017728"/>
                </a:moveTo>
                <a:cubicBezTo>
                  <a:pt x="3699817" y="2048313"/>
                  <a:pt x="3673484" y="2078184"/>
                  <a:pt x="3646353" y="2107321"/>
                </a:cubicBezTo>
                <a:cubicBezTo>
                  <a:pt x="2584125" y="1115648"/>
                  <a:pt x="1409489" y="448333"/>
                  <a:pt x="122447" y="105378"/>
                </a:cubicBezTo>
                <a:lnTo>
                  <a:pt x="403" y="12113"/>
                </a:lnTo>
                <a:lnTo>
                  <a:pt x="153479" y="300"/>
                </a:lnTo>
                <a:cubicBezTo>
                  <a:pt x="1419834" y="413307"/>
                  <a:pt x="2610446" y="1085783"/>
                  <a:pt x="3725312" y="2017728"/>
                </a:cubicBezTo>
                <a:close/>
              </a:path>
            </a:pathLst>
          </a:custGeom>
          <a:solidFill>
            <a:srgbClr val="B5DBA5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8" name="Freeform 507">
            <a:extLst>
              <a:ext uri="{FF2B5EF4-FFF2-40B4-BE49-F238E27FC236}">
                <a16:creationId xmlns:a16="http://schemas.microsoft.com/office/drawing/2014/main" id="{89FF350C-2FE9-A648-8610-C8212A3DA6CA}"/>
              </a:ext>
            </a:extLst>
          </p:cNvPr>
          <p:cNvSpPr/>
          <p:nvPr/>
        </p:nvSpPr>
        <p:spPr>
          <a:xfrm>
            <a:off x="9008598" y="3627805"/>
            <a:ext cx="1147378" cy="1338099"/>
          </a:xfrm>
          <a:custGeom>
            <a:avLst/>
            <a:gdLst>
              <a:gd name="connsiteX0" fmla="*/ 2844060 w 2843657"/>
              <a:gd name="connsiteY0" fmla="*/ 3229532 h 3316338"/>
              <a:gd name="connsiteX1" fmla="*/ 2757490 w 2843657"/>
              <a:gd name="connsiteY1" fmla="*/ 3316638 h 3316338"/>
              <a:gd name="connsiteX2" fmla="*/ 39102 w 2843657"/>
              <a:gd name="connsiteY2" fmla="*/ 149681 h 3316338"/>
              <a:gd name="connsiteX3" fmla="*/ 403 w 2843657"/>
              <a:gd name="connsiteY3" fmla="*/ 300 h 3316338"/>
              <a:gd name="connsiteX4" fmla="*/ 130210 w 2843657"/>
              <a:gd name="connsiteY4" fmla="*/ 83510 h 3316338"/>
              <a:gd name="connsiteX5" fmla="*/ 2844060 w 2843657"/>
              <a:gd name="connsiteY5" fmla="*/ 3229532 h 3316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43657" h="3316338">
                <a:moveTo>
                  <a:pt x="2844060" y="3229532"/>
                </a:moveTo>
                <a:cubicBezTo>
                  <a:pt x="2816024" y="3259374"/>
                  <a:pt x="2787161" y="3288416"/>
                  <a:pt x="2757490" y="3316638"/>
                </a:cubicBezTo>
                <a:cubicBezTo>
                  <a:pt x="1757294" y="2262277"/>
                  <a:pt x="851165" y="1206625"/>
                  <a:pt x="39102" y="149681"/>
                </a:cubicBezTo>
                <a:lnTo>
                  <a:pt x="403" y="300"/>
                </a:lnTo>
                <a:lnTo>
                  <a:pt x="130210" y="83510"/>
                </a:lnTo>
                <a:cubicBezTo>
                  <a:pt x="881533" y="1184570"/>
                  <a:pt x="1786152" y="2233242"/>
                  <a:pt x="2844060" y="3229532"/>
                </a:cubicBezTo>
                <a:close/>
              </a:path>
            </a:pathLst>
          </a:custGeom>
          <a:solidFill>
            <a:srgbClr val="B5DBA5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9" name="Freeform 508">
            <a:extLst>
              <a:ext uri="{FF2B5EF4-FFF2-40B4-BE49-F238E27FC236}">
                <a16:creationId xmlns:a16="http://schemas.microsoft.com/office/drawing/2014/main" id="{C81E1C27-B73E-49BF-9D70-02083514B032}"/>
              </a:ext>
            </a:extLst>
          </p:cNvPr>
          <p:cNvSpPr/>
          <p:nvPr/>
        </p:nvSpPr>
        <p:spPr>
          <a:xfrm>
            <a:off x="9217489" y="3483984"/>
            <a:ext cx="1025789" cy="1309682"/>
          </a:xfrm>
          <a:custGeom>
            <a:avLst/>
            <a:gdLst>
              <a:gd name="connsiteX0" fmla="*/ 403 w 2542312"/>
              <a:gd name="connsiteY0" fmla="*/ 39676 h 3245910"/>
              <a:gd name="connsiteX1" fmla="*/ 120231 w 2542312"/>
              <a:gd name="connsiteY1" fmla="*/ 300 h 3245910"/>
              <a:gd name="connsiteX2" fmla="*/ 2452949 w 2542312"/>
              <a:gd name="connsiteY2" fmla="*/ 3120004 h 3245910"/>
              <a:gd name="connsiteX3" fmla="*/ 2542715 w 2542312"/>
              <a:gd name="connsiteY3" fmla="*/ 3246211 h 3245910"/>
              <a:gd name="connsiteX4" fmla="*/ 2390637 w 2542312"/>
              <a:gd name="connsiteY4" fmla="*/ 3217550 h 3245910"/>
              <a:gd name="connsiteX5" fmla="*/ 403 w 2542312"/>
              <a:gd name="connsiteY5" fmla="*/ 39676 h 3245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42312" h="3245910">
                <a:moveTo>
                  <a:pt x="403" y="39676"/>
                </a:moveTo>
                <a:cubicBezTo>
                  <a:pt x="39957" y="25398"/>
                  <a:pt x="79917" y="12263"/>
                  <a:pt x="120231" y="300"/>
                </a:cubicBezTo>
                <a:cubicBezTo>
                  <a:pt x="533067" y="1394460"/>
                  <a:pt x="1310640" y="2434361"/>
                  <a:pt x="2452949" y="3120004"/>
                </a:cubicBezTo>
                <a:lnTo>
                  <a:pt x="2542715" y="3246211"/>
                </a:lnTo>
                <a:lnTo>
                  <a:pt x="2390637" y="3217550"/>
                </a:lnTo>
                <a:cubicBezTo>
                  <a:pt x="1289870" y="2466880"/>
                  <a:pt x="493124" y="1407588"/>
                  <a:pt x="403" y="39676"/>
                </a:cubicBezTo>
                <a:close/>
              </a:path>
            </a:pathLst>
          </a:custGeom>
          <a:solidFill>
            <a:srgbClr val="CB772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FD174FBC-7992-1309-FA52-2F592919940A}"/>
              </a:ext>
            </a:extLst>
          </p:cNvPr>
          <p:cNvSpPr/>
          <p:nvPr/>
        </p:nvSpPr>
        <p:spPr>
          <a:xfrm>
            <a:off x="9359927" y="3453239"/>
            <a:ext cx="912512" cy="1291261"/>
          </a:xfrm>
          <a:custGeom>
            <a:avLst/>
            <a:gdLst>
              <a:gd name="connsiteX0" fmla="*/ 403 w 2261565"/>
              <a:gd name="connsiteY0" fmla="*/ 21045 h 3200257"/>
              <a:gd name="connsiteX1" fmla="*/ 141957 w 2261565"/>
              <a:gd name="connsiteY1" fmla="*/ 300 h 3200257"/>
              <a:gd name="connsiteX2" fmla="*/ 2167607 w 2261565"/>
              <a:gd name="connsiteY2" fmla="*/ 3073635 h 3200257"/>
              <a:gd name="connsiteX3" fmla="*/ 2261968 w 2261565"/>
              <a:gd name="connsiteY3" fmla="*/ 3200557 h 3200257"/>
              <a:gd name="connsiteX4" fmla="*/ 2104382 w 2261565"/>
              <a:gd name="connsiteY4" fmla="*/ 3188727 h 3200257"/>
              <a:gd name="connsiteX5" fmla="*/ 403 w 2261565"/>
              <a:gd name="connsiteY5" fmla="*/ 21045 h 3200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61565" h="3200257">
                <a:moveTo>
                  <a:pt x="403" y="21045"/>
                </a:moveTo>
                <a:cubicBezTo>
                  <a:pt x="47348" y="12578"/>
                  <a:pt x="94558" y="5662"/>
                  <a:pt x="141957" y="300"/>
                </a:cubicBezTo>
                <a:cubicBezTo>
                  <a:pt x="304963" y="1445262"/>
                  <a:pt x="980180" y="2469707"/>
                  <a:pt x="2167607" y="3073635"/>
                </a:cubicBezTo>
                <a:lnTo>
                  <a:pt x="2261968" y="3200557"/>
                </a:lnTo>
                <a:lnTo>
                  <a:pt x="2104382" y="3188727"/>
                </a:lnTo>
                <a:cubicBezTo>
                  <a:pt x="959104" y="2508072"/>
                  <a:pt x="257778" y="1452175"/>
                  <a:pt x="403" y="21045"/>
                </a:cubicBezTo>
                <a:close/>
              </a:path>
            </a:pathLst>
          </a:custGeom>
          <a:solidFill>
            <a:srgbClr val="005F56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1" name="Freeform 510">
            <a:extLst>
              <a:ext uri="{FF2B5EF4-FFF2-40B4-BE49-F238E27FC236}">
                <a16:creationId xmlns:a16="http://schemas.microsoft.com/office/drawing/2014/main" id="{28F2459D-383E-2DBD-0774-60DCA55425B5}"/>
              </a:ext>
            </a:extLst>
          </p:cNvPr>
          <p:cNvSpPr/>
          <p:nvPr/>
        </p:nvSpPr>
        <p:spPr>
          <a:xfrm>
            <a:off x="8636696" y="4287507"/>
            <a:ext cx="467222" cy="260734"/>
          </a:xfrm>
          <a:custGeom>
            <a:avLst/>
            <a:gdLst>
              <a:gd name="connsiteX0" fmla="*/ 831 w 1157961"/>
              <a:gd name="connsiteY0" fmla="*/ 143528 h 646203"/>
              <a:gd name="connsiteX1" fmla="*/ 2686 w 1157961"/>
              <a:gd name="connsiteY1" fmla="*/ 300 h 646203"/>
              <a:gd name="connsiteX2" fmla="*/ 257135 w 1157961"/>
              <a:gd name="connsiteY2" fmla="*/ 646504 h 646203"/>
              <a:gd name="connsiteX3" fmla="*/ 101775 w 1157961"/>
              <a:gd name="connsiteY3" fmla="*/ 617525 h 646203"/>
              <a:gd name="connsiteX4" fmla="*/ 225465 w 1157961"/>
              <a:gd name="connsiteY4" fmla="*/ 519034 h 646203"/>
              <a:gd name="connsiteX5" fmla="*/ 831 w 1157961"/>
              <a:gd name="connsiteY5" fmla="*/ 143528 h 646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61" h="646203">
                <a:moveTo>
                  <a:pt x="831" y="143528"/>
                </a:moveTo>
                <a:cubicBezTo>
                  <a:pt x="-111" y="95778"/>
                  <a:pt x="498" y="48010"/>
                  <a:pt x="2686" y="300"/>
                </a:cubicBezTo>
                <a:cubicBezTo>
                  <a:pt x="1453507" y="66830"/>
                  <a:pt x="1538324" y="282230"/>
                  <a:pt x="257135" y="646504"/>
                </a:cubicBezTo>
                <a:lnTo>
                  <a:pt x="101775" y="617525"/>
                </a:lnTo>
                <a:lnTo>
                  <a:pt x="225465" y="519034"/>
                </a:lnTo>
                <a:cubicBezTo>
                  <a:pt x="1527766" y="239741"/>
                  <a:pt x="1452890" y="114572"/>
                  <a:pt x="831" y="143528"/>
                </a:cubicBezTo>
                <a:close/>
              </a:path>
            </a:pathLst>
          </a:custGeom>
          <a:solidFill>
            <a:srgbClr val="F4A988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2" name="Freeform 511">
            <a:extLst>
              <a:ext uri="{FF2B5EF4-FFF2-40B4-BE49-F238E27FC236}">
                <a16:creationId xmlns:a16="http://schemas.microsoft.com/office/drawing/2014/main" id="{03667C92-4456-AA3C-749E-5675DDDD8F31}"/>
              </a:ext>
            </a:extLst>
          </p:cNvPr>
          <p:cNvSpPr/>
          <p:nvPr/>
        </p:nvSpPr>
        <p:spPr>
          <a:xfrm>
            <a:off x="9063350" y="3543193"/>
            <a:ext cx="1237201" cy="1146964"/>
          </a:xfrm>
          <a:custGeom>
            <a:avLst/>
            <a:gdLst>
              <a:gd name="connsiteX0" fmla="*/ 403 w 3066274"/>
              <a:gd name="connsiteY0" fmla="*/ 74576 h 2842630"/>
              <a:gd name="connsiteX1" fmla="*/ 134472 w 3066274"/>
              <a:gd name="connsiteY1" fmla="*/ 300 h 2842630"/>
              <a:gd name="connsiteX2" fmla="*/ 2965200 w 3066274"/>
              <a:gd name="connsiteY2" fmla="*/ 2715078 h 2842630"/>
              <a:gd name="connsiteX3" fmla="*/ 3066677 w 3066274"/>
              <a:gd name="connsiteY3" fmla="*/ 2839144 h 2842630"/>
              <a:gd name="connsiteX4" fmla="*/ 2906561 w 3066274"/>
              <a:gd name="connsiteY4" fmla="*/ 2842931 h 2842630"/>
              <a:gd name="connsiteX5" fmla="*/ 403 w 3066274"/>
              <a:gd name="connsiteY5" fmla="*/ 74576 h 2842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66274" h="2842630">
                <a:moveTo>
                  <a:pt x="403" y="74576"/>
                </a:moveTo>
                <a:cubicBezTo>
                  <a:pt x="44211" y="48249"/>
                  <a:pt x="88932" y="23474"/>
                  <a:pt x="134472" y="300"/>
                </a:cubicBezTo>
                <a:cubicBezTo>
                  <a:pt x="792492" y="1296633"/>
                  <a:pt x="1736066" y="2201559"/>
                  <a:pt x="2965200" y="2715078"/>
                </a:cubicBezTo>
                <a:lnTo>
                  <a:pt x="3066677" y="2839144"/>
                </a:lnTo>
                <a:lnTo>
                  <a:pt x="2906561" y="2842931"/>
                </a:lnTo>
                <a:cubicBezTo>
                  <a:pt x="1716520" y="2244177"/>
                  <a:pt x="747802" y="1321391"/>
                  <a:pt x="403" y="74576"/>
                </a:cubicBezTo>
                <a:close/>
              </a:path>
            </a:pathLst>
          </a:custGeom>
          <a:solidFill>
            <a:srgbClr val="339999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3" name="Freeform 512">
            <a:extLst>
              <a:ext uri="{FF2B5EF4-FFF2-40B4-BE49-F238E27FC236}">
                <a16:creationId xmlns:a16="http://schemas.microsoft.com/office/drawing/2014/main" id="{AB380A59-66CF-CE94-56E9-6C3A300BCB37}"/>
              </a:ext>
            </a:extLst>
          </p:cNvPr>
          <p:cNvSpPr/>
          <p:nvPr/>
        </p:nvSpPr>
        <p:spPr>
          <a:xfrm>
            <a:off x="8734580" y="3859701"/>
            <a:ext cx="1592767" cy="775628"/>
          </a:xfrm>
          <a:custGeom>
            <a:avLst/>
            <a:gdLst>
              <a:gd name="connsiteX0" fmla="*/ 403 w 3947507"/>
              <a:gd name="connsiteY0" fmla="*/ 160063 h 1922313"/>
              <a:gd name="connsiteX1" fmla="*/ 91462 w 3947507"/>
              <a:gd name="connsiteY1" fmla="*/ 300 h 1922313"/>
              <a:gd name="connsiteX2" fmla="*/ 3840925 w 3947507"/>
              <a:gd name="connsiteY2" fmla="*/ 1764087 h 1922313"/>
              <a:gd name="connsiteX3" fmla="*/ 3947911 w 3947507"/>
              <a:gd name="connsiteY3" fmla="*/ 1892786 h 1922313"/>
              <a:gd name="connsiteX4" fmla="*/ 3783342 w 3947507"/>
              <a:gd name="connsiteY4" fmla="*/ 1922614 h 1922313"/>
              <a:gd name="connsiteX5" fmla="*/ 403 w 3947507"/>
              <a:gd name="connsiteY5" fmla="*/ 160063 h 1922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7507" h="1922313">
                <a:moveTo>
                  <a:pt x="403" y="160063"/>
                </a:moveTo>
                <a:cubicBezTo>
                  <a:pt x="28495" y="105551"/>
                  <a:pt x="58880" y="52249"/>
                  <a:pt x="91462" y="300"/>
                </a:cubicBezTo>
                <a:cubicBezTo>
                  <a:pt x="1321369" y="773680"/>
                  <a:pt x="2571189" y="1361608"/>
                  <a:pt x="3840925" y="1764087"/>
                </a:cubicBezTo>
                <a:lnTo>
                  <a:pt x="3947911" y="1892786"/>
                </a:lnTo>
                <a:lnTo>
                  <a:pt x="3783342" y="1922614"/>
                </a:lnTo>
                <a:cubicBezTo>
                  <a:pt x="2551997" y="1414450"/>
                  <a:pt x="1291015" y="826932"/>
                  <a:pt x="403" y="160063"/>
                </a:cubicBezTo>
                <a:close/>
              </a:path>
            </a:pathLst>
          </a:custGeom>
          <a:solidFill>
            <a:srgbClr val="C04E3F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4" name="Freeform 513">
            <a:extLst>
              <a:ext uri="{FF2B5EF4-FFF2-40B4-BE49-F238E27FC236}">
                <a16:creationId xmlns:a16="http://schemas.microsoft.com/office/drawing/2014/main" id="{2CA4791F-C795-5C4B-9C4B-6C60ADB2B58F}"/>
              </a:ext>
            </a:extLst>
          </p:cNvPr>
          <p:cNvSpPr/>
          <p:nvPr/>
        </p:nvSpPr>
        <p:spPr>
          <a:xfrm>
            <a:off x="8869881" y="3656652"/>
            <a:ext cx="1484424" cy="911365"/>
          </a:xfrm>
          <a:custGeom>
            <a:avLst/>
            <a:gdLst>
              <a:gd name="connsiteX0" fmla="*/ 403 w 3678989"/>
              <a:gd name="connsiteY0" fmla="*/ 183913 h 2258724"/>
              <a:gd name="connsiteX1" fmla="*/ 191655 w 3678989"/>
              <a:gd name="connsiteY1" fmla="*/ 300 h 2258724"/>
              <a:gd name="connsiteX2" fmla="*/ 3566280 w 3678989"/>
              <a:gd name="connsiteY2" fmla="*/ 2022789 h 2258724"/>
              <a:gd name="connsiteX3" fmla="*/ 3679392 w 3678989"/>
              <a:gd name="connsiteY3" fmla="*/ 2175948 h 2258724"/>
              <a:gd name="connsiteX4" fmla="*/ 3508193 w 3678989"/>
              <a:gd name="connsiteY4" fmla="*/ 2259024 h 2258724"/>
              <a:gd name="connsiteX5" fmla="*/ 403 w 3678989"/>
              <a:gd name="connsiteY5" fmla="*/ 183913 h 2258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78989" h="2258724">
                <a:moveTo>
                  <a:pt x="403" y="183913"/>
                </a:moveTo>
                <a:cubicBezTo>
                  <a:pt x="60374" y="118886"/>
                  <a:pt x="124245" y="57564"/>
                  <a:pt x="191655" y="300"/>
                </a:cubicBezTo>
                <a:cubicBezTo>
                  <a:pt x="1131215" y="1109169"/>
                  <a:pt x="2256091" y="1783331"/>
                  <a:pt x="3566280" y="2022789"/>
                </a:cubicBezTo>
                <a:lnTo>
                  <a:pt x="3679392" y="2175948"/>
                </a:lnTo>
                <a:lnTo>
                  <a:pt x="3508193" y="2259024"/>
                </a:lnTo>
                <a:cubicBezTo>
                  <a:pt x="2236727" y="1862077"/>
                  <a:pt x="1067462" y="1170375"/>
                  <a:pt x="403" y="183913"/>
                </a:cubicBezTo>
                <a:close/>
              </a:path>
            </a:pathLst>
          </a:custGeom>
          <a:solidFill>
            <a:srgbClr val="F4E1A1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5" name="Freeform 514">
            <a:extLst>
              <a:ext uri="{FF2B5EF4-FFF2-40B4-BE49-F238E27FC236}">
                <a16:creationId xmlns:a16="http://schemas.microsoft.com/office/drawing/2014/main" id="{F1E46FDC-8343-21B5-D677-FCCCB051C0D2}"/>
              </a:ext>
            </a:extLst>
          </p:cNvPr>
          <p:cNvSpPr/>
          <p:nvPr/>
        </p:nvSpPr>
        <p:spPr>
          <a:xfrm>
            <a:off x="8637802" y="4142345"/>
            <a:ext cx="1737641" cy="326901"/>
          </a:xfrm>
          <a:custGeom>
            <a:avLst/>
            <a:gdLst>
              <a:gd name="connsiteX0" fmla="*/ 403 w 4306563"/>
              <a:gd name="connsiteY0" fmla="*/ 350596 h 810190"/>
              <a:gd name="connsiteX1" fmla="*/ 46560 w 4306563"/>
              <a:gd name="connsiteY1" fmla="*/ 300 h 810190"/>
              <a:gd name="connsiteX2" fmla="*/ 4173744 w 4306563"/>
              <a:gd name="connsiteY2" fmla="*/ 487938 h 810190"/>
              <a:gd name="connsiteX3" fmla="*/ 4306966 w 4306563"/>
              <a:gd name="connsiteY3" fmla="*/ 663409 h 810190"/>
              <a:gd name="connsiteX4" fmla="*/ 4143007 w 4306563"/>
              <a:gd name="connsiteY4" fmla="*/ 810491 h 810190"/>
              <a:gd name="connsiteX5" fmla="*/ 403 w 4306563"/>
              <a:gd name="connsiteY5" fmla="*/ 350596 h 810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6563" h="810190">
                <a:moveTo>
                  <a:pt x="403" y="350596"/>
                </a:moveTo>
                <a:cubicBezTo>
                  <a:pt x="6301" y="232773"/>
                  <a:pt x="21741" y="115623"/>
                  <a:pt x="46560" y="300"/>
                </a:cubicBezTo>
                <a:cubicBezTo>
                  <a:pt x="1466307" y="306675"/>
                  <a:pt x="2842034" y="469222"/>
                  <a:pt x="4173744" y="487938"/>
                </a:cubicBezTo>
                <a:lnTo>
                  <a:pt x="4306966" y="663409"/>
                </a:lnTo>
                <a:lnTo>
                  <a:pt x="4143007" y="810491"/>
                </a:lnTo>
                <a:cubicBezTo>
                  <a:pt x="2831790" y="576739"/>
                  <a:pt x="1450918" y="423441"/>
                  <a:pt x="403" y="350596"/>
                </a:cubicBezTo>
                <a:close/>
              </a:path>
            </a:pathLst>
          </a:custGeom>
          <a:solidFill>
            <a:srgbClr val="F4A988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6" name="Freeform 515">
            <a:extLst>
              <a:ext uri="{FF2B5EF4-FFF2-40B4-BE49-F238E27FC236}">
                <a16:creationId xmlns:a16="http://schemas.microsoft.com/office/drawing/2014/main" id="{FC89650C-51CB-990B-32A5-C4F7EFD7B8EE}"/>
              </a:ext>
            </a:extLst>
          </p:cNvPr>
          <p:cNvSpPr/>
          <p:nvPr/>
        </p:nvSpPr>
        <p:spPr>
          <a:xfrm>
            <a:off x="8715169" y="4493663"/>
            <a:ext cx="1403102" cy="585323"/>
          </a:xfrm>
          <a:custGeom>
            <a:avLst/>
            <a:gdLst>
              <a:gd name="connsiteX0" fmla="*/ 3477846 w 3477443"/>
              <a:gd name="connsiteY0" fmla="*/ 1177214 h 1450662"/>
              <a:gd name="connsiteX1" fmla="*/ 3119428 w 3477443"/>
              <a:gd name="connsiteY1" fmla="*/ 1450962 h 1450662"/>
              <a:gd name="connsiteX2" fmla="*/ 220166 w 3477443"/>
              <a:gd name="connsiteY2" fmla="*/ 527581 h 1450662"/>
              <a:gd name="connsiteX3" fmla="*/ 403 w 3477443"/>
              <a:gd name="connsiteY3" fmla="*/ 393399 h 1450662"/>
              <a:gd name="connsiteX4" fmla="*/ 65044 w 3477443"/>
              <a:gd name="connsiteY4" fmla="*/ 143928 h 1450662"/>
              <a:gd name="connsiteX5" fmla="*/ 3477846 w 3477443"/>
              <a:gd name="connsiteY5" fmla="*/ 1177214 h 145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77443" h="1450662">
                <a:moveTo>
                  <a:pt x="3477846" y="1177214"/>
                </a:moveTo>
                <a:cubicBezTo>
                  <a:pt x="3368150" y="1280627"/>
                  <a:pt x="3248036" y="1372362"/>
                  <a:pt x="3119428" y="1450962"/>
                </a:cubicBezTo>
                <a:cubicBezTo>
                  <a:pt x="2362765" y="209759"/>
                  <a:pt x="1396344" y="-98034"/>
                  <a:pt x="220166" y="527581"/>
                </a:cubicBezTo>
                <a:lnTo>
                  <a:pt x="403" y="393399"/>
                </a:lnTo>
                <a:lnTo>
                  <a:pt x="65044" y="143928"/>
                </a:lnTo>
                <a:cubicBezTo>
                  <a:pt x="1344634" y="-225919"/>
                  <a:pt x="2482235" y="118509"/>
                  <a:pt x="3477846" y="1177214"/>
                </a:cubicBezTo>
                <a:close/>
              </a:path>
            </a:pathLst>
          </a:custGeom>
          <a:solidFill>
            <a:srgbClr val="B5DBA5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7" name="Freeform 516">
            <a:extLst>
              <a:ext uri="{FF2B5EF4-FFF2-40B4-BE49-F238E27FC236}">
                <a16:creationId xmlns:a16="http://schemas.microsoft.com/office/drawing/2014/main" id="{3C22467B-BB3E-3BDD-5DC5-48A479969F8E}"/>
              </a:ext>
            </a:extLst>
          </p:cNvPr>
          <p:cNvSpPr/>
          <p:nvPr/>
        </p:nvSpPr>
        <p:spPr>
          <a:xfrm>
            <a:off x="8760040" y="3520702"/>
            <a:ext cx="1561691" cy="1687297"/>
          </a:xfrm>
          <a:custGeom>
            <a:avLst/>
            <a:gdLst>
              <a:gd name="connsiteX0" fmla="*/ 3000133 w 3870489"/>
              <a:gd name="connsiteY0" fmla="*/ 3867269 h 4181789"/>
              <a:gd name="connsiteX1" fmla="*/ 8812 w 3870489"/>
              <a:gd name="connsiteY1" fmla="*/ 3128853 h 4181789"/>
              <a:gd name="connsiteX2" fmla="*/ 403 w 3870489"/>
              <a:gd name="connsiteY2" fmla="*/ 3114785 h 4181789"/>
              <a:gd name="connsiteX3" fmla="*/ 1877565 w 3870489"/>
              <a:gd name="connsiteY3" fmla="*/ 300 h 4181789"/>
              <a:gd name="connsiteX4" fmla="*/ 3395709 w 3870489"/>
              <a:gd name="connsiteY4" fmla="*/ 494133 h 4181789"/>
              <a:gd name="connsiteX5" fmla="*/ 3870892 w 3870489"/>
              <a:gd name="connsiteY5" fmla="*/ 2019920 h 4181789"/>
              <a:gd name="connsiteX6" fmla="*/ 3000133 w 3870489"/>
              <a:gd name="connsiteY6" fmla="*/ 3867269 h 4181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70489" h="4181789">
                <a:moveTo>
                  <a:pt x="3000133" y="3867269"/>
                </a:moveTo>
                <a:cubicBezTo>
                  <a:pt x="1970444" y="4490414"/>
                  <a:pt x="631192" y="4159810"/>
                  <a:pt x="8812" y="3128853"/>
                </a:cubicBezTo>
                <a:cubicBezTo>
                  <a:pt x="5996" y="3124176"/>
                  <a:pt x="3190" y="3119490"/>
                  <a:pt x="403" y="3114785"/>
                </a:cubicBezTo>
                <a:cubicBezTo>
                  <a:pt x="1248948" y="2371956"/>
                  <a:pt x="1874669" y="1333792"/>
                  <a:pt x="1877565" y="300"/>
                </a:cubicBezTo>
                <a:lnTo>
                  <a:pt x="3395709" y="494133"/>
                </a:lnTo>
                <a:lnTo>
                  <a:pt x="3870892" y="2019920"/>
                </a:lnTo>
                <a:cubicBezTo>
                  <a:pt x="2539112" y="2007000"/>
                  <a:pt x="2248857" y="2622782"/>
                  <a:pt x="3000133" y="3867269"/>
                </a:cubicBezTo>
                <a:close/>
              </a:path>
            </a:pathLst>
          </a:custGeom>
          <a:solidFill>
            <a:srgbClr val="B5DBA5">
              <a:alpha val="70000"/>
            </a:srgbClr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0C0135EE-6F06-A657-2A43-64939AB381A3}"/>
              </a:ext>
            </a:extLst>
          </p:cNvPr>
          <p:cNvSpPr txBox="1"/>
          <p:nvPr/>
        </p:nvSpPr>
        <p:spPr>
          <a:xfrm>
            <a:off x="8662880" y="5562831"/>
            <a:ext cx="26116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70% of #back-and-forth- relationships (total: 3814)  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95A9D7E5-DA5F-D1DA-23EA-A5543B693BE9}"/>
              </a:ext>
            </a:extLst>
          </p:cNvPr>
          <p:cNvSpPr txBox="1"/>
          <p:nvPr/>
        </p:nvSpPr>
        <p:spPr>
          <a:xfrm>
            <a:off x="9650212" y="3739033"/>
            <a:ext cx="15985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53% of #directed relationships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4EC7B2EA-8702-37FC-3834-CE5790A3BA78}"/>
              </a:ext>
            </a:extLst>
          </p:cNvPr>
          <p:cNvSpPr txBox="1"/>
          <p:nvPr/>
        </p:nvSpPr>
        <p:spPr>
          <a:xfrm>
            <a:off x="8833125" y="2179310"/>
            <a:ext cx="319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 there differences in the methods between the papers using dominant methods?</a:t>
            </a:r>
          </a:p>
        </p:txBody>
      </p:sp>
    </p:spTree>
    <p:extLst>
      <p:ext uri="{BB962C8B-B14F-4D97-AF65-F5344CB8AC3E}">
        <p14:creationId xmlns:p14="http://schemas.microsoft.com/office/powerpoint/2010/main" val="3676058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08">
            <a:extLst>
              <a:ext uri="{FF2B5EF4-FFF2-40B4-BE49-F238E27FC236}">
                <a16:creationId xmlns:a16="http://schemas.microsoft.com/office/drawing/2014/main" id="{5EA13EF0-FB91-0831-1724-703B28CF511C}"/>
              </a:ext>
            </a:extLst>
          </p:cNvPr>
          <p:cNvSpPr txBox="1"/>
          <p:nvPr/>
        </p:nvSpPr>
        <p:spPr>
          <a:xfrm>
            <a:off x="231265" y="342761"/>
            <a:ext cx="10054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Pt.12 123456</a:t>
            </a:r>
          </a:p>
        </p:txBody>
      </p:sp>
      <p:sp>
        <p:nvSpPr>
          <p:cNvPr id="110" name="Freeform 109">
            <a:extLst>
              <a:ext uri="{FF2B5EF4-FFF2-40B4-BE49-F238E27FC236}">
                <a16:creationId xmlns:a16="http://schemas.microsoft.com/office/drawing/2014/main" id="{0358A2B7-6DEA-A4AA-0049-FB9050F03A48}"/>
              </a:ext>
            </a:extLst>
          </p:cNvPr>
          <p:cNvSpPr/>
          <p:nvPr/>
        </p:nvSpPr>
        <p:spPr>
          <a:xfrm>
            <a:off x="-312676" y="-947050"/>
            <a:ext cx="673532" cy="571500"/>
          </a:xfrm>
          <a:custGeom>
            <a:avLst/>
            <a:gdLst>
              <a:gd name="connsiteX0" fmla="*/ 0 w 673532"/>
              <a:gd name="connsiteY0" fmla="*/ 0 h 571500"/>
              <a:gd name="connsiteX1" fmla="*/ 673532 w 673532"/>
              <a:gd name="connsiteY1" fmla="*/ 0 h 571500"/>
              <a:gd name="connsiteX2" fmla="*/ 673532 w 673532"/>
              <a:gd name="connsiteY2" fmla="*/ 571500 h 571500"/>
              <a:gd name="connsiteX3" fmla="*/ 0 w 673532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3532" h="571500">
                <a:moveTo>
                  <a:pt x="0" y="0"/>
                </a:moveTo>
                <a:lnTo>
                  <a:pt x="673532" y="0"/>
                </a:lnTo>
                <a:lnTo>
                  <a:pt x="673532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B5DBA5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1" name="Freeform 110">
            <a:extLst>
              <a:ext uri="{FF2B5EF4-FFF2-40B4-BE49-F238E27FC236}">
                <a16:creationId xmlns:a16="http://schemas.microsoft.com/office/drawing/2014/main" id="{F6826A26-975E-F57B-0B27-CD6EA28B2558}"/>
              </a:ext>
            </a:extLst>
          </p:cNvPr>
          <p:cNvSpPr/>
          <p:nvPr/>
        </p:nvSpPr>
        <p:spPr>
          <a:xfrm>
            <a:off x="408422" y="-947050"/>
            <a:ext cx="673532" cy="571500"/>
          </a:xfrm>
          <a:custGeom>
            <a:avLst/>
            <a:gdLst>
              <a:gd name="connsiteX0" fmla="*/ 0 w 673532"/>
              <a:gd name="connsiteY0" fmla="*/ 0 h 571500"/>
              <a:gd name="connsiteX1" fmla="*/ 673532 w 673532"/>
              <a:gd name="connsiteY1" fmla="*/ 0 h 571500"/>
              <a:gd name="connsiteX2" fmla="*/ 673532 w 673532"/>
              <a:gd name="connsiteY2" fmla="*/ 571500 h 571500"/>
              <a:gd name="connsiteX3" fmla="*/ 0 w 673532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3532" h="571500">
                <a:moveTo>
                  <a:pt x="0" y="0"/>
                </a:moveTo>
                <a:lnTo>
                  <a:pt x="673532" y="0"/>
                </a:lnTo>
                <a:lnTo>
                  <a:pt x="673532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F4A988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2" name="Freeform 111">
            <a:extLst>
              <a:ext uri="{FF2B5EF4-FFF2-40B4-BE49-F238E27FC236}">
                <a16:creationId xmlns:a16="http://schemas.microsoft.com/office/drawing/2014/main" id="{A93CF724-D2E6-0EB1-3BAE-76C70CF8CFA3}"/>
              </a:ext>
            </a:extLst>
          </p:cNvPr>
          <p:cNvSpPr/>
          <p:nvPr/>
        </p:nvSpPr>
        <p:spPr>
          <a:xfrm>
            <a:off x="1123812" y="-947050"/>
            <a:ext cx="673532" cy="571500"/>
          </a:xfrm>
          <a:custGeom>
            <a:avLst/>
            <a:gdLst>
              <a:gd name="connsiteX0" fmla="*/ 0 w 673532"/>
              <a:gd name="connsiteY0" fmla="*/ 0 h 571500"/>
              <a:gd name="connsiteX1" fmla="*/ 673532 w 673532"/>
              <a:gd name="connsiteY1" fmla="*/ 0 h 571500"/>
              <a:gd name="connsiteX2" fmla="*/ 673532 w 673532"/>
              <a:gd name="connsiteY2" fmla="*/ 571500 h 571500"/>
              <a:gd name="connsiteX3" fmla="*/ 0 w 673532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3532" h="571500">
                <a:moveTo>
                  <a:pt x="0" y="0"/>
                </a:moveTo>
                <a:lnTo>
                  <a:pt x="673532" y="0"/>
                </a:lnTo>
                <a:lnTo>
                  <a:pt x="673532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CB7729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3" name="Freeform 112">
            <a:extLst>
              <a:ext uri="{FF2B5EF4-FFF2-40B4-BE49-F238E27FC236}">
                <a16:creationId xmlns:a16="http://schemas.microsoft.com/office/drawing/2014/main" id="{192D8DF1-111D-2BB1-F941-B673B3F694A0}"/>
              </a:ext>
            </a:extLst>
          </p:cNvPr>
          <p:cNvSpPr/>
          <p:nvPr/>
        </p:nvSpPr>
        <p:spPr>
          <a:xfrm>
            <a:off x="1836348" y="-947050"/>
            <a:ext cx="673532" cy="571500"/>
          </a:xfrm>
          <a:custGeom>
            <a:avLst/>
            <a:gdLst>
              <a:gd name="connsiteX0" fmla="*/ 0 w 673532"/>
              <a:gd name="connsiteY0" fmla="*/ 0 h 571500"/>
              <a:gd name="connsiteX1" fmla="*/ 673532 w 673532"/>
              <a:gd name="connsiteY1" fmla="*/ 0 h 571500"/>
              <a:gd name="connsiteX2" fmla="*/ 673532 w 673532"/>
              <a:gd name="connsiteY2" fmla="*/ 571500 h 571500"/>
              <a:gd name="connsiteX3" fmla="*/ 0 w 673532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3532" h="571500">
                <a:moveTo>
                  <a:pt x="0" y="0"/>
                </a:moveTo>
                <a:lnTo>
                  <a:pt x="673532" y="0"/>
                </a:lnTo>
                <a:lnTo>
                  <a:pt x="673532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C04E3F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4" name="Freeform 113">
            <a:extLst>
              <a:ext uri="{FF2B5EF4-FFF2-40B4-BE49-F238E27FC236}">
                <a16:creationId xmlns:a16="http://schemas.microsoft.com/office/drawing/2014/main" id="{90A694AE-23F6-08D8-DD13-91D09DF2470E}"/>
              </a:ext>
            </a:extLst>
          </p:cNvPr>
          <p:cNvSpPr/>
          <p:nvPr/>
        </p:nvSpPr>
        <p:spPr>
          <a:xfrm>
            <a:off x="2553641" y="-947050"/>
            <a:ext cx="673532" cy="571500"/>
          </a:xfrm>
          <a:custGeom>
            <a:avLst/>
            <a:gdLst>
              <a:gd name="connsiteX0" fmla="*/ 0 w 673532"/>
              <a:gd name="connsiteY0" fmla="*/ 0 h 571500"/>
              <a:gd name="connsiteX1" fmla="*/ 673532 w 673532"/>
              <a:gd name="connsiteY1" fmla="*/ 0 h 571500"/>
              <a:gd name="connsiteX2" fmla="*/ 673532 w 673532"/>
              <a:gd name="connsiteY2" fmla="*/ 571500 h 571500"/>
              <a:gd name="connsiteX3" fmla="*/ 0 w 673532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3532" h="571500">
                <a:moveTo>
                  <a:pt x="0" y="0"/>
                </a:moveTo>
                <a:lnTo>
                  <a:pt x="673532" y="0"/>
                </a:lnTo>
                <a:lnTo>
                  <a:pt x="673532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FFC3C2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FB3B0B8C-4BFC-D9D0-D533-5D1B3DB1C3F4}"/>
              </a:ext>
            </a:extLst>
          </p:cNvPr>
          <p:cNvSpPr/>
          <p:nvPr/>
        </p:nvSpPr>
        <p:spPr>
          <a:xfrm>
            <a:off x="3286155" y="-947050"/>
            <a:ext cx="673532" cy="571500"/>
          </a:xfrm>
          <a:custGeom>
            <a:avLst/>
            <a:gdLst>
              <a:gd name="connsiteX0" fmla="*/ 0 w 673532"/>
              <a:gd name="connsiteY0" fmla="*/ 0 h 571500"/>
              <a:gd name="connsiteX1" fmla="*/ 673532 w 673532"/>
              <a:gd name="connsiteY1" fmla="*/ 0 h 571500"/>
              <a:gd name="connsiteX2" fmla="*/ 673532 w 673532"/>
              <a:gd name="connsiteY2" fmla="*/ 571500 h 571500"/>
              <a:gd name="connsiteX3" fmla="*/ 0 w 673532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3532" h="571500">
                <a:moveTo>
                  <a:pt x="0" y="0"/>
                </a:moveTo>
                <a:lnTo>
                  <a:pt x="673532" y="0"/>
                </a:lnTo>
                <a:lnTo>
                  <a:pt x="673532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339999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6" name="Freeform 115">
            <a:extLst>
              <a:ext uri="{FF2B5EF4-FFF2-40B4-BE49-F238E27FC236}">
                <a16:creationId xmlns:a16="http://schemas.microsoft.com/office/drawing/2014/main" id="{4B4E95ED-229E-4AC4-9715-057D001F5E9A}"/>
              </a:ext>
            </a:extLst>
          </p:cNvPr>
          <p:cNvSpPr/>
          <p:nvPr/>
        </p:nvSpPr>
        <p:spPr>
          <a:xfrm>
            <a:off x="4009156" y="-947050"/>
            <a:ext cx="673532" cy="571500"/>
          </a:xfrm>
          <a:custGeom>
            <a:avLst/>
            <a:gdLst>
              <a:gd name="connsiteX0" fmla="*/ 0 w 673532"/>
              <a:gd name="connsiteY0" fmla="*/ 0 h 571500"/>
              <a:gd name="connsiteX1" fmla="*/ 673532 w 673532"/>
              <a:gd name="connsiteY1" fmla="*/ 0 h 571500"/>
              <a:gd name="connsiteX2" fmla="*/ 673532 w 673532"/>
              <a:gd name="connsiteY2" fmla="*/ 571500 h 571500"/>
              <a:gd name="connsiteX3" fmla="*/ 0 w 673532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3532" h="571500">
                <a:moveTo>
                  <a:pt x="0" y="0"/>
                </a:moveTo>
                <a:lnTo>
                  <a:pt x="673532" y="0"/>
                </a:lnTo>
                <a:lnTo>
                  <a:pt x="673532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005F56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7" name="Freeform 116">
            <a:extLst>
              <a:ext uri="{FF2B5EF4-FFF2-40B4-BE49-F238E27FC236}">
                <a16:creationId xmlns:a16="http://schemas.microsoft.com/office/drawing/2014/main" id="{B5342570-9228-E9E9-0879-D10EE6AD95B4}"/>
              </a:ext>
            </a:extLst>
          </p:cNvPr>
          <p:cNvSpPr/>
          <p:nvPr/>
        </p:nvSpPr>
        <p:spPr>
          <a:xfrm>
            <a:off x="4732157" y="-947050"/>
            <a:ext cx="673532" cy="571500"/>
          </a:xfrm>
          <a:custGeom>
            <a:avLst/>
            <a:gdLst>
              <a:gd name="connsiteX0" fmla="*/ 0 w 673532"/>
              <a:gd name="connsiteY0" fmla="*/ 0 h 571500"/>
              <a:gd name="connsiteX1" fmla="*/ 673532 w 673532"/>
              <a:gd name="connsiteY1" fmla="*/ 0 h 571500"/>
              <a:gd name="connsiteX2" fmla="*/ 673532 w 673532"/>
              <a:gd name="connsiteY2" fmla="*/ 571500 h 571500"/>
              <a:gd name="connsiteX3" fmla="*/ 0 w 673532"/>
              <a:gd name="connsiteY3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3532" h="571500">
                <a:moveTo>
                  <a:pt x="0" y="0"/>
                </a:moveTo>
                <a:lnTo>
                  <a:pt x="673532" y="0"/>
                </a:lnTo>
                <a:lnTo>
                  <a:pt x="673532" y="571500"/>
                </a:lnTo>
                <a:lnTo>
                  <a:pt x="0" y="571500"/>
                </a:lnTo>
                <a:close/>
              </a:path>
            </a:pathLst>
          </a:custGeom>
          <a:solidFill>
            <a:srgbClr val="F4E1A1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6" name="Freeform 315">
            <a:extLst>
              <a:ext uri="{FF2B5EF4-FFF2-40B4-BE49-F238E27FC236}">
                <a16:creationId xmlns:a16="http://schemas.microsoft.com/office/drawing/2014/main" id="{C915280E-12AD-2045-DA92-04AC81B5F30D}"/>
              </a:ext>
            </a:extLst>
          </p:cNvPr>
          <p:cNvSpPr/>
          <p:nvPr/>
        </p:nvSpPr>
        <p:spPr>
          <a:xfrm>
            <a:off x="5522816" y="-1007093"/>
            <a:ext cx="691616" cy="691586"/>
          </a:xfrm>
          <a:custGeom>
            <a:avLst/>
            <a:gdLst>
              <a:gd name="connsiteX0" fmla="*/ 67130 w 67129"/>
              <a:gd name="connsiteY0" fmla="*/ 33563 h 67126"/>
              <a:gd name="connsiteX1" fmla="*/ 33565 w 67129"/>
              <a:gd name="connsiteY1" fmla="*/ 67127 h 67126"/>
              <a:gd name="connsiteX2" fmla="*/ 0 w 67129"/>
              <a:gd name="connsiteY2" fmla="*/ 33563 h 67126"/>
              <a:gd name="connsiteX3" fmla="*/ 33565 w 67129"/>
              <a:gd name="connsiteY3" fmla="*/ 0 h 67126"/>
              <a:gd name="connsiteX4" fmla="*/ 67130 w 67129"/>
              <a:gd name="connsiteY4" fmla="*/ 33563 h 67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29" h="67126">
                <a:moveTo>
                  <a:pt x="67130" y="33563"/>
                </a:moveTo>
                <a:cubicBezTo>
                  <a:pt x="67130" y="52100"/>
                  <a:pt x="52102" y="67127"/>
                  <a:pt x="33565" y="67127"/>
                </a:cubicBezTo>
                <a:cubicBezTo>
                  <a:pt x="15027" y="67127"/>
                  <a:pt x="0" y="52100"/>
                  <a:pt x="0" y="33563"/>
                </a:cubicBezTo>
                <a:cubicBezTo>
                  <a:pt x="0" y="15027"/>
                  <a:pt x="15027" y="0"/>
                  <a:pt x="33565" y="0"/>
                </a:cubicBezTo>
                <a:cubicBezTo>
                  <a:pt x="52102" y="0"/>
                  <a:pt x="67130" y="15027"/>
                  <a:pt x="67130" y="33563"/>
                </a:cubicBezTo>
                <a:close/>
              </a:path>
            </a:pathLst>
          </a:custGeom>
          <a:solidFill>
            <a:srgbClr val="9E8148"/>
          </a:solidFill>
          <a:ln w="93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3" name="Freeform 352">
            <a:extLst>
              <a:ext uri="{FF2B5EF4-FFF2-40B4-BE49-F238E27FC236}">
                <a16:creationId xmlns:a16="http://schemas.microsoft.com/office/drawing/2014/main" id="{82D49E67-8C69-617A-B21D-97CF87F1A676}"/>
              </a:ext>
            </a:extLst>
          </p:cNvPr>
          <p:cNvSpPr/>
          <p:nvPr/>
        </p:nvSpPr>
        <p:spPr>
          <a:xfrm>
            <a:off x="2516534" y="262816"/>
            <a:ext cx="5855" cy="585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4" name="Freeform 353">
            <a:extLst>
              <a:ext uri="{FF2B5EF4-FFF2-40B4-BE49-F238E27FC236}">
                <a16:creationId xmlns:a16="http://schemas.microsoft.com/office/drawing/2014/main" id="{60C6F920-D133-67CD-9900-8844DD2C4254}"/>
              </a:ext>
            </a:extLst>
          </p:cNvPr>
          <p:cNvSpPr/>
          <p:nvPr/>
        </p:nvSpPr>
        <p:spPr>
          <a:xfrm>
            <a:off x="2516534" y="262816"/>
            <a:ext cx="5855" cy="585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9" name="Freeform 418">
            <a:extLst>
              <a:ext uri="{FF2B5EF4-FFF2-40B4-BE49-F238E27FC236}">
                <a16:creationId xmlns:a16="http://schemas.microsoft.com/office/drawing/2014/main" id="{7B98F2D7-8655-6563-0A7B-C25542E6F825}"/>
              </a:ext>
            </a:extLst>
          </p:cNvPr>
          <p:cNvSpPr/>
          <p:nvPr/>
        </p:nvSpPr>
        <p:spPr>
          <a:xfrm>
            <a:off x="2516534" y="262816"/>
            <a:ext cx="5855" cy="585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0" name="Freeform 419">
            <a:extLst>
              <a:ext uri="{FF2B5EF4-FFF2-40B4-BE49-F238E27FC236}">
                <a16:creationId xmlns:a16="http://schemas.microsoft.com/office/drawing/2014/main" id="{42B62DAA-DB00-FD06-4134-88F7D8007281}"/>
              </a:ext>
            </a:extLst>
          </p:cNvPr>
          <p:cNvSpPr/>
          <p:nvPr/>
        </p:nvSpPr>
        <p:spPr>
          <a:xfrm>
            <a:off x="2516534" y="262816"/>
            <a:ext cx="5855" cy="5855"/>
          </a:xfrm>
          <a:custGeom>
            <a:avLst/>
            <a:gdLst/>
            <a:ahLst/>
            <a:cxnLst/>
            <a:rect l="l" t="t" r="r" b="b"/>
            <a:pathLst>
              <a:path w="9525" h="9525"/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4FFF9AE5-A068-9E7E-C94A-39890B054851}"/>
              </a:ext>
            </a:extLst>
          </p:cNvPr>
          <p:cNvGrpSpPr/>
          <p:nvPr/>
        </p:nvGrpSpPr>
        <p:grpSpPr>
          <a:xfrm>
            <a:off x="1972499" y="629920"/>
            <a:ext cx="8122346" cy="5784671"/>
            <a:chOff x="1972499" y="629920"/>
            <a:chExt cx="8122346" cy="5784671"/>
          </a:xfrm>
        </p:grpSpPr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7C8DD35C-3F67-BA4A-C97B-1980B5676951}"/>
                </a:ext>
              </a:extLst>
            </p:cNvPr>
            <p:cNvSpPr/>
            <p:nvPr/>
          </p:nvSpPr>
          <p:spPr>
            <a:xfrm>
              <a:off x="2362081" y="1616789"/>
              <a:ext cx="7463080" cy="2258933"/>
            </a:xfrm>
            <a:custGeom>
              <a:avLst/>
              <a:gdLst>
                <a:gd name="connsiteX0" fmla="*/ 0 w 7463080"/>
                <a:gd name="connsiteY0" fmla="*/ 2167493 h 2258933"/>
                <a:gd name="connsiteX1" fmla="*/ 76105 w 7463080"/>
                <a:gd name="connsiteY1" fmla="*/ 2159874 h 2258933"/>
                <a:gd name="connsiteX2" fmla="*/ 406212 w 7463080"/>
                <a:gd name="connsiteY2" fmla="*/ 2152254 h 2258933"/>
                <a:gd name="connsiteX3" fmla="*/ 609794 w 7463080"/>
                <a:gd name="connsiteY3" fmla="*/ 2226549 h 2258933"/>
                <a:gd name="connsiteX4" fmla="*/ 863796 w 7463080"/>
                <a:gd name="connsiteY4" fmla="*/ 2226549 h 2258933"/>
                <a:gd name="connsiteX5" fmla="*/ 1498324 w 7463080"/>
                <a:gd name="connsiteY5" fmla="*/ 2241789 h 2258933"/>
                <a:gd name="connsiteX6" fmla="*/ 2082432 w 7463080"/>
                <a:gd name="connsiteY6" fmla="*/ 2219881 h 2258933"/>
                <a:gd name="connsiteX7" fmla="*/ 2462959 w 7463080"/>
                <a:gd name="connsiteY7" fmla="*/ 2197974 h 2258933"/>
                <a:gd name="connsiteX8" fmla="*/ 2844437 w 7463080"/>
                <a:gd name="connsiteY8" fmla="*/ 2146539 h 2258933"/>
                <a:gd name="connsiteX9" fmla="*/ 3048019 w 7463080"/>
                <a:gd name="connsiteY9" fmla="*/ 2161779 h 2258933"/>
                <a:gd name="connsiteX10" fmla="*/ 3200230 w 7463080"/>
                <a:gd name="connsiteY10" fmla="*/ 2137014 h 2258933"/>
                <a:gd name="connsiteX11" fmla="*/ 3352440 w 7463080"/>
                <a:gd name="connsiteY11" fmla="*/ 2021761 h 2258933"/>
                <a:gd name="connsiteX12" fmla="*/ 3504651 w 7463080"/>
                <a:gd name="connsiteY12" fmla="*/ 2036048 h 2258933"/>
                <a:gd name="connsiteX13" fmla="*/ 3656862 w 7463080"/>
                <a:gd name="connsiteY13" fmla="*/ 1986518 h 2258933"/>
                <a:gd name="connsiteX14" fmla="*/ 3809072 w 7463080"/>
                <a:gd name="connsiteY14" fmla="*/ 1899841 h 2258933"/>
                <a:gd name="connsiteX15" fmla="*/ 3961283 w 7463080"/>
                <a:gd name="connsiteY15" fmla="*/ 1838881 h 2258933"/>
                <a:gd name="connsiteX16" fmla="*/ 4113494 w 7463080"/>
                <a:gd name="connsiteY16" fmla="*/ 1876029 h 2258933"/>
                <a:gd name="connsiteX17" fmla="*/ 4265705 w 7463080"/>
                <a:gd name="connsiteY17" fmla="*/ 1856026 h 2258933"/>
                <a:gd name="connsiteX18" fmla="*/ 4417915 w 7463080"/>
                <a:gd name="connsiteY18" fmla="*/ 1679814 h 2258933"/>
                <a:gd name="connsiteX19" fmla="*/ 4570126 w 7463080"/>
                <a:gd name="connsiteY19" fmla="*/ 1472168 h 2258933"/>
                <a:gd name="connsiteX20" fmla="*/ 4722337 w 7463080"/>
                <a:gd name="connsiteY20" fmla="*/ 1431211 h 2258933"/>
                <a:gd name="connsiteX21" fmla="*/ 4874548 w 7463080"/>
                <a:gd name="connsiteY21" fmla="*/ 1465501 h 2258933"/>
                <a:gd name="connsiteX22" fmla="*/ 5026758 w 7463080"/>
                <a:gd name="connsiteY22" fmla="*/ 1488361 h 2258933"/>
                <a:gd name="connsiteX23" fmla="*/ 5178969 w 7463080"/>
                <a:gd name="connsiteY23" fmla="*/ 1410256 h 2258933"/>
                <a:gd name="connsiteX24" fmla="*/ 5331180 w 7463080"/>
                <a:gd name="connsiteY24" fmla="*/ 1049258 h 2258933"/>
                <a:gd name="connsiteX25" fmla="*/ 5483390 w 7463080"/>
                <a:gd name="connsiteY25" fmla="*/ 1089264 h 2258933"/>
                <a:gd name="connsiteX26" fmla="*/ 5635601 w 7463080"/>
                <a:gd name="connsiteY26" fmla="*/ 891143 h 2258933"/>
                <a:gd name="connsiteX27" fmla="*/ 5787812 w 7463080"/>
                <a:gd name="connsiteY27" fmla="*/ 606346 h 2258933"/>
                <a:gd name="connsiteX28" fmla="*/ 5940022 w 7463080"/>
                <a:gd name="connsiteY28" fmla="*/ 513001 h 2258933"/>
                <a:gd name="connsiteX29" fmla="*/ 6092233 w 7463080"/>
                <a:gd name="connsiteY29" fmla="*/ 648256 h 2258933"/>
                <a:gd name="connsiteX30" fmla="*/ 6244444 w 7463080"/>
                <a:gd name="connsiteY30" fmla="*/ 924481 h 2258933"/>
                <a:gd name="connsiteX31" fmla="*/ 6396654 w 7463080"/>
                <a:gd name="connsiteY31" fmla="*/ 409178 h 2258933"/>
                <a:gd name="connsiteX32" fmla="*/ 6548865 w 7463080"/>
                <a:gd name="connsiteY32" fmla="*/ 5318 h 2258933"/>
                <a:gd name="connsiteX33" fmla="*/ 6701076 w 7463080"/>
                <a:gd name="connsiteY33" fmla="*/ 416798 h 2258933"/>
                <a:gd name="connsiteX34" fmla="*/ 6853286 w 7463080"/>
                <a:gd name="connsiteY34" fmla="*/ 323453 h 2258933"/>
                <a:gd name="connsiteX35" fmla="*/ 7005497 w 7463080"/>
                <a:gd name="connsiteY35" fmla="*/ 459661 h 2258933"/>
                <a:gd name="connsiteX36" fmla="*/ 7157708 w 7463080"/>
                <a:gd name="connsiteY36" fmla="*/ 397748 h 2258933"/>
                <a:gd name="connsiteX37" fmla="*/ 7309919 w 7463080"/>
                <a:gd name="connsiteY37" fmla="*/ 483473 h 2258933"/>
                <a:gd name="connsiteX38" fmla="*/ 7437395 w 7463080"/>
                <a:gd name="connsiteY38" fmla="*/ 1210231 h 2258933"/>
                <a:gd name="connsiteX39" fmla="*/ 7463080 w 7463080"/>
                <a:gd name="connsiteY39" fmla="*/ 1396921 h 2258933"/>
                <a:gd name="connsiteX40" fmla="*/ 7463080 w 7463080"/>
                <a:gd name="connsiteY40" fmla="*/ 1396921 h 2258933"/>
                <a:gd name="connsiteX41" fmla="*/ 7437395 w 7463080"/>
                <a:gd name="connsiteY41" fmla="*/ 1254998 h 2258933"/>
                <a:gd name="connsiteX42" fmla="*/ 7309919 w 7463080"/>
                <a:gd name="connsiteY42" fmla="*/ 661591 h 2258933"/>
                <a:gd name="connsiteX43" fmla="*/ 7157708 w 7463080"/>
                <a:gd name="connsiteY43" fmla="*/ 442516 h 2258933"/>
                <a:gd name="connsiteX44" fmla="*/ 7005497 w 7463080"/>
                <a:gd name="connsiteY44" fmla="*/ 460614 h 2258933"/>
                <a:gd name="connsiteX45" fmla="*/ 6853286 w 7463080"/>
                <a:gd name="connsiteY45" fmla="*/ 338693 h 2258933"/>
                <a:gd name="connsiteX46" fmla="*/ 6701076 w 7463080"/>
                <a:gd name="connsiteY46" fmla="*/ 491093 h 2258933"/>
                <a:gd name="connsiteX47" fmla="*/ 6548865 w 7463080"/>
                <a:gd name="connsiteY47" fmla="*/ 123428 h 2258933"/>
                <a:gd name="connsiteX48" fmla="*/ 6396654 w 7463080"/>
                <a:gd name="connsiteY48" fmla="*/ 646351 h 2258933"/>
                <a:gd name="connsiteX49" fmla="*/ 6244444 w 7463080"/>
                <a:gd name="connsiteY49" fmla="*/ 1175941 h 2258933"/>
                <a:gd name="connsiteX50" fmla="*/ 6092233 w 7463080"/>
                <a:gd name="connsiteY50" fmla="*/ 825421 h 2258933"/>
                <a:gd name="connsiteX51" fmla="*/ 5940022 w 7463080"/>
                <a:gd name="connsiteY51" fmla="*/ 631111 h 2258933"/>
                <a:gd name="connsiteX52" fmla="*/ 5787812 w 7463080"/>
                <a:gd name="connsiteY52" fmla="*/ 738743 h 2258933"/>
                <a:gd name="connsiteX53" fmla="*/ 5635601 w 7463080"/>
                <a:gd name="connsiteY53" fmla="*/ 920671 h 2258933"/>
                <a:gd name="connsiteX54" fmla="*/ 5483390 w 7463080"/>
                <a:gd name="connsiteY54" fmla="*/ 1118791 h 2258933"/>
                <a:gd name="connsiteX55" fmla="*/ 5331180 w 7463080"/>
                <a:gd name="connsiteY55" fmla="*/ 1167369 h 2258933"/>
                <a:gd name="connsiteX56" fmla="*/ 5178969 w 7463080"/>
                <a:gd name="connsiteY56" fmla="*/ 1439783 h 2258933"/>
                <a:gd name="connsiteX57" fmla="*/ 5026758 w 7463080"/>
                <a:gd name="connsiteY57" fmla="*/ 1503601 h 2258933"/>
                <a:gd name="connsiteX58" fmla="*/ 4874548 w 7463080"/>
                <a:gd name="connsiteY58" fmla="*/ 1525508 h 2258933"/>
                <a:gd name="connsiteX59" fmla="*/ 4722337 w 7463080"/>
                <a:gd name="connsiteY59" fmla="*/ 1461691 h 2258933"/>
                <a:gd name="connsiteX60" fmla="*/ 4570126 w 7463080"/>
                <a:gd name="connsiteY60" fmla="*/ 1533129 h 2258933"/>
                <a:gd name="connsiteX61" fmla="*/ 4417915 w 7463080"/>
                <a:gd name="connsiteY61" fmla="*/ 1711246 h 2258933"/>
                <a:gd name="connsiteX62" fmla="*/ 4265705 w 7463080"/>
                <a:gd name="connsiteY62" fmla="*/ 1916986 h 2258933"/>
                <a:gd name="connsiteX63" fmla="*/ 4113494 w 7463080"/>
                <a:gd name="connsiteY63" fmla="*/ 1893173 h 2258933"/>
                <a:gd name="connsiteX64" fmla="*/ 3961283 w 7463080"/>
                <a:gd name="connsiteY64" fmla="*/ 1841739 h 2258933"/>
                <a:gd name="connsiteX65" fmla="*/ 3809072 w 7463080"/>
                <a:gd name="connsiteY65" fmla="*/ 1902698 h 2258933"/>
                <a:gd name="connsiteX66" fmla="*/ 3656862 w 7463080"/>
                <a:gd name="connsiteY66" fmla="*/ 1989376 h 2258933"/>
                <a:gd name="connsiteX67" fmla="*/ 3504651 w 7463080"/>
                <a:gd name="connsiteY67" fmla="*/ 2038906 h 2258933"/>
                <a:gd name="connsiteX68" fmla="*/ 3352440 w 7463080"/>
                <a:gd name="connsiteY68" fmla="*/ 2024618 h 2258933"/>
                <a:gd name="connsiteX69" fmla="*/ 3200230 w 7463080"/>
                <a:gd name="connsiteY69" fmla="*/ 2139871 h 2258933"/>
                <a:gd name="connsiteX70" fmla="*/ 3048019 w 7463080"/>
                <a:gd name="connsiteY70" fmla="*/ 2164636 h 2258933"/>
                <a:gd name="connsiteX71" fmla="*/ 2844437 w 7463080"/>
                <a:gd name="connsiteY71" fmla="*/ 2149396 h 2258933"/>
                <a:gd name="connsiteX72" fmla="*/ 2462959 w 7463080"/>
                <a:gd name="connsiteY72" fmla="*/ 2200831 h 2258933"/>
                <a:gd name="connsiteX73" fmla="*/ 2082432 w 7463080"/>
                <a:gd name="connsiteY73" fmla="*/ 2222739 h 2258933"/>
                <a:gd name="connsiteX74" fmla="*/ 1498324 w 7463080"/>
                <a:gd name="connsiteY74" fmla="*/ 2244646 h 2258933"/>
                <a:gd name="connsiteX75" fmla="*/ 863796 w 7463080"/>
                <a:gd name="connsiteY75" fmla="*/ 2229406 h 2258933"/>
                <a:gd name="connsiteX76" fmla="*/ 609794 w 7463080"/>
                <a:gd name="connsiteY76" fmla="*/ 2229406 h 2258933"/>
                <a:gd name="connsiteX77" fmla="*/ 406212 w 7463080"/>
                <a:gd name="connsiteY77" fmla="*/ 2170351 h 2258933"/>
                <a:gd name="connsiteX78" fmla="*/ 76105 w 7463080"/>
                <a:gd name="connsiteY78" fmla="*/ 2237026 h 2258933"/>
                <a:gd name="connsiteX79" fmla="*/ 0 w 7463080"/>
                <a:gd name="connsiteY79" fmla="*/ 2258933 h 2258933"/>
                <a:gd name="connsiteX80" fmla="*/ 0 w 7463080"/>
                <a:gd name="connsiteY80" fmla="*/ 2170351 h 2258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463080" h="2258933">
                  <a:moveTo>
                    <a:pt x="0" y="2167493"/>
                  </a:moveTo>
                  <a:lnTo>
                    <a:pt x="76105" y="2159874"/>
                  </a:lnTo>
                  <a:cubicBezTo>
                    <a:pt x="152211" y="2152254"/>
                    <a:pt x="304421" y="2137966"/>
                    <a:pt x="406212" y="2152254"/>
                  </a:cubicBezTo>
                  <a:cubicBezTo>
                    <a:pt x="508003" y="2167493"/>
                    <a:pt x="558423" y="2211308"/>
                    <a:pt x="609794" y="2226549"/>
                  </a:cubicBezTo>
                  <a:cubicBezTo>
                    <a:pt x="660214" y="2241789"/>
                    <a:pt x="711585" y="2226549"/>
                    <a:pt x="863796" y="2226549"/>
                  </a:cubicBezTo>
                  <a:cubicBezTo>
                    <a:pt x="1016006" y="2226549"/>
                    <a:pt x="1270008" y="2241789"/>
                    <a:pt x="1498324" y="2241789"/>
                  </a:cubicBezTo>
                  <a:cubicBezTo>
                    <a:pt x="1726640" y="2241789"/>
                    <a:pt x="1930222" y="2226549"/>
                    <a:pt x="2082432" y="2219881"/>
                  </a:cubicBezTo>
                  <a:cubicBezTo>
                    <a:pt x="2234643" y="2213214"/>
                    <a:pt x="2336434" y="2212261"/>
                    <a:pt x="2462959" y="2197974"/>
                  </a:cubicBezTo>
                  <a:cubicBezTo>
                    <a:pt x="2589484" y="2182733"/>
                    <a:pt x="2742646" y="2153206"/>
                    <a:pt x="2844437" y="2146539"/>
                  </a:cubicBezTo>
                  <a:cubicBezTo>
                    <a:pt x="2946228" y="2138918"/>
                    <a:pt x="2996648" y="2154158"/>
                    <a:pt x="3048019" y="2161779"/>
                  </a:cubicBezTo>
                  <a:cubicBezTo>
                    <a:pt x="3098439" y="2169399"/>
                    <a:pt x="3149810" y="2169399"/>
                    <a:pt x="3200230" y="2137014"/>
                  </a:cubicBezTo>
                  <a:cubicBezTo>
                    <a:pt x="3250650" y="2104629"/>
                    <a:pt x="3302021" y="2038906"/>
                    <a:pt x="3352440" y="2021761"/>
                  </a:cubicBezTo>
                  <a:cubicBezTo>
                    <a:pt x="3402860" y="2003664"/>
                    <a:pt x="3454231" y="2033191"/>
                    <a:pt x="3504651" y="2036048"/>
                  </a:cubicBezTo>
                  <a:cubicBezTo>
                    <a:pt x="3555071" y="2038906"/>
                    <a:pt x="3606442" y="2014141"/>
                    <a:pt x="3656862" y="1986518"/>
                  </a:cubicBezTo>
                  <a:cubicBezTo>
                    <a:pt x="3707282" y="1958896"/>
                    <a:pt x="3758653" y="1929368"/>
                    <a:pt x="3809072" y="1899841"/>
                  </a:cubicBezTo>
                  <a:cubicBezTo>
                    <a:pt x="3859492" y="1870314"/>
                    <a:pt x="3910863" y="1840786"/>
                    <a:pt x="3961283" y="1838881"/>
                  </a:cubicBezTo>
                  <a:cubicBezTo>
                    <a:pt x="4011703" y="1836976"/>
                    <a:pt x="4063074" y="1862693"/>
                    <a:pt x="4113494" y="1876029"/>
                  </a:cubicBezTo>
                  <a:cubicBezTo>
                    <a:pt x="4163914" y="1889364"/>
                    <a:pt x="4215285" y="1889364"/>
                    <a:pt x="4265705" y="1856026"/>
                  </a:cubicBezTo>
                  <a:cubicBezTo>
                    <a:pt x="4316125" y="1822689"/>
                    <a:pt x="4367496" y="1756014"/>
                    <a:pt x="4417915" y="1679814"/>
                  </a:cubicBezTo>
                  <a:cubicBezTo>
                    <a:pt x="4468335" y="1603614"/>
                    <a:pt x="4519706" y="1516936"/>
                    <a:pt x="4570126" y="1472168"/>
                  </a:cubicBezTo>
                  <a:cubicBezTo>
                    <a:pt x="4620546" y="1427401"/>
                    <a:pt x="4671917" y="1423591"/>
                    <a:pt x="4722337" y="1431211"/>
                  </a:cubicBezTo>
                  <a:cubicBezTo>
                    <a:pt x="4772757" y="1437879"/>
                    <a:pt x="4824127" y="1455023"/>
                    <a:pt x="4874548" y="1465501"/>
                  </a:cubicBezTo>
                  <a:cubicBezTo>
                    <a:pt x="4924967" y="1475979"/>
                    <a:pt x="4976338" y="1480741"/>
                    <a:pt x="5026758" y="1488361"/>
                  </a:cubicBezTo>
                  <a:cubicBezTo>
                    <a:pt x="5077178" y="1495981"/>
                    <a:pt x="5128549" y="1508364"/>
                    <a:pt x="5178969" y="1410256"/>
                  </a:cubicBezTo>
                  <a:cubicBezTo>
                    <a:pt x="5229389" y="1312148"/>
                    <a:pt x="5280759" y="1104503"/>
                    <a:pt x="5331180" y="1049258"/>
                  </a:cubicBezTo>
                  <a:cubicBezTo>
                    <a:pt x="5381599" y="993061"/>
                    <a:pt x="5432970" y="1089264"/>
                    <a:pt x="5483390" y="1089264"/>
                  </a:cubicBezTo>
                  <a:cubicBezTo>
                    <a:pt x="5533810" y="1089264"/>
                    <a:pt x="5585181" y="994966"/>
                    <a:pt x="5635601" y="891143"/>
                  </a:cubicBezTo>
                  <a:cubicBezTo>
                    <a:pt x="5686021" y="787321"/>
                    <a:pt x="5737391" y="674926"/>
                    <a:pt x="5787812" y="606346"/>
                  </a:cubicBezTo>
                  <a:cubicBezTo>
                    <a:pt x="5838231" y="537766"/>
                    <a:pt x="5889602" y="513001"/>
                    <a:pt x="5940022" y="513001"/>
                  </a:cubicBezTo>
                  <a:cubicBezTo>
                    <a:pt x="5990442" y="513001"/>
                    <a:pt x="6041813" y="537766"/>
                    <a:pt x="6092233" y="648256"/>
                  </a:cubicBezTo>
                  <a:cubicBezTo>
                    <a:pt x="6142653" y="758746"/>
                    <a:pt x="6194024" y="954008"/>
                    <a:pt x="6244444" y="924481"/>
                  </a:cubicBezTo>
                  <a:cubicBezTo>
                    <a:pt x="6294863" y="895906"/>
                    <a:pt x="6346234" y="642541"/>
                    <a:pt x="6396654" y="409178"/>
                  </a:cubicBezTo>
                  <a:cubicBezTo>
                    <a:pt x="6447074" y="175816"/>
                    <a:pt x="6498445" y="-36592"/>
                    <a:pt x="6548865" y="5318"/>
                  </a:cubicBezTo>
                  <a:cubicBezTo>
                    <a:pt x="6599285" y="47228"/>
                    <a:pt x="6650656" y="344408"/>
                    <a:pt x="6701076" y="416798"/>
                  </a:cubicBezTo>
                  <a:cubicBezTo>
                    <a:pt x="6751495" y="490141"/>
                    <a:pt x="6802866" y="339646"/>
                    <a:pt x="6853286" y="323453"/>
                  </a:cubicBezTo>
                  <a:cubicBezTo>
                    <a:pt x="6903706" y="307261"/>
                    <a:pt x="6955077" y="426323"/>
                    <a:pt x="7005497" y="459661"/>
                  </a:cubicBezTo>
                  <a:cubicBezTo>
                    <a:pt x="7055917" y="492998"/>
                    <a:pt x="7107288" y="441564"/>
                    <a:pt x="7157708" y="397748"/>
                  </a:cubicBezTo>
                  <a:cubicBezTo>
                    <a:pt x="7208128" y="353933"/>
                    <a:pt x="7259498" y="315833"/>
                    <a:pt x="7309919" y="483473"/>
                  </a:cubicBezTo>
                  <a:cubicBezTo>
                    <a:pt x="7360338" y="651114"/>
                    <a:pt x="7411709" y="1024493"/>
                    <a:pt x="7437395" y="1210231"/>
                  </a:cubicBezTo>
                  <a:lnTo>
                    <a:pt x="7463080" y="1396921"/>
                  </a:lnTo>
                  <a:lnTo>
                    <a:pt x="7463080" y="1396921"/>
                  </a:lnTo>
                  <a:lnTo>
                    <a:pt x="7437395" y="1254998"/>
                  </a:lnTo>
                  <a:cubicBezTo>
                    <a:pt x="7411709" y="1113076"/>
                    <a:pt x="7361289" y="829231"/>
                    <a:pt x="7309919" y="661591"/>
                  </a:cubicBezTo>
                  <a:cubicBezTo>
                    <a:pt x="7258547" y="493951"/>
                    <a:pt x="7208128" y="442516"/>
                    <a:pt x="7157708" y="442516"/>
                  </a:cubicBezTo>
                  <a:cubicBezTo>
                    <a:pt x="7107288" y="442516"/>
                    <a:pt x="7055917" y="493951"/>
                    <a:pt x="7005497" y="460614"/>
                  </a:cubicBezTo>
                  <a:cubicBezTo>
                    <a:pt x="6955077" y="427276"/>
                    <a:pt x="6903706" y="308214"/>
                    <a:pt x="6853286" y="338693"/>
                  </a:cubicBezTo>
                  <a:cubicBezTo>
                    <a:pt x="6802866" y="369173"/>
                    <a:pt x="6751495" y="549196"/>
                    <a:pt x="6701076" y="491093"/>
                  </a:cubicBezTo>
                  <a:cubicBezTo>
                    <a:pt x="6650656" y="432991"/>
                    <a:pt x="6599285" y="135811"/>
                    <a:pt x="6548865" y="123428"/>
                  </a:cubicBezTo>
                  <a:cubicBezTo>
                    <a:pt x="6498445" y="111046"/>
                    <a:pt x="6447074" y="383461"/>
                    <a:pt x="6396654" y="646351"/>
                  </a:cubicBezTo>
                  <a:cubicBezTo>
                    <a:pt x="6346234" y="909241"/>
                    <a:pt x="6294863" y="1162606"/>
                    <a:pt x="6244444" y="1175941"/>
                  </a:cubicBezTo>
                  <a:cubicBezTo>
                    <a:pt x="6194024" y="1190228"/>
                    <a:pt x="6142653" y="965439"/>
                    <a:pt x="6092233" y="825421"/>
                  </a:cubicBezTo>
                  <a:cubicBezTo>
                    <a:pt x="6041813" y="685403"/>
                    <a:pt x="5990442" y="631111"/>
                    <a:pt x="5940022" y="631111"/>
                  </a:cubicBezTo>
                  <a:cubicBezTo>
                    <a:pt x="5889602" y="631111"/>
                    <a:pt x="5838231" y="685403"/>
                    <a:pt x="5787812" y="738743"/>
                  </a:cubicBezTo>
                  <a:cubicBezTo>
                    <a:pt x="5737391" y="793036"/>
                    <a:pt x="5686021" y="846376"/>
                    <a:pt x="5635601" y="920671"/>
                  </a:cubicBezTo>
                  <a:cubicBezTo>
                    <a:pt x="5585181" y="994966"/>
                    <a:pt x="5533810" y="1089264"/>
                    <a:pt x="5483390" y="1118791"/>
                  </a:cubicBezTo>
                  <a:cubicBezTo>
                    <a:pt x="5432970" y="1148319"/>
                    <a:pt x="5381599" y="1111171"/>
                    <a:pt x="5331180" y="1167369"/>
                  </a:cubicBezTo>
                  <a:cubicBezTo>
                    <a:pt x="5280759" y="1223566"/>
                    <a:pt x="5229389" y="1371203"/>
                    <a:pt x="5178969" y="1439783"/>
                  </a:cubicBezTo>
                  <a:cubicBezTo>
                    <a:pt x="5128549" y="1508364"/>
                    <a:pt x="5077178" y="1495981"/>
                    <a:pt x="5026758" y="1503601"/>
                  </a:cubicBezTo>
                  <a:cubicBezTo>
                    <a:pt x="4976338" y="1510268"/>
                    <a:pt x="4924967" y="1535986"/>
                    <a:pt x="4874548" y="1525508"/>
                  </a:cubicBezTo>
                  <a:cubicBezTo>
                    <a:pt x="4824127" y="1515031"/>
                    <a:pt x="4772757" y="1468358"/>
                    <a:pt x="4722337" y="1461691"/>
                  </a:cubicBezTo>
                  <a:cubicBezTo>
                    <a:pt x="4671917" y="1455023"/>
                    <a:pt x="4620546" y="1488361"/>
                    <a:pt x="4570126" y="1533129"/>
                  </a:cubicBezTo>
                  <a:cubicBezTo>
                    <a:pt x="4519706" y="1577896"/>
                    <a:pt x="4468335" y="1634093"/>
                    <a:pt x="4417915" y="1711246"/>
                  </a:cubicBezTo>
                  <a:cubicBezTo>
                    <a:pt x="4367496" y="1787446"/>
                    <a:pt x="4316125" y="1883648"/>
                    <a:pt x="4265705" y="1916986"/>
                  </a:cubicBezTo>
                  <a:cubicBezTo>
                    <a:pt x="4215285" y="1950323"/>
                    <a:pt x="4163914" y="1920796"/>
                    <a:pt x="4113494" y="1893173"/>
                  </a:cubicBezTo>
                  <a:cubicBezTo>
                    <a:pt x="4063074" y="1865551"/>
                    <a:pt x="4011703" y="1839833"/>
                    <a:pt x="3961283" y="1841739"/>
                  </a:cubicBezTo>
                  <a:cubicBezTo>
                    <a:pt x="3910863" y="1843643"/>
                    <a:pt x="3859492" y="1873171"/>
                    <a:pt x="3809072" y="1902698"/>
                  </a:cubicBezTo>
                  <a:cubicBezTo>
                    <a:pt x="3758653" y="1932226"/>
                    <a:pt x="3707282" y="1961754"/>
                    <a:pt x="3656862" y="1989376"/>
                  </a:cubicBezTo>
                  <a:cubicBezTo>
                    <a:pt x="3606442" y="2016998"/>
                    <a:pt x="3555071" y="2040811"/>
                    <a:pt x="3504651" y="2038906"/>
                  </a:cubicBezTo>
                  <a:cubicBezTo>
                    <a:pt x="3454231" y="2036048"/>
                    <a:pt x="3402860" y="2006521"/>
                    <a:pt x="3352440" y="2024618"/>
                  </a:cubicBezTo>
                  <a:cubicBezTo>
                    <a:pt x="3302021" y="2042716"/>
                    <a:pt x="3250650" y="2107486"/>
                    <a:pt x="3200230" y="2139871"/>
                  </a:cubicBezTo>
                  <a:cubicBezTo>
                    <a:pt x="3149810" y="2172256"/>
                    <a:pt x="3098439" y="2172256"/>
                    <a:pt x="3048019" y="2164636"/>
                  </a:cubicBezTo>
                  <a:cubicBezTo>
                    <a:pt x="2997599" y="2157016"/>
                    <a:pt x="2946228" y="2142729"/>
                    <a:pt x="2844437" y="2149396"/>
                  </a:cubicBezTo>
                  <a:cubicBezTo>
                    <a:pt x="2742646" y="2157016"/>
                    <a:pt x="2590436" y="2186543"/>
                    <a:pt x="2462959" y="2200831"/>
                  </a:cubicBezTo>
                  <a:cubicBezTo>
                    <a:pt x="2336434" y="2216071"/>
                    <a:pt x="2234643" y="2216071"/>
                    <a:pt x="2082432" y="2222739"/>
                  </a:cubicBezTo>
                  <a:cubicBezTo>
                    <a:pt x="1930222" y="2229406"/>
                    <a:pt x="1726640" y="2244646"/>
                    <a:pt x="1498324" y="2244646"/>
                  </a:cubicBezTo>
                  <a:cubicBezTo>
                    <a:pt x="1270008" y="2244646"/>
                    <a:pt x="1016006" y="2229406"/>
                    <a:pt x="863796" y="2229406"/>
                  </a:cubicBezTo>
                  <a:cubicBezTo>
                    <a:pt x="711585" y="2229406"/>
                    <a:pt x="660214" y="2244646"/>
                    <a:pt x="609794" y="2229406"/>
                  </a:cubicBezTo>
                  <a:cubicBezTo>
                    <a:pt x="559374" y="2214166"/>
                    <a:pt x="508003" y="2170351"/>
                    <a:pt x="406212" y="2170351"/>
                  </a:cubicBezTo>
                  <a:cubicBezTo>
                    <a:pt x="304421" y="2170351"/>
                    <a:pt x="152211" y="2215118"/>
                    <a:pt x="76105" y="2237026"/>
                  </a:cubicBezTo>
                  <a:lnTo>
                    <a:pt x="0" y="2258933"/>
                  </a:lnTo>
                  <a:lnTo>
                    <a:pt x="0" y="2170351"/>
                  </a:lnTo>
                  <a:close/>
                </a:path>
              </a:pathLst>
            </a:custGeom>
            <a:solidFill>
              <a:srgbClr val="FFC3C2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19D51315-078A-6A8C-6D3E-A8904FBF8DE0}"/>
                </a:ext>
              </a:extLst>
            </p:cNvPr>
            <p:cNvSpPr/>
            <p:nvPr/>
          </p:nvSpPr>
          <p:spPr>
            <a:xfrm>
              <a:off x="2362081" y="2314511"/>
              <a:ext cx="7463080" cy="1590738"/>
            </a:xfrm>
            <a:custGeom>
              <a:avLst/>
              <a:gdLst>
                <a:gd name="connsiteX0" fmla="*/ 0 w 7463080"/>
                <a:gd name="connsiteY0" fmla="*/ 1559306 h 1590738"/>
                <a:gd name="connsiteX1" fmla="*/ 76105 w 7463080"/>
                <a:gd name="connsiteY1" fmla="*/ 1537398 h 1590738"/>
                <a:gd name="connsiteX2" fmla="*/ 406212 w 7463080"/>
                <a:gd name="connsiteY2" fmla="*/ 1470723 h 1590738"/>
                <a:gd name="connsiteX3" fmla="*/ 609794 w 7463080"/>
                <a:gd name="connsiteY3" fmla="*/ 1529778 h 1590738"/>
                <a:gd name="connsiteX4" fmla="*/ 863796 w 7463080"/>
                <a:gd name="connsiteY4" fmla="*/ 1529778 h 1590738"/>
                <a:gd name="connsiteX5" fmla="*/ 1498324 w 7463080"/>
                <a:gd name="connsiteY5" fmla="*/ 1545018 h 1590738"/>
                <a:gd name="connsiteX6" fmla="*/ 2082432 w 7463080"/>
                <a:gd name="connsiteY6" fmla="*/ 1523111 h 1590738"/>
                <a:gd name="connsiteX7" fmla="*/ 2462959 w 7463080"/>
                <a:gd name="connsiteY7" fmla="*/ 1501203 h 1590738"/>
                <a:gd name="connsiteX8" fmla="*/ 2844437 w 7463080"/>
                <a:gd name="connsiteY8" fmla="*/ 1449768 h 1590738"/>
                <a:gd name="connsiteX9" fmla="*/ 3048019 w 7463080"/>
                <a:gd name="connsiteY9" fmla="*/ 1465008 h 1590738"/>
                <a:gd name="connsiteX10" fmla="*/ 3200230 w 7463080"/>
                <a:gd name="connsiteY10" fmla="*/ 1440243 h 1590738"/>
                <a:gd name="connsiteX11" fmla="*/ 3352440 w 7463080"/>
                <a:gd name="connsiteY11" fmla="*/ 1324991 h 1590738"/>
                <a:gd name="connsiteX12" fmla="*/ 3504651 w 7463080"/>
                <a:gd name="connsiteY12" fmla="*/ 1339278 h 1590738"/>
                <a:gd name="connsiteX13" fmla="*/ 3656862 w 7463080"/>
                <a:gd name="connsiteY13" fmla="*/ 1319276 h 1590738"/>
                <a:gd name="connsiteX14" fmla="*/ 3809072 w 7463080"/>
                <a:gd name="connsiteY14" fmla="*/ 1322133 h 1590738"/>
                <a:gd name="connsiteX15" fmla="*/ 3961283 w 7463080"/>
                <a:gd name="connsiteY15" fmla="*/ 1171638 h 1590738"/>
                <a:gd name="connsiteX16" fmla="*/ 4113494 w 7463080"/>
                <a:gd name="connsiteY16" fmla="*/ 1193546 h 1590738"/>
                <a:gd name="connsiteX17" fmla="*/ 4265705 w 7463080"/>
                <a:gd name="connsiteY17" fmla="*/ 1232598 h 1590738"/>
                <a:gd name="connsiteX18" fmla="*/ 4417915 w 7463080"/>
                <a:gd name="connsiteY18" fmla="*/ 1100201 h 1590738"/>
                <a:gd name="connsiteX19" fmla="*/ 4570126 w 7463080"/>
                <a:gd name="connsiteY19" fmla="*/ 1011618 h 1590738"/>
                <a:gd name="connsiteX20" fmla="*/ 4722337 w 7463080"/>
                <a:gd name="connsiteY20" fmla="*/ 1000188 h 1590738"/>
                <a:gd name="connsiteX21" fmla="*/ 4874548 w 7463080"/>
                <a:gd name="connsiteY21" fmla="*/ 1004951 h 1590738"/>
                <a:gd name="connsiteX22" fmla="*/ 5026758 w 7463080"/>
                <a:gd name="connsiteY22" fmla="*/ 923988 h 1590738"/>
                <a:gd name="connsiteX23" fmla="*/ 5178969 w 7463080"/>
                <a:gd name="connsiteY23" fmla="*/ 904938 h 1590738"/>
                <a:gd name="connsiteX24" fmla="*/ 5331180 w 7463080"/>
                <a:gd name="connsiteY24" fmla="*/ 691578 h 1590738"/>
                <a:gd name="connsiteX25" fmla="*/ 5483390 w 7463080"/>
                <a:gd name="connsiteY25" fmla="*/ 835406 h 1590738"/>
                <a:gd name="connsiteX26" fmla="*/ 5635601 w 7463080"/>
                <a:gd name="connsiteY26" fmla="*/ 726821 h 1590738"/>
                <a:gd name="connsiteX27" fmla="*/ 5787812 w 7463080"/>
                <a:gd name="connsiteY27" fmla="*/ 515366 h 1590738"/>
                <a:gd name="connsiteX28" fmla="*/ 5940022 w 7463080"/>
                <a:gd name="connsiteY28" fmla="*/ 407733 h 1590738"/>
                <a:gd name="connsiteX29" fmla="*/ 6092233 w 7463080"/>
                <a:gd name="connsiteY29" fmla="*/ 423926 h 1590738"/>
                <a:gd name="connsiteX30" fmla="*/ 6244444 w 7463080"/>
                <a:gd name="connsiteY30" fmla="*/ 715391 h 1590738"/>
                <a:gd name="connsiteX31" fmla="*/ 6396654 w 7463080"/>
                <a:gd name="connsiteY31" fmla="*/ 407733 h 1590738"/>
                <a:gd name="connsiteX32" fmla="*/ 6548865 w 7463080"/>
                <a:gd name="connsiteY32" fmla="*/ 107696 h 1590738"/>
                <a:gd name="connsiteX33" fmla="*/ 6701076 w 7463080"/>
                <a:gd name="connsiteY33" fmla="*/ 326771 h 1590738"/>
                <a:gd name="connsiteX34" fmla="*/ 6853286 w 7463080"/>
                <a:gd name="connsiteY34" fmla="*/ 159131 h 1590738"/>
                <a:gd name="connsiteX35" fmla="*/ 7005497 w 7463080"/>
                <a:gd name="connsiteY35" fmla="*/ 28638 h 1590738"/>
                <a:gd name="connsiteX36" fmla="*/ 7157708 w 7463080"/>
                <a:gd name="connsiteY36" fmla="*/ 25781 h 1590738"/>
                <a:gd name="connsiteX37" fmla="*/ 7309919 w 7463080"/>
                <a:gd name="connsiteY37" fmla="*/ 319151 h 1590738"/>
                <a:gd name="connsiteX38" fmla="*/ 7437395 w 7463080"/>
                <a:gd name="connsiteY38" fmla="*/ 705866 h 1590738"/>
                <a:gd name="connsiteX39" fmla="*/ 7463080 w 7463080"/>
                <a:gd name="connsiteY39" fmla="*/ 788733 h 1590738"/>
                <a:gd name="connsiteX40" fmla="*/ 7463080 w 7463080"/>
                <a:gd name="connsiteY40" fmla="*/ 877316 h 1590738"/>
                <a:gd name="connsiteX41" fmla="*/ 7437395 w 7463080"/>
                <a:gd name="connsiteY41" fmla="*/ 868743 h 1590738"/>
                <a:gd name="connsiteX42" fmla="*/ 7309919 w 7463080"/>
                <a:gd name="connsiteY42" fmla="*/ 823023 h 1590738"/>
                <a:gd name="connsiteX43" fmla="*/ 7157708 w 7463080"/>
                <a:gd name="connsiteY43" fmla="*/ 781113 h 1590738"/>
                <a:gd name="connsiteX44" fmla="*/ 7005497 w 7463080"/>
                <a:gd name="connsiteY44" fmla="*/ 828738 h 1590738"/>
                <a:gd name="connsiteX45" fmla="*/ 6853286 w 7463080"/>
                <a:gd name="connsiteY45" fmla="*/ 899223 h 1590738"/>
                <a:gd name="connsiteX46" fmla="*/ 6701076 w 7463080"/>
                <a:gd name="connsiteY46" fmla="*/ 933513 h 1590738"/>
                <a:gd name="connsiteX47" fmla="*/ 6548865 w 7463080"/>
                <a:gd name="connsiteY47" fmla="*/ 996378 h 1590738"/>
                <a:gd name="connsiteX48" fmla="*/ 6396654 w 7463080"/>
                <a:gd name="connsiteY48" fmla="*/ 1015428 h 1590738"/>
                <a:gd name="connsiteX49" fmla="*/ 6244444 w 7463080"/>
                <a:gd name="connsiteY49" fmla="*/ 967803 h 1590738"/>
                <a:gd name="connsiteX50" fmla="*/ 6092233 w 7463080"/>
                <a:gd name="connsiteY50" fmla="*/ 854456 h 1590738"/>
                <a:gd name="connsiteX51" fmla="*/ 5940022 w 7463080"/>
                <a:gd name="connsiteY51" fmla="*/ 778256 h 1590738"/>
                <a:gd name="connsiteX52" fmla="*/ 5787812 w 7463080"/>
                <a:gd name="connsiteY52" fmla="*/ 767778 h 1590738"/>
                <a:gd name="connsiteX53" fmla="*/ 5635601 w 7463080"/>
                <a:gd name="connsiteY53" fmla="*/ 830643 h 1590738"/>
                <a:gd name="connsiteX54" fmla="*/ 5483390 w 7463080"/>
                <a:gd name="connsiteY54" fmla="*/ 909701 h 1590738"/>
                <a:gd name="connsiteX55" fmla="*/ 5331180 w 7463080"/>
                <a:gd name="connsiteY55" fmla="*/ 928751 h 1590738"/>
                <a:gd name="connsiteX56" fmla="*/ 5178969 w 7463080"/>
                <a:gd name="connsiteY56" fmla="*/ 993521 h 1590738"/>
                <a:gd name="connsiteX57" fmla="*/ 5026758 w 7463080"/>
                <a:gd name="connsiteY57" fmla="*/ 1057338 h 1590738"/>
                <a:gd name="connsiteX58" fmla="*/ 4874548 w 7463080"/>
                <a:gd name="connsiteY58" fmla="*/ 1123061 h 1590738"/>
                <a:gd name="connsiteX59" fmla="*/ 4722337 w 7463080"/>
                <a:gd name="connsiteY59" fmla="*/ 1147826 h 1590738"/>
                <a:gd name="connsiteX60" fmla="*/ 4570126 w 7463080"/>
                <a:gd name="connsiteY60" fmla="*/ 1115441 h 1590738"/>
                <a:gd name="connsiteX61" fmla="*/ 4417915 w 7463080"/>
                <a:gd name="connsiteY61" fmla="*/ 1174496 h 1590738"/>
                <a:gd name="connsiteX62" fmla="*/ 4265705 w 7463080"/>
                <a:gd name="connsiteY62" fmla="*/ 1246886 h 1590738"/>
                <a:gd name="connsiteX63" fmla="*/ 4113494 w 7463080"/>
                <a:gd name="connsiteY63" fmla="*/ 1193546 h 1590738"/>
                <a:gd name="connsiteX64" fmla="*/ 3961283 w 7463080"/>
                <a:gd name="connsiteY64" fmla="*/ 1171638 h 1590738"/>
                <a:gd name="connsiteX65" fmla="*/ 3809072 w 7463080"/>
                <a:gd name="connsiteY65" fmla="*/ 1336421 h 1590738"/>
                <a:gd name="connsiteX66" fmla="*/ 3656862 w 7463080"/>
                <a:gd name="connsiteY66" fmla="*/ 1378331 h 1590738"/>
                <a:gd name="connsiteX67" fmla="*/ 3504651 w 7463080"/>
                <a:gd name="connsiteY67" fmla="*/ 1368806 h 1590738"/>
                <a:gd name="connsiteX68" fmla="*/ 3352440 w 7463080"/>
                <a:gd name="connsiteY68" fmla="*/ 1384046 h 1590738"/>
                <a:gd name="connsiteX69" fmla="*/ 3200230 w 7463080"/>
                <a:gd name="connsiteY69" fmla="*/ 1455483 h 1590738"/>
                <a:gd name="connsiteX70" fmla="*/ 3048019 w 7463080"/>
                <a:gd name="connsiteY70" fmla="*/ 1465961 h 1590738"/>
                <a:gd name="connsiteX71" fmla="*/ 2844437 w 7463080"/>
                <a:gd name="connsiteY71" fmla="*/ 1450721 h 1590738"/>
                <a:gd name="connsiteX72" fmla="*/ 2462959 w 7463080"/>
                <a:gd name="connsiteY72" fmla="*/ 1502156 h 1590738"/>
                <a:gd name="connsiteX73" fmla="*/ 2082432 w 7463080"/>
                <a:gd name="connsiteY73" fmla="*/ 1524063 h 1590738"/>
                <a:gd name="connsiteX74" fmla="*/ 1498324 w 7463080"/>
                <a:gd name="connsiteY74" fmla="*/ 1561211 h 1590738"/>
                <a:gd name="connsiteX75" fmla="*/ 863796 w 7463080"/>
                <a:gd name="connsiteY75" fmla="*/ 1590738 h 1590738"/>
                <a:gd name="connsiteX76" fmla="*/ 609794 w 7463080"/>
                <a:gd name="connsiteY76" fmla="*/ 1561211 h 1590738"/>
                <a:gd name="connsiteX77" fmla="*/ 406212 w 7463080"/>
                <a:gd name="connsiteY77" fmla="*/ 1531683 h 1590738"/>
                <a:gd name="connsiteX78" fmla="*/ 76105 w 7463080"/>
                <a:gd name="connsiteY78" fmla="*/ 1553591 h 1590738"/>
                <a:gd name="connsiteX79" fmla="*/ 0 w 7463080"/>
                <a:gd name="connsiteY79" fmla="*/ 1561211 h 1590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1590738">
                  <a:moveTo>
                    <a:pt x="0" y="1559306"/>
                  </a:moveTo>
                  <a:lnTo>
                    <a:pt x="76105" y="1537398"/>
                  </a:lnTo>
                  <a:cubicBezTo>
                    <a:pt x="152211" y="1515491"/>
                    <a:pt x="304421" y="1470723"/>
                    <a:pt x="406212" y="1470723"/>
                  </a:cubicBezTo>
                  <a:cubicBezTo>
                    <a:pt x="508003" y="1470723"/>
                    <a:pt x="558423" y="1515491"/>
                    <a:pt x="609794" y="1529778"/>
                  </a:cubicBezTo>
                  <a:cubicBezTo>
                    <a:pt x="660214" y="1545018"/>
                    <a:pt x="711585" y="1529778"/>
                    <a:pt x="863796" y="1529778"/>
                  </a:cubicBezTo>
                  <a:cubicBezTo>
                    <a:pt x="1016006" y="1529778"/>
                    <a:pt x="1270008" y="1545018"/>
                    <a:pt x="1498324" y="1545018"/>
                  </a:cubicBezTo>
                  <a:cubicBezTo>
                    <a:pt x="1726640" y="1545018"/>
                    <a:pt x="1930222" y="1529778"/>
                    <a:pt x="2082432" y="1523111"/>
                  </a:cubicBezTo>
                  <a:cubicBezTo>
                    <a:pt x="2234643" y="1516443"/>
                    <a:pt x="2336434" y="1515491"/>
                    <a:pt x="2462959" y="1501203"/>
                  </a:cubicBezTo>
                  <a:cubicBezTo>
                    <a:pt x="2589484" y="1485963"/>
                    <a:pt x="2742646" y="1456436"/>
                    <a:pt x="2844437" y="1449768"/>
                  </a:cubicBezTo>
                  <a:cubicBezTo>
                    <a:pt x="2946228" y="1442148"/>
                    <a:pt x="2996648" y="1457388"/>
                    <a:pt x="3048019" y="1465008"/>
                  </a:cubicBezTo>
                  <a:cubicBezTo>
                    <a:pt x="3098439" y="1472628"/>
                    <a:pt x="3149810" y="1472628"/>
                    <a:pt x="3200230" y="1440243"/>
                  </a:cubicBezTo>
                  <a:cubicBezTo>
                    <a:pt x="3250650" y="1407858"/>
                    <a:pt x="3302021" y="1342136"/>
                    <a:pt x="3352440" y="1324991"/>
                  </a:cubicBezTo>
                  <a:cubicBezTo>
                    <a:pt x="3402860" y="1306893"/>
                    <a:pt x="3454231" y="1336421"/>
                    <a:pt x="3504651" y="1339278"/>
                  </a:cubicBezTo>
                  <a:cubicBezTo>
                    <a:pt x="3555071" y="1342136"/>
                    <a:pt x="3606442" y="1317371"/>
                    <a:pt x="3656862" y="1319276"/>
                  </a:cubicBezTo>
                  <a:cubicBezTo>
                    <a:pt x="3707282" y="1322133"/>
                    <a:pt x="3758653" y="1351661"/>
                    <a:pt x="3809072" y="1322133"/>
                  </a:cubicBezTo>
                  <a:cubicBezTo>
                    <a:pt x="3859492" y="1292606"/>
                    <a:pt x="3910863" y="1204023"/>
                    <a:pt x="3961283" y="1171638"/>
                  </a:cubicBezTo>
                  <a:cubicBezTo>
                    <a:pt x="4011703" y="1140206"/>
                    <a:pt x="4063074" y="1165923"/>
                    <a:pt x="4113494" y="1193546"/>
                  </a:cubicBezTo>
                  <a:cubicBezTo>
                    <a:pt x="4163914" y="1221168"/>
                    <a:pt x="4215285" y="1250696"/>
                    <a:pt x="4265705" y="1232598"/>
                  </a:cubicBezTo>
                  <a:cubicBezTo>
                    <a:pt x="4316125" y="1214501"/>
                    <a:pt x="4367496" y="1147826"/>
                    <a:pt x="4417915" y="1100201"/>
                  </a:cubicBezTo>
                  <a:cubicBezTo>
                    <a:pt x="4468335" y="1052576"/>
                    <a:pt x="4519706" y="1026858"/>
                    <a:pt x="4570126" y="1011618"/>
                  </a:cubicBezTo>
                  <a:cubicBezTo>
                    <a:pt x="4620546" y="996378"/>
                    <a:pt x="4671917" y="992568"/>
                    <a:pt x="4722337" y="1000188"/>
                  </a:cubicBezTo>
                  <a:cubicBezTo>
                    <a:pt x="4772757" y="1006856"/>
                    <a:pt x="4824127" y="1024001"/>
                    <a:pt x="4874548" y="1004951"/>
                  </a:cubicBezTo>
                  <a:cubicBezTo>
                    <a:pt x="4924967" y="985901"/>
                    <a:pt x="4976338" y="930656"/>
                    <a:pt x="5026758" y="923988"/>
                  </a:cubicBezTo>
                  <a:cubicBezTo>
                    <a:pt x="5077178" y="917321"/>
                    <a:pt x="5128549" y="958278"/>
                    <a:pt x="5178969" y="904938"/>
                  </a:cubicBezTo>
                  <a:cubicBezTo>
                    <a:pt x="5229389" y="851598"/>
                    <a:pt x="5280759" y="703008"/>
                    <a:pt x="5331180" y="691578"/>
                  </a:cubicBezTo>
                  <a:cubicBezTo>
                    <a:pt x="5381599" y="680148"/>
                    <a:pt x="5432970" y="804926"/>
                    <a:pt x="5483390" y="835406"/>
                  </a:cubicBezTo>
                  <a:cubicBezTo>
                    <a:pt x="5533810" y="865886"/>
                    <a:pt x="5585181" y="801116"/>
                    <a:pt x="5635601" y="726821"/>
                  </a:cubicBezTo>
                  <a:cubicBezTo>
                    <a:pt x="5686021" y="652526"/>
                    <a:pt x="5737391" y="569658"/>
                    <a:pt x="5787812" y="515366"/>
                  </a:cubicBezTo>
                  <a:cubicBezTo>
                    <a:pt x="5838231" y="461073"/>
                    <a:pt x="5889602" y="437261"/>
                    <a:pt x="5940022" y="407733"/>
                  </a:cubicBezTo>
                  <a:cubicBezTo>
                    <a:pt x="5990442" y="378206"/>
                    <a:pt x="6041813" y="343916"/>
                    <a:pt x="6092233" y="423926"/>
                  </a:cubicBezTo>
                  <a:cubicBezTo>
                    <a:pt x="6142653" y="503936"/>
                    <a:pt x="6194024" y="700151"/>
                    <a:pt x="6244444" y="715391"/>
                  </a:cubicBezTo>
                  <a:cubicBezTo>
                    <a:pt x="6294863" y="730631"/>
                    <a:pt x="6346234" y="566801"/>
                    <a:pt x="6396654" y="407733"/>
                  </a:cubicBezTo>
                  <a:cubicBezTo>
                    <a:pt x="6447074" y="248666"/>
                    <a:pt x="6498445" y="95313"/>
                    <a:pt x="6548865" y="107696"/>
                  </a:cubicBezTo>
                  <a:cubicBezTo>
                    <a:pt x="6599285" y="120078"/>
                    <a:pt x="6650656" y="298196"/>
                    <a:pt x="6701076" y="326771"/>
                  </a:cubicBezTo>
                  <a:cubicBezTo>
                    <a:pt x="6751495" y="355346"/>
                    <a:pt x="6802866" y="234378"/>
                    <a:pt x="6853286" y="159131"/>
                  </a:cubicBezTo>
                  <a:cubicBezTo>
                    <a:pt x="6903706" y="83883"/>
                    <a:pt x="6955077" y="54356"/>
                    <a:pt x="7005497" y="28638"/>
                  </a:cubicBezTo>
                  <a:cubicBezTo>
                    <a:pt x="7055917" y="2921"/>
                    <a:pt x="7107288" y="-18987"/>
                    <a:pt x="7157708" y="25781"/>
                  </a:cubicBezTo>
                  <a:cubicBezTo>
                    <a:pt x="7208128" y="70548"/>
                    <a:pt x="7259498" y="181038"/>
                    <a:pt x="7309919" y="319151"/>
                  </a:cubicBezTo>
                  <a:cubicBezTo>
                    <a:pt x="7360338" y="457263"/>
                    <a:pt x="7411709" y="622998"/>
                    <a:pt x="7437395" y="705866"/>
                  </a:cubicBezTo>
                  <a:lnTo>
                    <a:pt x="7463080" y="788733"/>
                  </a:lnTo>
                  <a:lnTo>
                    <a:pt x="7463080" y="877316"/>
                  </a:lnTo>
                  <a:lnTo>
                    <a:pt x="7437395" y="868743"/>
                  </a:lnTo>
                  <a:cubicBezTo>
                    <a:pt x="7411709" y="860171"/>
                    <a:pt x="7361289" y="843026"/>
                    <a:pt x="7309919" y="823023"/>
                  </a:cubicBezTo>
                  <a:cubicBezTo>
                    <a:pt x="7258547" y="803021"/>
                    <a:pt x="7208128" y="781113"/>
                    <a:pt x="7157708" y="781113"/>
                  </a:cubicBezTo>
                  <a:cubicBezTo>
                    <a:pt x="7107288" y="781113"/>
                    <a:pt x="7055917" y="803021"/>
                    <a:pt x="7005497" y="828738"/>
                  </a:cubicBezTo>
                  <a:cubicBezTo>
                    <a:pt x="6955077" y="854456"/>
                    <a:pt x="6903706" y="883983"/>
                    <a:pt x="6853286" y="899223"/>
                  </a:cubicBezTo>
                  <a:cubicBezTo>
                    <a:pt x="6802866" y="914463"/>
                    <a:pt x="6751495" y="917321"/>
                    <a:pt x="6701076" y="933513"/>
                  </a:cubicBezTo>
                  <a:cubicBezTo>
                    <a:pt x="6650656" y="949706"/>
                    <a:pt x="6599285" y="978281"/>
                    <a:pt x="6548865" y="996378"/>
                  </a:cubicBezTo>
                  <a:cubicBezTo>
                    <a:pt x="6498445" y="1013523"/>
                    <a:pt x="6447074" y="1019238"/>
                    <a:pt x="6396654" y="1015428"/>
                  </a:cubicBezTo>
                  <a:cubicBezTo>
                    <a:pt x="6346234" y="1011618"/>
                    <a:pt x="6294863" y="998283"/>
                    <a:pt x="6244444" y="967803"/>
                  </a:cubicBezTo>
                  <a:cubicBezTo>
                    <a:pt x="6194024" y="937323"/>
                    <a:pt x="6142653" y="890651"/>
                    <a:pt x="6092233" y="854456"/>
                  </a:cubicBezTo>
                  <a:cubicBezTo>
                    <a:pt x="6041813" y="818261"/>
                    <a:pt x="5990442" y="793496"/>
                    <a:pt x="5940022" y="778256"/>
                  </a:cubicBezTo>
                  <a:cubicBezTo>
                    <a:pt x="5889602" y="763016"/>
                    <a:pt x="5838231" y="758253"/>
                    <a:pt x="5787812" y="767778"/>
                  </a:cubicBezTo>
                  <a:cubicBezTo>
                    <a:pt x="5737391" y="777303"/>
                    <a:pt x="5686021" y="801116"/>
                    <a:pt x="5635601" y="830643"/>
                  </a:cubicBezTo>
                  <a:cubicBezTo>
                    <a:pt x="5585181" y="860171"/>
                    <a:pt x="5533810" y="895413"/>
                    <a:pt x="5483390" y="909701"/>
                  </a:cubicBezTo>
                  <a:cubicBezTo>
                    <a:pt x="5432970" y="923988"/>
                    <a:pt x="5381599" y="917321"/>
                    <a:pt x="5331180" y="928751"/>
                  </a:cubicBezTo>
                  <a:cubicBezTo>
                    <a:pt x="5280759" y="940181"/>
                    <a:pt x="5229389" y="969708"/>
                    <a:pt x="5178969" y="993521"/>
                  </a:cubicBezTo>
                  <a:cubicBezTo>
                    <a:pt x="5128549" y="1017333"/>
                    <a:pt x="5077178" y="1035431"/>
                    <a:pt x="5026758" y="1057338"/>
                  </a:cubicBezTo>
                  <a:cubicBezTo>
                    <a:pt x="4976338" y="1079246"/>
                    <a:pt x="4924967" y="1104011"/>
                    <a:pt x="4874548" y="1123061"/>
                  </a:cubicBezTo>
                  <a:cubicBezTo>
                    <a:pt x="4824127" y="1142111"/>
                    <a:pt x="4772757" y="1154493"/>
                    <a:pt x="4722337" y="1147826"/>
                  </a:cubicBezTo>
                  <a:cubicBezTo>
                    <a:pt x="4671917" y="1141158"/>
                    <a:pt x="4620546" y="1114488"/>
                    <a:pt x="4570126" y="1115441"/>
                  </a:cubicBezTo>
                  <a:cubicBezTo>
                    <a:pt x="4519706" y="1115441"/>
                    <a:pt x="4468335" y="1143063"/>
                    <a:pt x="4417915" y="1174496"/>
                  </a:cubicBezTo>
                  <a:cubicBezTo>
                    <a:pt x="4367496" y="1205928"/>
                    <a:pt x="4316125" y="1243076"/>
                    <a:pt x="4265705" y="1246886"/>
                  </a:cubicBezTo>
                  <a:cubicBezTo>
                    <a:pt x="4215285" y="1250696"/>
                    <a:pt x="4163914" y="1221168"/>
                    <a:pt x="4113494" y="1193546"/>
                  </a:cubicBezTo>
                  <a:cubicBezTo>
                    <a:pt x="4063074" y="1165923"/>
                    <a:pt x="4011703" y="1140206"/>
                    <a:pt x="3961283" y="1171638"/>
                  </a:cubicBezTo>
                  <a:cubicBezTo>
                    <a:pt x="3910863" y="1203071"/>
                    <a:pt x="3859492" y="1291653"/>
                    <a:pt x="3809072" y="1336421"/>
                  </a:cubicBezTo>
                  <a:cubicBezTo>
                    <a:pt x="3758653" y="1381188"/>
                    <a:pt x="3707282" y="1381188"/>
                    <a:pt x="3656862" y="1378331"/>
                  </a:cubicBezTo>
                  <a:cubicBezTo>
                    <a:pt x="3606442" y="1375473"/>
                    <a:pt x="3555071" y="1370711"/>
                    <a:pt x="3504651" y="1368806"/>
                  </a:cubicBezTo>
                  <a:cubicBezTo>
                    <a:pt x="3454231" y="1365948"/>
                    <a:pt x="3402860" y="1365948"/>
                    <a:pt x="3352440" y="1384046"/>
                  </a:cubicBezTo>
                  <a:cubicBezTo>
                    <a:pt x="3302021" y="1402143"/>
                    <a:pt x="3250650" y="1437386"/>
                    <a:pt x="3200230" y="1455483"/>
                  </a:cubicBezTo>
                  <a:cubicBezTo>
                    <a:pt x="3149810" y="1473581"/>
                    <a:pt x="3098439" y="1473581"/>
                    <a:pt x="3048019" y="1465961"/>
                  </a:cubicBezTo>
                  <a:cubicBezTo>
                    <a:pt x="2997599" y="1458341"/>
                    <a:pt x="2946228" y="1444053"/>
                    <a:pt x="2844437" y="1450721"/>
                  </a:cubicBezTo>
                  <a:cubicBezTo>
                    <a:pt x="2742646" y="1458341"/>
                    <a:pt x="2590436" y="1487868"/>
                    <a:pt x="2462959" y="1502156"/>
                  </a:cubicBezTo>
                  <a:cubicBezTo>
                    <a:pt x="2336434" y="1517396"/>
                    <a:pt x="2234643" y="1517396"/>
                    <a:pt x="2082432" y="1524063"/>
                  </a:cubicBezTo>
                  <a:cubicBezTo>
                    <a:pt x="1930222" y="1530731"/>
                    <a:pt x="1726640" y="1545971"/>
                    <a:pt x="1498324" y="1561211"/>
                  </a:cubicBezTo>
                  <a:cubicBezTo>
                    <a:pt x="1270008" y="1576451"/>
                    <a:pt x="1016006" y="1590738"/>
                    <a:pt x="863796" y="1590738"/>
                  </a:cubicBezTo>
                  <a:cubicBezTo>
                    <a:pt x="711585" y="1590738"/>
                    <a:pt x="660214" y="1575498"/>
                    <a:pt x="609794" y="1561211"/>
                  </a:cubicBezTo>
                  <a:cubicBezTo>
                    <a:pt x="559374" y="1545971"/>
                    <a:pt x="508003" y="1531683"/>
                    <a:pt x="406212" y="1531683"/>
                  </a:cubicBezTo>
                  <a:cubicBezTo>
                    <a:pt x="304421" y="1531683"/>
                    <a:pt x="152211" y="1546923"/>
                    <a:pt x="76105" y="1553591"/>
                  </a:cubicBezTo>
                  <a:lnTo>
                    <a:pt x="0" y="1561211"/>
                  </a:lnTo>
                  <a:close/>
                </a:path>
              </a:pathLst>
            </a:custGeom>
            <a:solidFill>
              <a:srgbClr val="F5A987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F2287FAB-21E3-D8C3-EA90-F82328E06136}"/>
                </a:ext>
              </a:extLst>
            </p:cNvPr>
            <p:cNvSpPr/>
            <p:nvPr/>
          </p:nvSpPr>
          <p:spPr>
            <a:xfrm>
              <a:off x="2362081" y="3280409"/>
              <a:ext cx="7463080" cy="1421309"/>
            </a:xfrm>
            <a:custGeom>
              <a:avLst/>
              <a:gdLst>
                <a:gd name="connsiteX0" fmla="*/ 0 w 7463080"/>
                <a:gd name="connsiteY0" fmla="*/ 593408 h 1421309"/>
                <a:gd name="connsiteX1" fmla="*/ 76105 w 7463080"/>
                <a:gd name="connsiteY1" fmla="*/ 585788 h 1421309"/>
                <a:gd name="connsiteX2" fmla="*/ 406212 w 7463080"/>
                <a:gd name="connsiteY2" fmla="*/ 563880 h 1421309"/>
                <a:gd name="connsiteX3" fmla="*/ 609794 w 7463080"/>
                <a:gd name="connsiteY3" fmla="*/ 593408 h 1421309"/>
                <a:gd name="connsiteX4" fmla="*/ 863796 w 7463080"/>
                <a:gd name="connsiteY4" fmla="*/ 622935 h 1421309"/>
                <a:gd name="connsiteX5" fmla="*/ 1498324 w 7463080"/>
                <a:gd name="connsiteY5" fmla="*/ 593408 h 1421309"/>
                <a:gd name="connsiteX6" fmla="*/ 2082432 w 7463080"/>
                <a:gd name="connsiteY6" fmla="*/ 556260 h 1421309"/>
                <a:gd name="connsiteX7" fmla="*/ 2462959 w 7463080"/>
                <a:gd name="connsiteY7" fmla="*/ 534353 h 1421309"/>
                <a:gd name="connsiteX8" fmla="*/ 2844437 w 7463080"/>
                <a:gd name="connsiteY8" fmla="*/ 482918 h 1421309"/>
                <a:gd name="connsiteX9" fmla="*/ 3048019 w 7463080"/>
                <a:gd name="connsiteY9" fmla="*/ 498158 h 1421309"/>
                <a:gd name="connsiteX10" fmla="*/ 3200230 w 7463080"/>
                <a:gd name="connsiteY10" fmla="*/ 502920 h 1421309"/>
                <a:gd name="connsiteX11" fmla="*/ 3352440 w 7463080"/>
                <a:gd name="connsiteY11" fmla="*/ 491490 h 1421309"/>
                <a:gd name="connsiteX12" fmla="*/ 3504651 w 7463080"/>
                <a:gd name="connsiteY12" fmla="*/ 476250 h 1421309"/>
                <a:gd name="connsiteX13" fmla="*/ 3656862 w 7463080"/>
                <a:gd name="connsiteY13" fmla="*/ 426720 h 1421309"/>
                <a:gd name="connsiteX14" fmla="*/ 3809072 w 7463080"/>
                <a:gd name="connsiteY14" fmla="*/ 384810 h 1421309"/>
                <a:gd name="connsiteX15" fmla="*/ 3961283 w 7463080"/>
                <a:gd name="connsiteY15" fmla="*/ 279083 h 1421309"/>
                <a:gd name="connsiteX16" fmla="*/ 4113494 w 7463080"/>
                <a:gd name="connsiteY16" fmla="*/ 300990 h 1421309"/>
                <a:gd name="connsiteX17" fmla="*/ 4265705 w 7463080"/>
                <a:gd name="connsiteY17" fmla="*/ 295275 h 1421309"/>
                <a:gd name="connsiteX18" fmla="*/ 4417915 w 7463080"/>
                <a:gd name="connsiteY18" fmla="*/ 252413 h 1421309"/>
                <a:gd name="connsiteX19" fmla="*/ 4570126 w 7463080"/>
                <a:gd name="connsiteY19" fmla="*/ 356235 h 1421309"/>
                <a:gd name="connsiteX20" fmla="*/ 4722337 w 7463080"/>
                <a:gd name="connsiteY20" fmla="*/ 374333 h 1421309"/>
                <a:gd name="connsiteX21" fmla="*/ 4874548 w 7463080"/>
                <a:gd name="connsiteY21" fmla="*/ 320040 h 1421309"/>
                <a:gd name="connsiteX22" fmla="*/ 5026758 w 7463080"/>
                <a:gd name="connsiteY22" fmla="*/ 194310 h 1421309"/>
                <a:gd name="connsiteX23" fmla="*/ 5178969 w 7463080"/>
                <a:gd name="connsiteY23" fmla="*/ 160020 h 1421309"/>
                <a:gd name="connsiteX24" fmla="*/ 5331180 w 7463080"/>
                <a:gd name="connsiteY24" fmla="*/ 242888 h 1421309"/>
                <a:gd name="connsiteX25" fmla="*/ 5483390 w 7463080"/>
                <a:gd name="connsiteY25" fmla="*/ 149543 h 1421309"/>
                <a:gd name="connsiteX26" fmla="*/ 5635601 w 7463080"/>
                <a:gd name="connsiteY26" fmla="*/ 84772 h 1421309"/>
                <a:gd name="connsiteX27" fmla="*/ 5787812 w 7463080"/>
                <a:gd name="connsiteY27" fmla="*/ 200025 h 1421309"/>
                <a:gd name="connsiteX28" fmla="*/ 5940022 w 7463080"/>
                <a:gd name="connsiteY28" fmla="*/ 225743 h 1421309"/>
                <a:gd name="connsiteX29" fmla="*/ 6092233 w 7463080"/>
                <a:gd name="connsiteY29" fmla="*/ 168593 h 1421309"/>
                <a:gd name="connsiteX30" fmla="*/ 6244444 w 7463080"/>
                <a:gd name="connsiteY30" fmla="*/ 222885 h 1421309"/>
                <a:gd name="connsiteX31" fmla="*/ 6396654 w 7463080"/>
                <a:gd name="connsiteY31" fmla="*/ 433388 h 1421309"/>
                <a:gd name="connsiteX32" fmla="*/ 6548865 w 7463080"/>
                <a:gd name="connsiteY32" fmla="*/ 637222 h 1421309"/>
                <a:gd name="connsiteX33" fmla="*/ 6701076 w 7463080"/>
                <a:gd name="connsiteY33" fmla="*/ 530543 h 1421309"/>
                <a:gd name="connsiteX34" fmla="*/ 6853286 w 7463080"/>
                <a:gd name="connsiteY34" fmla="*/ 689610 h 1421309"/>
                <a:gd name="connsiteX35" fmla="*/ 7005497 w 7463080"/>
                <a:gd name="connsiteY35" fmla="*/ 559118 h 1421309"/>
                <a:gd name="connsiteX36" fmla="*/ 7157708 w 7463080"/>
                <a:gd name="connsiteY36" fmla="*/ 852488 h 1421309"/>
                <a:gd name="connsiteX37" fmla="*/ 7309919 w 7463080"/>
                <a:gd name="connsiteY37" fmla="*/ 775335 h 1421309"/>
                <a:gd name="connsiteX38" fmla="*/ 7437395 w 7463080"/>
                <a:gd name="connsiteY38" fmla="*/ 154305 h 1421309"/>
                <a:gd name="connsiteX39" fmla="*/ 7463080 w 7463080"/>
                <a:gd name="connsiteY39" fmla="*/ 0 h 1421309"/>
                <a:gd name="connsiteX40" fmla="*/ 7463080 w 7463080"/>
                <a:gd name="connsiteY40" fmla="*/ 178118 h 1421309"/>
                <a:gd name="connsiteX41" fmla="*/ 7437395 w 7463080"/>
                <a:gd name="connsiteY41" fmla="*/ 347663 h 1421309"/>
                <a:gd name="connsiteX42" fmla="*/ 7309919 w 7463080"/>
                <a:gd name="connsiteY42" fmla="*/ 1042988 h 1421309"/>
                <a:gd name="connsiteX43" fmla="*/ 7157708 w 7463080"/>
                <a:gd name="connsiteY43" fmla="*/ 1312545 h 1421309"/>
                <a:gd name="connsiteX44" fmla="*/ 7005497 w 7463080"/>
                <a:gd name="connsiteY44" fmla="*/ 1419225 h 1421309"/>
                <a:gd name="connsiteX45" fmla="*/ 6853286 w 7463080"/>
                <a:gd name="connsiteY45" fmla="*/ 1342073 h 1421309"/>
                <a:gd name="connsiteX46" fmla="*/ 6701076 w 7463080"/>
                <a:gd name="connsiteY46" fmla="*/ 1213485 h 1421309"/>
                <a:gd name="connsiteX47" fmla="*/ 6548865 w 7463080"/>
                <a:gd name="connsiteY47" fmla="*/ 1349693 h 1421309"/>
                <a:gd name="connsiteX48" fmla="*/ 6396654 w 7463080"/>
                <a:gd name="connsiteY48" fmla="*/ 1072515 h 1421309"/>
                <a:gd name="connsiteX49" fmla="*/ 6244444 w 7463080"/>
                <a:gd name="connsiteY49" fmla="*/ 639128 h 1421309"/>
                <a:gd name="connsiteX50" fmla="*/ 6092233 w 7463080"/>
                <a:gd name="connsiteY50" fmla="*/ 792480 h 1421309"/>
                <a:gd name="connsiteX51" fmla="*/ 5940022 w 7463080"/>
                <a:gd name="connsiteY51" fmla="*/ 835343 h 1421309"/>
                <a:gd name="connsiteX52" fmla="*/ 5787812 w 7463080"/>
                <a:gd name="connsiteY52" fmla="*/ 705803 h 1421309"/>
                <a:gd name="connsiteX53" fmla="*/ 5635601 w 7463080"/>
                <a:gd name="connsiteY53" fmla="*/ 635318 h 1421309"/>
                <a:gd name="connsiteX54" fmla="*/ 5483390 w 7463080"/>
                <a:gd name="connsiteY54" fmla="*/ 551497 h 1421309"/>
                <a:gd name="connsiteX55" fmla="*/ 5331180 w 7463080"/>
                <a:gd name="connsiteY55" fmla="*/ 600075 h 1421309"/>
                <a:gd name="connsiteX56" fmla="*/ 5178969 w 7463080"/>
                <a:gd name="connsiteY56" fmla="*/ 501968 h 1421309"/>
                <a:gd name="connsiteX57" fmla="*/ 5026758 w 7463080"/>
                <a:gd name="connsiteY57" fmla="*/ 446722 h 1421309"/>
                <a:gd name="connsiteX58" fmla="*/ 4874548 w 7463080"/>
                <a:gd name="connsiteY58" fmla="*/ 453390 h 1421309"/>
                <a:gd name="connsiteX59" fmla="*/ 4722337 w 7463080"/>
                <a:gd name="connsiteY59" fmla="*/ 537210 h 1421309"/>
                <a:gd name="connsiteX60" fmla="*/ 4570126 w 7463080"/>
                <a:gd name="connsiteY60" fmla="*/ 548640 h 1421309"/>
                <a:gd name="connsiteX61" fmla="*/ 4417915 w 7463080"/>
                <a:gd name="connsiteY61" fmla="*/ 474345 h 1421309"/>
                <a:gd name="connsiteX62" fmla="*/ 4265705 w 7463080"/>
                <a:gd name="connsiteY62" fmla="*/ 413385 h 1421309"/>
                <a:gd name="connsiteX63" fmla="*/ 4113494 w 7463080"/>
                <a:gd name="connsiteY63" fmla="*/ 403860 h 1421309"/>
                <a:gd name="connsiteX64" fmla="*/ 3961283 w 7463080"/>
                <a:gd name="connsiteY64" fmla="*/ 411480 h 1421309"/>
                <a:gd name="connsiteX65" fmla="*/ 3809072 w 7463080"/>
                <a:gd name="connsiteY65" fmla="*/ 442913 h 1421309"/>
                <a:gd name="connsiteX66" fmla="*/ 3656862 w 7463080"/>
                <a:gd name="connsiteY66" fmla="*/ 543878 h 1421309"/>
                <a:gd name="connsiteX67" fmla="*/ 3504651 w 7463080"/>
                <a:gd name="connsiteY67" fmla="*/ 548640 h 1421309"/>
                <a:gd name="connsiteX68" fmla="*/ 3352440 w 7463080"/>
                <a:gd name="connsiteY68" fmla="*/ 682943 h 1421309"/>
                <a:gd name="connsiteX69" fmla="*/ 3200230 w 7463080"/>
                <a:gd name="connsiteY69" fmla="*/ 621030 h 1421309"/>
                <a:gd name="connsiteX70" fmla="*/ 3048019 w 7463080"/>
                <a:gd name="connsiteY70" fmla="*/ 601980 h 1421309"/>
                <a:gd name="connsiteX71" fmla="*/ 2844437 w 7463080"/>
                <a:gd name="connsiteY71" fmla="*/ 617220 h 1421309"/>
                <a:gd name="connsiteX72" fmla="*/ 2462959 w 7463080"/>
                <a:gd name="connsiteY72" fmla="*/ 565785 h 1421309"/>
                <a:gd name="connsiteX73" fmla="*/ 2082432 w 7463080"/>
                <a:gd name="connsiteY73" fmla="*/ 558165 h 1421309"/>
                <a:gd name="connsiteX74" fmla="*/ 1498324 w 7463080"/>
                <a:gd name="connsiteY74" fmla="*/ 595313 h 1421309"/>
                <a:gd name="connsiteX75" fmla="*/ 863796 w 7463080"/>
                <a:gd name="connsiteY75" fmla="*/ 640080 h 1421309"/>
                <a:gd name="connsiteX76" fmla="*/ 609794 w 7463080"/>
                <a:gd name="connsiteY76" fmla="*/ 684847 h 1421309"/>
                <a:gd name="connsiteX77" fmla="*/ 406212 w 7463080"/>
                <a:gd name="connsiteY77" fmla="*/ 700088 h 1421309"/>
                <a:gd name="connsiteX78" fmla="*/ 76105 w 7463080"/>
                <a:gd name="connsiteY78" fmla="*/ 618172 h 1421309"/>
                <a:gd name="connsiteX79" fmla="*/ 0 w 7463080"/>
                <a:gd name="connsiteY79" fmla="*/ 596265 h 142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1421309">
                  <a:moveTo>
                    <a:pt x="0" y="593408"/>
                  </a:moveTo>
                  <a:lnTo>
                    <a:pt x="76105" y="585788"/>
                  </a:lnTo>
                  <a:cubicBezTo>
                    <a:pt x="152211" y="578168"/>
                    <a:pt x="304421" y="563880"/>
                    <a:pt x="406212" y="563880"/>
                  </a:cubicBezTo>
                  <a:cubicBezTo>
                    <a:pt x="508003" y="563880"/>
                    <a:pt x="558423" y="579120"/>
                    <a:pt x="609794" y="593408"/>
                  </a:cubicBezTo>
                  <a:cubicBezTo>
                    <a:pt x="660214" y="608647"/>
                    <a:pt x="711585" y="622935"/>
                    <a:pt x="863796" y="622935"/>
                  </a:cubicBezTo>
                  <a:cubicBezTo>
                    <a:pt x="1016006" y="622935"/>
                    <a:pt x="1270008" y="607695"/>
                    <a:pt x="1498324" y="593408"/>
                  </a:cubicBezTo>
                  <a:cubicBezTo>
                    <a:pt x="1726640" y="578168"/>
                    <a:pt x="1930222" y="563880"/>
                    <a:pt x="2082432" y="556260"/>
                  </a:cubicBezTo>
                  <a:cubicBezTo>
                    <a:pt x="2234643" y="548640"/>
                    <a:pt x="2336434" y="548640"/>
                    <a:pt x="2462959" y="534353"/>
                  </a:cubicBezTo>
                  <a:cubicBezTo>
                    <a:pt x="2589484" y="519113"/>
                    <a:pt x="2742646" y="489585"/>
                    <a:pt x="2844437" y="482918"/>
                  </a:cubicBezTo>
                  <a:cubicBezTo>
                    <a:pt x="2946228" y="475297"/>
                    <a:pt x="2996648" y="490538"/>
                    <a:pt x="3048019" y="498158"/>
                  </a:cubicBezTo>
                  <a:cubicBezTo>
                    <a:pt x="3098439" y="505778"/>
                    <a:pt x="3149810" y="505778"/>
                    <a:pt x="3200230" y="502920"/>
                  </a:cubicBezTo>
                  <a:cubicBezTo>
                    <a:pt x="3250650" y="500063"/>
                    <a:pt x="3302021" y="494347"/>
                    <a:pt x="3352440" y="491490"/>
                  </a:cubicBezTo>
                  <a:cubicBezTo>
                    <a:pt x="3402860" y="488633"/>
                    <a:pt x="3454231" y="488633"/>
                    <a:pt x="3504651" y="476250"/>
                  </a:cubicBezTo>
                  <a:cubicBezTo>
                    <a:pt x="3555071" y="463868"/>
                    <a:pt x="3606442" y="439103"/>
                    <a:pt x="3656862" y="426720"/>
                  </a:cubicBezTo>
                  <a:cubicBezTo>
                    <a:pt x="3707282" y="414338"/>
                    <a:pt x="3758653" y="414338"/>
                    <a:pt x="3809072" y="384810"/>
                  </a:cubicBezTo>
                  <a:cubicBezTo>
                    <a:pt x="3859492" y="355283"/>
                    <a:pt x="3910863" y="296228"/>
                    <a:pt x="3961283" y="279083"/>
                  </a:cubicBezTo>
                  <a:cubicBezTo>
                    <a:pt x="4011703" y="261938"/>
                    <a:pt x="4063074" y="288608"/>
                    <a:pt x="4113494" y="300990"/>
                  </a:cubicBezTo>
                  <a:cubicBezTo>
                    <a:pt x="4163914" y="314325"/>
                    <a:pt x="4215285" y="314325"/>
                    <a:pt x="4265705" y="295275"/>
                  </a:cubicBezTo>
                  <a:cubicBezTo>
                    <a:pt x="4316125" y="276225"/>
                    <a:pt x="4367496" y="240030"/>
                    <a:pt x="4417915" y="252413"/>
                  </a:cubicBezTo>
                  <a:cubicBezTo>
                    <a:pt x="4468335" y="264795"/>
                    <a:pt x="4519706" y="326708"/>
                    <a:pt x="4570126" y="356235"/>
                  </a:cubicBezTo>
                  <a:cubicBezTo>
                    <a:pt x="4620546" y="385763"/>
                    <a:pt x="4671917" y="381953"/>
                    <a:pt x="4722337" y="374333"/>
                  </a:cubicBezTo>
                  <a:cubicBezTo>
                    <a:pt x="4772757" y="366713"/>
                    <a:pt x="4824127" y="353378"/>
                    <a:pt x="4874548" y="320040"/>
                  </a:cubicBezTo>
                  <a:cubicBezTo>
                    <a:pt x="4924967" y="286703"/>
                    <a:pt x="4976338" y="231458"/>
                    <a:pt x="5026758" y="194310"/>
                  </a:cubicBezTo>
                  <a:cubicBezTo>
                    <a:pt x="5077178" y="158115"/>
                    <a:pt x="5128549" y="140018"/>
                    <a:pt x="5178969" y="160020"/>
                  </a:cubicBezTo>
                  <a:cubicBezTo>
                    <a:pt x="5229389" y="180022"/>
                    <a:pt x="5280759" y="240030"/>
                    <a:pt x="5331180" y="242888"/>
                  </a:cubicBezTo>
                  <a:cubicBezTo>
                    <a:pt x="5381599" y="246697"/>
                    <a:pt x="5432970" y="193358"/>
                    <a:pt x="5483390" y="149543"/>
                  </a:cubicBezTo>
                  <a:cubicBezTo>
                    <a:pt x="5533810" y="105728"/>
                    <a:pt x="5585181" y="70485"/>
                    <a:pt x="5635601" y="84772"/>
                  </a:cubicBezTo>
                  <a:cubicBezTo>
                    <a:pt x="5686021" y="99060"/>
                    <a:pt x="5737391" y="164783"/>
                    <a:pt x="5787812" y="200025"/>
                  </a:cubicBezTo>
                  <a:cubicBezTo>
                    <a:pt x="5838231" y="235268"/>
                    <a:pt x="5889602" y="240030"/>
                    <a:pt x="5940022" y="225743"/>
                  </a:cubicBezTo>
                  <a:cubicBezTo>
                    <a:pt x="5990442" y="211455"/>
                    <a:pt x="6041813" y="176213"/>
                    <a:pt x="6092233" y="168593"/>
                  </a:cubicBezTo>
                  <a:cubicBezTo>
                    <a:pt x="6142653" y="160020"/>
                    <a:pt x="6194024" y="178118"/>
                    <a:pt x="6244444" y="222885"/>
                  </a:cubicBezTo>
                  <a:cubicBezTo>
                    <a:pt x="6294863" y="267653"/>
                    <a:pt x="6346234" y="340995"/>
                    <a:pt x="6396654" y="433388"/>
                  </a:cubicBezTo>
                  <a:cubicBezTo>
                    <a:pt x="6447074" y="526733"/>
                    <a:pt x="6498445" y="639128"/>
                    <a:pt x="6548865" y="637222"/>
                  </a:cubicBezTo>
                  <a:cubicBezTo>
                    <a:pt x="6599285" y="634365"/>
                    <a:pt x="6650656" y="516255"/>
                    <a:pt x="6701076" y="530543"/>
                  </a:cubicBezTo>
                  <a:cubicBezTo>
                    <a:pt x="6751495" y="544830"/>
                    <a:pt x="6802866" y="690563"/>
                    <a:pt x="6853286" y="689610"/>
                  </a:cubicBezTo>
                  <a:cubicBezTo>
                    <a:pt x="6903706" y="688658"/>
                    <a:pt x="6955077" y="541020"/>
                    <a:pt x="7005497" y="559118"/>
                  </a:cubicBezTo>
                  <a:cubicBezTo>
                    <a:pt x="7055917" y="578168"/>
                    <a:pt x="7107288" y="763905"/>
                    <a:pt x="7157708" y="852488"/>
                  </a:cubicBezTo>
                  <a:cubicBezTo>
                    <a:pt x="7208128" y="941070"/>
                    <a:pt x="7259498" y="933450"/>
                    <a:pt x="7309919" y="775335"/>
                  </a:cubicBezTo>
                  <a:cubicBezTo>
                    <a:pt x="7360338" y="617220"/>
                    <a:pt x="7411709" y="308610"/>
                    <a:pt x="7437395" y="154305"/>
                  </a:cubicBezTo>
                  <a:lnTo>
                    <a:pt x="7463080" y="0"/>
                  </a:lnTo>
                  <a:lnTo>
                    <a:pt x="7463080" y="178118"/>
                  </a:lnTo>
                  <a:lnTo>
                    <a:pt x="7437395" y="347663"/>
                  </a:lnTo>
                  <a:cubicBezTo>
                    <a:pt x="7411709" y="517208"/>
                    <a:pt x="7361289" y="855345"/>
                    <a:pt x="7309919" y="1042988"/>
                  </a:cubicBezTo>
                  <a:cubicBezTo>
                    <a:pt x="7258547" y="1230630"/>
                    <a:pt x="7208128" y="1267778"/>
                    <a:pt x="7157708" y="1312545"/>
                  </a:cubicBezTo>
                  <a:cubicBezTo>
                    <a:pt x="7107288" y="1357313"/>
                    <a:pt x="7055917" y="1408748"/>
                    <a:pt x="7005497" y="1419225"/>
                  </a:cubicBezTo>
                  <a:cubicBezTo>
                    <a:pt x="6955077" y="1429703"/>
                    <a:pt x="6903706" y="1400175"/>
                    <a:pt x="6853286" y="1342073"/>
                  </a:cubicBezTo>
                  <a:cubicBezTo>
                    <a:pt x="6802866" y="1283970"/>
                    <a:pt x="6751495" y="1197293"/>
                    <a:pt x="6701076" y="1213485"/>
                  </a:cubicBezTo>
                  <a:cubicBezTo>
                    <a:pt x="6650656" y="1229678"/>
                    <a:pt x="6599285" y="1347788"/>
                    <a:pt x="6548865" y="1349693"/>
                  </a:cubicBezTo>
                  <a:cubicBezTo>
                    <a:pt x="6498445" y="1352550"/>
                    <a:pt x="6447074" y="1239203"/>
                    <a:pt x="6396654" y="1072515"/>
                  </a:cubicBezTo>
                  <a:cubicBezTo>
                    <a:pt x="6346234" y="905828"/>
                    <a:pt x="6294863" y="684847"/>
                    <a:pt x="6244444" y="639128"/>
                  </a:cubicBezTo>
                  <a:cubicBezTo>
                    <a:pt x="6194024" y="593408"/>
                    <a:pt x="6142653" y="724853"/>
                    <a:pt x="6092233" y="792480"/>
                  </a:cubicBezTo>
                  <a:cubicBezTo>
                    <a:pt x="6041813" y="860108"/>
                    <a:pt x="5990442" y="864870"/>
                    <a:pt x="5940022" y="835343"/>
                  </a:cubicBezTo>
                  <a:cubicBezTo>
                    <a:pt x="5889602" y="805815"/>
                    <a:pt x="5838231" y="741045"/>
                    <a:pt x="5787812" y="705803"/>
                  </a:cubicBezTo>
                  <a:cubicBezTo>
                    <a:pt x="5737391" y="670560"/>
                    <a:pt x="5686021" y="664845"/>
                    <a:pt x="5635601" y="635318"/>
                  </a:cubicBezTo>
                  <a:cubicBezTo>
                    <a:pt x="5585181" y="605790"/>
                    <a:pt x="5533810" y="552450"/>
                    <a:pt x="5483390" y="551497"/>
                  </a:cubicBezTo>
                  <a:cubicBezTo>
                    <a:pt x="5432970" y="551497"/>
                    <a:pt x="5381599" y="603885"/>
                    <a:pt x="5331180" y="600075"/>
                  </a:cubicBezTo>
                  <a:cubicBezTo>
                    <a:pt x="5280759" y="596265"/>
                    <a:pt x="5229389" y="537210"/>
                    <a:pt x="5178969" y="501968"/>
                  </a:cubicBezTo>
                  <a:cubicBezTo>
                    <a:pt x="5128549" y="466725"/>
                    <a:pt x="5077178" y="455295"/>
                    <a:pt x="5026758" y="446722"/>
                  </a:cubicBezTo>
                  <a:cubicBezTo>
                    <a:pt x="4976338" y="438150"/>
                    <a:pt x="4924967" y="434340"/>
                    <a:pt x="4874548" y="453390"/>
                  </a:cubicBezTo>
                  <a:cubicBezTo>
                    <a:pt x="4824127" y="472440"/>
                    <a:pt x="4772757" y="514350"/>
                    <a:pt x="4722337" y="537210"/>
                  </a:cubicBezTo>
                  <a:cubicBezTo>
                    <a:pt x="4671917" y="560070"/>
                    <a:pt x="4620546" y="563880"/>
                    <a:pt x="4570126" y="548640"/>
                  </a:cubicBezTo>
                  <a:cubicBezTo>
                    <a:pt x="4519706" y="534353"/>
                    <a:pt x="4468335" y="501968"/>
                    <a:pt x="4417915" y="474345"/>
                  </a:cubicBezTo>
                  <a:cubicBezTo>
                    <a:pt x="4367496" y="446722"/>
                    <a:pt x="4316125" y="424815"/>
                    <a:pt x="4265705" y="413385"/>
                  </a:cubicBezTo>
                  <a:cubicBezTo>
                    <a:pt x="4215285" y="401955"/>
                    <a:pt x="4163914" y="401955"/>
                    <a:pt x="4113494" y="403860"/>
                  </a:cubicBezTo>
                  <a:cubicBezTo>
                    <a:pt x="4063074" y="405765"/>
                    <a:pt x="4011703" y="409575"/>
                    <a:pt x="3961283" y="411480"/>
                  </a:cubicBezTo>
                  <a:cubicBezTo>
                    <a:pt x="3910863" y="413385"/>
                    <a:pt x="3859492" y="413385"/>
                    <a:pt x="3809072" y="442913"/>
                  </a:cubicBezTo>
                  <a:cubicBezTo>
                    <a:pt x="3758653" y="472440"/>
                    <a:pt x="3707282" y="531495"/>
                    <a:pt x="3656862" y="543878"/>
                  </a:cubicBezTo>
                  <a:cubicBezTo>
                    <a:pt x="3606442" y="556260"/>
                    <a:pt x="3555071" y="521970"/>
                    <a:pt x="3504651" y="548640"/>
                  </a:cubicBezTo>
                  <a:cubicBezTo>
                    <a:pt x="3454231" y="576263"/>
                    <a:pt x="3402860" y="664845"/>
                    <a:pt x="3352440" y="682943"/>
                  </a:cubicBezTo>
                  <a:cubicBezTo>
                    <a:pt x="3302021" y="701040"/>
                    <a:pt x="3250650" y="647700"/>
                    <a:pt x="3200230" y="621030"/>
                  </a:cubicBezTo>
                  <a:cubicBezTo>
                    <a:pt x="3149810" y="594360"/>
                    <a:pt x="3098439" y="594360"/>
                    <a:pt x="3048019" y="601980"/>
                  </a:cubicBezTo>
                  <a:cubicBezTo>
                    <a:pt x="2997599" y="609600"/>
                    <a:pt x="2946228" y="623888"/>
                    <a:pt x="2844437" y="617220"/>
                  </a:cubicBezTo>
                  <a:cubicBezTo>
                    <a:pt x="2742646" y="609600"/>
                    <a:pt x="2590436" y="580072"/>
                    <a:pt x="2462959" y="565785"/>
                  </a:cubicBezTo>
                  <a:cubicBezTo>
                    <a:pt x="2336434" y="550545"/>
                    <a:pt x="2234643" y="550545"/>
                    <a:pt x="2082432" y="558165"/>
                  </a:cubicBezTo>
                  <a:cubicBezTo>
                    <a:pt x="1930222" y="565785"/>
                    <a:pt x="1726640" y="580072"/>
                    <a:pt x="1498324" y="595313"/>
                  </a:cubicBezTo>
                  <a:cubicBezTo>
                    <a:pt x="1270008" y="610553"/>
                    <a:pt x="1016006" y="624840"/>
                    <a:pt x="863796" y="640080"/>
                  </a:cubicBezTo>
                  <a:cubicBezTo>
                    <a:pt x="711585" y="655320"/>
                    <a:pt x="660214" y="669608"/>
                    <a:pt x="609794" y="684847"/>
                  </a:cubicBezTo>
                  <a:cubicBezTo>
                    <a:pt x="559374" y="700088"/>
                    <a:pt x="508003" y="714375"/>
                    <a:pt x="406212" y="700088"/>
                  </a:cubicBezTo>
                  <a:cubicBezTo>
                    <a:pt x="304421" y="684847"/>
                    <a:pt x="152211" y="641033"/>
                    <a:pt x="76105" y="618172"/>
                  </a:cubicBezTo>
                  <a:lnTo>
                    <a:pt x="0" y="596265"/>
                  </a:lnTo>
                  <a:close/>
                </a:path>
              </a:pathLst>
            </a:custGeo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08E114F1-2B97-6CDC-4F91-D988B2D3C60E}"/>
                </a:ext>
              </a:extLst>
            </p:cNvPr>
            <p:cNvSpPr/>
            <p:nvPr/>
          </p:nvSpPr>
          <p:spPr>
            <a:xfrm>
              <a:off x="2362081" y="1517307"/>
              <a:ext cx="7463080" cy="2339365"/>
            </a:xfrm>
            <a:custGeom>
              <a:avLst/>
              <a:gdLst>
                <a:gd name="connsiteX0" fmla="*/ 0 w 7463080"/>
                <a:gd name="connsiteY0" fmla="*/ 2266975 h 2339365"/>
                <a:gd name="connsiteX1" fmla="*/ 76105 w 7463080"/>
                <a:gd name="connsiteY1" fmla="*/ 2259356 h 2339365"/>
                <a:gd name="connsiteX2" fmla="*/ 406212 w 7463080"/>
                <a:gd name="connsiteY2" fmla="*/ 2251736 h 2339365"/>
                <a:gd name="connsiteX3" fmla="*/ 609794 w 7463080"/>
                <a:gd name="connsiteY3" fmla="*/ 2326031 h 2339365"/>
                <a:gd name="connsiteX4" fmla="*/ 863796 w 7463080"/>
                <a:gd name="connsiteY4" fmla="*/ 2310791 h 2339365"/>
                <a:gd name="connsiteX5" fmla="*/ 1498324 w 7463080"/>
                <a:gd name="connsiteY5" fmla="*/ 2281263 h 2339365"/>
                <a:gd name="connsiteX6" fmla="*/ 2082432 w 7463080"/>
                <a:gd name="connsiteY6" fmla="*/ 2303171 h 2339365"/>
                <a:gd name="connsiteX7" fmla="*/ 2462959 w 7463080"/>
                <a:gd name="connsiteY7" fmla="*/ 2295550 h 2339365"/>
                <a:gd name="connsiteX8" fmla="*/ 2844437 w 7463080"/>
                <a:gd name="connsiteY8" fmla="*/ 2244116 h 2339365"/>
                <a:gd name="connsiteX9" fmla="*/ 3048019 w 7463080"/>
                <a:gd name="connsiteY9" fmla="*/ 2259356 h 2339365"/>
                <a:gd name="connsiteX10" fmla="*/ 3200230 w 7463080"/>
                <a:gd name="connsiteY10" fmla="*/ 2234591 h 2339365"/>
                <a:gd name="connsiteX11" fmla="*/ 3352440 w 7463080"/>
                <a:gd name="connsiteY11" fmla="*/ 2119338 h 2339365"/>
                <a:gd name="connsiteX12" fmla="*/ 3504651 w 7463080"/>
                <a:gd name="connsiteY12" fmla="*/ 2133625 h 2339365"/>
                <a:gd name="connsiteX13" fmla="*/ 3656862 w 7463080"/>
                <a:gd name="connsiteY13" fmla="*/ 2084096 h 2339365"/>
                <a:gd name="connsiteX14" fmla="*/ 3809072 w 7463080"/>
                <a:gd name="connsiteY14" fmla="*/ 1997418 h 2339365"/>
                <a:gd name="connsiteX15" fmla="*/ 3961283 w 7463080"/>
                <a:gd name="connsiteY15" fmla="*/ 1936458 h 2339365"/>
                <a:gd name="connsiteX16" fmla="*/ 4113494 w 7463080"/>
                <a:gd name="connsiteY16" fmla="*/ 1973606 h 2339365"/>
                <a:gd name="connsiteX17" fmla="*/ 4265705 w 7463080"/>
                <a:gd name="connsiteY17" fmla="*/ 1953603 h 2339365"/>
                <a:gd name="connsiteX18" fmla="*/ 4417915 w 7463080"/>
                <a:gd name="connsiteY18" fmla="*/ 1777390 h 2339365"/>
                <a:gd name="connsiteX19" fmla="*/ 4570126 w 7463080"/>
                <a:gd name="connsiteY19" fmla="*/ 1555458 h 2339365"/>
                <a:gd name="connsiteX20" fmla="*/ 4722337 w 7463080"/>
                <a:gd name="connsiteY20" fmla="*/ 1454493 h 2339365"/>
                <a:gd name="connsiteX21" fmla="*/ 4874548 w 7463080"/>
                <a:gd name="connsiteY21" fmla="*/ 1488783 h 2339365"/>
                <a:gd name="connsiteX22" fmla="*/ 5026758 w 7463080"/>
                <a:gd name="connsiteY22" fmla="*/ 1556411 h 2339365"/>
                <a:gd name="connsiteX23" fmla="*/ 5178969 w 7463080"/>
                <a:gd name="connsiteY23" fmla="*/ 1448778 h 2339365"/>
                <a:gd name="connsiteX24" fmla="*/ 5331180 w 7463080"/>
                <a:gd name="connsiteY24" fmla="*/ 1117308 h 2339365"/>
                <a:gd name="connsiteX25" fmla="*/ 5483390 w 7463080"/>
                <a:gd name="connsiteY25" fmla="*/ 1098258 h 2339365"/>
                <a:gd name="connsiteX26" fmla="*/ 5635601 w 7463080"/>
                <a:gd name="connsiteY26" fmla="*/ 856323 h 2339365"/>
                <a:gd name="connsiteX27" fmla="*/ 5787812 w 7463080"/>
                <a:gd name="connsiteY27" fmla="*/ 674396 h 2339365"/>
                <a:gd name="connsiteX28" fmla="*/ 5940022 w 7463080"/>
                <a:gd name="connsiteY28" fmla="*/ 581051 h 2339365"/>
                <a:gd name="connsiteX29" fmla="*/ 6092233 w 7463080"/>
                <a:gd name="connsiteY29" fmla="*/ 626771 h 2339365"/>
                <a:gd name="connsiteX30" fmla="*/ 6244444 w 7463080"/>
                <a:gd name="connsiteY30" fmla="*/ 992531 h 2339365"/>
                <a:gd name="connsiteX31" fmla="*/ 6396654 w 7463080"/>
                <a:gd name="connsiteY31" fmla="*/ 492468 h 2339365"/>
                <a:gd name="connsiteX32" fmla="*/ 6548865 w 7463080"/>
                <a:gd name="connsiteY32" fmla="*/ 25 h 2339365"/>
                <a:gd name="connsiteX33" fmla="*/ 6701076 w 7463080"/>
                <a:gd name="connsiteY33" fmla="*/ 307683 h 2339365"/>
                <a:gd name="connsiteX34" fmla="*/ 6853286 w 7463080"/>
                <a:gd name="connsiteY34" fmla="*/ 302921 h 2339365"/>
                <a:gd name="connsiteX35" fmla="*/ 7005497 w 7463080"/>
                <a:gd name="connsiteY35" fmla="*/ 454368 h 2339365"/>
                <a:gd name="connsiteX36" fmla="*/ 7157708 w 7463080"/>
                <a:gd name="connsiteY36" fmla="*/ 318160 h 2339365"/>
                <a:gd name="connsiteX37" fmla="*/ 7309919 w 7463080"/>
                <a:gd name="connsiteY37" fmla="*/ 374358 h 2339365"/>
                <a:gd name="connsiteX38" fmla="*/ 7437395 w 7463080"/>
                <a:gd name="connsiteY38" fmla="*/ 1263993 h 2339365"/>
                <a:gd name="connsiteX39" fmla="*/ 7463080 w 7463080"/>
                <a:gd name="connsiteY39" fmla="*/ 1494498 h 2339365"/>
                <a:gd name="connsiteX40" fmla="*/ 7463080 w 7463080"/>
                <a:gd name="connsiteY40" fmla="*/ 1494498 h 2339365"/>
                <a:gd name="connsiteX41" fmla="*/ 7437395 w 7463080"/>
                <a:gd name="connsiteY41" fmla="*/ 1307808 h 2339365"/>
                <a:gd name="connsiteX42" fmla="*/ 7309919 w 7463080"/>
                <a:gd name="connsiteY42" fmla="*/ 581051 h 2339365"/>
                <a:gd name="connsiteX43" fmla="*/ 7157708 w 7463080"/>
                <a:gd name="connsiteY43" fmla="*/ 495326 h 2339365"/>
                <a:gd name="connsiteX44" fmla="*/ 7005497 w 7463080"/>
                <a:gd name="connsiteY44" fmla="*/ 557238 h 2339365"/>
                <a:gd name="connsiteX45" fmla="*/ 6853286 w 7463080"/>
                <a:gd name="connsiteY45" fmla="*/ 421030 h 2339365"/>
                <a:gd name="connsiteX46" fmla="*/ 6701076 w 7463080"/>
                <a:gd name="connsiteY46" fmla="*/ 514376 h 2339365"/>
                <a:gd name="connsiteX47" fmla="*/ 6548865 w 7463080"/>
                <a:gd name="connsiteY47" fmla="*/ 102895 h 2339365"/>
                <a:gd name="connsiteX48" fmla="*/ 6396654 w 7463080"/>
                <a:gd name="connsiteY48" fmla="*/ 506755 h 2339365"/>
                <a:gd name="connsiteX49" fmla="*/ 6244444 w 7463080"/>
                <a:gd name="connsiteY49" fmla="*/ 1022058 h 2339365"/>
                <a:gd name="connsiteX50" fmla="*/ 6092233 w 7463080"/>
                <a:gd name="connsiteY50" fmla="*/ 745833 h 2339365"/>
                <a:gd name="connsiteX51" fmla="*/ 5940022 w 7463080"/>
                <a:gd name="connsiteY51" fmla="*/ 610578 h 2339365"/>
                <a:gd name="connsiteX52" fmla="*/ 5787812 w 7463080"/>
                <a:gd name="connsiteY52" fmla="*/ 703923 h 2339365"/>
                <a:gd name="connsiteX53" fmla="*/ 5635601 w 7463080"/>
                <a:gd name="connsiteY53" fmla="*/ 988721 h 2339365"/>
                <a:gd name="connsiteX54" fmla="*/ 5483390 w 7463080"/>
                <a:gd name="connsiteY54" fmla="*/ 1186840 h 2339365"/>
                <a:gd name="connsiteX55" fmla="*/ 5331180 w 7463080"/>
                <a:gd name="connsiteY55" fmla="*/ 1146836 h 2339365"/>
                <a:gd name="connsiteX56" fmla="*/ 5178969 w 7463080"/>
                <a:gd name="connsiteY56" fmla="*/ 1507833 h 2339365"/>
                <a:gd name="connsiteX57" fmla="*/ 5026758 w 7463080"/>
                <a:gd name="connsiteY57" fmla="*/ 1585938 h 2339365"/>
                <a:gd name="connsiteX58" fmla="*/ 4874548 w 7463080"/>
                <a:gd name="connsiteY58" fmla="*/ 1563078 h 2339365"/>
                <a:gd name="connsiteX59" fmla="*/ 4722337 w 7463080"/>
                <a:gd name="connsiteY59" fmla="*/ 1528788 h 2339365"/>
                <a:gd name="connsiteX60" fmla="*/ 4570126 w 7463080"/>
                <a:gd name="connsiteY60" fmla="*/ 1569746 h 2339365"/>
                <a:gd name="connsiteX61" fmla="*/ 4417915 w 7463080"/>
                <a:gd name="connsiteY61" fmla="*/ 1777390 h 2339365"/>
                <a:gd name="connsiteX62" fmla="*/ 4265705 w 7463080"/>
                <a:gd name="connsiteY62" fmla="*/ 1953603 h 2339365"/>
                <a:gd name="connsiteX63" fmla="*/ 4113494 w 7463080"/>
                <a:gd name="connsiteY63" fmla="*/ 1973606 h 2339365"/>
                <a:gd name="connsiteX64" fmla="*/ 3961283 w 7463080"/>
                <a:gd name="connsiteY64" fmla="*/ 1936458 h 2339365"/>
                <a:gd name="connsiteX65" fmla="*/ 3809072 w 7463080"/>
                <a:gd name="connsiteY65" fmla="*/ 1997418 h 2339365"/>
                <a:gd name="connsiteX66" fmla="*/ 3656862 w 7463080"/>
                <a:gd name="connsiteY66" fmla="*/ 2084096 h 2339365"/>
                <a:gd name="connsiteX67" fmla="*/ 3504651 w 7463080"/>
                <a:gd name="connsiteY67" fmla="*/ 2133625 h 2339365"/>
                <a:gd name="connsiteX68" fmla="*/ 3352440 w 7463080"/>
                <a:gd name="connsiteY68" fmla="*/ 2119338 h 2339365"/>
                <a:gd name="connsiteX69" fmla="*/ 3200230 w 7463080"/>
                <a:gd name="connsiteY69" fmla="*/ 2234591 h 2339365"/>
                <a:gd name="connsiteX70" fmla="*/ 3048019 w 7463080"/>
                <a:gd name="connsiteY70" fmla="*/ 2259356 h 2339365"/>
                <a:gd name="connsiteX71" fmla="*/ 2844437 w 7463080"/>
                <a:gd name="connsiteY71" fmla="*/ 2244116 h 2339365"/>
                <a:gd name="connsiteX72" fmla="*/ 2462959 w 7463080"/>
                <a:gd name="connsiteY72" fmla="*/ 2295550 h 2339365"/>
                <a:gd name="connsiteX73" fmla="*/ 2082432 w 7463080"/>
                <a:gd name="connsiteY73" fmla="*/ 2317458 h 2339365"/>
                <a:gd name="connsiteX74" fmla="*/ 1498324 w 7463080"/>
                <a:gd name="connsiteY74" fmla="*/ 2339366 h 2339365"/>
                <a:gd name="connsiteX75" fmla="*/ 863796 w 7463080"/>
                <a:gd name="connsiteY75" fmla="*/ 2324125 h 2339365"/>
                <a:gd name="connsiteX76" fmla="*/ 609794 w 7463080"/>
                <a:gd name="connsiteY76" fmla="*/ 2324125 h 2339365"/>
                <a:gd name="connsiteX77" fmla="*/ 406212 w 7463080"/>
                <a:gd name="connsiteY77" fmla="*/ 2249831 h 2339365"/>
                <a:gd name="connsiteX78" fmla="*/ 76105 w 7463080"/>
                <a:gd name="connsiteY78" fmla="*/ 2257450 h 2339365"/>
                <a:gd name="connsiteX79" fmla="*/ 0 w 7463080"/>
                <a:gd name="connsiteY79" fmla="*/ 2265071 h 2339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2339365">
                  <a:moveTo>
                    <a:pt x="0" y="2266975"/>
                  </a:moveTo>
                  <a:lnTo>
                    <a:pt x="76105" y="2259356"/>
                  </a:lnTo>
                  <a:cubicBezTo>
                    <a:pt x="152211" y="2251736"/>
                    <a:pt x="304421" y="2237448"/>
                    <a:pt x="406212" y="2251736"/>
                  </a:cubicBezTo>
                  <a:cubicBezTo>
                    <a:pt x="508003" y="2266975"/>
                    <a:pt x="558423" y="2310791"/>
                    <a:pt x="609794" y="2326031"/>
                  </a:cubicBezTo>
                  <a:cubicBezTo>
                    <a:pt x="660214" y="2341271"/>
                    <a:pt x="711585" y="2326031"/>
                    <a:pt x="863796" y="2310791"/>
                  </a:cubicBezTo>
                  <a:cubicBezTo>
                    <a:pt x="1016006" y="2295550"/>
                    <a:pt x="1270008" y="2281263"/>
                    <a:pt x="1498324" y="2281263"/>
                  </a:cubicBezTo>
                  <a:cubicBezTo>
                    <a:pt x="1726640" y="2281263"/>
                    <a:pt x="1930222" y="2296503"/>
                    <a:pt x="2082432" y="2303171"/>
                  </a:cubicBezTo>
                  <a:cubicBezTo>
                    <a:pt x="2234643" y="2309838"/>
                    <a:pt x="2336434" y="2310791"/>
                    <a:pt x="2462959" y="2295550"/>
                  </a:cubicBezTo>
                  <a:cubicBezTo>
                    <a:pt x="2589484" y="2280311"/>
                    <a:pt x="2742646" y="2250783"/>
                    <a:pt x="2844437" y="2244116"/>
                  </a:cubicBezTo>
                  <a:cubicBezTo>
                    <a:pt x="2946228" y="2236496"/>
                    <a:pt x="2996648" y="2251736"/>
                    <a:pt x="3048019" y="2259356"/>
                  </a:cubicBezTo>
                  <a:cubicBezTo>
                    <a:pt x="3098439" y="2266975"/>
                    <a:pt x="3149810" y="2266975"/>
                    <a:pt x="3200230" y="2234591"/>
                  </a:cubicBezTo>
                  <a:cubicBezTo>
                    <a:pt x="3250650" y="2202206"/>
                    <a:pt x="3302021" y="2136483"/>
                    <a:pt x="3352440" y="2119338"/>
                  </a:cubicBezTo>
                  <a:cubicBezTo>
                    <a:pt x="3402860" y="2101241"/>
                    <a:pt x="3454231" y="2130768"/>
                    <a:pt x="3504651" y="2133625"/>
                  </a:cubicBezTo>
                  <a:cubicBezTo>
                    <a:pt x="3555071" y="2136483"/>
                    <a:pt x="3606442" y="2111718"/>
                    <a:pt x="3656862" y="2084096"/>
                  </a:cubicBezTo>
                  <a:cubicBezTo>
                    <a:pt x="3707282" y="2056473"/>
                    <a:pt x="3758653" y="2026946"/>
                    <a:pt x="3809072" y="1997418"/>
                  </a:cubicBezTo>
                  <a:cubicBezTo>
                    <a:pt x="3859492" y="1967890"/>
                    <a:pt x="3910863" y="1938363"/>
                    <a:pt x="3961283" y="1936458"/>
                  </a:cubicBezTo>
                  <a:cubicBezTo>
                    <a:pt x="4011703" y="1934553"/>
                    <a:pt x="4063074" y="1960271"/>
                    <a:pt x="4113494" y="1973606"/>
                  </a:cubicBezTo>
                  <a:cubicBezTo>
                    <a:pt x="4163914" y="1986940"/>
                    <a:pt x="4215285" y="1986940"/>
                    <a:pt x="4265705" y="1953603"/>
                  </a:cubicBezTo>
                  <a:cubicBezTo>
                    <a:pt x="4316125" y="1920265"/>
                    <a:pt x="4367496" y="1853590"/>
                    <a:pt x="4417915" y="1777390"/>
                  </a:cubicBezTo>
                  <a:cubicBezTo>
                    <a:pt x="4468335" y="1701190"/>
                    <a:pt x="4519706" y="1614513"/>
                    <a:pt x="4570126" y="1555458"/>
                  </a:cubicBezTo>
                  <a:cubicBezTo>
                    <a:pt x="4620546" y="1495450"/>
                    <a:pt x="4671917" y="1463065"/>
                    <a:pt x="4722337" y="1454493"/>
                  </a:cubicBezTo>
                  <a:cubicBezTo>
                    <a:pt x="4772757" y="1446873"/>
                    <a:pt x="4824127" y="1464018"/>
                    <a:pt x="4874548" y="1488783"/>
                  </a:cubicBezTo>
                  <a:cubicBezTo>
                    <a:pt x="4924967" y="1514500"/>
                    <a:pt x="4976338" y="1547838"/>
                    <a:pt x="5026758" y="1556411"/>
                  </a:cubicBezTo>
                  <a:cubicBezTo>
                    <a:pt x="5077178" y="1564031"/>
                    <a:pt x="5128549" y="1545933"/>
                    <a:pt x="5178969" y="1448778"/>
                  </a:cubicBezTo>
                  <a:cubicBezTo>
                    <a:pt x="5229389" y="1350671"/>
                    <a:pt x="5280759" y="1173506"/>
                    <a:pt x="5331180" y="1117308"/>
                  </a:cubicBezTo>
                  <a:cubicBezTo>
                    <a:pt x="5381599" y="1061111"/>
                    <a:pt x="5432970" y="1127786"/>
                    <a:pt x="5483390" y="1098258"/>
                  </a:cubicBezTo>
                  <a:cubicBezTo>
                    <a:pt x="5533810" y="1068731"/>
                    <a:pt x="5585181" y="944906"/>
                    <a:pt x="5635601" y="856323"/>
                  </a:cubicBezTo>
                  <a:cubicBezTo>
                    <a:pt x="5686021" y="767740"/>
                    <a:pt x="5737391" y="713448"/>
                    <a:pt x="5787812" y="674396"/>
                  </a:cubicBezTo>
                  <a:cubicBezTo>
                    <a:pt x="5838231" y="635343"/>
                    <a:pt x="5889602" y="610578"/>
                    <a:pt x="5940022" y="581051"/>
                  </a:cubicBezTo>
                  <a:cubicBezTo>
                    <a:pt x="5990442" y="551523"/>
                    <a:pt x="6041813" y="517233"/>
                    <a:pt x="6092233" y="626771"/>
                  </a:cubicBezTo>
                  <a:cubicBezTo>
                    <a:pt x="6142653" y="737260"/>
                    <a:pt x="6194024" y="991578"/>
                    <a:pt x="6244444" y="992531"/>
                  </a:cubicBezTo>
                  <a:cubicBezTo>
                    <a:pt x="6294863" y="992531"/>
                    <a:pt x="6346234" y="740118"/>
                    <a:pt x="6396654" y="492468"/>
                  </a:cubicBezTo>
                  <a:cubicBezTo>
                    <a:pt x="6447074" y="244818"/>
                    <a:pt x="6498445" y="1930"/>
                    <a:pt x="6548865" y="25"/>
                  </a:cubicBezTo>
                  <a:cubicBezTo>
                    <a:pt x="6599285" y="-2832"/>
                    <a:pt x="6650656" y="235293"/>
                    <a:pt x="6701076" y="307683"/>
                  </a:cubicBezTo>
                  <a:cubicBezTo>
                    <a:pt x="6751495" y="380073"/>
                    <a:pt x="6802866" y="289585"/>
                    <a:pt x="6853286" y="302921"/>
                  </a:cubicBezTo>
                  <a:cubicBezTo>
                    <a:pt x="6903706" y="316255"/>
                    <a:pt x="6955077" y="435318"/>
                    <a:pt x="7005497" y="454368"/>
                  </a:cubicBezTo>
                  <a:cubicBezTo>
                    <a:pt x="7055917" y="473418"/>
                    <a:pt x="7107288" y="392455"/>
                    <a:pt x="7157708" y="318160"/>
                  </a:cubicBezTo>
                  <a:cubicBezTo>
                    <a:pt x="7208128" y="243865"/>
                    <a:pt x="7259498" y="177190"/>
                    <a:pt x="7309919" y="374358"/>
                  </a:cubicBezTo>
                  <a:cubicBezTo>
                    <a:pt x="7360338" y="571526"/>
                    <a:pt x="7411709" y="1033488"/>
                    <a:pt x="7437395" y="1263993"/>
                  </a:cubicBezTo>
                  <a:lnTo>
                    <a:pt x="7463080" y="1494498"/>
                  </a:lnTo>
                  <a:lnTo>
                    <a:pt x="7463080" y="1494498"/>
                  </a:lnTo>
                  <a:lnTo>
                    <a:pt x="7437395" y="1307808"/>
                  </a:lnTo>
                  <a:cubicBezTo>
                    <a:pt x="7411709" y="1121118"/>
                    <a:pt x="7361289" y="748690"/>
                    <a:pt x="7309919" y="581051"/>
                  </a:cubicBezTo>
                  <a:cubicBezTo>
                    <a:pt x="7259498" y="413410"/>
                    <a:pt x="7208128" y="450558"/>
                    <a:pt x="7157708" y="495326"/>
                  </a:cubicBezTo>
                  <a:cubicBezTo>
                    <a:pt x="7107288" y="540093"/>
                    <a:pt x="7055917" y="591528"/>
                    <a:pt x="7005497" y="557238"/>
                  </a:cubicBezTo>
                  <a:cubicBezTo>
                    <a:pt x="6955077" y="523901"/>
                    <a:pt x="6903706" y="404838"/>
                    <a:pt x="6853286" y="421030"/>
                  </a:cubicBezTo>
                  <a:cubicBezTo>
                    <a:pt x="6802866" y="437223"/>
                    <a:pt x="6751495" y="587718"/>
                    <a:pt x="6701076" y="514376"/>
                  </a:cubicBezTo>
                  <a:cubicBezTo>
                    <a:pt x="6650656" y="441033"/>
                    <a:pt x="6599285" y="144805"/>
                    <a:pt x="6548865" y="102895"/>
                  </a:cubicBezTo>
                  <a:cubicBezTo>
                    <a:pt x="6498445" y="60985"/>
                    <a:pt x="6447074" y="273393"/>
                    <a:pt x="6396654" y="506755"/>
                  </a:cubicBezTo>
                  <a:cubicBezTo>
                    <a:pt x="6346234" y="740118"/>
                    <a:pt x="6294863" y="992531"/>
                    <a:pt x="6244444" y="1022058"/>
                  </a:cubicBezTo>
                  <a:cubicBezTo>
                    <a:pt x="6194024" y="1050633"/>
                    <a:pt x="6142653" y="855371"/>
                    <a:pt x="6092233" y="745833"/>
                  </a:cubicBezTo>
                  <a:cubicBezTo>
                    <a:pt x="6041813" y="635343"/>
                    <a:pt x="5990442" y="610578"/>
                    <a:pt x="5940022" y="610578"/>
                  </a:cubicBezTo>
                  <a:cubicBezTo>
                    <a:pt x="5889602" y="610578"/>
                    <a:pt x="5838231" y="635343"/>
                    <a:pt x="5787812" y="703923"/>
                  </a:cubicBezTo>
                  <a:cubicBezTo>
                    <a:pt x="5737391" y="772503"/>
                    <a:pt x="5686021" y="885851"/>
                    <a:pt x="5635601" y="988721"/>
                  </a:cubicBezTo>
                  <a:cubicBezTo>
                    <a:pt x="5585181" y="1091590"/>
                    <a:pt x="5533810" y="1186840"/>
                    <a:pt x="5483390" y="1186840"/>
                  </a:cubicBezTo>
                  <a:cubicBezTo>
                    <a:pt x="5432970" y="1186840"/>
                    <a:pt x="5381599" y="1090638"/>
                    <a:pt x="5331180" y="1146836"/>
                  </a:cubicBezTo>
                  <a:cubicBezTo>
                    <a:pt x="5280759" y="1203033"/>
                    <a:pt x="5229389" y="1409726"/>
                    <a:pt x="5178969" y="1507833"/>
                  </a:cubicBezTo>
                  <a:cubicBezTo>
                    <a:pt x="5128549" y="1605940"/>
                    <a:pt x="5077178" y="1594511"/>
                    <a:pt x="5026758" y="1585938"/>
                  </a:cubicBezTo>
                  <a:cubicBezTo>
                    <a:pt x="4976338" y="1578318"/>
                    <a:pt x="4924967" y="1573556"/>
                    <a:pt x="4874548" y="1563078"/>
                  </a:cubicBezTo>
                  <a:cubicBezTo>
                    <a:pt x="4824127" y="1552600"/>
                    <a:pt x="4772757" y="1535456"/>
                    <a:pt x="4722337" y="1528788"/>
                  </a:cubicBezTo>
                  <a:cubicBezTo>
                    <a:pt x="4671917" y="1522121"/>
                    <a:pt x="4620546" y="1524978"/>
                    <a:pt x="4570126" y="1569746"/>
                  </a:cubicBezTo>
                  <a:cubicBezTo>
                    <a:pt x="4519706" y="1614513"/>
                    <a:pt x="4468335" y="1701190"/>
                    <a:pt x="4417915" y="1777390"/>
                  </a:cubicBezTo>
                  <a:cubicBezTo>
                    <a:pt x="4367496" y="1853590"/>
                    <a:pt x="4316125" y="1920265"/>
                    <a:pt x="4265705" y="1953603"/>
                  </a:cubicBezTo>
                  <a:cubicBezTo>
                    <a:pt x="4215285" y="1986940"/>
                    <a:pt x="4163914" y="1986940"/>
                    <a:pt x="4113494" y="1973606"/>
                  </a:cubicBezTo>
                  <a:cubicBezTo>
                    <a:pt x="4063074" y="1960271"/>
                    <a:pt x="4011703" y="1934553"/>
                    <a:pt x="3961283" y="1936458"/>
                  </a:cubicBezTo>
                  <a:cubicBezTo>
                    <a:pt x="3910863" y="1938363"/>
                    <a:pt x="3859492" y="1967890"/>
                    <a:pt x="3809072" y="1997418"/>
                  </a:cubicBezTo>
                  <a:cubicBezTo>
                    <a:pt x="3758653" y="2026946"/>
                    <a:pt x="3707282" y="2056473"/>
                    <a:pt x="3656862" y="2084096"/>
                  </a:cubicBezTo>
                  <a:cubicBezTo>
                    <a:pt x="3606442" y="2111718"/>
                    <a:pt x="3555071" y="2135531"/>
                    <a:pt x="3504651" y="2133625"/>
                  </a:cubicBezTo>
                  <a:cubicBezTo>
                    <a:pt x="3454231" y="2130768"/>
                    <a:pt x="3402860" y="2101241"/>
                    <a:pt x="3352440" y="2119338"/>
                  </a:cubicBezTo>
                  <a:cubicBezTo>
                    <a:pt x="3302021" y="2137436"/>
                    <a:pt x="3250650" y="2202206"/>
                    <a:pt x="3200230" y="2234591"/>
                  </a:cubicBezTo>
                  <a:cubicBezTo>
                    <a:pt x="3149810" y="2266975"/>
                    <a:pt x="3098439" y="2266975"/>
                    <a:pt x="3048019" y="2259356"/>
                  </a:cubicBezTo>
                  <a:cubicBezTo>
                    <a:pt x="2997599" y="2251736"/>
                    <a:pt x="2946228" y="2237448"/>
                    <a:pt x="2844437" y="2244116"/>
                  </a:cubicBezTo>
                  <a:cubicBezTo>
                    <a:pt x="2742646" y="2251736"/>
                    <a:pt x="2590436" y="2281263"/>
                    <a:pt x="2462959" y="2295550"/>
                  </a:cubicBezTo>
                  <a:cubicBezTo>
                    <a:pt x="2336434" y="2310791"/>
                    <a:pt x="2234643" y="2310791"/>
                    <a:pt x="2082432" y="2317458"/>
                  </a:cubicBezTo>
                  <a:cubicBezTo>
                    <a:pt x="1930222" y="2324125"/>
                    <a:pt x="1726640" y="2339366"/>
                    <a:pt x="1498324" y="2339366"/>
                  </a:cubicBezTo>
                  <a:cubicBezTo>
                    <a:pt x="1270008" y="2339366"/>
                    <a:pt x="1016006" y="2324125"/>
                    <a:pt x="863796" y="2324125"/>
                  </a:cubicBezTo>
                  <a:cubicBezTo>
                    <a:pt x="711585" y="2324125"/>
                    <a:pt x="660214" y="2339366"/>
                    <a:pt x="609794" y="2324125"/>
                  </a:cubicBezTo>
                  <a:cubicBezTo>
                    <a:pt x="559374" y="2308886"/>
                    <a:pt x="508003" y="2265071"/>
                    <a:pt x="406212" y="2249831"/>
                  </a:cubicBezTo>
                  <a:cubicBezTo>
                    <a:pt x="304421" y="2234591"/>
                    <a:pt x="152211" y="2249831"/>
                    <a:pt x="76105" y="2257450"/>
                  </a:cubicBezTo>
                  <a:lnTo>
                    <a:pt x="0" y="2265071"/>
                  </a:lnTo>
                  <a:close/>
                </a:path>
              </a:pathLst>
            </a:custGeom>
            <a:solidFill>
              <a:srgbClr val="339999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6C5087F3-918A-51A7-1907-53B471535549}"/>
                </a:ext>
              </a:extLst>
            </p:cNvPr>
            <p:cNvSpPr/>
            <p:nvPr/>
          </p:nvSpPr>
          <p:spPr>
            <a:xfrm>
              <a:off x="2362081" y="3455669"/>
              <a:ext cx="7463080" cy="2323243"/>
            </a:xfrm>
            <a:custGeom>
              <a:avLst/>
              <a:gdLst>
                <a:gd name="connsiteX0" fmla="*/ 0 w 7463080"/>
                <a:gd name="connsiteY0" fmla="*/ 418148 h 2323243"/>
                <a:gd name="connsiteX1" fmla="*/ 76105 w 7463080"/>
                <a:gd name="connsiteY1" fmla="*/ 440055 h 2323243"/>
                <a:gd name="connsiteX2" fmla="*/ 406212 w 7463080"/>
                <a:gd name="connsiteY2" fmla="*/ 521970 h 2323243"/>
                <a:gd name="connsiteX3" fmla="*/ 609794 w 7463080"/>
                <a:gd name="connsiteY3" fmla="*/ 506730 h 2323243"/>
                <a:gd name="connsiteX4" fmla="*/ 863796 w 7463080"/>
                <a:gd name="connsiteY4" fmla="*/ 461963 h 2323243"/>
                <a:gd name="connsiteX5" fmla="*/ 1498324 w 7463080"/>
                <a:gd name="connsiteY5" fmla="*/ 417195 h 2323243"/>
                <a:gd name="connsiteX6" fmla="*/ 2082432 w 7463080"/>
                <a:gd name="connsiteY6" fmla="*/ 380048 h 2323243"/>
                <a:gd name="connsiteX7" fmla="*/ 2462959 w 7463080"/>
                <a:gd name="connsiteY7" fmla="*/ 387668 h 2323243"/>
                <a:gd name="connsiteX8" fmla="*/ 2844437 w 7463080"/>
                <a:gd name="connsiteY8" fmla="*/ 439103 h 2323243"/>
                <a:gd name="connsiteX9" fmla="*/ 3048019 w 7463080"/>
                <a:gd name="connsiteY9" fmla="*/ 423863 h 2323243"/>
                <a:gd name="connsiteX10" fmla="*/ 3200230 w 7463080"/>
                <a:gd name="connsiteY10" fmla="*/ 442913 h 2323243"/>
                <a:gd name="connsiteX11" fmla="*/ 3352440 w 7463080"/>
                <a:gd name="connsiteY11" fmla="*/ 504825 h 2323243"/>
                <a:gd name="connsiteX12" fmla="*/ 3504651 w 7463080"/>
                <a:gd name="connsiteY12" fmla="*/ 370523 h 2323243"/>
                <a:gd name="connsiteX13" fmla="*/ 3656862 w 7463080"/>
                <a:gd name="connsiteY13" fmla="*/ 365760 h 2323243"/>
                <a:gd name="connsiteX14" fmla="*/ 3809072 w 7463080"/>
                <a:gd name="connsiteY14" fmla="*/ 264795 h 2323243"/>
                <a:gd name="connsiteX15" fmla="*/ 3961283 w 7463080"/>
                <a:gd name="connsiteY15" fmla="*/ 233363 h 2323243"/>
                <a:gd name="connsiteX16" fmla="*/ 4113494 w 7463080"/>
                <a:gd name="connsiteY16" fmla="*/ 225743 h 2323243"/>
                <a:gd name="connsiteX17" fmla="*/ 4265705 w 7463080"/>
                <a:gd name="connsiteY17" fmla="*/ 235268 h 2323243"/>
                <a:gd name="connsiteX18" fmla="*/ 4417915 w 7463080"/>
                <a:gd name="connsiteY18" fmla="*/ 296228 h 2323243"/>
                <a:gd name="connsiteX19" fmla="*/ 4570126 w 7463080"/>
                <a:gd name="connsiteY19" fmla="*/ 370523 h 2323243"/>
                <a:gd name="connsiteX20" fmla="*/ 4722337 w 7463080"/>
                <a:gd name="connsiteY20" fmla="*/ 359093 h 2323243"/>
                <a:gd name="connsiteX21" fmla="*/ 4874548 w 7463080"/>
                <a:gd name="connsiteY21" fmla="*/ 275273 h 2323243"/>
                <a:gd name="connsiteX22" fmla="*/ 5026758 w 7463080"/>
                <a:gd name="connsiteY22" fmla="*/ 268605 h 2323243"/>
                <a:gd name="connsiteX23" fmla="*/ 5178969 w 7463080"/>
                <a:gd name="connsiteY23" fmla="*/ 323850 h 2323243"/>
                <a:gd name="connsiteX24" fmla="*/ 5331180 w 7463080"/>
                <a:gd name="connsiteY24" fmla="*/ 421958 h 2323243"/>
                <a:gd name="connsiteX25" fmla="*/ 5483390 w 7463080"/>
                <a:gd name="connsiteY25" fmla="*/ 373380 h 2323243"/>
                <a:gd name="connsiteX26" fmla="*/ 5635601 w 7463080"/>
                <a:gd name="connsiteY26" fmla="*/ 457200 h 2323243"/>
                <a:gd name="connsiteX27" fmla="*/ 5787812 w 7463080"/>
                <a:gd name="connsiteY27" fmla="*/ 527685 h 2323243"/>
                <a:gd name="connsiteX28" fmla="*/ 5940022 w 7463080"/>
                <a:gd name="connsiteY28" fmla="*/ 657225 h 2323243"/>
                <a:gd name="connsiteX29" fmla="*/ 6092233 w 7463080"/>
                <a:gd name="connsiteY29" fmla="*/ 614363 h 2323243"/>
                <a:gd name="connsiteX30" fmla="*/ 6244444 w 7463080"/>
                <a:gd name="connsiteY30" fmla="*/ 461010 h 2323243"/>
                <a:gd name="connsiteX31" fmla="*/ 6396654 w 7463080"/>
                <a:gd name="connsiteY31" fmla="*/ 894398 h 2323243"/>
                <a:gd name="connsiteX32" fmla="*/ 6548865 w 7463080"/>
                <a:gd name="connsiteY32" fmla="*/ 1171575 h 2323243"/>
                <a:gd name="connsiteX33" fmla="*/ 6701076 w 7463080"/>
                <a:gd name="connsiteY33" fmla="*/ 1035368 h 2323243"/>
                <a:gd name="connsiteX34" fmla="*/ 6853286 w 7463080"/>
                <a:gd name="connsiteY34" fmla="*/ 1163955 h 2323243"/>
                <a:gd name="connsiteX35" fmla="*/ 7005497 w 7463080"/>
                <a:gd name="connsiteY35" fmla="*/ 1241108 h 2323243"/>
                <a:gd name="connsiteX36" fmla="*/ 7157708 w 7463080"/>
                <a:gd name="connsiteY36" fmla="*/ 1134428 h 2323243"/>
                <a:gd name="connsiteX37" fmla="*/ 7309919 w 7463080"/>
                <a:gd name="connsiteY37" fmla="*/ 864870 h 2323243"/>
                <a:gd name="connsiteX38" fmla="*/ 7437395 w 7463080"/>
                <a:gd name="connsiteY38" fmla="*/ 169545 h 2323243"/>
                <a:gd name="connsiteX39" fmla="*/ 7463080 w 7463080"/>
                <a:gd name="connsiteY39" fmla="*/ 0 h 2323243"/>
                <a:gd name="connsiteX40" fmla="*/ 7463080 w 7463080"/>
                <a:gd name="connsiteY40" fmla="*/ 0 h 2323243"/>
                <a:gd name="connsiteX41" fmla="*/ 7437395 w 7463080"/>
                <a:gd name="connsiteY41" fmla="*/ 302895 h 2323243"/>
                <a:gd name="connsiteX42" fmla="*/ 7309919 w 7463080"/>
                <a:gd name="connsiteY42" fmla="*/ 1561148 h 2323243"/>
                <a:gd name="connsiteX43" fmla="*/ 7157708 w 7463080"/>
                <a:gd name="connsiteY43" fmla="*/ 2112645 h 2323243"/>
                <a:gd name="connsiteX44" fmla="*/ 7005497 w 7463080"/>
                <a:gd name="connsiteY44" fmla="*/ 2323148 h 2323243"/>
                <a:gd name="connsiteX45" fmla="*/ 6853286 w 7463080"/>
                <a:gd name="connsiteY45" fmla="*/ 2142173 h 2323243"/>
                <a:gd name="connsiteX46" fmla="*/ 6701076 w 7463080"/>
                <a:gd name="connsiteY46" fmla="*/ 2131695 h 2323243"/>
                <a:gd name="connsiteX47" fmla="*/ 6548865 w 7463080"/>
                <a:gd name="connsiteY47" fmla="*/ 2179320 h 2323243"/>
                <a:gd name="connsiteX48" fmla="*/ 6396654 w 7463080"/>
                <a:gd name="connsiteY48" fmla="*/ 1635443 h 2323243"/>
                <a:gd name="connsiteX49" fmla="*/ 6244444 w 7463080"/>
                <a:gd name="connsiteY49" fmla="*/ 1305878 h 2323243"/>
                <a:gd name="connsiteX50" fmla="*/ 6092233 w 7463080"/>
                <a:gd name="connsiteY50" fmla="*/ 1488758 h 2323243"/>
                <a:gd name="connsiteX51" fmla="*/ 5940022 w 7463080"/>
                <a:gd name="connsiteY51" fmla="*/ 1531620 h 2323243"/>
                <a:gd name="connsiteX52" fmla="*/ 5787812 w 7463080"/>
                <a:gd name="connsiteY52" fmla="*/ 1595438 h 2323243"/>
                <a:gd name="connsiteX53" fmla="*/ 5635601 w 7463080"/>
                <a:gd name="connsiteY53" fmla="*/ 1450658 h 2323243"/>
                <a:gd name="connsiteX54" fmla="*/ 5483390 w 7463080"/>
                <a:gd name="connsiteY54" fmla="*/ 1248728 h 2323243"/>
                <a:gd name="connsiteX55" fmla="*/ 5331180 w 7463080"/>
                <a:gd name="connsiteY55" fmla="*/ 1134428 h 2323243"/>
                <a:gd name="connsiteX56" fmla="*/ 5178969 w 7463080"/>
                <a:gd name="connsiteY56" fmla="*/ 902970 h 2323243"/>
                <a:gd name="connsiteX57" fmla="*/ 5026758 w 7463080"/>
                <a:gd name="connsiteY57" fmla="*/ 847725 h 2323243"/>
                <a:gd name="connsiteX58" fmla="*/ 4874548 w 7463080"/>
                <a:gd name="connsiteY58" fmla="*/ 721043 h 2323243"/>
                <a:gd name="connsiteX59" fmla="*/ 4722337 w 7463080"/>
                <a:gd name="connsiteY59" fmla="*/ 641985 h 2323243"/>
                <a:gd name="connsiteX60" fmla="*/ 4570126 w 7463080"/>
                <a:gd name="connsiteY60" fmla="*/ 580073 h 2323243"/>
                <a:gd name="connsiteX61" fmla="*/ 4417915 w 7463080"/>
                <a:gd name="connsiteY61" fmla="*/ 521018 h 2323243"/>
                <a:gd name="connsiteX62" fmla="*/ 4265705 w 7463080"/>
                <a:gd name="connsiteY62" fmla="*/ 371475 h 2323243"/>
                <a:gd name="connsiteX63" fmla="*/ 4113494 w 7463080"/>
                <a:gd name="connsiteY63" fmla="*/ 406718 h 2323243"/>
                <a:gd name="connsiteX64" fmla="*/ 3961283 w 7463080"/>
                <a:gd name="connsiteY64" fmla="*/ 443865 h 2323243"/>
                <a:gd name="connsiteX65" fmla="*/ 3809072 w 7463080"/>
                <a:gd name="connsiteY65" fmla="*/ 312420 h 2323243"/>
                <a:gd name="connsiteX66" fmla="*/ 3656862 w 7463080"/>
                <a:gd name="connsiteY66" fmla="*/ 369570 h 2323243"/>
                <a:gd name="connsiteX67" fmla="*/ 3504651 w 7463080"/>
                <a:gd name="connsiteY67" fmla="*/ 374333 h 2323243"/>
                <a:gd name="connsiteX68" fmla="*/ 3352440 w 7463080"/>
                <a:gd name="connsiteY68" fmla="*/ 508635 h 2323243"/>
                <a:gd name="connsiteX69" fmla="*/ 3200230 w 7463080"/>
                <a:gd name="connsiteY69" fmla="*/ 461010 h 2323243"/>
                <a:gd name="connsiteX70" fmla="*/ 3048019 w 7463080"/>
                <a:gd name="connsiteY70" fmla="*/ 485775 h 2323243"/>
                <a:gd name="connsiteX71" fmla="*/ 2844437 w 7463080"/>
                <a:gd name="connsiteY71" fmla="*/ 470535 h 2323243"/>
                <a:gd name="connsiteX72" fmla="*/ 2462959 w 7463080"/>
                <a:gd name="connsiteY72" fmla="*/ 462915 h 2323243"/>
                <a:gd name="connsiteX73" fmla="*/ 2082432 w 7463080"/>
                <a:gd name="connsiteY73" fmla="*/ 455295 h 2323243"/>
                <a:gd name="connsiteX74" fmla="*/ 1498324 w 7463080"/>
                <a:gd name="connsiteY74" fmla="*/ 433388 h 2323243"/>
                <a:gd name="connsiteX75" fmla="*/ 863796 w 7463080"/>
                <a:gd name="connsiteY75" fmla="*/ 462915 h 2323243"/>
                <a:gd name="connsiteX76" fmla="*/ 609794 w 7463080"/>
                <a:gd name="connsiteY76" fmla="*/ 507683 h 2323243"/>
                <a:gd name="connsiteX77" fmla="*/ 406212 w 7463080"/>
                <a:gd name="connsiteY77" fmla="*/ 522923 h 2323243"/>
                <a:gd name="connsiteX78" fmla="*/ 76105 w 7463080"/>
                <a:gd name="connsiteY78" fmla="*/ 441008 h 2323243"/>
                <a:gd name="connsiteX79" fmla="*/ 0 w 7463080"/>
                <a:gd name="connsiteY79" fmla="*/ 419100 h 232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2323243">
                  <a:moveTo>
                    <a:pt x="0" y="418148"/>
                  </a:moveTo>
                  <a:lnTo>
                    <a:pt x="76105" y="440055"/>
                  </a:lnTo>
                  <a:cubicBezTo>
                    <a:pt x="152211" y="461963"/>
                    <a:pt x="304421" y="506730"/>
                    <a:pt x="406212" y="521970"/>
                  </a:cubicBezTo>
                  <a:cubicBezTo>
                    <a:pt x="508003" y="537210"/>
                    <a:pt x="558423" y="521970"/>
                    <a:pt x="609794" y="506730"/>
                  </a:cubicBezTo>
                  <a:cubicBezTo>
                    <a:pt x="661165" y="491490"/>
                    <a:pt x="711585" y="477203"/>
                    <a:pt x="863796" y="461963"/>
                  </a:cubicBezTo>
                  <a:cubicBezTo>
                    <a:pt x="1016006" y="446723"/>
                    <a:pt x="1270008" y="432435"/>
                    <a:pt x="1498324" y="417195"/>
                  </a:cubicBezTo>
                  <a:cubicBezTo>
                    <a:pt x="1726640" y="401955"/>
                    <a:pt x="1930222" y="387668"/>
                    <a:pt x="2082432" y="380048"/>
                  </a:cubicBezTo>
                  <a:cubicBezTo>
                    <a:pt x="2234643" y="372428"/>
                    <a:pt x="2336434" y="372428"/>
                    <a:pt x="2462959" y="387668"/>
                  </a:cubicBezTo>
                  <a:cubicBezTo>
                    <a:pt x="2589484" y="402908"/>
                    <a:pt x="2742646" y="432435"/>
                    <a:pt x="2844437" y="439103"/>
                  </a:cubicBezTo>
                  <a:cubicBezTo>
                    <a:pt x="2946228" y="446723"/>
                    <a:pt x="2996648" y="431483"/>
                    <a:pt x="3048019" y="423863"/>
                  </a:cubicBezTo>
                  <a:cubicBezTo>
                    <a:pt x="3098439" y="416243"/>
                    <a:pt x="3149810" y="416243"/>
                    <a:pt x="3200230" y="442913"/>
                  </a:cubicBezTo>
                  <a:cubicBezTo>
                    <a:pt x="3250650" y="469583"/>
                    <a:pt x="3302021" y="522923"/>
                    <a:pt x="3352440" y="504825"/>
                  </a:cubicBezTo>
                  <a:cubicBezTo>
                    <a:pt x="3402860" y="486728"/>
                    <a:pt x="3454231" y="398145"/>
                    <a:pt x="3504651" y="370523"/>
                  </a:cubicBezTo>
                  <a:cubicBezTo>
                    <a:pt x="3555071" y="342900"/>
                    <a:pt x="3606442" y="378143"/>
                    <a:pt x="3656862" y="365760"/>
                  </a:cubicBezTo>
                  <a:cubicBezTo>
                    <a:pt x="3707282" y="353378"/>
                    <a:pt x="3758653" y="294323"/>
                    <a:pt x="3809072" y="264795"/>
                  </a:cubicBezTo>
                  <a:cubicBezTo>
                    <a:pt x="3859492" y="235268"/>
                    <a:pt x="3910863" y="235268"/>
                    <a:pt x="3961283" y="233363"/>
                  </a:cubicBezTo>
                  <a:cubicBezTo>
                    <a:pt x="4011703" y="231458"/>
                    <a:pt x="4063074" y="227648"/>
                    <a:pt x="4113494" y="225743"/>
                  </a:cubicBezTo>
                  <a:cubicBezTo>
                    <a:pt x="4163914" y="223838"/>
                    <a:pt x="4215285" y="223838"/>
                    <a:pt x="4265705" y="235268"/>
                  </a:cubicBezTo>
                  <a:cubicBezTo>
                    <a:pt x="4316125" y="246698"/>
                    <a:pt x="4367496" y="268605"/>
                    <a:pt x="4417915" y="296228"/>
                  </a:cubicBezTo>
                  <a:cubicBezTo>
                    <a:pt x="4468335" y="323850"/>
                    <a:pt x="4519706" y="356235"/>
                    <a:pt x="4570126" y="370523"/>
                  </a:cubicBezTo>
                  <a:cubicBezTo>
                    <a:pt x="4620546" y="384810"/>
                    <a:pt x="4671917" y="381953"/>
                    <a:pt x="4722337" y="359093"/>
                  </a:cubicBezTo>
                  <a:cubicBezTo>
                    <a:pt x="4772757" y="336233"/>
                    <a:pt x="4824127" y="294323"/>
                    <a:pt x="4874548" y="275273"/>
                  </a:cubicBezTo>
                  <a:cubicBezTo>
                    <a:pt x="4924967" y="256223"/>
                    <a:pt x="4976338" y="260985"/>
                    <a:pt x="5026758" y="268605"/>
                  </a:cubicBezTo>
                  <a:cubicBezTo>
                    <a:pt x="5077178" y="276225"/>
                    <a:pt x="5128549" y="288608"/>
                    <a:pt x="5178969" y="323850"/>
                  </a:cubicBezTo>
                  <a:cubicBezTo>
                    <a:pt x="5229389" y="359093"/>
                    <a:pt x="5280759" y="418148"/>
                    <a:pt x="5331180" y="421958"/>
                  </a:cubicBezTo>
                  <a:cubicBezTo>
                    <a:pt x="5381599" y="425768"/>
                    <a:pt x="5432970" y="372428"/>
                    <a:pt x="5483390" y="373380"/>
                  </a:cubicBezTo>
                  <a:cubicBezTo>
                    <a:pt x="5533810" y="373380"/>
                    <a:pt x="5585181" y="427673"/>
                    <a:pt x="5635601" y="457200"/>
                  </a:cubicBezTo>
                  <a:cubicBezTo>
                    <a:pt x="5686021" y="486728"/>
                    <a:pt x="5737391" y="492443"/>
                    <a:pt x="5787812" y="527685"/>
                  </a:cubicBezTo>
                  <a:cubicBezTo>
                    <a:pt x="5838231" y="562928"/>
                    <a:pt x="5889602" y="626745"/>
                    <a:pt x="5940022" y="657225"/>
                  </a:cubicBezTo>
                  <a:cubicBezTo>
                    <a:pt x="5990442" y="687705"/>
                    <a:pt x="6041813" y="681990"/>
                    <a:pt x="6092233" y="614363"/>
                  </a:cubicBezTo>
                  <a:cubicBezTo>
                    <a:pt x="6142653" y="546735"/>
                    <a:pt x="6194024" y="416243"/>
                    <a:pt x="6244444" y="461010"/>
                  </a:cubicBezTo>
                  <a:cubicBezTo>
                    <a:pt x="6294863" y="505778"/>
                    <a:pt x="6346234" y="726758"/>
                    <a:pt x="6396654" y="894398"/>
                  </a:cubicBezTo>
                  <a:cubicBezTo>
                    <a:pt x="6447074" y="1061085"/>
                    <a:pt x="6498445" y="1174433"/>
                    <a:pt x="6548865" y="1171575"/>
                  </a:cubicBezTo>
                  <a:cubicBezTo>
                    <a:pt x="6599285" y="1168718"/>
                    <a:pt x="6650656" y="1050608"/>
                    <a:pt x="6701076" y="1035368"/>
                  </a:cubicBezTo>
                  <a:cubicBezTo>
                    <a:pt x="6751495" y="1020128"/>
                    <a:pt x="6802866" y="1105853"/>
                    <a:pt x="6853286" y="1163955"/>
                  </a:cubicBezTo>
                  <a:cubicBezTo>
                    <a:pt x="6903706" y="1222058"/>
                    <a:pt x="6955077" y="1252538"/>
                    <a:pt x="7005497" y="1241108"/>
                  </a:cubicBezTo>
                  <a:cubicBezTo>
                    <a:pt x="7055917" y="1230630"/>
                    <a:pt x="7107288" y="1179195"/>
                    <a:pt x="7157708" y="1134428"/>
                  </a:cubicBezTo>
                  <a:cubicBezTo>
                    <a:pt x="7208128" y="1089660"/>
                    <a:pt x="7259498" y="1052513"/>
                    <a:pt x="7309919" y="864870"/>
                  </a:cubicBezTo>
                  <a:cubicBezTo>
                    <a:pt x="7360338" y="677228"/>
                    <a:pt x="7411709" y="339090"/>
                    <a:pt x="7437395" y="169545"/>
                  </a:cubicBezTo>
                  <a:lnTo>
                    <a:pt x="7463080" y="0"/>
                  </a:lnTo>
                  <a:lnTo>
                    <a:pt x="7463080" y="0"/>
                  </a:lnTo>
                  <a:lnTo>
                    <a:pt x="7437395" y="302895"/>
                  </a:lnTo>
                  <a:cubicBezTo>
                    <a:pt x="7411709" y="605790"/>
                    <a:pt x="7361289" y="1210628"/>
                    <a:pt x="7309919" y="1561148"/>
                  </a:cubicBezTo>
                  <a:cubicBezTo>
                    <a:pt x="7259498" y="1911668"/>
                    <a:pt x="7208128" y="2008823"/>
                    <a:pt x="7157708" y="2112645"/>
                  </a:cubicBezTo>
                  <a:cubicBezTo>
                    <a:pt x="7107288" y="2216468"/>
                    <a:pt x="7055917" y="2326958"/>
                    <a:pt x="7005497" y="2323148"/>
                  </a:cubicBezTo>
                  <a:cubicBezTo>
                    <a:pt x="6955077" y="2319338"/>
                    <a:pt x="6903706" y="2200275"/>
                    <a:pt x="6853286" y="2142173"/>
                  </a:cubicBezTo>
                  <a:cubicBezTo>
                    <a:pt x="6802866" y="2084070"/>
                    <a:pt x="6751495" y="2085975"/>
                    <a:pt x="6701076" y="2131695"/>
                  </a:cubicBezTo>
                  <a:cubicBezTo>
                    <a:pt x="6650656" y="2177415"/>
                    <a:pt x="6599285" y="2265998"/>
                    <a:pt x="6548865" y="2179320"/>
                  </a:cubicBezTo>
                  <a:cubicBezTo>
                    <a:pt x="6498445" y="2092643"/>
                    <a:pt x="6447074" y="1831658"/>
                    <a:pt x="6396654" y="1635443"/>
                  </a:cubicBezTo>
                  <a:cubicBezTo>
                    <a:pt x="6346234" y="1439228"/>
                    <a:pt x="6294863" y="1306830"/>
                    <a:pt x="6244444" y="1305878"/>
                  </a:cubicBezTo>
                  <a:cubicBezTo>
                    <a:pt x="6194024" y="1305878"/>
                    <a:pt x="6142653" y="1435418"/>
                    <a:pt x="6092233" y="1488758"/>
                  </a:cubicBezTo>
                  <a:cubicBezTo>
                    <a:pt x="6041813" y="1542098"/>
                    <a:pt x="5990442" y="1516380"/>
                    <a:pt x="5940022" y="1531620"/>
                  </a:cubicBezTo>
                  <a:cubicBezTo>
                    <a:pt x="5889602" y="1546860"/>
                    <a:pt x="5838231" y="1600200"/>
                    <a:pt x="5787812" y="1595438"/>
                  </a:cubicBezTo>
                  <a:cubicBezTo>
                    <a:pt x="5737391" y="1589723"/>
                    <a:pt x="5686021" y="1524953"/>
                    <a:pt x="5635601" y="1450658"/>
                  </a:cubicBezTo>
                  <a:cubicBezTo>
                    <a:pt x="5585181" y="1376363"/>
                    <a:pt x="5533810" y="1293495"/>
                    <a:pt x="5483390" y="1248728"/>
                  </a:cubicBezTo>
                  <a:cubicBezTo>
                    <a:pt x="5432970" y="1203960"/>
                    <a:pt x="5381599" y="1197293"/>
                    <a:pt x="5331180" y="1134428"/>
                  </a:cubicBezTo>
                  <a:cubicBezTo>
                    <a:pt x="5280759" y="1071563"/>
                    <a:pt x="5229389" y="953453"/>
                    <a:pt x="5178969" y="902970"/>
                  </a:cubicBezTo>
                  <a:cubicBezTo>
                    <a:pt x="5128549" y="852488"/>
                    <a:pt x="5077178" y="870585"/>
                    <a:pt x="5026758" y="847725"/>
                  </a:cubicBezTo>
                  <a:cubicBezTo>
                    <a:pt x="4976338" y="824865"/>
                    <a:pt x="4924967" y="761048"/>
                    <a:pt x="4874548" y="721043"/>
                  </a:cubicBezTo>
                  <a:cubicBezTo>
                    <a:pt x="4824127" y="681038"/>
                    <a:pt x="4772757" y="663893"/>
                    <a:pt x="4722337" y="641985"/>
                  </a:cubicBezTo>
                  <a:cubicBezTo>
                    <a:pt x="4671917" y="620078"/>
                    <a:pt x="4620546" y="594360"/>
                    <a:pt x="4570126" y="580073"/>
                  </a:cubicBezTo>
                  <a:cubicBezTo>
                    <a:pt x="4519706" y="565785"/>
                    <a:pt x="4468335" y="562928"/>
                    <a:pt x="4417915" y="521018"/>
                  </a:cubicBezTo>
                  <a:cubicBezTo>
                    <a:pt x="4367496" y="479108"/>
                    <a:pt x="4316125" y="397193"/>
                    <a:pt x="4265705" y="371475"/>
                  </a:cubicBezTo>
                  <a:cubicBezTo>
                    <a:pt x="4215285" y="345758"/>
                    <a:pt x="4163914" y="375285"/>
                    <a:pt x="4113494" y="406718"/>
                  </a:cubicBezTo>
                  <a:cubicBezTo>
                    <a:pt x="4063074" y="438150"/>
                    <a:pt x="4011703" y="471488"/>
                    <a:pt x="3961283" y="443865"/>
                  </a:cubicBezTo>
                  <a:cubicBezTo>
                    <a:pt x="3910863" y="416243"/>
                    <a:pt x="3859492" y="327660"/>
                    <a:pt x="3809072" y="312420"/>
                  </a:cubicBezTo>
                  <a:cubicBezTo>
                    <a:pt x="3758653" y="297180"/>
                    <a:pt x="3707282" y="357188"/>
                    <a:pt x="3656862" y="369570"/>
                  </a:cubicBezTo>
                  <a:cubicBezTo>
                    <a:pt x="3606442" y="381953"/>
                    <a:pt x="3555071" y="347663"/>
                    <a:pt x="3504651" y="374333"/>
                  </a:cubicBezTo>
                  <a:cubicBezTo>
                    <a:pt x="3454231" y="401955"/>
                    <a:pt x="3402860" y="490538"/>
                    <a:pt x="3352440" y="508635"/>
                  </a:cubicBezTo>
                  <a:cubicBezTo>
                    <a:pt x="3302021" y="526733"/>
                    <a:pt x="3250650" y="473393"/>
                    <a:pt x="3200230" y="461010"/>
                  </a:cubicBezTo>
                  <a:cubicBezTo>
                    <a:pt x="3149810" y="448628"/>
                    <a:pt x="3098439" y="479108"/>
                    <a:pt x="3048019" y="485775"/>
                  </a:cubicBezTo>
                  <a:cubicBezTo>
                    <a:pt x="2997599" y="493395"/>
                    <a:pt x="2946228" y="478155"/>
                    <a:pt x="2844437" y="470535"/>
                  </a:cubicBezTo>
                  <a:cubicBezTo>
                    <a:pt x="2742646" y="462915"/>
                    <a:pt x="2590436" y="462915"/>
                    <a:pt x="2462959" y="462915"/>
                  </a:cubicBezTo>
                  <a:cubicBezTo>
                    <a:pt x="2335483" y="462915"/>
                    <a:pt x="2234643" y="462915"/>
                    <a:pt x="2082432" y="455295"/>
                  </a:cubicBezTo>
                  <a:cubicBezTo>
                    <a:pt x="1930222" y="447675"/>
                    <a:pt x="1726640" y="433388"/>
                    <a:pt x="1498324" y="433388"/>
                  </a:cubicBezTo>
                  <a:cubicBezTo>
                    <a:pt x="1270008" y="433388"/>
                    <a:pt x="1016006" y="448628"/>
                    <a:pt x="863796" y="462915"/>
                  </a:cubicBezTo>
                  <a:cubicBezTo>
                    <a:pt x="711585" y="478155"/>
                    <a:pt x="660214" y="492443"/>
                    <a:pt x="609794" y="507683"/>
                  </a:cubicBezTo>
                  <a:cubicBezTo>
                    <a:pt x="559374" y="522923"/>
                    <a:pt x="508003" y="537210"/>
                    <a:pt x="406212" y="522923"/>
                  </a:cubicBezTo>
                  <a:cubicBezTo>
                    <a:pt x="304421" y="507683"/>
                    <a:pt x="152211" y="463868"/>
                    <a:pt x="76105" y="441008"/>
                  </a:cubicBezTo>
                  <a:lnTo>
                    <a:pt x="0" y="419100"/>
                  </a:lnTo>
                  <a:close/>
                </a:path>
              </a:pathLst>
            </a:custGeom>
            <a:solidFill>
              <a:srgbClr val="C04E3F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BEB15434-0658-1CC1-D85E-5416FDD1B7F1}"/>
                </a:ext>
              </a:extLst>
            </p:cNvPr>
            <p:cNvSpPr/>
            <p:nvPr/>
          </p:nvSpPr>
          <p:spPr>
            <a:xfrm>
              <a:off x="2362081" y="3075470"/>
              <a:ext cx="7463080" cy="1112223"/>
            </a:xfrm>
            <a:custGeom>
              <a:avLst/>
              <a:gdLst>
                <a:gd name="connsiteX0" fmla="*/ 0 w 7463080"/>
                <a:gd name="connsiteY0" fmla="*/ 798347 h 1112223"/>
                <a:gd name="connsiteX1" fmla="*/ 76105 w 7463080"/>
                <a:gd name="connsiteY1" fmla="*/ 790726 h 1112223"/>
                <a:gd name="connsiteX2" fmla="*/ 406212 w 7463080"/>
                <a:gd name="connsiteY2" fmla="*/ 768819 h 1112223"/>
                <a:gd name="connsiteX3" fmla="*/ 609794 w 7463080"/>
                <a:gd name="connsiteY3" fmla="*/ 798347 h 1112223"/>
                <a:gd name="connsiteX4" fmla="*/ 863796 w 7463080"/>
                <a:gd name="connsiteY4" fmla="*/ 827874 h 1112223"/>
                <a:gd name="connsiteX5" fmla="*/ 1498324 w 7463080"/>
                <a:gd name="connsiteY5" fmla="*/ 798347 h 1112223"/>
                <a:gd name="connsiteX6" fmla="*/ 2082432 w 7463080"/>
                <a:gd name="connsiteY6" fmla="*/ 761199 h 1112223"/>
                <a:gd name="connsiteX7" fmla="*/ 2462959 w 7463080"/>
                <a:gd name="connsiteY7" fmla="*/ 739292 h 1112223"/>
                <a:gd name="connsiteX8" fmla="*/ 2844437 w 7463080"/>
                <a:gd name="connsiteY8" fmla="*/ 687857 h 1112223"/>
                <a:gd name="connsiteX9" fmla="*/ 3048019 w 7463080"/>
                <a:gd name="connsiteY9" fmla="*/ 703097 h 1112223"/>
                <a:gd name="connsiteX10" fmla="*/ 3200230 w 7463080"/>
                <a:gd name="connsiteY10" fmla="*/ 692619 h 1112223"/>
                <a:gd name="connsiteX11" fmla="*/ 3352440 w 7463080"/>
                <a:gd name="connsiteY11" fmla="*/ 621182 h 1112223"/>
                <a:gd name="connsiteX12" fmla="*/ 3504651 w 7463080"/>
                <a:gd name="connsiteY12" fmla="*/ 605942 h 1112223"/>
                <a:gd name="connsiteX13" fmla="*/ 3656862 w 7463080"/>
                <a:gd name="connsiteY13" fmla="*/ 615467 h 1112223"/>
                <a:gd name="connsiteX14" fmla="*/ 3809072 w 7463080"/>
                <a:gd name="connsiteY14" fmla="*/ 573557 h 1112223"/>
                <a:gd name="connsiteX15" fmla="*/ 3961283 w 7463080"/>
                <a:gd name="connsiteY15" fmla="*/ 408774 h 1112223"/>
                <a:gd name="connsiteX16" fmla="*/ 4113494 w 7463080"/>
                <a:gd name="connsiteY16" fmla="*/ 430682 h 1112223"/>
                <a:gd name="connsiteX17" fmla="*/ 4265705 w 7463080"/>
                <a:gd name="connsiteY17" fmla="*/ 484022 h 1112223"/>
                <a:gd name="connsiteX18" fmla="*/ 4417915 w 7463080"/>
                <a:gd name="connsiteY18" fmla="*/ 411632 h 1112223"/>
                <a:gd name="connsiteX19" fmla="*/ 4570126 w 7463080"/>
                <a:gd name="connsiteY19" fmla="*/ 352576 h 1112223"/>
                <a:gd name="connsiteX20" fmla="*/ 4722337 w 7463080"/>
                <a:gd name="connsiteY20" fmla="*/ 384961 h 1112223"/>
                <a:gd name="connsiteX21" fmla="*/ 4874548 w 7463080"/>
                <a:gd name="connsiteY21" fmla="*/ 360197 h 1112223"/>
                <a:gd name="connsiteX22" fmla="*/ 5026758 w 7463080"/>
                <a:gd name="connsiteY22" fmla="*/ 294474 h 1112223"/>
                <a:gd name="connsiteX23" fmla="*/ 5178969 w 7463080"/>
                <a:gd name="connsiteY23" fmla="*/ 230657 h 1112223"/>
                <a:gd name="connsiteX24" fmla="*/ 5331180 w 7463080"/>
                <a:gd name="connsiteY24" fmla="*/ 165886 h 1112223"/>
                <a:gd name="connsiteX25" fmla="*/ 5483390 w 7463080"/>
                <a:gd name="connsiteY25" fmla="*/ 146836 h 1112223"/>
                <a:gd name="connsiteX26" fmla="*/ 5635601 w 7463080"/>
                <a:gd name="connsiteY26" fmla="*/ 67779 h 1112223"/>
                <a:gd name="connsiteX27" fmla="*/ 5787812 w 7463080"/>
                <a:gd name="connsiteY27" fmla="*/ 4914 h 1112223"/>
                <a:gd name="connsiteX28" fmla="*/ 5940022 w 7463080"/>
                <a:gd name="connsiteY28" fmla="*/ 15392 h 1112223"/>
                <a:gd name="connsiteX29" fmla="*/ 6092233 w 7463080"/>
                <a:gd name="connsiteY29" fmla="*/ 91592 h 1112223"/>
                <a:gd name="connsiteX30" fmla="*/ 6244444 w 7463080"/>
                <a:gd name="connsiteY30" fmla="*/ 204939 h 1112223"/>
                <a:gd name="connsiteX31" fmla="*/ 6396654 w 7463080"/>
                <a:gd name="connsiteY31" fmla="*/ 252564 h 1112223"/>
                <a:gd name="connsiteX32" fmla="*/ 6548865 w 7463080"/>
                <a:gd name="connsiteY32" fmla="*/ 233514 h 1112223"/>
                <a:gd name="connsiteX33" fmla="*/ 6701076 w 7463080"/>
                <a:gd name="connsiteY33" fmla="*/ 170649 h 1112223"/>
                <a:gd name="connsiteX34" fmla="*/ 6853286 w 7463080"/>
                <a:gd name="connsiteY34" fmla="*/ 136359 h 1112223"/>
                <a:gd name="connsiteX35" fmla="*/ 7005497 w 7463080"/>
                <a:gd name="connsiteY35" fmla="*/ 65874 h 1112223"/>
                <a:gd name="connsiteX36" fmla="*/ 7157708 w 7463080"/>
                <a:gd name="connsiteY36" fmla="*/ 18249 h 1112223"/>
                <a:gd name="connsiteX37" fmla="*/ 7309919 w 7463080"/>
                <a:gd name="connsiteY37" fmla="*/ 60159 h 1112223"/>
                <a:gd name="connsiteX38" fmla="*/ 7437395 w 7463080"/>
                <a:gd name="connsiteY38" fmla="*/ 105879 h 1112223"/>
                <a:gd name="connsiteX39" fmla="*/ 7463080 w 7463080"/>
                <a:gd name="connsiteY39" fmla="*/ 114451 h 1112223"/>
                <a:gd name="connsiteX40" fmla="*/ 7463080 w 7463080"/>
                <a:gd name="connsiteY40" fmla="*/ 203034 h 1112223"/>
                <a:gd name="connsiteX41" fmla="*/ 7437395 w 7463080"/>
                <a:gd name="connsiteY41" fmla="*/ 357339 h 1112223"/>
                <a:gd name="connsiteX42" fmla="*/ 7309919 w 7463080"/>
                <a:gd name="connsiteY42" fmla="*/ 978369 h 1112223"/>
                <a:gd name="connsiteX43" fmla="*/ 7157708 w 7463080"/>
                <a:gd name="connsiteY43" fmla="*/ 1055522 h 1112223"/>
                <a:gd name="connsiteX44" fmla="*/ 7005497 w 7463080"/>
                <a:gd name="connsiteY44" fmla="*/ 762151 h 1112223"/>
                <a:gd name="connsiteX45" fmla="*/ 6853286 w 7463080"/>
                <a:gd name="connsiteY45" fmla="*/ 892644 h 1112223"/>
                <a:gd name="connsiteX46" fmla="*/ 6701076 w 7463080"/>
                <a:gd name="connsiteY46" fmla="*/ 733576 h 1112223"/>
                <a:gd name="connsiteX47" fmla="*/ 6548865 w 7463080"/>
                <a:gd name="connsiteY47" fmla="*/ 840257 h 1112223"/>
                <a:gd name="connsiteX48" fmla="*/ 6396654 w 7463080"/>
                <a:gd name="connsiteY48" fmla="*/ 636422 h 1112223"/>
                <a:gd name="connsiteX49" fmla="*/ 6244444 w 7463080"/>
                <a:gd name="connsiteY49" fmla="*/ 425919 h 1112223"/>
                <a:gd name="connsiteX50" fmla="*/ 6092233 w 7463080"/>
                <a:gd name="connsiteY50" fmla="*/ 371626 h 1112223"/>
                <a:gd name="connsiteX51" fmla="*/ 5940022 w 7463080"/>
                <a:gd name="connsiteY51" fmla="*/ 428776 h 1112223"/>
                <a:gd name="connsiteX52" fmla="*/ 5787812 w 7463080"/>
                <a:gd name="connsiteY52" fmla="*/ 403059 h 1112223"/>
                <a:gd name="connsiteX53" fmla="*/ 5635601 w 7463080"/>
                <a:gd name="connsiteY53" fmla="*/ 287807 h 1112223"/>
                <a:gd name="connsiteX54" fmla="*/ 5483390 w 7463080"/>
                <a:gd name="connsiteY54" fmla="*/ 352576 h 1112223"/>
                <a:gd name="connsiteX55" fmla="*/ 5331180 w 7463080"/>
                <a:gd name="connsiteY55" fmla="*/ 445922 h 1112223"/>
                <a:gd name="connsiteX56" fmla="*/ 5178969 w 7463080"/>
                <a:gd name="connsiteY56" fmla="*/ 363054 h 1112223"/>
                <a:gd name="connsiteX57" fmla="*/ 5026758 w 7463080"/>
                <a:gd name="connsiteY57" fmla="*/ 397344 h 1112223"/>
                <a:gd name="connsiteX58" fmla="*/ 4874548 w 7463080"/>
                <a:gd name="connsiteY58" fmla="*/ 523074 h 1112223"/>
                <a:gd name="connsiteX59" fmla="*/ 4722337 w 7463080"/>
                <a:gd name="connsiteY59" fmla="*/ 577367 h 1112223"/>
                <a:gd name="connsiteX60" fmla="*/ 4570126 w 7463080"/>
                <a:gd name="connsiteY60" fmla="*/ 559269 h 1112223"/>
                <a:gd name="connsiteX61" fmla="*/ 4417915 w 7463080"/>
                <a:gd name="connsiteY61" fmla="*/ 455447 h 1112223"/>
                <a:gd name="connsiteX62" fmla="*/ 4265705 w 7463080"/>
                <a:gd name="connsiteY62" fmla="*/ 498309 h 1112223"/>
                <a:gd name="connsiteX63" fmla="*/ 4113494 w 7463080"/>
                <a:gd name="connsiteY63" fmla="*/ 504024 h 1112223"/>
                <a:gd name="connsiteX64" fmla="*/ 3961283 w 7463080"/>
                <a:gd name="connsiteY64" fmla="*/ 482117 h 1112223"/>
                <a:gd name="connsiteX65" fmla="*/ 3809072 w 7463080"/>
                <a:gd name="connsiteY65" fmla="*/ 587844 h 1112223"/>
                <a:gd name="connsiteX66" fmla="*/ 3656862 w 7463080"/>
                <a:gd name="connsiteY66" fmla="*/ 629754 h 1112223"/>
                <a:gd name="connsiteX67" fmla="*/ 3504651 w 7463080"/>
                <a:gd name="connsiteY67" fmla="*/ 679284 h 1112223"/>
                <a:gd name="connsiteX68" fmla="*/ 3352440 w 7463080"/>
                <a:gd name="connsiteY68" fmla="*/ 694524 h 1112223"/>
                <a:gd name="connsiteX69" fmla="*/ 3200230 w 7463080"/>
                <a:gd name="connsiteY69" fmla="*/ 705954 h 1112223"/>
                <a:gd name="connsiteX70" fmla="*/ 3048019 w 7463080"/>
                <a:gd name="connsiteY70" fmla="*/ 701192 h 1112223"/>
                <a:gd name="connsiteX71" fmla="*/ 2844437 w 7463080"/>
                <a:gd name="connsiteY71" fmla="*/ 685951 h 1112223"/>
                <a:gd name="connsiteX72" fmla="*/ 2462959 w 7463080"/>
                <a:gd name="connsiteY72" fmla="*/ 737386 h 1112223"/>
                <a:gd name="connsiteX73" fmla="*/ 2082432 w 7463080"/>
                <a:gd name="connsiteY73" fmla="*/ 759294 h 1112223"/>
                <a:gd name="connsiteX74" fmla="*/ 1498324 w 7463080"/>
                <a:gd name="connsiteY74" fmla="*/ 796442 h 1112223"/>
                <a:gd name="connsiteX75" fmla="*/ 863796 w 7463080"/>
                <a:gd name="connsiteY75" fmla="*/ 825969 h 1112223"/>
                <a:gd name="connsiteX76" fmla="*/ 609794 w 7463080"/>
                <a:gd name="connsiteY76" fmla="*/ 796442 h 1112223"/>
                <a:gd name="connsiteX77" fmla="*/ 406212 w 7463080"/>
                <a:gd name="connsiteY77" fmla="*/ 766914 h 1112223"/>
                <a:gd name="connsiteX78" fmla="*/ 76105 w 7463080"/>
                <a:gd name="connsiteY78" fmla="*/ 788822 h 1112223"/>
                <a:gd name="connsiteX79" fmla="*/ 0 w 7463080"/>
                <a:gd name="connsiteY79" fmla="*/ 796442 h 111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1112223">
                  <a:moveTo>
                    <a:pt x="0" y="798347"/>
                  </a:moveTo>
                  <a:lnTo>
                    <a:pt x="76105" y="790726"/>
                  </a:lnTo>
                  <a:cubicBezTo>
                    <a:pt x="152211" y="783107"/>
                    <a:pt x="304421" y="768819"/>
                    <a:pt x="406212" y="768819"/>
                  </a:cubicBezTo>
                  <a:cubicBezTo>
                    <a:pt x="508003" y="768819"/>
                    <a:pt x="558423" y="784059"/>
                    <a:pt x="609794" y="798347"/>
                  </a:cubicBezTo>
                  <a:cubicBezTo>
                    <a:pt x="660214" y="813586"/>
                    <a:pt x="711585" y="827874"/>
                    <a:pt x="863796" y="827874"/>
                  </a:cubicBezTo>
                  <a:cubicBezTo>
                    <a:pt x="1016006" y="827874"/>
                    <a:pt x="1270008" y="812634"/>
                    <a:pt x="1498324" y="798347"/>
                  </a:cubicBezTo>
                  <a:cubicBezTo>
                    <a:pt x="1726640" y="783107"/>
                    <a:pt x="1930222" y="768819"/>
                    <a:pt x="2082432" y="761199"/>
                  </a:cubicBezTo>
                  <a:cubicBezTo>
                    <a:pt x="2234643" y="753579"/>
                    <a:pt x="2336434" y="753579"/>
                    <a:pt x="2462959" y="739292"/>
                  </a:cubicBezTo>
                  <a:cubicBezTo>
                    <a:pt x="2589484" y="724051"/>
                    <a:pt x="2742646" y="694524"/>
                    <a:pt x="2844437" y="687857"/>
                  </a:cubicBezTo>
                  <a:cubicBezTo>
                    <a:pt x="2946228" y="680236"/>
                    <a:pt x="2996648" y="695476"/>
                    <a:pt x="3048019" y="703097"/>
                  </a:cubicBezTo>
                  <a:cubicBezTo>
                    <a:pt x="3098439" y="710717"/>
                    <a:pt x="3149810" y="710717"/>
                    <a:pt x="3200230" y="692619"/>
                  </a:cubicBezTo>
                  <a:cubicBezTo>
                    <a:pt x="3250650" y="674522"/>
                    <a:pt x="3302021" y="639279"/>
                    <a:pt x="3352440" y="621182"/>
                  </a:cubicBezTo>
                  <a:cubicBezTo>
                    <a:pt x="3402860" y="603084"/>
                    <a:pt x="3454231" y="603084"/>
                    <a:pt x="3504651" y="605942"/>
                  </a:cubicBezTo>
                  <a:cubicBezTo>
                    <a:pt x="3555071" y="608799"/>
                    <a:pt x="3606442" y="613561"/>
                    <a:pt x="3656862" y="615467"/>
                  </a:cubicBezTo>
                  <a:cubicBezTo>
                    <a:pt x="3707282" y="618324"/>
                    <a:pt x="3758653" y="618324"/>
                    <a:pt x="3809072" y="573557"/>
                  </a:cubicBezTo>
                  <a:cubicBezTo>
                    <a:pt x="3859492" y="528789"/>
                    <a:pt x="3910863" y="440207"/>
                    <a:pt x="3961283" y="408774"/>
                  </a:cubicBezTo>
                  <a:cubicBezTo>
                    <a:pt x="4011703" y="377342"/>
                    <a:pt x="4063074" y="403059"/>
                    <a:pt x="4113494" y="430682"/>
                  </a:cubicBezTo>
                  <a:cubicBezTo>
                    <a:pt x="4163914" y="458304"/>
                    <a:pt x="4215285" y="487832"/>
                    <a:pt x="4265705" y="484022"/>
                  </a:cubicBezTo>
                  <a:cubicBezTo>
                    <a:pt x="4316125" y="480211"/>
                    <a:pt x="4367496" y="443064"/>
                    <a:pt x="4417915" y="411632"/>
                  </a:cubicBezTo>
                  <a:cubicBezTo>
                    <a:pt x="4468335" y="380199"/>
                    <a:pt x="4519706" y="352576"/>
                    <a:pt x="4570126" y="352576"/>
                  </a:cubicBezTo>
                  <a:cubicBezTo>
                    <a:pt x="4620546" y="352576"/>
                    <a:pt x="4671917" y="378294"/>
                    <a:pt x="4722337" y="384961"/>
                  </a:cubicBezTo>
                  <a:cubicBezTo>
                    <a:pt x="4772757" y="391629"/>
                    <a:pt x="4824127" y="379247"/>
                    <a:pt x="4874548" y="360197"/>
                  </a:cubicBezTo>
                  <a:cubicBezTo>
                    <a:pt x="4924967" y="341147"/>
                    <a:pt x="4976338" y="315429"/>
                    <a:pt x="5026758" y="294474"/>
                  </a:cubicBezTo>
                  <a:cubicBezTo>
                    <a:pt x="5077178" y="273519"/>
                    <a:pt x="5128549" y="254469"/>
                    <a:pt x="5178969" y="230657"/>
                  </a:cubicBezTo>
                  <a:cubicBezTo>
                    <a:pt x="5229389" y="206844"/>
                    <a:pt x="5280759" y="177317"/>
                    <a:pt x="5331180" y="165886"/>
                  </a:cubicBezTo>
                  <a:cubicBezTo>
                    <a:pt x="5381599" y="154457"/>
                    <a:pt x="5432970" y="161124"/>
                    <a:pt x="5483390" y="146836"/>
                  </a:cubicBezTo>
                  <a:cubicBezTo>
                    <a:pt x="5533810" y="132549"/>
                    <a:pt x="5585181" y="97307"/>
                    <a:pt x="5635601" y="67779"/>
                  </a:cubicBezTo>
                  <a:cubicBezTo>
                    <a:pt x="5686021" y="38251"/>
                    <a:pt x="5737391" y="14439"/>
                    <a:pt x="5787812" y="4914"/>
                  </a:cubicBezTo>
                  <a:cubicBezTo>
                    <a:pt x="5838231" y="-4611"/>
                    <a:pt x="5889602" y="151"/>
                    <a:pt x="5940022" y="15392"/>
                  </a:cubicBezTo>
                  <a:cubicBezTo>
                    <a:pt x="5990442" y="30632"/>
                    <a:pt x="6041813" y="55397"/>
                    <a:pt x="6092233" y="91592"/>
                  </a:cubicBezTo>
                  <a:cubicBezTo>
                    <a:pt x="6142653" y="127786"/>
                    <a:pt x="6194024" y="174459"/>
                    <a:pt x="6244444" y="204939"/>
                  </a:cubicBezTo>
                  <a:cubicBezTo>
                    <a:pt x="6294863" y="235419"/>
                    <a:pt x="6346234" y="248754"/>
                    <a:pt x="6396654" y="252564"/>
                  </a:cubicBezTo>
                  <a:cubicBezTo>
                    <a:pt x="6447074" y="256374"/>
                    <a:pt x="6498445" y="251611"/>
                    <a:pt x="6548865" y="233514"/>
                  </a:cubicBezTo>
                  <a:cubicBezTo>
                    <a:pt x="6599285" y="216369"/>
                    <a:pt x="6650656" y="186842"/>
                    <a:pt x="6701076" y="170649"/>
                  </a:cubicBezTo>
                  <a:cubicBezTo>
                    <a:pt x="6751495" y="154457"/>
                    <a:pt x="6802866" y="152551"/>
                    <a:pt x="6853286" y="136359"/>
                  </a:cubicBezTo>
                  <a:cubicBezTo>
                    <a:pt x="6903706" y="120167"/>
                    <a:pt x="6955077" y="91592"/>
                    <a:pt x="7005497" y="65874"/>
                  </a:cubicBezTo>
                  <a:cubicBezTo>
                    <a:pt x="7055917" y="40157"/>
                    <a:pt x="7107288" y="18249"/>
                    <a:pt x="7157708" y="18249"/>
                  </a:cubicBezTo>
                  <a:cubicBezTo>
                    <a:pt x="7208128" y="18249"/>
                    <a:pt x="7259498" y="40157"/>
                    <a:pt x="7309919" y="60159"/>
                  </a:cubicBezTo>
                  <a:cubicBezTo>
                    <a:pt x="7360338" y="80161"/>
                    <a:pt x="7411709" y="97307"/>
                    <a:pt x="7437395" y="105879"/>
                  </a:cubicBezTo>
                  <a:lnTo>
                    <a:pt x="7463080" y="114451"/>
                  </a:lnTo>
                  <a:lnTo>
                    <a:pt x="7463080" y="203034"/>
                  </a:lnTo>
                  <a:lnTo>
                    <a:pt x="7437395" y="357339"/>
                  </a:lnTo>
                  <a:cubicBezTo>
                    <a:pt x="7411709" y="511644"/>
                    <a:pt x="7361289" y="820254"/>
                    <a:pt x="7309919" y="978369"/>
                  </a:cubicBezTo>
                  <a:cubicBezTo>
                    <a:pt x="7258547" y="1136484"/>
                    <a:pt x="7208128" y="1144104"/>
                    <a:pt x="7157708" y="1055522"/>
                  </a:cubicBezTo>
                  <a:cubicBezTo>
                    <a:pt x="7107288" y="966939"/>
                    <a:pt x="7055917" y="781201"/>
                    <a:pt x="7005497" y="762151"/>
                  </a:cubicBezTo>
                  <a:cubicBezTo>
                    <a:pt x="6955077" y="743101"/>
                    <a:pt x="6903706" y="890739"/>
                    <a:pt x="6853286" y="892644"/>
                  </a:cubicBezTo>
                  <a:cubicBezTo>
                    <a:pt x="6802866" y="893597"/>
                    <a:pt x="6751495" y="747864"/>
                    <a:pt x="6701076" y="733576"/>
                  </a:cubicBezTo>
                  <a:cubicBezTo>
                    <a:pt x="6650656" y="719289"/>
                    <a:pt x="6599285" y="838351"/>
                    <a:pt x="6548865" y="840257"/>
                  </a:cubicBezTo>
                  <a:cubicBezTo>
                    <a:pt x="6498445" y="843114"/>
                    <a:pt x="6447074" y="729767"/>
                    <a:pt x="6396654" y="636422"/>
                  </a:cubicBezTo>
                  <a:cubicBezTo>
                    <a:pt x="6346234" y="543076"/>
                    <a:pt x="6294863" y="470686"/>
                    <a:pt x="6244444" y="425919"/>
                  </a:cubicBezTo>
                  <a:cubicBezTo>
                    <a:pt x="6194024" y="381151"/>
                    <a:pt x="6142653" y="363054"/>
                    <a:pt x="6092233" y="371626"/>
                  </a:cubicBezTo>
                  <a:cubicBezTo>
                    <a:pt x="6041813" y="380199"/>
                    <a:pt x="5990442" y="414489"/>
                    <a:pt x="5940022" y="428776"/>
                  </a:cubicBezTo>
                  <a:cubicBezTo>
                    <a:pt x="5889602" y="443064"/>
                    <a:pt x="5838231" y="438301"/>
                    <a:pt x="5787812" y="403059"/>
                  </a:cubicBezTo>
                  <a:cubicBezTo>
                    <a:pt x="5737391" y="367817"/>
                    <a:pt x="5686021" y="303047"/>
                    <a:pt x="5635601" y="287807"/>
                  </a:cubicBezTo>
                  <a:cubicBezTo>
                    <a:pt x="5585181" y="272567"/>
                    <a:pt x="5533810" y="307809"/>
                    <a:pt x="5483390" y="352576"/>
                  </a:cubicBezTo>
                  <a:cubicBezTo>
                    <a:pt x="5432970" y="397344"/>
                    <a:pt x="5381599" y="448779"/>
                    <a:pt x="5331180" y="445922"/>
                  </a:cubicBezTo>
                  <a:cubicBezTo>
                    <a:pt x="5280759" y="442111"/>
                    <a:pt x="5229389" y="383057"/>
                    <a:pt x="5178969" y="363054"/>
                  </a:cubicBezTo>
                  <a:cubicBezTo>
                    <a:pt x="5128549" y="343051"/>
                    <a:pt x="5077178" y="360197"/>
                    <a:pt x="5026758" y="397344"/>
                  </a:cubicBezTo>
                  <a:cubicBezTo>
                    <a:pt x="4976338" y="433539"/>
                    <a:pt x="4924967" y="488784"/>
                    <a:pt x="4874548" y="523074"/>
                  </a:cubicBezTo>
                  <a:cubicBezTo>
                    <a:pt x="4824127" y="556411"/>
                    <a:pt x="4772757" y="569747"/>
                    <a:pt x="4722337" y="577367"/>
                  </a:cubicBezTo>
                  <a:cubicBezTo>
                    <a:pt x="4671917" y="584986"/>
                    <a:pt x="4620546" y="588797"/>
                    <a:pt x="4570126" y="559269"/>
                  </a:cubicBezTo>
                  <a:cubicBezTo>
                    <a:pt x="4519706" y="529742"/>
                    <a:pt x="4468335" y="467829"/>
                    <a:pt x="4417915" y="455447"/>
                  </a:cubicBezTo>
                  <a:cubicBezTo>
                    <a:pt x="4367496" y="443064"/>
                    <a:pt x="4316125" y="480211"/>
                    <a:pt x="4265705" y="498309"/>
                  </a:cubicBezTo>
                  <a:cubicBezTo>
                    <a:pt x="4215285" y="516407"/>
                    <a:pt x="4163914" y="516407"/>
                    <a:pt x="4113494" y="504024"/>
                  </a:cubicBezTo>
                  <a:cubicBezTo>
                    <a:pt x="4063074" y="490689"/>
                    <a:pt x="4011703" y="464972"/>
                    <a:pt x="3961283" y="482117"/>
                  </a:cubicBezTo>
                  <a:cubicBezTo>
                    <a:pt x="3910863" y="499261"/>
                    <a:pt x="3859492" y="558317"/>
                    <a:pt x="3809072" y="587844"/>
                  </a:cubicBezTo>
                  <a:cubicBezTo>
                    <a:pt x="3758653" y="617372"/>
                    <a:pt x="3707282" y="617372"/>
                    <a:pt x="3656862" y="629754"/>
                  </a:cubicBezTo>
                  <a:cubicBezTo>
                    <a:pt x="3606442" y="642136"/>
                    <a:pt x="3555071" y="666901"/>
                    <a:pt x="3504651" y="679284"/>
                  </a:cubicBezTo>
                  <a:cubicBezTo>
                    <a:pt x="3454231" y="691667"/>
                    <a:pt x="3402860" y="691667"/>
                    <a:pt x="3352440" y="694524"/>
                  </a:cubicBezTo>
                  <a:cubicBezTo>
                    <a:pt x="3302021" y="697382"/>
                    <a:pt x="3250650" y="703097"/>
                    <a:pt x="3200230" y="705954"/>
                  </a:cubicBezTo>
                  <a:cubicBezTo>
                    <a:pt x="3149810" y="708811"/>
                    <a:pt x="3098439" y="708811"/>
                    <a:pt x="3048019" y="701192"/>
                  </a:cubicBezTo>
                  <a:cubicBezTo>
                    <a:pt x="2997599" y="693572"/>
                    <a:pt x="2946228" y="679284"/>
                    <a:pt x="2844437" y="685951"/>
                  </a:cubicBezTo>
                  <a:cubicBezTo>
                    <a:pt x="2742646" y="693572"/>
                    <a:pt x="2590436" y="723099"/>
                    <a:pt x="2462959" y="737386"/>
                  </a:cubicBezTo>
                  <a:cubicBezTo>
                    <a:pt x="2336434" y="752626"/>
                    <a:pt x="2234643" y="752626"/>
                    <a:pt x="2082432" y="759294"/>
                  </a:cubicBezTo>
                  <a:cubicBezTo>
                    <a:pt x="1930222" y="765961"/>
                    <a:pt x="1726640" y="781201"/>
                    <a:pt x="1498324" y="796442"/>
                  </a:cubicBezTo>
                  <a:cubicBezTo>
                    <a:pt x="1270008" y="811682"/>
                    <a:pt x="1016006" y="825969"/>
                    <a:pt x="863796" y="825969"/>
                  </a:cubicBezTo>
                  <a:cubicBezTo>
                    <a:pt x="711585" y="825969"/>
                    <a:pt x="660214" y="810729"/>
                    <a:pt x="609794" y="796442"/>
                  </a:cubicBezTo>
                  <a:cubicBezTo>
                    <a:pt x="559374" y="781201"/>
                    <a:pt x="508003" y="766914"/>
                    <a:pt x="406212" y="766914"/>
                  </a:cubicBezTo>
                  <a:cubicBezTo>
                    <a:pt x="304421" y="766914"/>
                    <a:pt x="152211" y="782154"/>
                    <a:pt x="76105" y="788822"/>
                  </a:cubicBezTo>
                  <a:lnTo>
                    <a:pt x="0" y="796442"/>
                  </a:lnTo>
                  <a:close/>
                </a:path>
              </a:pathLst>
            </a:custGeom>
            <a:solidFill>
              <a:srgbClr val="CB7729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05413DE5-11EE-CBFE-CA14-AA67E7A49C8E}"/>
                </a:ext>
              </a:extLst>
            </p:cNvPr>
            <p:cNvSpPr/>
            <p:nvPr/>
          </p:nvSpPr>
          <p:spPr>
            <a:xfrm>
              <a:off x="2362081" y="1737964"/>
              <a:ext cx="7463080" cy="2135852"/>
            </a:xfrm>
            <a:custGeom>
              <a:avLst/>
              <a:gdLst>
                <a:gd name="connsiteX0" fmla="*/ 0 w 7463080"/>
                <a:gd name="connsiteY0" fmla="*/ 2135853 h 2135852"/>
                <a:gd name="connsiteX1" fmla="*/ 76105 w 7463080"/>
                <a:gd name="connsiteY1" fmla="*/ 2113945 h 2135852"/>
                <a:gd name="connsiteX2" fmla="*/ 406212 w 7463080"/>
                <a:gd name="connsiteY2" fmla="*/ 2047270 h 2135852"/>
                <a:gd name="connsiteX3" fmla="*/ 609794 w 7463080"/>
                <a:gd name="connsiteY3" fmla="*/ 2106325 h 2135852"/>
                <a:gd name="connsiteX4" fmla="*/ 863796 w 7463080"/>
                <a:gd name="connsiteY4" fmla="*/ 2106325 h 2135852"/>
                <a:gd name="connsiteX5" fmla="*/ 1498324 w 7463080"/>
                <a:gd name="connsiteY5" fmla="*/ 2121565 h 2135852"/>
                <a:gd name="connsiteX6" fmla="*/ 2082432 w 7463080"/>
                <a:gd name="connsiteY6" fmla="*/ 2099658 h 2135852"/>
                <a:gd name="connsiteX7" fmla="*/ 2462959 w 7463080"/>
                <a:gd name="connsiteY7" fmla="*/ 2077750 h 2135852"/>
                <a:gd name="connsiteX8" fmla="*/ 2844437 w 7463080"/>
                <a:gd name="connsiteY8" fmla="*/ 2026315 h 2135852"/>
                <a:gd name="connsiteX9" fmla="*/ 3048019 w 7463080"/>
                <a:gd name="connsiteY9" fmla="*/ 2041555 h 2135852"/>
                <a:gd name="connsiteX10" fmla="*/ 3200230 w 7463080"/>
                <a:gd name="connsiteY10" fmla="*/ 2016790 h 2135852"/>
                <a:gd name="connsiteX11" fmla="*/ 3352440 w 7463080"/>
                <a:gd name="connsiteY11" fmla="*/ 1901538 h 2135852"/>
                <a:gd name="connsiteX12" fmla="*/ 3504651 w 7463080"/>
                <a:gd name="connsiteY12" fmla="*/ 1915825 h 2135852"/>
                <a:gd name="connsiteX13" fmla="*/ 3656862 w 7463080"/>
                <a:gd name="connsiteY13" fmla="*/ 1866295 h 2135852"/>
                <a:gd name="connsiteX14" fmla="*/ 3809072 w 7463080"/>
                <a:gd name="connsiteY14" fmla="*/ 1779618 h 2135852"/>
                <a:gd name="connsiteX15" fmla="*/ 3961283 w 7463080"/>
                <a:gd name="connsiteY15" fmla="*/ 1718658 h 2135852"/>
                <a:gd name="connsiteX16" fmla="*/ 4113494 w 7463080"/>
                <a:gd name="connsiteY16" fmla="*/ 1770093 h 2135852"/>
                <a:gd name="connsiteX17" fmla="*/ 4265705 w 7463080"/>
                <a:gd name="connsiteY17" fmla="*/ 1793905 h 2135852"/>
                <a:gd name="connsiteX18" fmla="*/ 4417915 w 7463080"/>
                <a:gd name="connsiteY18" fmla="*/ 1588165 h 2135852"/>
                <a:gd name="connsiteX19" fmla="*/ 4570126 w 7463080"/>
                <a:gd name="connsiteY19" fmla="*/ 1410048 h 2135852"/>
                <a:gd name="connsiteX20" fmla="*/ 4722337 w 7463080"/>
                <a:gd name="connsiteY20" fmla="*/ 1338610 h 2135852"/>
                <a:gd name="connsiteX21" fmla="*/ 4874548 w 7463080"/>
                <a:gd name="connsiteY21" fmla="*/ 1402428 h 2135852"/>
                <a:gd name="connsiteX22" fmla="*/ 5026758 w 7463080"/>
                <a:gd name="connsiteY22" fmla="*/ 1380520 h 2135852"/>
                <a:gd name="connsiteX23" fmla="*/ 5178969 w 7463080"/>
                <a:gd name="connsiteY23" fmla="*/ 1316703 h 2135852"/>
                <a:gd name="connsiteX24" fmla="*/ 5331180 w 7463080"/>
                <a:gd name="connsiteY24" fmla="*/ 1044288 h 2135852"/>
                <a:gd name="connsiteX25" fmla="*/ 5483390 w 7463080"/>
                <a:gd name="connsiteY25" fmla="*/ 995710 h 2135852"/>
                <a:gd name="connsiteX26" fmla="*/ 5635601 w 7463080"/>
                <a:gd name="connsiteY26" fmla="*/ 797590 h 2135852"/>
                <a:gd name="connsiteX27" fmla="*/ 5787812 w 7463080"/>
                <a:gd name="connsiteY27" fmla="*/ 615663 h 2135852"/>
                <a:gd name="connsiteX28" fmla="*/ 5940022 w 7463080"/>
                <a:gd name="connsiteY28" fmla="*/ 508030 h 2135852"/>
                <a:gd name="connsiteX29" fmla="*/ 6092233 w 7463080"/>
                <a:gd name="connsiteY29" fmla="*/ 702340 h 2135852"/>
                <a:gd name="connsiteX30" fmla="*/ 6244444 w 7463080"/>
                <a:gd name="connsiteY30" fmla="*/ 1052860 h 2135852"/>
                <a:gd name="connsiteX31" fmla="*/ 6396654 w 7463080"/>
                <a:gd name="connsiteY31" fmla="*/ 523270 h 2135852"/>
                <a:gd name="connsiteX32" fmla="*/ 6548865 w 7463080"/>
                <a:gd name="connsiteY32" fmla="*/ 348 h 2135852"/>
                <a:gd name="connsiteX33" fmla="*/ 6701076 w 7463080"/>
                <a:gd name="connsiteY33" fmla="*/ 368013 h 2135852"/>
                <a:gd name="connsiteX34" fmla="*/ 6853286 w 7463080"/>
                <a:gd name="connsiteY34" fmla="*/ 215613 h 2135852"/>
                <a:gd name="connsiteX35" fmla="*/ 7005497 w 7463080"/>
                <a:gd name="connsiteY35" fmla="*/ 337533 h 2135852"/>
                <a:gd name="connsiteX36" fmla="*/ 7157708 w 7463080"/>
                <a:gd name="connsiteY36" fmla="*/ 319435 h 2135852"/>
                <a:gd name="connsiteX37" fmla="*/ 7309919 w 7463080"/>
                <a:gd name="connsiteY37" fmla="*/ 538510 h 2135852"/>
                <a:gd name="connsiteX38" fmla="*/ 7437395 w 7463080"/>
                <a:gd name="connsiteY38" fmla="*/ 1131918 h 2135852"/>
                <a:gd name="connsiteX39" fmla="*/ 7463080 w 7463080"/>
                <a:gd name="connsiteY39" fmla="*/ 1273840 h 2135852"/>
                <a:gd name="connsiteX40" fmla="*/ 7463080 w 7463080"/>
                <a:gd name="connsiteY40" fmla="*/ 1362423 h 2135852"/>
                <a:gd name="connsiteX41" fmla="*/ 7437395 w 7463080"/>
                <a:gd name="connsiteY41" fmla="*/ 1279555 h 2135852"/>
                <a:gd name="connsiteX42" fmla="*/ 7309919 w 7463080"/>
                <a:gd name="connsiteY42" fmla="*/ 892840 h 2135852"/>
                <a:gd name="connsiteX43" fmla="*/ 7157708 w 7463080"/>
                <a:gd name="connsiteY43" fmla="*/ 599470 h 2135852"/>
                <a:gd name="connsiteX44" fmla="*/ 7005497 w 7463080"/>
                <a:gd name="connsiteY44" fmla="*/ 602328 h 2135852"/>
                <a:gd name="connsiteX45" fmla="*/ 6853286 w 7463080"/>
                <a:gd name="connsiteY45" fmla="*/ 732820 h 2135852"/>
                <a:gd name="connsiteX46" fmla="*/ 6701076 w 7463080"/>
                <a:gd name="connsiteY46" fmla="*/ 900460 h 2135852"/>
                <a:gd name="connsiteX47" fmla="*/ 6548865 w 7463080"/>
                <a:gd name="connsiteY47" fmla="*/ 681385 h 2135852"/>
                <a:gd name="connsiteX48" fmla="*/ 6396654 w 7463080"/>
                <a:gd name="connsiteY48" fmla="*/ 981423 h 2135852"/>
                <a:gd name="connsiteX49" fmla="*/ 6244444 w 7463080"/>
                <a:gd name="connsiteY49" fmla="*/ 1289080 h 2135852"/>
                <a:gd name="connsiteX50" fmla="*/ 6092233 w 7463080"/>
                <a:gd name="connsiteY50" fmla="*/ 997615 h 2135852"/>
                <a:gd name="connsiteX51" fmla="*/ 5940022 w 7463080"/>
                <a:gd name="connsiteY51" fmla="*/ 981423 h 2135852"/>
                <a:gd name="connsiteX52" fmla="*/ 5787812 w 7463080"/>
                <a:gd name="connsiteY52" fmla="*/ 1089055 h 2135852"/>
                <a:gd name="connsiteX53" fmla="*/ 5635601 w 7463080"/>
                <a:gd name="connsiteY53" fmla="*/ 1300510 h 2135852"/>
                <a:gd name="connsiteX54" fmla="*/ 5483390 w 7463080"/>
                <a:gd name="connsiteY54" fmla="*/ 1409095 h 2135852"/>
                <a:gd name="connsiteX55" fmla="*/ 5331180 w 7463080"/>
                <a:gd name="connsiteY55" fmla="*/ 1265268 h 2135852"/>
                <a:gd name="connsiteX56" fmla="*/ 5178969 w 7463080"/>
                <a:gd name="connsiteY56" fmla="*/ 1478628 h 2135852"/>
                <a:gd name="connsiteX57" fmla="*/ 5026758 w 7463080"/>
                <a:gd name="connsiteY57" fmla="*/ 1497678 h 2135852"/>
                <a:gd name="connsiteX58" fmla="*/ 4874548 w 7463080"/>
                <a:gd name="connsiteY58" fmla="*/ 1578640 h 2135852"/>
                <a:gd name="connsiteX59" fmla="*/ 4722337 w 7463080"/>
                <a:gd name="connsiteY59" fmla="*/ 1573878 h 2135852"/>
                <a:gd name="connsiteX60" fmla="*/ 4570126 w 7463080"/>
                <a:gd name="connsiteY60" fmla="*/ 1585308 h 2135852"/>
                <a:gd name="connsiteX61" fmla="*/ 4417915 w 7463080"/>
                <a:gd name="connsiteY61" fmla="*/ 1673890 h 2135852"/>
                <a:gd name="connsiteX62" fmla="*/ 4265705 w 7463080"/>
                <a:gd name="connsiteY62" fmla="*/ 1806288 h 2135852"/>
                <a:gd name="connsiteX63" fmla="*/ 4113494 w 7463080"/>
                <a:gd name="connsiteY63" fmla="*/ 1767235 h 2135852"/>
                <a:gd name="connsiteX64" fmla="*/ 3961283 w 7463080"/>
                <a:gd name="connsiteY64" fmla="*/ 1745328 h 2135852"/>
                <a:gd name="connsiteX65" fmla="*/ 3809072 w 7463080"/>
                <a:gd name="connsiteY65" fmla="*/ 1895823 h 2135852"/>
                <a:gd name="connsiteX66" fmla="*/ 3656862 w 7463080"/>
                <a:gd name="connsiteY66" fmla="*/ 1892965 h 2135852"/>
                <a:gd name="connsiteX67" fmla="*/ 3504651 w 7463080"/>
                <a:gd name="connsiteY67" fmla="*/ 1912968 h 2135852"/>
                <a:gd name="connsiteX68" fmla="*/ 3352440 w 7463080"/>
                <a:gd name="connsiteY68" fmla="*/ 1898680 h 2135852"/>
                <a:gd name="connsiteX69" fmla="*/ 3200230 w 7463080"/>
                <a:gd name="connsiteY69" fmla="*/ 2013933 h 2135852"/>
                <a:gd name="connsiteX70" fmla="*/ 3048019 w 7463080"/>
                <a:gd name="connsiteY70" fmla="*/ 2038698 h 2135852"/>
                <a:gd name="connsiteX71" fmla="*/ 2844437 w 7463080"/>
                <a:gd name="connsiteY71" fmla="*/ 2023458 h 2135852"/>
                <a:gd name="connsiteX72" fmla="*/ 2462959 w 7463080"/>
                <a:gd name="connsiteY72" fmla="*/ 2074893 h 2135852"/>
                <a:gd name="connsiteX73" fmla="*/ 2082432 w 7463080"/>
                <a:gd name="connsiteY73" fmla="*/ 2096800 h 2135852"/>
                <a:gd name="connsiteX74" fmla="*/ 1498324 w 7463080"/>
                <a:gd name="connsiteY74" fmla="*/ 2118708 h 2135852"/>
                <a:gd name="connsiteX75" fmla="*/ 863796 w 7463080"/>
                <a:gd name="connsiteY75" fmla="*/ 2103468 h 2135852"/>
                <a:gd name="connsiteX76" fmla="*/ 609794 w 7463080"/>
                <a:gd name="connsiteY76" fmla="*/ 2103468 h 2135852"/>
                <a:gd name="connsiteX77" fmla="*/ 406212 w 7463080"/>
                <a:gd name="connsiteY77" fmla="*/ 2044413 h 2135852"/>
                <a:gd name="connsiteX78" fmla="*/ 76105 w 7463080"/>
                <a:gd name="connsiteY78" fmla="*/ 2111088 h 2135852"/>
                <a:gd name="connsiteX79" fmla="*/ 0 w 7463080"/>
                <a:gd name="connsiteY79" fmla="*/ 2132995 h 2135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2135852">
                  <a:moveTo>
                    <a:pt x="0" y="2135853"/>
                  </a:moveTo>
                  <a:lnTo>
                    <a:pt x="76105" y="2113945"/>
                  </a:lnTo>
                  <a:cubicBezTo>
                    <a:pt x="152211" y="2092038"/>
                    <a:pt x="304421" y="2047270"/>
                    <a:pt x="406212" y="2047270"/>
                  </a:cubicBezTo>
                  <a:cubicBezTo>
                    <a:pt x="508003" y="2047270"/>
                    <a:pt x="558423" y="2092038"/>
                    <a:pt x="609794" y="2106325"/>
                  </a:cubicBezTo>
                  <a:cubicBezTo>
                    <a:pt x="660214" y="2121565"/>
                    <a:pt x="711585" y="2106325"/>
                    <a:pt x="863796" y="2106325"/>
                  </a:cubicBezTo>
                  <a:cubicBezTo>
                    <a:pt x="1016006" y="2106325"/>
                    <a:pt x="1270008" y="2121565"/>
                    <a:pt x="1498324" y="2121565"/>
                  </a:cubicBezTo>
                  <a:cubicBezTo>
                    <a:pt x="1726640" y="2121565"/>
                    <a:pt x="1930222" y="2106325"/>
                    <a:pt x="2082432" y="2099658"/>
                  </a:cubicBezTo>
                  <a:cubicBezTo>
                    <a:pt x="2234643" y="2092990"/>
                    <a:pt x="2336434" y="2092038"/>
                    <a:pt x="2462959" y="2077750"/>
                  </a:cubicBezTo>
                  <a:cubicBezTo>
                    <a:pt x="2589484" y="2062510"/>
                    <a:pt x="2742646" y="2032983"/>
                    <a:pt x="2844437" y="2026315"/>
                  </a:cubicBezTo>
                  <a:cubicBezTo>
                    <a:pt x="2946228" y="2018695"/>
                    <a:pt x="2996648" y="2033935"/>
                    <a:pt x="3048019" y="2041555"/>
                  </a:cubicBezTo>
                  <a:cubicBezTo>
                    <a:pt x="3098439" y="2049175"/>
                    <a:pt x="3149810" y="2049175"/>
                    <a:pt x="3200230" y="2016790"/>
                  </a:cubicBezTo>
                  <a:cubicBezTo>
                    <a:pt x="3250650" y="1984405"/>
                    <a:pt x="3302021" y="1918683"/>
                    <a:pt x="3352440" y="1901538"/>
                  </a:cubicBezTo>
                  <a:cubicBezTo>
                    <a:pt x="3402860" y="1883440"/>
                    <a:pt x="3454231" y="1912968"/>
                    <a:pt x="3504651" y="1915825"/>
                  </a:cubicBezTo>
                  <a:cubicBezTo>
                    <a:pt x="3555071" y="1918683"/>
                    <a:pt x="3606442" y="1893918"/>
                    <a:pt x="3656862" y="1866295"/>
                  </a:cubicBezTo>
                  <a:cubicBezTo>
                    <a:pt x="3707282" y="1838673"/>
                    <a:pt x="3758653" y="1809145"/>
                    <a:pt x="3809072" y="1779618"/>
                  </a:cubicBezTo>
                  <a:cubicBezTo>
                    <a:pt x="3859492" y="1750090"/>
                    <a:pt x="3910863" y="1720563"/>
                    <a:pt x="3961283" y="1718658"/>
                  </a:cubicBezTo>
                  <a:cubicBezTo>
                    <a:pt x="4011703" y="1716753"/>
                    <a:pt x="4063074" y="1742470"/>
                    <a:pt x="4113494" y="1770093"/>
                  </a:cubicBezTo>
                  <a:cubicBezTo>
                    <a:pt x="4163914" y="1797715"/>
                    <a:pt x="4215285" y="1827243"/>
                    <a:pt x="4265705" y="1793905"/>
                  </a:cubicBezTo>
                  <a:cubicBezTo>
                    <a:pt x="4316125" y="1760568"/>
                    <a:pt x="4367496" y="1664365"/>
                    <a:pt x="4417915" y="1588165"/>
                  </a:cubicBezTo>
                  <a:cubicBezTo>
                    <a:pt x="4468335" y="1511965"/>
                    <a:pt x="4519706" y="1454815"/>
                    <a:pt x="4570126" y="1410048"/>
                  </a:cubicBezTo>
                  <a:cubicBezTo>
                    <a:pt x="4620546" y="1365280"/>
                    <a:pt x="4671917" y="1331943"/>
                    <a:pt x="4722337" y="1338610"/>
                  </a:cubicBezTo>
                  <a:cubicBezTo>
                    <a:pt x="4772757" y="1345278"/>
                    <a:pt x="4824127" y="1391950"/>
                    <a:pt x="4874548" y="1402428"/>
                  </a:cubicBezTo>
                  <a:cubicBezTo>
                    <a:pt x="4924967" y="1412905"/>
                    <a:pt x="4976338" y="1388140"/>
                    <a:pt x="5026758" y="1380520"/>
                  </a:cubicBezTo>
                  <a:cubicBezTo>
                    <a:pt x="5077178" y="1373853"/>
                    <a:pt x="5128549" y="1385283"/>
                    <a:pt x="5178969" y="1316703"/>
                  </a:cubicBezTo>
                  <a:cubicBezTo>
                    <a:pt x="5229389" y="1248123"/>
                    <a:pt x="5280759" y="1100485"/>
                    <a:pt x="5331180" y="1044288"/>
                  </a:cubicBezTo>
                  <a:cubicBezTo>
                    <a:pt x="5381599" y="988090"/>
                    <a:pt x="5432970" y="1024285"/>
                    <a:pt x="5483390" y="995710"/>
                  </a:cubicBezTo>
                  <a:cubicBezTo>
                    <a:pt x="5533810" y="967135"/>
                    <a:pt x="5585181" y="871885"/>
                    <a:pt x="5635601" y="797590"/>
                  </a:cubicBezTo>
                  <a:cubicBezTo>
                    <a:pt x="5686021" y="723295"/>
                    <a:pt x="5737391" y="669955"/>
                    <a:pt x="5787812" y="615663"/>
                  </a:cubicBezTo>
                  <a:cubicBezTo>
                    <a:pt x="5838231" y="561370"/>
                    <a:pt x="5889602" y="508030"/>
                    <a:pt x="5940022" y="508030"/>
                  </a:cubicBezTo>
                  <a:cubicBezTo>
                    <a:pt x="5990442" y="508030"/>
                    <a:pt x="6041813" y="562323"/>
                    <a:pt x="6092233" y="702340"/>
                  </a:cubicBezTo>
                  <a:cubicBezTo>
                    <a:pt x="6142653" y="842358"/>
                    <a:pt x="6194024" y="1067148"/>
                    <a:pt x="6244444" y="1052860"/>
                  </a:cubicBezTo>
                  <a:cubicBezTo>
                    <a:pt x="6294863" y="1038573"/>
                    <a:pt x="6346234" y="785208"/>
                    <a:pt x="6396654" y="523270"/>
                  </a:cubicBezTo>
                  <a:cubicBezTo>
                    <a:pt x="6447074" y="261333"/>
                    <a:pt x="6498445" y="-11082"/>
                    <a:pt x="6548865" y="348"/>
                  </a:cubicBezTo>
                  <a:cubicBezTo>
                    <a:pt x="6599285" y="12730"/>
                    <a:pt x="6650656" y="308958"/>
                    <a:pt x="6701076" y="368013"/>
                  </a:cubicBezTo>
                  <a:cubicBezTo>
                    <a:pt x="6751495" y="427068"/>
                    <a:pt x="6802866" y="246093"/>
                    <a:pt x="6853286" y="215613"/>
                  </a:cubicBezTo>
                  <a:cubicBezTo>
                    <a:pt x="6903706" y="185133"/>
                    <a:pt x="6955077" y="304195"/>
                    <a:pt x="7005497" y="337533"/>
                  </a:cubicBezTo>
                  <a:cubicBezTo>
                    <a:pt x="7055917" y="370870"/>
                    <a:pt x="7107288" y="319435"/>
                    <a:pt x="7157708" y="319435"/>
                  </a:cubicBezTo>
                  <a:cubicBezTo>
                    <a:pt x="7208128" y="319435"/>
                    <a:pt x="7259498" y="370870"/>
                    <a:pt x="7309919" y="538510"/>
                  </a:cubicBezTo>
                  <a:cubicBezTo>
                    <a:pt x="7360338" y="706150"/>
                    <a:pt x="7411709" y="989995"/>
                    <a:pt x="7437395" y="1131918"/>
                  </a:cubicBezTo>
                  <a:lnTo>
                    <a:pt x="7463080" y="1273840"/>
                  </a:lnTo>
                  <a:lnTo>
                    <a:pt x="7463080" y="1362423"/>
                  </a:lnTo>
                  <a:lnTo>
                    <a:pt x="7437395" y="1279555"/>
                  </a:lnTo>
                  <a:cubicBezTo>
                    <a:pt x="7411709" y="1196688"/>
                    <a:pt x="7361289" y="1030953"/>
                    <a:pt x="7309919" y="892840"/>
                  </a:cubicBezTo>
                  <a:cubicBezTo>
                    <a:pt x="7258547" y="754728"/>
                    <a:pt x="7208128" y="644238"/>
                    <a:pt x="7157708" y="599470"/>
                  </a:cubicBezTo>
                  <a:cubicBezTo>
                    <a:pt x="7107288" y="554703"/>
                    <a:pt x="7055917" y="576610"/>
                    <a:pt x="7005497" y="602328"/>
                  </a:cubicBezTo>
                  <a:cubicBezTo>
                    <a:pt x="6955077" y="628045"/>
                    <a:pt x="6903706" y="657573"/>
                    <a:pt x="6853286" y="732820"/>
                  </a:cubicBezTo>
                  <a:cubicBezTo>
                    <a:pt x="6802866" y="808068"/>
                    <a:pt x="6751495" y="929035"/>
                    <a:pt x="6701076" y="900460"/>
                  </a:cubicBezTo>
                  <a:cubicBezTo>
                    <a:pt x="6650656" y="871885"/>
                    <a:pt x="6599285" y="693768"/>
                    <a:pt x="6548865" y="681385"/>
                  </a:cubicBezTo>
                  <a:cubicBezTo>
                    <a:pt x="6498445" y="669003"/>
                    <a:pt x="6447074" y="822355"/>
                    <a:pt x="6396654" y="981423"/>
                  </a:cubicBezTo>
                  <a:cubicBezTo>
                    <a:pt x="6346234" y="1140490"/>
                    <a:pt x="6294863" y="1304320"/>
                    <a:pt x="6244444" y="1289080"/>
                  </a:cubicBezTo>
                  <a:cubicBezTo>
                    <a:pt x="6194024" y="1273840"/>
                    <a:pt x="6142653" y="1078578"/>
                    <a:pt x="6092233" y="997615"/>
                  </a:cubicBezTo>
                  <a:cubicBezTo>
                    <a:pt x="6041813" y="917605"/>
                    <a:pt x="5990442" y="951895"/>
                    <a:pt x="5940022" y="981423"/>
                  </a:cubicBezTo>
                  <a:cubicBezTo>
                    <a:pt x="5889602" y="1010950"/>
                    <a:pt x="5838231" y="1035715"/>
                    <a:pt x="5787812" y="1089055"/>
                  </a:cubicBezTo>
                  <a:cubicBezTo>
                    <a:pt x="5737391" y="1143348"/>
                    <a:pt x="5686021" y="1226215"/>
                    <a:pt x="5635601" y="1300510"/>
                  </a:cubicBezTo>
                  <a:cubicBezTo>
                    <a:pt x="5585181" y="1374805"/>
                    <a:pt x="5533810" y="1439575"/>
                    <a:pt x="5483390" y="1409095"/>
                  </a:cubicBezTo>
                  <a:cubicBezTo>
                    <a:pt x="5432970" y="1378615"/>
                    <a:pt x="5381599" y="1253838"/>
                    <a:pt x="5331180" y="1265268"/>
                  </a:cubicBezTo>
                  <a:cubicBezTo>
                    <a:pt x="5280759" y="1276698"/>
                    <a:pt x="5229389" y="1425288"/>
                    <a:pt x="5178969" y="1478628"/>
                  </a:cubicBezTo>
                  <a:cubicBezTo>
                    <a:pt x="5128549" y="1531968"/>
                    <a:pt x="5077178" y="1491010"/>
                    <a:pt x="5026758" y="1497678"/>
                  </a:cubicBezTo>
                  <a:cubicBezTo>
                    <a:pt x="4976338" y="1504345"/>
                    <a:pt x="4924967" y="1559590"/>
                    <a:pt x="4874548" y="1578640"/>
                  </a:cubicBezTo>
                  <a:cubicBezTo>
                    <a:pt x="4824127" y="1597690"/>
                    <a:pt x="4772757" y="1580545"/>
                    <a:pt x="4722337" y="1573878"/>
                  </a:cubicBezTo>
                  <a:cubicBezTo>
                    <a:pt x="4671917" y="1567210"/>
                    <a:pt x="4620546" y="1570068"/>
                    <a:pt x="4570126" y="1585308"/>
                  </a:cubicBezTo>
                  <a:cubicBezTo>
                    <a:pt x="4519706" y="1600548"/>
                    <a:pt x="4468335" y="1627218"/>
                    <a:pt x="4417915" y="1673890"/>
                  </a:cubicBezTo>
                  <a:cubicBezTo>
                    <a:pt x="4367496" y="1720563"/>
                    <a:pt x="4316125" y="1787238"/>
                    <a:pt x="4265705" y="1806288"/>
                  </a:cubicBezTo>
                  <a:cubicBezTo>
                    <a:pt x="4215285" y="1824385"/>
                    <a:pt x="4163914" y="1794858"/>
                    <a:pt x="4113494" y="1767235"/>
                  </a:cubicBezTo>
                  <a:cubicBezTo>
                    <a:pt x="4063074" y="1739613"/>
                    <a:pt x="4011703" y="1713895"/>
                    <a:pt x="3961283" y="1745328"/>
                  </a:cubicBezTo>
                  <a:cubicBezTo>
                    <a:pt x="3910863" y="1776760"/>
                    <a:pt x="3859492" y="1865343"/>
                    <a:pt x="3809072" y="1895823"/>
                  </a:cubicBezTo>
                  <a:cubicBezTo>
                    <a:pt x="3758653" y="1926303"/>
                    <a:pt x="3707282" y="1895823"/>
                    <a:pt x="3656862" y="1892965"/>
                  </a:cubicBezTo>
                  <a:cubicBezTo>
                    <a:pt x="3606442" y="1890108"/>
                    <a:pt x="3555071" y="1914873"/>
                    <a:pt x="3504651" y="1912968"/>
                  </a:cubicBezTo>
                  <a:cubicBezTo>
                    <a:pt x="3454231" y="1910110"/>
                    <a:pt x="3402860" y="1880583"/>
                    <a:pt x="3352440" y="1898680"/>
                  </a:cubicBezTo>
                  <a:cubicBezTo>
                    <a:pt x="3302021" y="1916778"/>
                    <a:pt x="3250650" y="1981548"/>
                    <a:pt x="3200230" y="2013933"/>
                  </a:cubicBezTo>
                  <a:cubicBezTo>
                    <a:pt x="3149810" y="2046318"/>
                    <a:pt x="3098439" y="2046318"/>
                    <a:pt x="3048019" y="2038698"/>
                  </a:cubicBezTo>
                  <a:cubicBezTo>
                    <a:pt x="2997599" y="2031078"/>
                    <a:pt x="2946228" y="2016790"/>
                    <a:pt x="2844437" y="2023458"/>
                  </a:cubicBezTo>
                  <a:cubicBezTo>
                    <a:pt x="2742646" y="2031078"/>
                    <a:pt x="2590436" y="2060605"/>
                    <a:pt x="2462959" y="2074893"/>
                  </a:cubicBezTo>
                  <a:cubicBezTo>
                    <a:pt x="2336434" y="2090133"/>
                    <a:pt x="2234643" y="2090133"/>
                    <a:pt x="2082432" y="2096800"/>
                  </a:cubicBezTo>
                  <a:cubicBezTo>
                    <a:pt x="1930222" y="2103468"/>
                    <a:pt x="1726640" y="2118708"/>
                    <a:pt x="1498324" y="2118708"/>
                  </a:cubicBezTo>
                  <a:cubicBezTo>
                    <a:pt x="1270008" y="2118708"/>
                    <a:pt x="1016006" y="2103468"/>
                    <a:pt x="863796" y="2103468"/>
                  </a:cubicBezTo>
                  <a:cubicBezTo>
                    <a:pt x="711585" y="2103468"/>
                    <a:pt x="660214" y="2118708"/>
                    <a:pt x="609794" y="2103468"/>
                  </a:cubicBezTo>
                  <a:cubicBezTo>
                    <a:pt x="559374" y="2088228"/>
                    <a:pt x="508003" y="2044413"/>
                    <a:pt x="406212" y="2044413"/>
                  </a:cubicBezTo>
                  <a:cubicBezTo>
                    <a:pt x="304421" y="2044413"/>
                    <a:pt x="152211" y="2089180"/>
                    <a:pt x="76105" y="2111088"/>
                  </a:cubicBezTo>
                  <a:lnTo>
                    <a:pt x="0" y="2132995"/>
                  </a:lnTo>
                  <a:close/>
                </a:path>
              </a:pathLst>
            </a:custGeom>
            <a:solidFill>
              <a:srgbClr val="005F56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8AFE68C3-F9B8-50A0-7933-C78FF08E426B}"/>
                </a:ext>
              </a:extLst>
            </p:cNvPr>
            <p:cNvSpPr/>
            <p:nvPr/>
          </p:nvSpPr>
          <p:spPr>
            <a:xfrm>
              <a:off x="2362081" y="1441630"/>
              <a:ext cx="7463080" cy="2408385"/>
            </a:xfrm>
            <a:custGeom>
              <a:avLst/>
              <a:gdLst>
                <a:gd name="connsiteX0" fmla="*/ 0 w 7463080"/>
                <a:gd name="connsiteY0" fmla="*/ 2342652 h 2408385"/>
                <a:gd name="connsiteX1" fmla="*/ 76105 w 7463080"/>
                <a:gd name="connsiteY1" fmla="*/ 2335032 h 2408385"/>
                <a:gd name="connsiteX2" fmla="*/ 406212 w 7463080"/>
                <a:gd name="connsiteY2" fmla="*/ 2327412 h 2408385"/>
                <a:gd name="connsiteX3" fmla="*/ 609794 w 7463080"/>
                <a:gd name="connsiteY3" fmla="*/ 2401707 h 2408385"/>
                <a:gd name="connsiteX4" fmla="*/ 863796 w 7463080"/>
                <a:gd name="connsiteY4" fmla="*/ 2386467 h 2408385"/>
                <a:gd name="connsiteX5" fmla="*/ 1498324 w 7463080"/>
                <a:gd name="connsiteY5" fmla="*/ 2356939 h 2408385"/>
                <a:gd name="connsiteX6" fmla="*/ 2082432 w 7463080"/>
                <a:gd name="connsiteY6" fmla="*/ 2378847 h 2408385"/>
                <a:gd name="connsiteX7" fmla="*/ 2462959 w 7463080"/>
                <a:gd name="connsiteY7" fmla="*/ 2371227 h 2408385"/>
                <a:gd name="connsiteX8" fmla="*/ 2844437 w 7463080"/>
                <a:gd name="connsiteY8" fmla="*/ 2319792 h 2408385"/>
                <a:gd name="connsiteX9" fmla="*/ 3048019 w 7463080"/>
                <a:gd name="connsiteY9" fmla="*/ 2335032 h 2408385"/>
                <a:gd name="connsiteX10" fmla="*/ 3200230 w 7463080"/>
                <a:gd name="connsiteY10" fmla="*/ 2310267 h 2408385"/>
                <a:gd name="connsiteX11" fmla="*/ 3352440 w 7463080"/>
                <a:gd name="connsiteY11" fmla="*/ 2195014 h 2408385"/>
                <a:gd name="connsiteX12" fmla="*/ 3504651 w 7463080"/>
                <a:gd name="connsiteY12" fmla="*/ 2209302 h 2408385"/>
                <a:gd name="connsiteX13" fmla="*/ 3656862 w 7463080"/>
                <a:gd name="connsiteY13" fmla="*/ 2159772 h 2408385"/>
                <a:gd name="connsiteX14" fmla="*/ 3809072 w 7463080"/>
                <a:gd name="connsiteY14" fmla="*/ 2073094 h 2408385"/>
                <a:gd name="connsiteX15" fmla="*/ 3961283 w 7463080"/>
                <a:gd name="connsiteY15" fmla="*/ 2012134 h 2408385"/>
                <a:gd name="connsiteX16" fmla="*/ 4113494 w 7463080"/>
                <a:gd name="connsiteY16" fmla="*/ 2049282 h 2408385"/>
                <a:gd name="connsiteX17" fmla="*/ 4265705 w 7463080"/>
                <a:gd name="connsiteY17" fmla="*/ 2029279 h 2408385"/>
                <a:gd name="connsiteX18" fmla="*/ 4417915 w 7463080"/>
                <a:gd name="connsiteY18" fmla="*/ 1853067 h 2408385"/>
                <a:gd name="connsiteX19" fmla="*/ 4570126 w 7463080"/>
                <a:gd name="connsiteY19" fmla="*/ 1631134 h 2408385"/>
                <a:gd name="connsiteX20" fmla="*/ 4722337 w 7463080"/>
                <a:gd name="connsiteY20" fmla="*/ 1530169 h 2408385"/>
                <a:gd name="connsiteX21" fmla="*/ 4874548 w 7463080"/>
                <a:gd name="connsiteY21" fmla="*/ 1564459 h 2408385"/>
                <a:gd name="connsiteX22" fmla="*/ 5026758 w 7463080"/>
                <a:gd name="connsiteY22" fmla="*/ 1632087 h 2408385"/>
                <a:gd name="connsiteX23" fmla="*/ 5178969 w 7463080"/>
                <a:gd name="connsiteY23" fmla="*/ 1524454 h 2408385"/>
                <a:gd name="connsiteX24" fmla="*/ 5331180 w 7463080"/>
                <a:gd name="connsiteY24" fmla="*/ 1192984 h 2408385"/>
                <a:gd name="connsiteX25" fmla="*/ 5483390 w 7463080"/>
                <a:gd name="connsiteY25" fmla="*/ 1173934 h 2408385"/>
                <a:gd name="connsiteX26" fmla="*/ 5635601 w 7463080"/>
                <a:gd name="connsiteY26" fmla="*/ 916759 h 2408385"/>
                <a:gd name="connsiteX27" fmla="*/ 5787812 w 7463080"/>
                <a:gd name="connsiteY27" fmla="*/ 691017 h 2408385"/>
                <a:gd name="connsiteX28" fmla="*/ 5940022 w 7463080"/>
                <a:gd name="connsiteY28" fmla="*/ 642439 h 2408385"/>
                <a:gd name="connsiteX29" fmla="*/ 6092233 w 7463080"/>
                <a:gd name="connsiteY29" fmla="*/ 688159 h 2408385"/>
                <a:gd name="connsiteX30" fmla="*/ 6244444 w 7463080"/>
                <a:gd name="connsiteY30" fmla="*/ 993912 h 2408385"/>
                <a:gd name="connsiteX31" fmla="*/ 6396654 w 7463080"/>
                <a:gd name="connsiteY31" fmla="*/ 478609 h 2408385"/>
                <a:gd name="connsiteX32" fmla="*/ 6548865 w 7463080"/>
                <a:gd name="connsiteY32" fmla="*/ 454 h 2408385"/>
                <a:gd name="connsiteX33" fmla="*/ 6701076 w 7463080"/>
                <a:gd name="connsiteY33" fmla="*/ 352879 h 2408385"/>
                <a:gd name="connsiteX34" fmla="*/ 6853286 w 7463080"/>
                <a:gd name="connsiteY34" fmla="*/ 274774 h 2408385"/>
                <a:gd name="connsiteX35" fmla="*/ 7005497 w 7463080"/>
                <a:gd name="connsiteY35" fmla="*/ 337639 h 2408385"/>
                <a:gd name="connsiteX36" fmla="*/ 7157708 w 7463080"/>
                <a:gd name="connsiteY36" fmla="*/ 334782 h 2408385"/>
                <a:gd name="connsiteX37" fmla="*/ 7309919 w 7463080"/>
                <a:gd name="connsiteY37" fmla="*/ 390979 h 2408385"/>
                <a:gd name="connsiteX38" fmla="*/ 7437395 w 7463080"/>
                <a:gd name="connsiteY38" fmla="*/ 1325382 h 2408385"/>
                <a:gd name="connsiteX39" fmla="*/ 7463080 w 7463080"/>
                <a:gd name="connsiteY39" fmla="*/ 1571127 h 2408385"/>
                <a:gd name="connsiteX40" fmla="*/ 7463080 w 7463080"/>
                <a:gd name="connsiteY40" fmla="*/ 1571127 h 2408385"/>
                <a:gd name="connsiteX41" fmla="*/ 7437395 w 7463080"/>
                <a:gd name="connsiteY41" fmla="*/ 1340622 h 2408385"/>
                <a:gd name="connsiteX42" fmla="*/ 7309919 w 7463080"/>
                <a:gd name="connsiteY42" fmla="*/ 450987 h 2408385"/>
                <a:gd name="connsiteX43" fmla="*/ 7157708 w 7463080"/>
                <a:gd name="connsiteY43" fmla="*/ 394789 h 2408385"/>
                <a:gd name="connsiteX44" fmla="*/ 7005497 w 7463080"/>
                <a:gd name="connsiteY44" fmla="*/ 530997 h 2408385"/>
                <a:gd name="connsiteX45" fmla="*/ 6853286 w 7463080"/>
                <a:gd name="connsiteY45" fmla="*/ 379549 h 2408385"/>
                <a:gd name="connsiteX46" fmla="*/ 6701076 w 7463080"/>
                <a:gd name="connsiteY46" fmla="*/ 384312 h 2408385"/>
                <a:gd name="connsiteX47" fmla="*/ 6548865 w 7463080"/>
                <a:gd name="connsiteY47" fmla="*/ 76654 h 2408385"/>
                <a:gd name="connsiteX48" fmla="*/ 6396654 w 7463080"/>
                <a:gd name="connsiteY48" fmla="*/ 569097 h 2408385"/>
                <a:gd name="connsiteX49" fmla="*/ 6244444 w 7463080"/>
                <a:gd name="connsiteY49" fmla="*/ 1069159 h 2408385"/>
                <a:gd name="connsiteX50" fmla="*/ 6092233 w 7463080"/>
                <a:gd name="connsiteY50" fmla="*/ 703399 h 2408385"/>
                <a:gd name="connsiteX51" fmla="*/ 5940022 w 7463080"/>
                <a:gd name="connsiteY51" fmla="*/ 657679 h 2408385"/>
                <a:gd name="connsiteX52" fmla="*/ 5787812 w 7463080"/>
                <a:gd name="connsiteY52" fmla="*/ 751024 h 2408385"/>
                <a:gd name="connsiteX53" fmla="*/ 5635601 w 7463080"/>
                <a:gd name="connsiteY53" fmla="*/ 932952 h 2408385"/>
                <a:gd name="connsiteX54" fmla="*/ 5483390 w 7463080"/>
                <a:gd name="connsiteY54" fmla="*/ 1174887 h 2408385"/>
                <a:gd name="connsiteX55" fmla="*/ 5331180 w 7463080"/>
                <a:gd name="connsiteY55" fmla="*/ 1193937 h 2408385"/>
                <a:gd name="connsiteX56" fmla="*/ 5178969 w 7463080"/>
                <a:gd name="connsiteY56" fmla="*/ 1525407 h 2408385"/>
                <a:gd name="connsiteX57" fmla="*/ 5026758 w 7463080"/>
                <a:gd name="connsiteY57" fmla="*/ 1633039 h 2408385"/>
                <a:gd name="connsiteX58" fmla="*/ 4874548 w 7463080"/>
                <a:gd name="connsiteY58" fmla="*/ 1565412 h 2408385"/>
                <a:gd name="connsiteX59" fmla="*/ 4722337 w 7463080"/>
                <a:gd name="connsiteY59" fmla="*/ 1531122 h 2408385"/>
                <a:gd name="connsiteX60" fmla="*/ 4570126 w 7463080"/>
                <a:gd name="connsiteY60" fmla="*/ 1632087 h 2408385"/>
                <a:gd name="connsiteX61" fmla="*/ 4417915 w 7463080"/>
                <a:gd name="connsiteY61" fmla="*/ 1854019 h 2408385"/>
                <a:gd name="connsiteX62" fmla="*/ 4265705 w 7463080"/>
                <a:gd name="connsiteY62" fmla="*/ 2030232 h 2408385"/>
                <a:gd name="connsiteX63" fmla="*/ 4113494 w 7463080"/>
                <a:gd name="connsiteY63" fmla="*/ 2050234 h 2408385"/>
                <a:gd name="connsiteX64" fmla="*/ 3961283 w 7463080"/>
                <a:gd name="connsiteY64" fmla="*/ 2013087 h 2408385"/>
                <a:gd name="connsiteX65" fmla="*/ 3809072 w 7463080"/>
                <a:gd name="connsiteY65" fmla="*/ 2074047 h 2408385"/>
                <a:gd name="connsiteX66" fmla="*/ 3656862 w 7463080"/>
                <a:gd name="connsiteY66" fmla="*/ 2160724 h 2408385"/>
                <a:gd name="connsiteX67" fmla="*/ 3504651 w 7463080"/>
                <a:gd name="connsiteY67" fmla="*/ 2210254 h 2408385"/>
                <a:gd name="connsiteX68" fmla="*/ 3352440 w 7463080"/>
                <a:gd name="connsiteY68" fmla="*/ 2195967 h 2408385"/>
                <a:gd name="connsiteX69" fmla="*/ 3200230 w 7463080"/>
                <a:gd name="connsiteY69" fmla="*/ 2311219 h 2408385"/>
                <a:gd name="connsiteX70" fmla="*/ 3048019 w 7463080"/>
                <a:gd name="connsiteY70" fmla="*/ 2335984 h 2408385"/>
                <a:gd name="connsiteX71" fmla="*/ 2844437 w 7463080"/>
                <a:gd name="connsiteY71" fmla="*/ 2320744 h 2408385"/>
                <a:gd name="connsiteX72" fmla="*/ 2462959 w 7463080"/>
                <a:gd name="connsiteY72" fmla="*/ 2372179 h 2408385"/>
                <a:gd name="connsiteX73" fmla="*/ 2082432 w 7463080"/>
                <a:gd name="connsiteY73" fmla="*/ 2379799 h 2408385"/>
                <a:gd name="connsiteX74" fmla="*/ 1498324 w 7463080"/>
                <a:gd name="connsiteY74" fmla="*/ 2357892 h 2408385"/>
                <a:gd name="connsiteX75" fmla="*/ 863796 w 7463080"/>
                <a:gd name="connsiteY75" fmla="*/ 2387419 h 2408385"/>
                <a:gd name="connsiteX76" fmla="*/ 609794 w 7463080"/>
                <a:gd name="connsiteY76" fmla="*/ 2402659 h 2408385"/>
                <a:gd name="connsiteX77" fmla="*/ 406212 w 7463080"/>
                <a:gd name="connsiteY77" fmla="*/ 2328364 h 2408385"/>
                <a:gd name="connsiteX78" fmla="*/ 76105 w 7463080"/>
                <a:gd name="connsiteY78" fmla="*/ 2335984 h 2408385"/>
                <a:gd name="connsiteX79" fmla="*/ 0 w 7463080"/>
                <a:gd name="connsiteY79" fmla="*/ 2343604 h 2408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2408385">
                  <a:moveTo>
                    <a:pt x="0" y="2342652"/>
                  </a:moveTo>
                  <a:lnTo>
                    <a:pt x="76105" y="2335032"/>
                  </a:lnTo>
                  <a:cubicBezTo>
                    <a:pt x="152211" y="2327412"/>
                    <a:pt x="304421" y="2313124"/>
                    <a:pt x="406212" y="2327412"/>
                  </a:cubicBezTo>
                  <a:cubicBezTo>
                    <a:pt x="508003" y="2342652"/>
                    <a:pt x="558423" y="2386467"/>
                    <a:pt x="609794" y="2401707"/>
                  </a:cubicBezTo>
                  <a:cubicBezTo>
                    <a:pt x="660214" y="2416947"/>
                    <a:pt x="711585" y="2401707"/>
                    <a:pt x="863796" y="2386467"/>
                  </a:cubicBezTo>
                  <a:cubicBezTo>
                    <a:pt x="1016006" y="2371227"/>
                    <a:pt x="1270008" y="2356939"/>
                    <a:pt x="1498324" y="2356939"/>
                  </a:cubicBezTo>
                  <a:cubicBezTo>
                    <a:pt x="1726640" y="2356939"/>
                    <a:pt x="1930222" y="2372179"/>
                    <a:pt x="2082432" y="2378847"/>
                  </a:cubicBezTo>
                  <a:cubicBezTo>
                    <a:pt x="2234643" y="2385514"/>
                    <a:pt x="2336434" y="2386467"/>
                    <a:pt x="2462959" y="2371227"/>
                  </a:cubicBezTo>
                  <a:cubicBezTo>
                    <a:pt x="2589484" y="2355987"/>
                    <a:pt x="2742646" y="2326459"/>
                    <a:pt x="2844437" y="2319792"/>
                  </a:cubicBezTo>
                  <a:cubicBezTo>
                    <a:pt x="2946228" y="2312172"/>
                    <a:pt x="2996648" y="2327412"/>
                    <a:pt x="3048019" y="2335032"/>
                  </a:cubicBezTo>
                  <a:cubicBezTo>
                    <a:pt x="3098439" y="2342652"/>
                    <a:pt x="3149810" y="2342652"/>
                    <a:pt x="3200230" y="2310267"/>
                  </a:cubicBezTo>
                  <a:cubicBezTo>
                    <a:pt x="3250650" y="2277882"/>
                    <a:pt x="3302021" y="2212159"/>
                    <a:pt x="3352440" y="2195014"/>
                  </a:cubicBezTo>
                  <a:cubicBezTo>
                    <a:pt x="3402860" y="2176917"/>
                    <a:pt x="3454231" y="2206444"/>
                    <a:pt x="3504651" y="2209302"/>
                  </a:cubicBezTo>
                  <a:cubicBezTo>
                    <a:pt x="3555071" y="2212159"/>
                    <a:pt x="3606442" y="2187394"/>
                    <a:pt x="3656862" y="2159772"/>
                  </a:cubicBezTo>
                  <a:cubicBezTo>
                    <a:pt x="3707282" y="2132149"/>
                    <a:pt x="3758653" y="2102622"/>
                    <a:pt x="3809072" y="2073094"/>
                  </a:cubicBezTo>
                  <a:cubicBezTo>
                    <a:pt x="3859492" y="2043567"/>
                    <a:pt x="3910863" y="2014039"/>
                    <a:pt x="3961283" y="2012134"/>
                  </a:cubicBezTo>
                  <a:cubicBezTo>
                    <a:pt x="4011703" y="2010229"/>
                    <a:pt x="4063074" y="2035947"/>
                    <a:pt x="4113494" y="2049282"/>
                  </a:cubicBezTo>
                  <a:cubicBezTo>
                    <a:pt x="4163914" y="2062617"/>
                    <a:pt x="4215285" y="2062617"/>
                    <a:pt x="4265705" y="2029279"/>
                  </a:cubicBezTo>
                  <a:cubicBezTo>
                    <a:pt x="4316125" y="1995942"/>
                    <a:pt x="4367496" y="1929267"/>
                    <a:pt x="4417915" y="1853067"/>
                  </a:cubicBezTo>
                  <a:cubicBezTo>
                    <a:pt x="4468335" y="1776867"/>
                    <a:pt x="4519706" y="1690189"/>
                    <a:pt x="4570126" y="1631134"/>
                  </a:cubicBezTo>
                  <a:cubicBezTo>
                    <a:pt x="4620546" y="1571127"/>
                    <a:pt x="4671917" y="1538742"/>
                    <a:pt x="4722337" y="1530169"/>
                  </a:cubicBezTo>
                  <a:cubicBezTo>
                    <a:pt x="4772757" y="1522549"/>
                    <a:pt x="4824127" y="1539694"/>
                    <a:pt x="4874548" y="1564459"/>
                  </a:cubicBezTo>
                  <a:cubicBezTo>
                    <a:pt x="4924967" y="1590177"/>
                    <a:pt x="4976338" y="1623514"/>
                    <a:pt x="5026758" y="1632087"/>
                  </a:cubicBezTo>
                  <a:cubicBezTo>
                    <a:pt x="5077178" y="1639707"/>
                    <a:pt x="5128549" y="1621609"/>
                    <a:pt x="5178969" y="1524454"/>
                  </a:cubicBezTo>
                  <a:cubicBezTo>
                    <a:pt x="5229389" y="1426347"/>
                    <a:pt x="5280759" y="1249182"/>
                    <a:pt x="5331180" y="1192984"/>
                  </a:cubicBezTo>
                  <a:cubicBezTo>
                    <a:pt x="5381599" y="1136787"/>
                    <a:pt x="5432970" y="1203462"/>
                    <a:pt x="5483390" y="1173934"/>
                  </a:cubicBezTo>
                  <a:cubicBezTo>
                    <a:pt x="5533810" y="1144407"/>
                    <a:pt x="5585181" y="1020582"/>
                    <a:pt x="5635601" y="916759"/>
                  </a:cubicBezTo>
                  <a:cubicBezTo>
                    <a:pt x="5686021" y="812937"/>
                    <a:pt x="5737391" y="730069"/>
                    <a:pt x="5787812" y="691017"/>
                  </a:cubicBezTo>
                  <a:cubicBezTo>
                    <a:pt x="5838231" y="651964"/>
                    <a:pt x="5889602" y="656727"/>
                    <a:pt x="5940022" y="642439"/>
                  </a:cubicBezTo>
                  <a:cubicBezTo>
                    <a:pt x="5990442" y="628152"/>
                    <a:pt x="6041813" y="592909"/>
                    <a:pt x="6092233" y="688159"/>
                  </a:cubicBezTo>
                  <a:cubicBezTo>
                    <a:pt x="6142653" y="783409"/>
                    <a:pt x="6194024" y="1008199"/>
                    <a:pt x="6244444" y="993912"/>
                  </a:cubicBezTo>
                  <a:cubicBezTo>
                    <a:pt x="6294863" y="979624"/>
                    <a:pt x="6346234" y="726259"/>
                    <a:pt x="6396654" y="478609"/>
                  </a:cubicBezTo>
                  <a:cubicBezTo>
                    <a:pt x="6447074" y="230959"/>
                    <a:pt x="6498445" y="-11928"/>
                    <a:pt x="6548865" y="454"/>
                  </a:cubicBezTo>
                  <a:cubicBezTo>
                    <a:pt x="6599285" y="12837"/>
                    <a:pt x="6650656" y="279537"/>
                    <a:pt x="6701076" y="352879"/>
                  </a:cubicBezTo>
                  <a:cubicBezTo>
                    <a:pt x="6751495" y="426222"/>
                    <a:pt x="6802866" y="305254"/>
                    <a:pt x="6853286" y="274774"/>
                  </a:cubicBezTo>
                  <a:cubicBezTo>
                    <a:pt x="6903706" y="244294"/>
                    <a:pt x="6955077" y="303349"/>
                    <a:pt x="7005497" y="337639"/>
                  </a:cubicBezTo>
                  <a:cubicBezTo>
                    <a:pt x="7055917" y="371929"/>
                    <a:pt x="7107288" y="378597"/>
                    <a:pt x="7157708" y="334782"/>
                  </a:cubicBezTo>
                  <a:cubicBezTo>
                    <a:pt x="7208128" y="290014"/>
                    <a:pt x="7259498" y="193812"/>
                    <a:pt x="7309919" y="390979"/>
                  </a:cubicBezTo>
                  <a:cubicBezTo>
                    <a:pt x="7360338" y="588147"/>
                    <a:pt x="7411709" y="1079637"/>
                    <a:pt x="7437395" y="1325382"/>
                  </a:cubicBezTo>
                  <a:lnTo>
                    <a:pt x="7463080" y="1571127"/>
                  </a:lnTo>
                  <a:lnTo>
                    <a:pt x="7463080" y="1571127"/>
                  </a:lnTo>
                  <a:lnTo>
                    <a:pt x="7437395" y="1340622"/>
                  </a:lnTo>
                  <a:cubicBezTo>
                    <a:pt x="7411709" y="1110117"/>
                    <a:pt x="7361289" y="648154"/>
                    <a:pt x="7309919" y="450987"/>
                  </a:cubicBezTo>
                  <a:cubicBezTo>
                    <a:pt x="7259498" y="253819"/>
                    <a:pt x="7208128" y="320494"/>
                    <a:pt x="7157708" y="394789"/>
                  </a:cubicBezTo>
                  <a:cubicBezTo>
                    <a:pt x="7107288" y="469084"/>
                    <a:pt x="7055917" y="550047"/>
                    <a:pt x="7005497" y="530997"/>
                  </a:cubicBezTo>
                  <a:cubicBezTo>
                    <a:pt x="6955077" y="511947"/>
                    <a:pt x="6903706" y="392884"/>
                    <a:pt x="6853286" y="379549"/>
                  </a:cubicBezTo>
                  <a:cubicBezTo>
                    <a:pt x="6802866" y="366214"/>
                    <a:pt x="6751495" y="456702"/>
                    <a:pt x="6701076" y="384312"/>
                  </a:cubicBezTo>
                  <a:cubicBezTo>
                    <a:pt x="6650656" y="311922"/>
                    <a:pt x="6599285" y="73797"/>
                    <a:pt x="6548865" y="76654"/>
                  </a:cubicBezTo>
                  <a:cubicBezTo>
                    <a:pt x="6498445" y="79512"/>
                    <a:pt x="6447074" y="321447"/>
                    <a:pt x="6396654" y="569097"/>
                  </a:cubicBezTo>
                  <a:cubicBezTo>
                    <a:pt x="6346234" y="816747"/>
                    <a:pt x="6294863" y="1070112"/>
                    <a:pt x="6244444" y="1069159"/>
                  </a:cubicBezTo>
                  <a:cubicBezTo>
                    <a:pt x="6194024" y="1069159"/>
                    <a:pt x="6142653" y="813889"/>
                    <a:pt x="6092233" y="703399"/>
                  </a:cubicBezTo>
                  <a:cubicBezTo>
                    <a:pt x="6041813" y="592909"/>
                    <a:pt x="5990442" y="628152"/>
                    <a:pt x="5940022" y="657679"/>
                  </a:cubicBezTo>
                  <a:cubicBezTo>
                    <a:pt x="5889602" y="687207"/>
                    <a:pt x="5838231" y="711972"/>
                    <a:pt x="5787812" y="751024"/>
                  </a:cubicBezTo>
                  <a:cubicBezTo>
                    <a:pt x="5737391" y="790077"/>
                    <a:pt x="5686021" y="843417"/>
                    <a:pt x="5635601" y="932952"/>
                  </a:cubicBezTo>
                  <a:cubicBezTo>
                    <a:pt x="5585181" y="1022487"/>
                    <a:pt x="5533810" y="1146312"/>
                    <a:pt x="5483390" y="1174887"/>
                  </a:cubicBezTo>
                  <a:cubicBezTo>
                    <a:pt x="5432970" y="1203462"/>
                    <a:pt x="5381599" y="1137739"/>
                    <a:pt x="5331180" y="1193937"/>
                  </a:cubicBezTo>
                  <a:cubicBezTo>
                    <a:pt x="5280759" y="1250134"/>
                    <a:pt x="5229389" y="1427299"/>
                    <a:pt x="5178969" y="1525407"/>
                  </a:cubicBezTo>
                  <a:cubicBezTo>
                    <a:pt x="5128549" y="1623514"/>
                    <a:pt x="5077178" y="1641612"/>
                    <a:pt x="5026758" y="1633039"/>
                  </a:cubicBezTo>
                  <a:cubicBezTo>
                    <a:pt x="4976338" y="1625419"/>
                    <a:pt x="4924967" y="1591129"/>
                    <a:pt x="4874548" y="1565412"/>
                  </a:cubicBezTo>
                  <a:cubicBezTo>
                    <a:pt x="4824127" y="1539694"/>
                    <a:pt x="4772757" y="1522549"/>
                    <a:pt x="4722337" y="1531122"/>
                  </a:cubicBezTo>
                  <a:cubicBezTo>
                    <a:pt x="4671917" y="1538742"/>
                    <a:pt x="4620546" y="1572079"/>
                    <a:pt x="4570126" y="1632087"/>
                  </a:cubicBezTo>
                  <a:cubicBezTo>
                    <a:pt x="4519706" y="1692094"/>
                    <a:pt x="4468335" y="1777819"/>
                    <a:pt x="4417915" y="1854019"/>
                  </a:cubicBezTo>
                  <a:cubicBezTo>
                    <a:pt x="4367496" y="1930219"/>
                    <a:pt x="4316125" y="1996894"/>
                    <a:pt x="4265705" y="2030232"/>
                  </a:cubicBezTo>
                  <a:cubicBezTo>
                    <a:pt x="4215285" y="2063569"/>
                    <a:pt x="4163914" y="2063569"/>
                    <a:pt x="4113494" y="2050234"/>
                  </a:cubicBezTo>
                  <a:cubicBezTo>
                    <a:pt x="4063074" y="2036899"/>
                    <a:pt x="4011703" y="2011182"/>
                    <a:pt x="3961283" y="2013087"/>
                  </a:cubicBezTo>
                  <a:cubicBezTo>
                    <a:pt x="3910863" y="2014992"/>
                    <a:pt x="3859492" y="2044519"/>
                    <a:pt x="3809072" y="2074047"/>
                  </a:cubicBezTo>
                  <a:cubicBezTo>
                    <a:pt x="3758653" y="2103574"/>
                    <a:pt x="3707282" y="2133102"/>
                    <a:pt x="3656862" y="2160724"/>
                  </a:cubicBezTo>
                  <a:cubicBezTo>
                    <a:pt x="3606442" y="2188347"/>
                    <a:pt x="3555071" y="2212159"/>
                    <a:pt x="3504651" y="2210254"/>
                  </a:cubicBezTo>
                  <a:cubicBezTo>
                    <a:pt x="3454231" y="2207397"/>
                    <a:pt x="3402860" y="2177869"/>
                    <a:pt x="3352440" y="2195967"/>
                  </a:cubicBezTo>
                  <a:cubicBezTo>
                    <a:pt x="3302021" y="2214064"/>
                    <a:pt x="3250650" y="2278834"/>
                    <a:pt x="3200230" y="2311219"/>
                  </a:cubicBezTo>
                  <a:cubicBezTo>
                    <a:pt x="3149810" y="2343604"/>
                    <a:pt x="3098439" y="2343604"/>
                    <a:pt x="3048019" y="2335984"/>
                  </a:cubicBezTo>
                  <a:cubicBezTo>
                    <a:pt x="2997599" y="2328364"/>
                    <a:pt x="2946228" y="2314077"/>
                    <a:pt x="2844437" y="2320744"/>
                  </a:cubicBezTo>
                  <a:cubicBezTo>
                    <a:pt x="2742646" y="2328364"/>
                    <a:pt x="2590436" y="2357892"/>
                    <a:pt x="2462959" y="2372179"/>
                  </a:cubicBezTo>
                  <a:cubicBezTo>
                    <a:pt x="2336434" y="2387419"/>
                    <a:pt x="2234643" y="2387419"/>
                    <a:pt x="2082432" y="2379799"/>
                  </a:cubicBezTo>
                  <a:cubicBezTo>
                    <a:pt x="1930222" y="2372179"/>
                    <a:pt x="1726640" y="2357892"/>
                    <a:pt x="1498324" y="2357892"/>
                  </a:cubicBezTo>
                  <a:cubicBezTo>
                    <a:pt x="1270008" y="2357892"/>
                    <a:pt x="1016006" y="2373132"/>
                    <a:pt x="863796" y="2387419"/>
                  </a:cubicBezTo>
                  <a:cubicBezTo>
                    <a:pt x="711585" y="2401707"/>
                    <a:pt x="660214" y="2416947"/>
                    <a:pt x="609794" y="2402659"/>
                  </a:cubicBezTo>
                  <a:cubicBezTo>
                    <a:pt x="559374" y="2387419"/>
                    <a:pt x="508003" y="2343604"/>
                    <a:pt x="406212" y="2328364"/>
                  </a:cubicBezTo>
                  <a:cubicBezTo>
                    <a:pt x="304421" y="2313124"/>
                    <a:pt x="152211" y="2328364"/>
                    <a:pt x="76105" y="2335984"/>
                  </a:cubicBezTo>
                  <a:lnTo>
                    <a:pt x="0" y="2343604"/>
                  </a:lnTo>
                  <a:close/>
                </a:path>
              </a:pathLst>
            </a:custGeom>
            <a:solidFill>
              <a:srgbClr val="EEE3B7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2F7A5B0C-FB0F-0059-96E2-1E5C6D87B31C}"/>
                </a:ext>
              </a:extLst>
            </p:cNvPr>
            <p:cNvSpPr/>
            <p:nvPr/>
          </p:nvSpPr>
          <p:spPr>
            <a:xfrm>
              <a:off x="2362081" y="1440678"/>
              <a:ext cx="7463080" cy="2408971"/>
            </a:xfrm>
            <a:custGeom>
              <a:avLst/>
              <a:gdLst>
                <a:gd name="connsiteX0" fmla="*/ 0 w 7463080"/>
                <a:gd name="connsiteY0" fmla="*/ 2343604 h 2408971"/>
                <a:gd name="connsiteX1" fmla="*/ 76105 w 7463080"/>
                <a:gd name="connsiteY1" fmla="*/ 2335984 h 2408971"/>
                <a:gd name="connsiteX2" fmla="*/ 406212 w 7463080"/>
                <a:gd name="connsiteY2" fmla="*/ 2328364 h 2408971"/>
                <a:gd name="connsiteX3" fmla="*/ 609794 w 7463080"/>
                <a:gd name="connsiteY3" fmla="*/ 2402659 h 2408971"/>
                <a:gd name="connsiteX4" fmla="*/ 863796 w 7463080"/>
                <a:gd name="connsiteY4" fmla="*/ 2387419 h 2408971"/>
                <a:gd name="connsiteX5" fmla="*/ 1498324 w 7463080"/>
                <a:gd name="connsiteY5" fmla="*/ 2357892 h 2408971"/>
                <a:gd name="connsiteX6" fmla="*/ 2082432 w 7463080"/>
                <a:gd name="connsiteY6" fmla="*/ 2379799 h 2408971"/>
                <a:gd name="connsiteX7" fmla="*/ 2462959 w 7463080"/>
                <a:gd name="connsiteY7" fmla="*/ 2372179 h 2408971"/>
                <a:gd name="connsiteX8" fmla="*/ 2844437 w 7463080"/>
                <a:gd name="connsiteY8" fmla="*/ 2320744 h 2408971"/>
                <a:gd name="connsiteX9" fmla="*/ 3048019 w 7463080"/>
                <a:gd name="connsiteY9" fmla="*/ 2335984 h 2408971"/>
                <a:gd name="connsiteX10" fmla="*/ 3200230 w 7463080"/>
                <a:gd name="connsiteY10" fmla="*/ 2311219 h 2408971"/>
                <a:gd name="connsiteX11" fmla="*/ 3352440 w 7463080"/>
                <a:gd name="connsiteY11" fmla="*/ 2195967 h 2408971"/>
                <a:gd name="connsiteX12" fmla="*/ 3504651 w 7463080"/>
                <a:gd name="connsiteY12" fmla="*/ 2210254 h 2408971"/>
                <a:gd name="connsiteX13" fmla="*/ 3656862 w 7463080"/>
                <a:gd name="connsiteY13" fmla="*/ 2160724 h 2408971"/>
                <a:gd name="connsiteX14" fmla="*/ 3809072 w 7463080"/>
                <a:gd name="connsiteY14" fmla="*/ 2074047 h 2408971"/>
                <a:gd name="connsiteX15" fmla="*/ 3961283 w 7463080"/>
                <a:gd name="connsiteY15" fmla="*/ 2013087 h 2408971"/>
                <a:gd name="connsiteX16" fmla="*/ 4113494 w 7463080"/>
                <a:gd name="connsiteY16" fmla="*/ 2050234 h 2408971"/>
                <a:gd name="connsiteX17" fmla="*/ 4265705 w 7463080"/>
                <a:gd name="connsiteY17" fmla="*/ 2030232 h 2408971"/>
                <a:gd name="connsiteX18" fmla="*/ 4417915 w 7463080"/>
                <a:gd name="connsiteY18" fmla="*/ 1854019 h 2408971"/>
                <a:gd name="connsiteX19" fmla="*/ 4570126 w 7463080"/>
                <a:gd name="connsiteY19" fmla="*/ 1632087 h 2408971"/>
                <a:gd name="connsiteX20" fmla="*/ 4722337 w 7463080"/>
                <a:gd name="connsiteY20" fmla="*/ 1531122 h 2408971"/>
                <a:gd name="connsiteX21" fmla="*/ 4874548 w 7463080"/>
                <a:gd name="connsiteY21" fmla="*/ 1565412 h 2408971"/>
                <a:gd name="connsiteX22" fmla="*/ 5026758 w 7463080"/>
                <a:gd name="connsiteY22" fmla="*/ 1633039 h 2408971"/>
                <a:gd name="connsiteX23" fmla="*/ 5178969 w 7463080"/>
                <a:gd name="connsiteY23" fmla="*/ 1525407 h 2408971"/>
                <a:gd name="connsiteX24" fmla="*/ 5331180 w 7463080"/>
                <a:gd name="connsiteY24" fmla="*/ 1193937 h 2408971"/>
                <a:gd name="connsiteX25" fmla="*/ 5483390 w 7463080"/>
                <a:gd name="connsiteY25" fmla="*/ 1174887 h 2408971"/>
                <a:gd name="connsiteX26" fmla="*/ 5635601 w 7463080"/>
                <a:gd name="connsiteY26" fmla="*/ 917712 h 2408971"/>
                <a:gd name="connsiteX27" fmla="*/ 5787812 w 7463080"/>
                <a:gd name="connsiteY27" fmla="*/ 691969 h 2408971"/>
                <a:gd name="connsiteX28" fmla="*/ 5940022 w 7463080"/>
                <a:gd name="connsiteY28" fmla="*/ 643392 h 2408971"/>
                <a:gd name="connsiteX29" fmla="*/ 6092233 w 7463080"/>
                <a:gd name="connsiteY29" fmla="*/ 689112 h 2408971"/>
                <a:gd name="connsiteX30" fmla="*/ 6244444 w 7463080"/>
                <a:gd name="connsiteY30" fmla="*/ 994864 h 2408971"/>
                <a:gd name="connsiteX31" fmla="*/ 6396654 w 7463080"/>
                <a:gd name="connsiteY31" fmla="*/ 479562 h 2408971"/>
                <a:gd name="connsiteX32" fmla="*/ 6548865 w 7463080"/>
                <a:gd name="connsiteY32" fmla="*/ 1407 h 2408971"/>
                <a:gd name="connsiteX33" fmla="*/ 6701076 w 7463080"/>
                <a:gd name="connsiteY33" fmla="*/ 353832 h 2408971"/>
                <a:gd name="connsiteX34" fmla="*/ 6853286 w 7463080"/>
                <a:gd name="connsiteY34" fmla="*/ 246199 h 2408971"/>
                <a:gd name="connsiteX35" fmla="*/ 7005497 w 7463080"/>
                <a:gd name="connsiteY35" fmla="*/ 219529 h 2408971"/>
                <a:gd name="connsiteX36" fmla="*/ 7157708 w 7463080"/>
                <a:gd name="connsiteY36" fmla="*/ 305254 h 2408971"/>
                <a:gd name="connsiteX37" fmla="*/ 7309919 w 7463080"/>
                <a:gd name="connsiteY37" fmla="*/ 376692 h 2408971"/>
                <a:gd name="connsiteX38" fmla="*/ 7437395 w 7463080"/>
                <a:gd name="connsiteY38" fmla="*/ 1252039 h 2408971"/>
                <a:gd name="connsiteX39" fmla="*/ 7463080 w 7463080"/>
                <a:gd name="connsiteY39" fmla="*/ 1482544 h 2408971"/>
                <a:gd name="connsiteX40" fmla="*/ 7463080 w 7463080"/>
                <a:gd name="connsiteY40" fmla="*/ 1571127 h 2408971"/>
                <a:gd name="connsiteX41" fmla="*/ 7437395 w 7463080"/>
                <a:gd name="connsiteY41" fmla="*/ 1325382 h 2408971"/>
                <a:gd name="connsiteX42" fmla="*/ 7309919 w 7463080"/>
                <a:gd name="connsiteY42" fmla="*/ 390979 h 2408971"/>
                <a:gd name="connsiteX43" fmla="*/ 7157708 w 7463080"/>
                <a:gd name="connsiteY43" fmla="*/ 334782 h 2408971"/>
                <a:gd name="connsiteX44" fmla="*/ 7005497 w 7463080"/>
                <a:gd name="connsiteY44" fmla="*/ 337639 h 2408971"/>
                <a:gd name="connsiteX45" fmla="*/ 6853286 w 7463080"/>
                <a:gd name="connsiteY45" fmla="*/ 274774 h 2408971"/>
                <a:gd name="connsiteX46" fmla="*/ 6701076 w 7463080"/>
                <a:gd name="connsiteY46" fmla="*/ 352879 h 2408971"/>
                <a:gd name="connsiteX47" fmla="*/ 6548865 w 7463080"/>
                <a:gd name="connsiteY47" fmla="*/ 454 h 2408971"/>
                <a:gd name="connsiteX48" fmla="*/ 6396654 w 7463080"/>
                <a:gd name="connsiteY48" fmla="*/ 478609 h 2408971"/>
                <a:gd name="connsiteX49" fmla="*/ 6244444 w 7463080"/>
                <a:gd name="connsiteY49" fmla="*/ 993912 h 2408971"/>
                <a:gd name="connsiteX50" fmla="*/ 6092233 w 7463080"/>
                <a:gd name="connsiteY50" fmla="*/ 688159 h 2408971"/>
                <a:gd name="connsiteX51" fmla="*/ 5940022 w 7463080"/>
                <a:gd name="connsiteY51" fmla="*/ 642439 h 2408971"/>
                <a:gd name="connsiteX52" fmla="*/ 5787812 w 7463080"/>
                <a:gd name="connsiteY52" fmla="*/ 691017 h 2408971"/>
                <a:gd name="connsiteX53" fmla="*/ 5635601 w 7463080"/>
                <a:gd name="connsiteY53" fmla="*/ 916759 h 2408971"/>
                <a:gd name="connsiteX54" fmla="*/ 5483390 w 7463080"/>
                <a:gd name="connsiteY54" fmla="*/ 1173934 h 2408971"/>
                <a:gd name="connsiteX55" fmla="*/ 5331180 w 7463080"/>
                <a:gd name="connsiteY55" fmla="*/ 1192984 h 2408971"/>
                <a:gd name="connsiteX56" fmla="*/ 5178969 w 7463080"/>
                <a:gd name="connsiteY56" fmla="*/ 1524454 h 2408971"/>
                <a:gd name="connsiteX57" fmla="*/ 5026758 w 7463080"/>
                <a:gd name="connsiteY57" fmla="*/ 1632087 h 2408971"/>
                <a:gd name="connsiteX58" fmla="*/ 4874548 w 7463080"/>
                <a:gd name="connsiteY58" fmla="*/ 1564459 h 2408971"/>
                <a:gd name="connsiteX59" fmla="*/ 4722337 w 7463080"/>
                <a:gd name="connsiteY59" fmla="*/ 1530169 h 2408971"/>
                <a:gd name="connsiteX60" fmla="*/ 4570126 w 7463080"/>
                <a:gd name="connsiteY60" fmla="*/ 1631134 h 2408971"/>
                <a:gd name="connsiteX61" fmla="*/ 4417915 w 7463080"/>
                <a:gd name="connsiteY61" fmla="*/ 1853067 h 2408971"/>
                <a:gd name="connsiteX62" fmla="*/ 4265705 w 7463080"/>
                <a:gd name="connsiteY62" fmla="*/ 2029279 h 2408971"/>
                <a:gd name="connsiteX63" fmla="*/ 4113494 w 7463080"/>
                <a:gd name="connsiteY63" fmla="*/ 2049282 h 2408971"/>
                <a:gd name="connsiteX64" fmla="*/ 3961283 w 7463080"/>
                <a:gd name="connsiteY64" fmla="*/ 2012134 h 2408971"/>
                <a:gd name="connsiteX65" fmla="*/ 3809072 w 7463080"/>
                <a:gd name="connsiteY65" fmla="*/ 2073094 h 2408971"/>
                <a:gd name="connsiteX66" fmla="*/ 3656862 w 7463080"/>
                <a:gd name="connsiteY66" fmla="*/ 2159772 h 2408971"/>
                <a:gd name="connsiteX67" fmla="*/ 3504651 w 7463080"/>
                <a:gd name="connsiteY67" fmla="*/ 2209302 h 2408971"/>
                <a:gd name="connsiteX68" fmla="*/ 3352440 w 7463080"/>
                <a:gd name="connsiteY68" fmla="*/ 2195014 h 2408971"/>
                <a:gd name="connsiteX69" fmla="*/ 3200230 w 7463080"/>
                <a:gd name="connsiteY69" fmla="*/ 2310267 h 2408971"/>
                <a:gd name="connsiteX70" fmla="*/ 3048019 w 7463080"/>
                <a:gd name="connsiteY70" fmla="*/ 2335032 h 2408971"/>
                <a:gd name="connsiteX71" fmla="*/ 2844437 w 7463080"/>
                <a:gd name="connsiteY71" fmla="*/ 2319792 h 2408971"/>
                <a:gd name="connsiteX72" fmla="*/ 2462959 w 7463080"/>
                <a:gd name="connsiteY72" fmla="*/ 2371227 h 2408971"/>
                <a:gd name="connsiteX73" fmla="*/ 2082432 w 7463080"/>
                <a:gd name="connsiteY73" fmla="*/ 2378847 h 2408971"/>
                <a:gd name="connsiteX74" fmla="*/ 1498324 w 7463080"/>
                <a:gd name="connsiteY74" fmla="*/ 2356939 h 2408971"/>
                <a:gd name="connsiteX75" fmla="*/ 863796 w 7463080"/>
                <a:gd name="connsiteY75" fmla="*/ 2386467 h 2408971"/>
                <a:gd name="connsiteX76" fmla="*/ 609794 w 7463080"/>
                <a:gd name="connsiteY76" fmla="*/ 2401707 h 2408971"/>
                <a:gd name="connsiteX77" fmla="*/ 406212 w 7463080"/>
                <a:gd name="connsiteY77" fmla="*/ 2327412 h 2408971"/>
                <a:gd name="connsiteX78" fmla="*/ 76105 w 7463080"/>
                <a:gd name="connsiteY78" fmla="*/ 2335032 h 2408971"/>
                <a:gd name="connsiteX79" fmla="*/ 0 w 7463080"/>
                <a:gd name="connsiteY79" fmla="*/ 2342652 h 240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7463080" h="2408971">
                  <a:moveTo>
                    <a:pt x="0" y="2343604"/>
                  </a:moveTo>
                  <a:lnTo>
                    <a:pt x="76105" y="2335984"/>
                  </a:lnTo>
                  <a:cubicBezTo>
                    <a:pt x="152211" y="2328364"/>
                    <a:pt x="304421" y="2314077"/>
                    <a:pt x="406212" y="2328364"/>
                  </a:cubicBezTo>
                  <a:cubicBezTo>
                    <a:pt x="508003" y="2343604"/>
                    <a:pt x="558423" y="2387419"/>
                    <a:pt x="609794" y="2402659"/>
                  </a:cubicBezTo>
                  <a:cubicBezTo>
                    <a:pt x="660214" y="2417899"/>
                    <a:pt x="711585" y="2402659"/>
                    <a:pt x="863796" y="2387419"/>
                  </a:cubicBezTo>
                  <a:cubicBezTo>
                    <a:pt x="1016006" y="2372179"/>
                    <a:pt x="1270008" y="2357892"/>
                    <a:pt x="1498324" y="2357892"/>
                  </a:cubicBezTo>
                  <a:cubicBezTo>
                    <a:pt x="1726640" y="2357892"/>
                    <a:pt x="1930222" y="2373132"/>
                    <a:pt x="2082432" y="2379799"/>
                  </a:cubicBezTo>
                  <a:cubicBezTo>
                    <a:pt x="2234643" y="2386467"/>
                    <a:pt x="2336434" y="2387419"/>
                    <a:pt x="2462959" y="2372179"/>
                  </a:cubicBezTo>
                  <a:cubicBezTo>
                    <a:pt x="2589484" y="2356939"/>
                    <a:pt x="2742646" y="2327412"/>
                    <a:pt x="2844437" y="2320744"/>
                  </a:cubicBezTo>
                  <a:cubicBezTo>
                    <a:pt x="2946228" y="2313124"/>
                    <a:pt x="2996648" y="2328364"/>
                    <a:pt x="3048019" y="2335984"/>
                  </a:cubicBezTo>
                  <a:cubicBezTo>
                    <a:pt x="3098439" y="2343604"/>
                    <a:pt x="3149810" y="2343604"/>
                    <a:pt x="3200230" y="2311219"/>
                  </a:cubicBezTo>
                  <a:cubicBezTo>
                    <a:pt x="3250650" y="2278834"/>
                    <a:pt x="3302021" y="2213112"/>
                    <a:pt x="3352440" y="2195967"/>
                  </a:cubicBezTo>
                  <a:cubicBezTo>
                    <a:pt x="3402860" y="2177869"/>
                    <a:pt x="3454231" y="2207397"/>
                    <a:pt x="3504651" y="2210254"/>
                  </a:cubicBezTo>
                  <a:cubicBezTo>
                    <a:pt x="3555071" y="2213112"/>
                    <a:pt x="3606442" y="2188347"/>
                    <a:pt x="3656862" y="2160724"/>
                  </a:cubicBezTo>
                  <a:cubicBezTo>
                    <a:pt x="3707282" y="2133102"/>
                    <a:pt x="3758653" y="2103574"/>
                    <a:pt x="3809072" y="2074047"/>
                  </a:cubicBezTo>
                  <a:cubicBezTo>
                    <a:pt x="3859492" y="2044519"/>
                    <a:pt x="3910863" y="2014992"/>
                    <a:pt x="3961283" y="2013087"/>
                  </a:cubicBezTo>
                  <a:cubicBezTo>
                    <a:pt x="4011703" y="2011182"/>
                    <a:pt x="4063074" y="2036899"/>
                    <a:pt x="4113494" y="2050234"/>
                  </a:cubicBezTo>
                  <a:cubicBezTo>
                    <a:pt x="4163914" y="2063569"/>
                    <a:pt x="4215285" y="2063569"/>
                    <a:pt x="4265705" y="2030232"/>
                  </a:cubicBezTo>
                  <a:cubicBezTo>
                    <a:pt x="4316125" y="1996894"/>
                    <a:pt x="4367496" y="1930219"/>
                    <a:pt x="4417915" y="1854019"/>
                  </a:cubicBezTo>
                  <a:cubicBezTo>
                    <a:pt x="4468335" y="1777819"/>
                    <a:pt x="4519706" y="1691142"/>
                    <a:pt x="4570126" y="1632087"/>
                  </a:cubicBezTo>
                  <a:cubicBezTo>
                    <a:pt x="4620546" y="1572079"/>
                    <a:pt x="4671917" y="1539694"/>
                    <a:pt x="4722337" y="1531122"/>
                  </a:cubicBezTo>
                  <a:cubicBezTo>
                    <a:pt x="4772757" y="1523502"/>
                    <a:pt x="4824127" y="1540647"/>
                    <a:pt x="4874548" y="1565412"/>
                  </a:cubicBezTo>
                  <a:cubicBezTo>
                    <a:pt x="4924967" y="1591129"/>
                    <a:pt x="4976338" y="1624467"/>
                    <a:pt x="5026758" y="1633039"/>
                  </a:cubicBezTo>
                  <a:cubicBezTo>
                    <a:pt x="5077178" y="1640659"/>
                    <a:pt x="5128549" y="1622562"/>
                    <a:pt x="5178969" y="1525407"/>
                  </a:cubicBezTo>
                  <a:cubicBezTo>
                    <a:pt x="5229389" y="1427299"/>
                    <a:pt x="5280759" y="1250134"/>
                    <a:pt x="5331180" y="1193937"/>
                  </a:cubicBezTo>
                  <a:cubicBezTo>
                    <a:pt x="5381599" y="1137739"/>
                    <a:pt x="5432970" y="1204414"/>
                    <a:pt x="5483390" y="1174887"/>
                  </a:cubicBezTo>
                  <a:cubicBezTo>
                    <a:pt x="5533810" y="1145359"/>
                    <a:pt x="5585181" y="1021534"/>
                    <a:pt x="5635601" y="917712"/>
                  </a:cubicBezTo>
                  <a:cubicBezTo>
                    <a:pt x="5686021" y="813889"/>
                    <a:pt x="5737391" y="731022"/>
                    <a:pt x="5787812" y="691969"/>
                  </a:cubicBezTo>
                  <a:cubicBezTo>
                    <a:pt x="5838231" y="652917"/>
                    <a:pt x="5889602" y="657679"/>
                    <a:pt x="5940022" y="643392"/>
                  </a:cubicBezTo>
                  <a:cubicBezTo>
                    <a:pt x="5990442" y="629104"/>
                    <a:pt x="6041813" y="593862"/>
                    <a:pt x="6092233" y="689112"/>
                  </a:cubicBezTo>
                  <a:cubicBezTo>
                    <a:pt x="6142653" y="784362"/>
                    <a:pt x="6194024" y="1009152"/>
                    <a:pt x="6244444" y="994864"/>
                  </a:cubicBezTo>
                  <a:cubicBezTo>
                    <a:pt x="6294863" y="980577"/>
                    <a:pt x="6346234" y="727212"/>
                    <a:pt x="6396654" y="479562"/>
                  </a:cubicBezTo>
                  <a:cubicBezTo>
                    <a:pt x="6447074" y="231912"/>
                    <a:pt x="6498445" y="-10976"/>
                    <a:pt x="6548865" y="1407"/>
                  </a:cubicBezTo>
                  <a:cubicBezTo>
                    <a:pt x="6599285" y="13789"/>
                    <a:pt x="6650656" y="280489"/>
                    <a:pt x="6701076" y="353832"/>
                  </a:cubicBezTo>
                  <a:cubicBezTo>
                    <a:pt x="6751495" y="427174"/>
                    <a:pt x="6802866" y="306207"/>
                    <a:pt x="6853286" y="246199"/>
                  </a:cubicBezTo>
                  <a:cubicBezTo>
                    <a:pt x="6903706" y="186192"/>
                    <a:pt x="6955077" y="186192"/>
                    <a:pt x="7005497" y="219529"/>
                  </a:cubicBezTo>
                  <a:cubicBezTo>
                    <a:pt x="7055917" y="252867"/>
                    <a:pt x="7107288" y="320494"/>
                    <a:pt x="7157708" y="305254"/>
                  </a:cubicBezTo>
                  <a:cubicBezTo>
                    <a:pt x="7208128" y="290014"/>
                    <a:pt x="7259498" y="193812"/>
                    <a:pt x="7309919" y="376692"/>
                  </a:cubicBezTo>
                  <a:cubicBezTo>
                    <a:pt x="7360338" y="559572"/>
                    <a:pt x="7411709" y="1020582"/>
                    <a:pt x="7437395" y="1252039"/>
                  </a:cubicBezTo>
                  <a:lnTo>
                    <a:pt x="7463080" y="1482544"/>
                  </a:lnTo>
                  <a:lnTo>
                    <a:pt x="7463080" y="1571127"/>
                  </a:lnTo>
                  <a:lnTo>
                    <a:pt x="7437395" y="1325382"/>
                  </a:lnTo>
                  <a:cubicBezTo>
                    <a:pt x="7411709" y="1079637"/>
                    <a:pt x="7361289" y="588147"/>
                    <a:pt x="7309919" y="390979"/>
                  </a:cubicBezTo>
                  <a:cubicBezTo>
                    <a:pt x="7258547" y="193812"/>
                    <a:pt x="7208128" y="290014"/>
                    <a:pt x="7157708" y="334782"/>
                  </a:cubicBezTo>
                  <a:cubicBezTo>
                    <a:pt x="7107288" y="379549"/>
                    <a:pt x="7055917" y="371929"/>
                    <a:pt x="7005497" y="337639"/>
                  </a:cubicBezTo>
                  <a:cubicBezTo>
                    <a:pt x="6955077" y="303349"/>
                    <a:pt x="6903706" y="244294"/>
                    <a:pt x="6853286" y="274774"/>
                  </a:cubicBezTo>
                  <a:cubicBezTo>
                    <a:pt x="6802866" y="305254"/>
                    <a:pt x="6751495" y="426222"/>
                    <a:pt x="6701076" y="352879"/>
                  </a:cubicBezTo>
                  <a:cubicBezTo>
                    <a:pt x="6650656" y="279537"/>
                    <a:pt x="6599285" y="12837"/>
                    <a:pt x="6548865" y="454"/>
                  </a:cubicBezTo>
                  <a:cubicBezTo>
                    <a:pt x="6498445" y="-11928"/>
                    <a:pt x="6447074" y="230959"/>
                    <a:pt x="6396654" y="478609"/>
                  </a:cubicBezTo>
                  <a:cubicBezTo>
                    <a:pt x="6346234" y="726259"/>
                    <a:pt x="6294863" y="979624"/>
                    <a:pt x="6244444" y="993912"/>
                  </a:cubicBezTo>
                  <a:cubicBezTo>
                    <a:pt x="6194024" y="1008199"/>
                    <a:pt x="6142653" y="783409"/>
                    <a:pt x="6092233" y="688159"/>
                  </a:cubicBezTo>
                  <a:cubicBezTo>
                    <a:pt x="6041813" y="592909"/>
                    <a:pt x="5990442" y="627199"/>
                    <a:pt x="5940022" y="642439"/>
                  </a:cubicBezTo>
                  <a:cubicBezTo>
                    <a:pt x="5889602" y="657679"/>
                    <a:pt x="5838231" y="651964"/>
                    <a:pt x="5787812" y="691017"/>
                  </a:cubicBezTo>
                  <a:cubicBezTo>
                    <a:pt x="5737391" y="730069"/>
                    <a:pt x="5686021" y="812937"/>
                    <a:pt x="5635601" y="916759"/>
                  </a:cubicBezTo>
                  <a:cubicBezTo>
                    <a:pt x="5585181" y="1020582"/>
                    <a:pt x="5533810" y="1144407"/>
                    <a:pt x="5483390" y="1173934"/>
                  </a:cubicBezTo>
                  <a:cubicBezTo>
                    <a:pt x="5432970" y="1203462"/>
                    <a:pt x="5381599" y="1136787"/>
                    <a:pt x="5331180" y="1192984"/>
                  </a:cubicBezTo>
                  <a:cubicBezTo>
                    <a:pt x="5280759" y="1249182"/>
                    <a:pt x="5229389" y="1426347"/>
                    <a:pt x="5178969" y="1524454"/>
                  </a:cubicBezTo>
                  <a:cubicBezTo>
                    <a:pt x="5128549" y="1622562"/>
                    <a:pt x="5077178" y="1640659"/>
                    <a:pt x="5026758" y="1632087"/>
                  </a:cubicBezTo>
                  <a:cubicBezTo>
                    <a:pt x="4976338" y="1624467"/>
                    <a:pt x="4924967" y="1590177"/>
                    <a:pt x="4874548" y="1564459"/>
                  </a:cubicBezTo>
                  <a:cubicBezTo>
                    <a:pt x="4824127" y="1538742"/>
                    <a:pt x="4772757" y="1521597"/>
                    <a:pt x="4722337" y="1530169"/>
                  </a:cubicBezTo>
                  <a:cubicBezTo>
                    <a:pt x="4671917" y="1537789"/>
                    <a:pt x="4620546" y="1571127"/>
                    <a:pt x="4570126" y="1631134"/>
                  </a:cubicBezTo>
                  <a:cubicBezTo>
                    <a:pt x="4519706" y="1691142"/>
                    <a:pt x="4468335" y="1776867"/>
                    <a:pt x="4417915" y="1853067"/>
                  </a:cubicBezTo>
                  <a:cubicBezTo>
                    <a:pt x="4367496" y="1929267"/>
                    <a:pt x="4316125" y="1995942"/>
                    <a:pt x="4265705" y="2029279"/>
                  </a:cubicBezTo>
                  <a:cubicBezTo>
                    <a:pt x="4215285" y="2062617"/>
                    <a:pt x="4163914" y="2062617"/>
                    <a:pt x="4113494" y="2049282"/>
                  </a:cubicBezTo>
                  <a:cubicBezTo>
                    <a:pt x="4063074" y="2035947"/>
                    <a:pt x="4011703" y="2010229"/>
                    <a:pt x="3961283" y="2012134"/>
                  </a:cubicBezTo>
                  <a:cubicBezTo>
                    <a:pt x="3910863" y="2014039"/>
                    <a:pt x="3859492" y="2043567"/>
                    <a:pt x="3809072" y="2073094"/>
                  </a:cubicBezTo>
                  <a:cubicBezTo>
                    <a:pt x="3758653" y="2102622"/>
                    <a:pt x="3707282" y="2132149"/>
                    <a:pt x="3656862" y="2159772"/>
                  </a:cubicBezTo>
                  <a:cubicBezTo>
                    <a:pt x="3606442" y="2187394"/>
                    <a:pt x="3555071" y="2211207"/>
                    <a:pt x="3504651" y="2209302"/>
                  </a:cubicBezTo>
                  <a:cubicBezTo>
                    <a:pt x="3454231" y="2206444"/>
                    <a:pt x="3402860" y="2176917"/>
                    <a:pt x="3352440" y="2195014"/>
                  </a:cubicBezTo>
                  <a:cubicBezTo>
                    <a:pt x="3302021" y="2213112"/>
                    <a:pt x="3250650" y="2277882"/>
                    <a:pt x="3200230" y="2310267"/>
                  </a:cubicBezTo>
                  <a:cubicBezTo>
                    <a:pt x="3149810" y="2342652"/>
                    <a:pt x="3098439" y="2342652"/>
                    <a:pt x="3048019" y="2335032"/>
                  </a:cubicBezTo>
                  <a:cubicBezTo>
                    <a:pt x="2997599" y="2327412"/>
                    <a:pt x="2946228" y="2313124"/>
                    <a:pt x="2844437" y="2319792"/>
                  </a:cubicBezTo>
                  <a:cubicBezTo>
                    <a:pt x="2742646" y="2327412"/>
                    <a:pt x="2590436" y="2356939"/>
                    <a:pt x="2462959" y="2371227"/>
                  </a:cubicBezTo>
                  <a:cubicBezTo>
                    <a:pt x="2336434" y="2386467"/>
                    <a:pt x="2234643" y="2386467"/>
                    <a:pt x="2082432" y="2378847"/>
                  </a:cubicBezTo>
                  <a:cubicBezTo>
                    <a:pt x="1930222" y="2371227"/>
                    <a:pt x="1726640" y="2356939"/>
                    <a:pt x="1498324" y="2356939"/>
                  </a:cubicBezTo>
                  <a:cubicBezTo>
                    <a:pt x="1270008" y="2356939"/>
                    <a:pt x="1016006" y="2372179"/>
                    <a:pt x="863796" y="2386467"/>
                  </a:cubicBezTo>
                  <a:cubicBezTo>
                    <a:pt x="711585" y="2400754"/>
                    <a:pt x="660214" y="2415994"/>
                    <a:pt x="609794" y="2401707"/>
                  </a:cubicBezTo>
                  <a:cubicBezTo>
                    <a:pt x="559374" y="2386467"/>
                    <a:pt x="508003" y="2342652"/>
                    <a:pt x="406212" y="2327412"/>
                  </a:cubicBezTo>
                  <a:cubicBezTo>
                    <a:pt x="304421" y="2312172"/>
                    <a:pt x="152211" y="2327412"/>
                    <a:pt x="76105" y="2335032"/>
                  </a:cubicBezTo>
                  <a:lnTo>
                    <a:pt x="0" y="2342652"/>
                  </a:lnTo>
                  <a:close/>
                </a:path>
              </a:pathLst>
            </a:custGeom>
            <a:solidFill>
              <a:srgbClr val="9E8148"/>
            </a:solidFill>
            <a:ln w="95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2EF864E6-D9D8-2F74-24B5-3880D4C8CA18}"/>
                </a:ext>
              </a:extLst>
            </p:cNvPr>
            <p:cNvSpPr/>
            <p:nvPr/>
          </p:nvSpPr>
          <p:spPr>
            <a:xfrm>
              <a:off x="2362081" y="6096000"/>
              <a:ext cx="7467836" cy="9525"/>
            </a:xfrm>
            <a:custGeom>
              <a:avLst/>
              <a:gdLst>
                <a:gd name="connsiteX0" fmla="*/ 0 w 7467836"/>
                <a:gd name="connsiteY0" fmla="*/ 0 h 9525"/>
                <a:gd name="connsiteX1" fmla="*/ 7467837 w 7467836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467836" h="9525">
                  <a:moveTo>
                    <a:pt x="0" y="0"/>
                  </a:moveTo>
                  <a:lnTo>
                    <a:pt x="7467837" y="0"/>
                  </a:lnTo>
                </a:path>
              </a:pathLst>
            </a:custGeom>
            <a:noFill/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80A7056F-8A92-C898-3E9A-65A25533668E}"/>
                </a:ext>
              </a:extLst>
            </p:cNvPr>
            <p:cNvSpPr/>
            <p:nvPr/>
          </p:nvSpPr>
          <p:spPr>
            <a:xfrm>
              <a:off x="2971875" y="6096000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D6D8844A-D797-8CC9-1024-41E5B8E79377}"/>
                </a:ext>
              </a:extLst>
            </p:cNvPr>
            <p:cNvSpPr txBox="1"/>
            <p:nvPr/>
          </p:nvSpPr>
          <p:spPr>
            <a:xfrm>
              <a:off x="2744359" y="613759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1980</a:t>
              </a:r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E88A21D4-1FA1-2560-35B2-3B5F5E08B9C3}"/>
                </a:ext>
              </a:extLst>
            </p:cNvPr>
            <p:cNvSpPr/>
            <p:nvPr/>
          </p:nvSpPr>
          <p:spPr>
            <a:xfrm>
              <a:off x="3733880" y="6096000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B9A15381-20B1-EE52-56E9-11953951AE8F}"/>
                </a:ext>
              </a:extLst>
            </p:cNvPr>
            <p:cNvSpPr txBox="1"/>
            <p:nvPr/>
          </p:nvSpPr>
          <p:spPr>
            <a:xfrm>
              <a:off x="3506364" y="613759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1985</a:t>
              </a:r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AFEDCB2E-7F72-96B2-4216-CC7136BC967C}"/>
                </a:ext>
              </a:extLst>
            </p:cNvPr>
            <p:cNvSpPr/>
            <p:nvPr/>
          </p:nvSpPr>
          <p:spPr>
            <a:xfrm>
              <a:off x="4495885" y="6096000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7887F800-B56C-B92C-076E-812F8C68A13E}"/>
                </a:ext>
              </a:extLst>
            </p:cNvPr>
            <p:cNvSpPr txBox="1"/>
            <p:nvPr/>
          </p:nvSpPr>
          <p:spPr>
            <a:xfrm>
              <a:off x="4268369" y="613759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1990</a:t>
              </a:r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4466FA88-121A-2363-98A8-CB9CC9742B37}"/>
                </a:ext>
              </a:extLst>
            </p:cNvPr>
            <p:cNvSpPr/>
            <p:nvPr/>
          </p:nvSpPr>
          <p:spPr>
            <a:xfrm>
              <a:off x="5257889" y="6096000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1FD7BE13-7BAB-C672-0B56-926F6C74EA98}"/>
                </a:ext>
              </a:extLst>
            </p:cNvPr>
            <p:cNvSpPr txBox="1"/>
            <p:nvPr/>
          </p:nvSpPr>
          <p:spPr>
            <a:xfrm>
              <a:off x="5030373" y="613759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1995</a:t>
              </a:r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1E6F8CFF-B680-1B5B-68B0-D98ED92D284C}"/>
                </a:ext>
              </a:extLst>
            </p:cNvPr>
            <p:cNvSpPr/>
            <p:nvPr/>
          </p:nvSpPr>
          <p:spPr>
            <a:xfrm>
              <a:off x="6019894" y="6096000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1B7692DE-1CBB-698A-CC06-D2280B726B30}"/>
                </a:ext>
              </a:extLst>
            </p:cNvPr>
            <p:cNvSpPr txBox="1"/>
            <p:nvPr/>
          </p:nvSpPr>
          <p:spPr>
            <a:xfrm>
              <a:off x="5792378" y="613759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2000</a:t>
              </a:r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61BD2651-E5D7-BE73-A7BD-94056CE8E5D5}"/>
                </a:ext>
              </a:extLst>
            </p:cNvPr>
            <p:cNvSpPr/>
            <p:nvPr/>
          </p:nvSpPr>
          <p:spPr>
            <a:xfrm>
              <a:off x="6781899" y="6096000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12824572-FAB4-504D-D35B-9C5C067A7658}"/>
                </a:ext>
              </a:extLst>
            </p:cNvPr>
            <p:cNvSpPr txBox="1"/>
            <p:nvPr/>
          </p:nvSpPr>
          <p:spPr>
            <a:xfrm>
              <a:off x="6554383" y="613759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2005</a:t>
              </a:r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C3213930-C1CF-D6B1-D7C6-EF35DA25D62C}"/>
                </a:ext>
              </a:extLst>
            </p:cNvPr>
            <p:cNvSpPr/>
            <p:nvPr/>
          </p:nvSpPr>
          <p:spPr>
            <a:xfrm>
              <a:off x="7543904" y="6096000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76E9A9D8-6429-99D0-F8E9-F609D0BEFE3D}"/>
                </a:ext>
              </a:extLst>
            </p:cNvPr>
            <p:cNvSpPr txBox="1"/>
            <p:nvPr/>
          </p:nvSpPr>
          <p:spPr>
            <a:xfrm>
              <a:off x="7316387" y="613759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2010</a:t>
              </a:r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1D743B23-9CA2-47EE-6B25-154B08F9D3DA}"/>
                </a:ext>
              </a:extLst>
            </p:cNvPr>
            <p:cNvSpPr/>
            <p:nvPr/>
          </p:nvSpPr>
          <p:spPr>
            <a:xfrm>
              <a:off x="8305908" y="6096000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C0280659-B371-7340-4EA4-A0A74E8B3CB8}"/>
                </a:ext>
              </a:extLst>
            </p:cNvPr>
            <p:cNvSpPr txBox="1"/>
            <p:nvPr/>
          </p:nvSpPr>
          <p:spPr>
            <a:xfrm>
              <a:off x="8078392" y="613759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2015</a:t>
              </a:r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450D00A0-0205-C3DD-1C5F-2A09B5F89D89}"/>
                </a:ext>
              </a:extLst>
            </p:cNvPr>
            <p:cNvSpPr/>
            <p:nvPr/>
          </p:nvSpPr>
          <p:spPr>
            <a:xfrm>
              <a:off x="9067913" y="6096000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2FA27331-66D4-19BF-6099-EA97793D2AFF}"/>
                </a:ext>
              </a:extLst>
            </p:cNvPr>
            <p:cNvSpPr txBox="1"/>
            <p:nvPr/>
          </p:nvSpPr>
          <p:spPr>
            <a:xfrm>
              <a:off x="8839446" y="613759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2020</a:t>
              </a:r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994703A1-EAD8-0CFA-CD71-2E9ACE0302FC}"/>
                </a:ext>
              </a:extLst>
            </p:cNvPr>
            <p:cNvSpPr/>
            <p:nvPr/>
          </p:nvSpPr>
          <p:spPr>
            <a:xfrm>
              <a:off x="9829918" y="6096000"/>
              <a:ext cx="9513" cy="57150"/>
            </a:xfrm>
            <a:custGeom>
              <a:avLst/>
              <a:gdLst>
                <a:gd name="connsiteX0" fmla="*/ 0 w 9513"/>
                <a:gd name="connsiteY0" fmla="*/ 0 h 57150"/>
                <a:gd name="connsiteX1" fmla="*/ 0 w 9513"/>
                <a:gd name="connsiteY1" fmla="*/ 5715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5D12126C-BA99-F89B-152E-58B64C86F7D7}"/>
                </a:ext>
              </a:extLst>
            </p:cNvPr>
            <p:cNvSpPr txBox="1"/>
            <p:nvPr/>
          </p:nvSpPr>
          <p:spPr>
            <a:xfrm>
              <a:off x="9602402" y="6137592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2025</a:t>
              </a:r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A7728F55-FFBE-599F-35D2-58FA05D637DB}"/>
                </a:ext>
              </a:extLst>
            </p:cNvPr>
            <p:cNvSpPr/>
            <p:nvPr/>
          </p:nvSpPr>
          <p:spPr>
            <a:xfrm>
              <a:off x="2362081" y="762000"/>
              <a:ext cx="9513" cy="5334000"/>
            </a:xfrm>
            <a:custGeom>
              <a:avLst/>
              <a:gdLst>
                <a:gd name="connsiteX0" fmla="*/ 0 w 9513"/>
                <a:gd name="connsiteY0" fmla="*/ 5334000 h 5334000"/>
                <a:gd name="connsiteX1" fmla="*/ 0 w 9513"/>
                <a:gd name="connsiteY1" fmla="*/ 0 h 533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13" h="5334000">
                  <a:moveTo>
                    <a:pt x="0" y="5334000"/>
                  </a:moveTo>
                  <a:lnTo>
                    <a:pt x="0" y="0"/>
                  </a:lnTo>
                </a:path>
              </a:pathLst>
            </a:custGeom>
            <a:noFill/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8CEA0895-B8EE-EA0C-250D-5F97DAD5FD79}"/>
                </a:ext>
              </a:extLst>
            </p:cNvPr>
            <p:cNvSpPr/>
            <p:nvPr/>
          </p:nvSpPr>
          <p:spPr>
            <a:xfrm>
              <a:off x="2305002" y="6096000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F7CB0A65-7139-C147-364A-763309E2F0A7}"/>
                </a:ext>
              </a:extLst>
            </p:cNvPr>
            <p:cNvSpPr txBox="1"/>
            <p:nvPr/>
          </p:nvSpPr>
          <p:spPr>
            <a:xfrm>
              <a:off x="1972499" y="5963920"/>
              <a:ext cx="425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−25</a:t>
              </a:r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6BFFA160-15CE-7B0B-536F-2CD545D1A497}"/>
                </a:ext>
              </a:extLst>
            </p:cNvPr>
            <p:cNvSpPr/>
            <p:nvPr/>
          </p:nvSpPr>
          <p:spPr>
            <a:xfrm>
              <a:off x="2305002" y="5651182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951EE3B-10DF-F67F-A0FF-3B85F8618710}"/>
                </a:ext>
              </a:extLst>
            </p:cNvPr>
            <p:cNvSpPr txBox="1"/>
            <p:nvPr/>
          </p:nvSpPr>
          <p:spPr>
            <a:xfrm>
              <a:off x="1972499" y="5519102"/>
              <a:ext cx="425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−20</a:t>
              </a:r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1CC2BBC2-782E-77F4-9F59-467A36E8BDE6}"/>
                </a:ext>
              </a:extLst>
            </p:cNvPr>
            <p:cNvSpPr/>
            <p:nvPr/>
          </p:nvSpPr>
          <p:spPr>
            <a:xfrm>
              <a:off x="2305002" y="5207317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6C8CAC82-182D-9406-DF9E-FB3ABE6F9AC1}"/>
                </a:ext>
              </a:extLst>
            </p:cNvPr>
            <p:cNvSpPr txBox="1"/>
            <p:nvPr/>
          </p:nvSpPr>
          <p:spPr>
            <a:xfrm>
              <a:off x="1972499" y="5075237"/>
              <a:ext cx="425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−15</a:t>
              </a:r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F0A5DB6A-FB92-C36C-E043-4BA8BFA7A607}"/>
                </a:ext>
              </a:extLst>
            </p:cNvPr>
            <p:cNvSpPr/>
            <p:nvPr/>
          </p:nvSpPr>
          <p:spPr>
            <a:xfrm>
              <a:off x="2305002" y="4762500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C9C900C8-6F8B-F034-2654-BE1CB3C47984}"/>
                </a:ext>
              </a:extLst>
            </p:cNvPr>
            <p:cNvSpPr txBox="1"/>
            <p:nvPr/>
          </p:nvSpPr>
          <p:spPr>
            <a:xfrm>
              <a:off x="1972499" y="4630420"/>
              <a:ext cx="425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−10</a:t>
              </a:r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234396B4-24C6-1EB9-2C5A-38C366FBB3FB}"/>
                </a:ext>
              </a:extLst>
            </p:cNvPr>
            <p:cNvSpPr/>
            <p:nvPr/>
          </p:nvSpPr>
          <p:spPr>
            <a:xfrm>
              <a:off x="2305002" y="4317682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CDACFCAA-C133-1424-D054-F8329AFDF25C}"/>
                </a:ext>
              </a:extLst>
            </p:cNvPr>
            <p:cNvSpPr txBox="1"/>
            <p:nvPr/>
          </p:nvSpPr>
          <p:spPr>
            <a:xfrm>
              <a:off x="2025773" y="4185602"/>
              <a:ext cx="3593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−5</a:t>
              </a:r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C5133F16-D1D5-D516-39FE-8C48A20C12DA}"/>
                </a:ext>
              </a:extLst>
            </p:cNvPr>
            <p:cNvSpPr/>
            <p:nvPr/>
          </p:nvSpPr>
          <p:spPr>
            <a:xfrm>
              <a:off x="2305002" y="3873817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7793958A-498D-1D98-DA91-D16014D6AEFF}"/>
                </a:ext>
              </a:extLst>
            </p:cNvPr>
            <p:cNvSpPr txBox="1"/>
            <p:nvPr/>
          </p:nvSpPr>
          <p:spPr>
            <a:xfrm>
              <a:off x="2080949" y="3741737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0</a:t>
              </a:r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8D9C953B-724D-D0F4-7FAD-C2EA20F90BBC}"/>
                </a:ext>
              </a:extLst>
            </p:cNvPr>
            <p:cNvSpPr/>
            <p:nvPr/>
          </p:nvSpPr>
          <p:spPr>
            <a:xfrm>
              <a:off x="2305002" y="3429000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F47659CB-786A-00EA-3CB9-1C91650F9D16}"/>
                </a:ext>
              </a:extLst>
            </p:cNvPr>
            <p:cNvSpPr txBox="1"/>
            <p:nvPr/>
          </p:nvSpPr>
          <p:spPr>
            <a:xfrm>
              <a:off x="2080949" y="3296920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5</a:t>
              </a:r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2916D209-221A-7F58-0128-6E9801D2AF39}"/>
                </a:ext>
              </a:extLst>
            </p:cNvPr>
            <p:cNvSpPr/>
            <p:nvPr/>
          </p:nvSpPr>
          <p:spPr>
            <a:xfrm>
              <a:off x="2305002" y="2984182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A29CAD7F-56DC-4676-6DC2-9FDED1EE3F31}"/>
                </a:ext>
              </a:extLst>
            </p:cNvPr>
            <p:cNvSpPr txBox="1"/>
            <p:nvPr/>
          </p:nvSpPr>
          <p:spPr>
            <a:xfrm>
              <a:off x="2028627" y="2852102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10</a:t>
              </a:r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835A9D5E-A6A7-D1E0-89F8-A6E6EF2988FB}"/>
                </a:ext>
              </a:extLst>
            </p:cNvPr>
            <p:cNvSpPr/>
            <p:nvPr/>
          </p:nvSpPr>
          <p:spPr>
            <a:xfrm>
              <a:off x="2305002" y="2540317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ABFE82F2-0BE5-0DC4-D869-7920F0E94C66}"/>
                </a:ext>
              </a:extLst>
            </p:cNvPr>
            <p:cNvSpPr txBox="1"/>
            <p:nvPr/>
          </p:nvSpPr>
          <p:spPr>
            <a:xfrm>
              <a:off x="2028627" y="2408237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15</a:t>
              </a:r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1767500F-24F0-BA46-4EA5-0333413AE36D}"/>
                </a:ext>
              </a:extLst>
            </p:cNvPr>
            <p:cNvSpPr/>
            <p:nvPr/>
          </p:nvSpPr>
          <p:spPr>
            <a:xfrm>
              <a:off x="2305002" y="2095500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FB99CDE8-5593-0729-F73A-245D89FDD1DF}"/>
                </a:ext>
              </a:extLst>
            </p:cNvPr>
            <p:cNvSpPr txBox="1"/>
            <p:nvPr/>
          </p:nvSpPr>
          <p:spPr>
            <a:xfrm>
              <a:off x="2028627" y="1963420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20</a:t>
              </a:r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A5FAAB31-29B3-BC6C-02B9-50DFB7C34226}"/>
                </a:ext>
              </a:extLst>
            </p:cNvPr>
            <p:cNvSpPr/>
            <p:nvPr/>
          </p:nvSpPr>
          <p:spPr>
            <a:xfrm>
              <a:off x="2305002" y="1650682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7BB16636-11D5-56C7-83C5-47A9A34305CE}"/>
                </a:ext>
              </a:extLst>
            </p:cNvPr>
            <p:cNvSpPr txBox="1"/>
            <p:nvPr/>
          </p:nvSpPr>
          <p:spPr>
            <a:xfrm>
              <a:off x="2028627" y="1518602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25</a:t>
              </a:r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6A573068-76C8-F9A7-1D90-652F1FE31CD0}"/>
                </a:ext>
              </a:extLst>
            </p:cNvPr>
            <p:cNvSpPr/>
            <p:nvPr/>
          </p:nvSpPr>
          <p:spPr>
            <a:xfrm>
              <a:off x="2305002" y="1206817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1C4C5627-AFD8-430A-6DFD-05DD8E1A8B85}"/>
                </a:ext>
              </a:extLst>
            </p:cNvPr>
            <p:cNvSpPr txBox="1"/>
            <p:nvPr/>
          </p:nvSpPr>
          <p:spPr>
            <a:xfrm>
              <a:off x="2028627" y="1074737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30</a:t>
              </a:r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30F117CB-2E13-80DD-E778-C60FFE036DF5}"/>
                </a:ext>
              </a:extLst>
            </p:cNvPr>
            <p:cNvSpPr/>
            <p:nvPr/>
          </p:nvSpPr>
          <p:spPr>
            <a:xfrm>
              <a:off x="2305002" y="762000"/>
              <a:ext cx="57079" cy="9525"/>
            </a:xfrm>
            <a:custGeom>
              <a:avLst/>
              <a:gdLst>
                <a:gd name="connsiteX0" fmla="*/ 57079 w 57079"/>
                <a:gd name="connsiteY0" fmla="*/ 0 h 9525"/>
                <a:gd name="connsiteX1" fmla="*/ 0 w 5707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079" h="9525">
                  <a:moveTo>
                    <a:pt x="57079" y="0"/>
                  </a:moveTo>
                  <a:lnTo>
                    <a:pt x="0" y="0"/>
                  </a:lnTo>
                </a:path>
              </a:pathLst>
            </a:custGeom>
            <a:ln w="9513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2CDB478-7B69-5A82-3343-A20A46B2B764}"/>
                </a:ext>
              </a:extLst>
            </p:cNvPr>
            <p:cNvSpPr txBox="1"/>
            <p:nvPr/>
          </p:nvSpPr>
          <p:spPr>
            <a:xfrm>
              <a:off x="2028627" y="629920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"/>
                  <a:rtl val="0"/>
                </a:rPr>
                <a:t>35</a:t>
              </a:r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2A66FF05-5BC8-CBCA-016C-CE43CE448310}"/>
                </a:ext>
              </a:extLst>
            </p:cNvPr>
            <p:cNvSpPr txBox="1"/>
            <p:nvPr/>
          </p:nvSpPr>
          <p:spPr>
            <a:xfrm>
              <a:off x="5749249" y="4264886"/>
              <a:ext cx="168026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Panel/Longitudinal Surveys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461873A1-4C62-9F68-4B4F-DA1995722C68}"/>
                </a:ext>
              </a:extLst>
            </p:cNvPr>
            <p:cNvSpPr txBox="1"/>
            <p:nvPr/>
          </p:nvSpPr>
          <p:spPr>
            <a:xfrm>
              <a:off x="7964579" y="3625282"/>
              <a:ext cx="60625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No data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5BB719BF-A7C5-B36C-DC33-8FBC064042C0}"/>
                </a:ext>
              </a:extLst>
            </p:cNvPr>
            <p:cNvSpPr txBox="1"/>
            <p:nvPr/>
          </p:nvSpPr>
          <p:spPr>
            <a:xfrm>
              <a:off x="8530301" y="3193936"/>
              <a:ext cx="127631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Linked </a:t>
              </a:r>
            </a:p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Administrative Data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DD693D9D-26E2-702E-ABB1-75880B41BC16}"/>
                </a:ext>
              </a:extLst>
            </p:cNvPr>
            <p:cNvSpPr txBox="1"/>
            <p:nvPr/>
          </p:nvSpPr>
          <p:spPr>
            <a:xfrm>
              <a:off x="8655336" y="2685236"/>
              <a:ext cx="102624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Administrative/</a:t>
              </a:r>
            </a:p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Registry Data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F4B91711-62F1-A511-D9C2-6FA1EE27BCDB}"/>
                </a:ext>
              </a:extLst>
            </p:cNvPr>
            <p:cNvSpPr txBox="1"/>
            <p:nvPr/>
          </p:nvSpPr>
          <p:spPr>
            <a:xfrm>
              <a:off x="5419398" y="3094119"/>
              <a:ext cx="134844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National Survey Data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EA74791A-24F5-3579-82AA-2F8B76716CBD}"/>
                </a:ext>
              </a:extLst>
            </p:cNvPr>
            <p:cNvSpPr txBox="1"/>
            <p:nvPr/>
          </p:nvSpPr>
          <p:spPr>
            <a:xfrm>
              <a:off x="7103795" y="1750589"/>
              <a:ext cx="150714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Archival/Historical Data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5BA5E459-E2A3-2861-67AA-78B0260C033B}"/>
                </a:ext>
              </a:extLst>
            </p:cNvPr>
            <p:cNvSpPr txBox="1"/>
            <p:nvPr/>
          </p:nvSpPr>
          <p:spPr>
            <a:xfrm>
              <a:off x="7057192" y="1360335"/>
              <a:ext cx="163217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Natural/Experimental Data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8FE7FAA1-510D-24D1-6FA5-7BDCB6633322}"/>
                </a:ext>
              </a:extLst>
            </p:cNvPr>
            <p:cNvSpPr txBox="1"/>
            <p:nvPr/>
          </p:nvSpPr>
          <p:spPr>
            <a:xfrm>
              <a:off x="9218451" y="1387174"/>
              <a:ext cx="66556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Big Data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443D7DF9-32FE-00CC-B652-D6A63668A597}"/>
                </a:ext>
              </a:extLst>
            </p:cNvPr>
            <p:cNvSpPr/>
            <p:nvPr/>
          </p:nvSpPr>
          <p:spPr>
            <a:xfrm flipV="1">
              <a:off x="7394517" y="4350190"/>
              <a:ext cx="224413" cy="45721"/>
            </a:xfrm>
            <a:custGeom>
              <a:avLst/>
              <a:gdLst>
                <a:gd name="connsiteX0" fmla="*/ 285019 w 285019"/>
                <a:gd name="connsiteY0" fmla="*/ 0 h 9375"/>
                <a:gd name="connsiteX1" fmla="*/ 0 w 285019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019" h="9375">
                  <a:moveTo>
                    <a:pt x="285019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B1A583DB-F842-5E40-0968-C84B036FC514}"/>
                </a:ext>
              </a:extLst>
            </p:cNvPr>
            <p:cNvSpPr/>
            <p:nvPr/>
          </p:nvSpPr>
          <p:spPr>
            <a:xfrm>
              <a:off x="7372713" y="4361552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7" y="67127"/>
                    <a:pt x="0" y="52100"/>
                    <a:pt x="0" y="33563"/>
                  </a:cubicBezTo>
                  <a:cubicBezTo>
                    <a:pt x="0" y="15027"/>
                    <a:pt x="15027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C04E3F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A0AC996F-0C2C-B0F3-AFA5-FBE7E3743290}"/>
                </a:ext>
              </a:extLst>
            </p:cNvPr>
            <p:cNvSpPr/>
            <p:nvPr/>
          </p:nvSpPr>
          <p:spPr>
            <a:xfrm flipV="1">
              <a:off x="6714454" y="3187987"/>
              <a:ext cx="224413" cy="45721"/>
            </a:xfrm>
            <a:custGeom>
              <a:avLst/>
              <a:gdLst>
                <a:gd name="connsiteX0" fmla="*/ 285019 w 285019"/>
                <a:gd name="connsiteY0" fmla="*/ 0 h 9375"/>
                <a:gd name="connsiteX1" fmla="*/ 0 w 285019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019" h="9375">
                  <a:moveTo>
                    <a:pt x="285019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9A61C1D9-EBC2-8557-35D3-E8A096AF386E}"/>
                </a:ext>
              </a:extLst>
            </p:cNvPr>
            <p:cNvSpPr/>
            <p:nvPr/>
          </p:nvSpPr>
          <p:spPr>
            <a:xfrm>
              <a:off x="6692650" y="3199349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7" y="67127"/>
                    <a:pt x="0" y="52100"/>
                    <a:pt x="0" y="33563"/>
                  </a:cubicBezTo>
                  <a:cubicBezTo>
                    <a:pt x="0" y="15027"/>
                    <a:pt x="15027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005F56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9C0617A1-C8CA-F964-240B-53EEA905D85A}"/>
                </a:ext>
              </a:extLst>
            </p:cNvPr>
            <p:cNvSpPr/>
            <p:nvPr/>
          </p:nvSpPr>
          <p:spPr>
            <a:xfrm flipV="1">
              <a:off x="8581247" y="1848739"/>
              <a:ext cx="224413" cy="45721"/>
            </a:xfrm>
            <a:custGeom>
              <a:avLst/>
              <a:gdLst>
                <a:gd name="connsiteX0" fmla="*/ 285019 w 285019"/>
                <a:gd name="connsiteY0" fmla="*/ 0 h 9375"/>
                <a:gd name="connsiteX1" fmla="*/ 0 w 285019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019" h="9375">
                  <a:moveTo>
                    <a:pt x="285019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F3A380B2-5193-A544-A5CF-586597088351}"/>
                </a:ext>
              </a:extLst>
            </p:cNvPr>
            <p:cNvSpPr/>
            <p:nvPr/>
          </p:nvSpPr>
          <p:spPr>
            <a:xfrm>
              <a:off x="8559443" y="1860101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7" y="67127"/>
                    <a:pt x="0" y="52100"/>
                    <a:pt x="0" y="33563"/>
                  </a:cubicBezTo>
                  <a:cubicBezTo>
                    <a:pt x="0" y="15027"/>
                    <a:pt x="15027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FFC3C2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8A0770B9-F4FD-62CD-6B0B-EDDFA51CFE7A}"/>
                </a:ext>
              </a:extLst>
            </p:cNvPr>
            <p:cNvSpPr/>
            <p:nvPr/>
          </p:nvSpPr>
          <p:spPr>
            <a:xfrm flipV="1">
              <a:off x="8658280" y="1449941"/>
              <a:ext cx="224413" cy="45721"/>
            </a:xfrm>
            <a:custGeom>
              <a:avLst/>
              <a:gdLst>
                <a:gd name="connsiteX0" fmla="*/ 285019 w 285019"/>
                <a:gd name="connsiteY0" fmla="*/ 0 h 9375"/>
                <a:gd name="connsiteX1" fmla="*/ 0 w 285019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019" h="9375">
                  <a:moveTo>
                    <a:pt x="285019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B9BB3F3E-E75C-5EB6-72D3-877EB03C0928}"/>
                </a:ext>
              </a:extLst>
            </p:cNvPr>
            <p:cNvSpPr/>
            <p:nvPr/>
          </p:nvSpPr>
          <p:spPr>
            <a:xfrm>
              <a:off x="8636476" y="1461303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7" y="67127"/>
                    <a:pt x="0" y="52100"/>
                    <a:pt x="0" y="33563"/>
                  </a:cubicBezTo>
                  <a:cubicBezTo>
                    <a:pt x="0" y="15027"/>
                    <a:pt x="15027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EEE3B7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826A9DDE-DBBD-22E4-9A71-B54529A358B9}"/>
                </a:ext>
              </a:extLst>
            </p:cNvPr>
            <p:cNvSpPr/>
            <p:nvPr/>
          </p:nvSpPr>
          <p:spPr>
            <a:xfrm rot="5400000" flipV="1">
              <a:off x="9210823" y="1573954"/>
              <a:ext cx="154502" cy="45719"/>
            </a:xfrm>
            <a:custGeom>
              <a:avLst/>
              <a:gdLst>
                <a:gd name="connsiteX0" fmla="*/ 285019 w 285019"/>
                <a:gd name="connsiteY0" fmla="*/ 0 h 9375"/>
                <a:gd name="connsiteX1" fmla="*/ 0 w 285019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019" h="9375">
                  <a:moveTo>
                    <a:pt x="285019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13B4CB03-72F9-3F3E-8164-1B20D2B12D2D}"/>
                </a:ext>
              </a:extLst>
            </p:cNvPr>
            <p:cNvSpPr/>
            <p:nvPr/>
          </p:nvSpPr>
          <p:spPr>
            <a:xfrm>
              <a:off x="9231649" y="1485728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7" y="67127"/>
                    <a:pt x="0" y="52100"/>
                    <a:pt x="0" y="33563"/>
                  </a:cubicBezTo>
                  <a:cubicBezTo>
                    <a:pt x="0" y="15027"/>
                    <a:pt x="15027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9E8148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F27C1C3D-0C7B-990B-568A-75048520D7B6}"/>
                </a:ext>
              </a:extLst>
            </p:cNvPr>
            <p:cNvSpPr txBox="1"/>
            <p:nvPr/>
          </p:nvSpPr>
          <p:spPr>
            <a:xfrm>
              <a:off x="7230713" y="2364135"/>
              <a:ext cx="54374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050" dirty="0">
                  <a:ln/>
                  <a:solidFill>
                    <a:srgbClr val="000000"/>
                  </a:solidFill>
                  <a:latin typeface="Times New Roman"/>
                  <a:cs typeface="Times New Roman"/>
                  <a:sym typeface="Times New Roman"/>
                  <a:rtl val="0"/>
                </a:rPr>
                <a:t>Others</a:t>
              </a:r>
              <a:endParaRPr lang="en-US" sz="1050" spc="0" baseline="0" dirty="0">
                <a:ln/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endParaRPr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DD26CA57-7338-B656-1BC3-14CC80632B17}"/>
                </a:ext>
              </a:extLst>
            </p:cNvPr>
            <p:cNvSpPr/>
            <p:nvPr/>
          </p:nvSpPr>
          <p:spPr>
            <a:xfrm flipV="1">
              <a:off x="7721063" y="2458003"/>
              <a:ext cx="224413" cy="45721"/>
            </a:xfrm>
            <a:custGeom>
              <a:avLst/>
              <a:gdLst>
                <a:gd name="connsiteX0" fmla="*/ 285019 w 285019"/>
                <a:gd name="connsiteY0" fmla="*/ 0 h 9375"/>
                <a:gd name="connsiteX1" fmla="*/ 0 w 285019"/>
                <a:gd name="connsiteY1" fmla="*/ 0 h 9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019" h="9375">
                  <a:moveTo>
                    <a:pt x="285019" y="0"/>
                  </a:moveTo>
                  <a:lnTo>
                    <a:pt x="0" y="0"/>
                  </a:lnTo>
                </a:path>
              </a:pathLst>
            </a:custGeom>
            <a:ln w="9376" cap="sq">
              <a:solidFill>
                <a:srgbClr val="675E5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4F6A14B2-4C84-C960-2B68-5F3A18C9355C}"/>
                </a:ext>
              </a:extLst>
            </p:cNvPr>
            <p:cNvSpPr/>
            <p:nvPr/>
          </p:nvSpPr>
          <p:spPr>
            <a:xfrm>
              <a:off x="7699259" y="2469365"/>
              <a:ext cx="67129" cy="67126"/>
            </a:xfrm>
            <a:custGeom>
              <a:avLst/>
              <a:gdLst>
                <a:gd name="connsiteX0" fmla="*/ 67130 w 67129"/>
                <a:gd name="connsiteY0" fmla="*/ 33563 h 67126"/>
                <a:gd name="connsiteX1" fmla="*/ 33565 w 67129"/>
                <a:gd name="connsiteY1" fmla="*/ 67127 h 67126"/>
                <a:gd name="connsiteX2" fmla="*/ 0 w 67129"/>
                <a:gd name="connsiteY2" fmla="*/ 33563 h 67126"/>
                <a:gd name="connsiteX3" fmla="*/ 33565 w 67129"/>
                <a:gd name="connsiteY3" fmla="*/ 0 h 67126"/>
                <a:gd name="connsiteX4" fmla="*/ 67130 w 67129"/>
                <a:gd name="connsiteY4" fmla="*/ 33563 h 67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129" h="67126">
                  <a:moveTo>
                    <a:pt x="67130" y="33563"/>
                  </a:moveTo>
                  <a:cubicBezTo>
                    <a:pt x="67130" y="52100"/>
                    <a:pt x="52102" y="67127"/>
                    <a:pt x="33565" y="67127"/>
                  </a:cubicBezTo>
                  <a:cubicBezTo>
                    <a:pt x="15027" y="67127"/>
                    <a:pt x="0" y="52100"/>
                    <a:pt x="0" y="33563"/>
                  </a:cubicBezTo>
                  <a:cubicBezTo>
                    <a:pt x="0" y="15027"/>
                    <a:pt x="15027" y="0"/>
                    <a:pt x="33565" y="0"/>
                  </a:cubicBezTo>
                  <a:cubicBezTo>
                    <a:pt x="52102" y="0"/>
                    <a:pt x="67130" y="15027"/>
                    <a:pt x="67130" y="33563"/>
                  </a:cubicBezTo>
                  <a:close/>
                </a:path>
              </a:pathLst>
            </a:custGeom>
            <a:solidFill>
              <a:srgbClr val="339999"/>
            </a:solidFill>
            <a:ln w="93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D1A65CE6-BA57-7D5C-ED8A-449D32B234F0}"/>
                </a:ext>
              </a:extLst>
            </p:cNvPr>
            <p:cNvSpPr/>
            <p:nvPr/>
          </p:nvSpPr>
          <p:spPr>
            <a:xfrm>
              <a:off x="2942194" y="719232"/>
              <a:ext cx="2848836" cy="1899224"/>
            </a:xfrm>
            <a:custGeom>
              <a:avLst/>
              <a:gdLst>
                <a:gd name="connsiteX0" fmla="*/ 0 w 5143500"/>
                <a:gd name="connsiteY0" fmla="*/ 0 h 3429000"/>
                <a:gd name="connsiteX1" fmla="*/ 5143500 w 5143500"/>
                <a:gd name="connsiteY1" fmla="*/ 0 h 3429000"/>
                <a:gd name="connsiteX2" fmla="*/ 5143500 w 5143500"/>
                <a:gd name="connsiteY2" fmla="*/ 3429000 h 3429000"/>
                <a:gd name="connsiteX3" fmla="*/ 0 w 5143500"/>
                <a:gd name="connsiteY3" fmla="*/ 3429000 h 3429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43500" h="3429000">
                  <a:moveTo>
                    <a:pt x="0" y="0"/>
                  </a:moveTo>
                  <a:lnTo>
                    <a:pt x="5143500" y="0"/>
                  </a:lnTo>
                  <a:lnTo>
                    <a:pt x="5143500" y="342900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46" name="Graphic 340">
              <a:extLst>
                <a:ext uri="{FF2B5EF4-FFF2-40B4-BE49-F238E27FC236}">
                  <a16:creationId xmlns:a16="http://schemas.microsoft.com/office/drawing/2014/main" id="{DC8C2E46-8965-7862-F077-C63058B2946D}"/>
                </a:ext>
              </a:extLst>
            </p:cNvPr>
            <p:cNvGrpSpPr/>
            <p:nvPr/>
          </p:nvGrpSpPr>
          <p:grpSpPr>
            <a:xfrm>
              <a:off x="2942194" y="814193"/>
              <a:ext cx="2848836" cy="1443410"/>
              <a:chOff x="11939009" y="1254685"/>
              <a:chExt cx="5143500" cy="2606040"/>
            </a:xfrm>
            <a:solidFill>
              <a:srgbClr val="000000"/>
            </a:solidFill>
          </p:grpSpPr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90644BD0-1D14-C878-EE9B-EC9274DA9EB1}"/>
                  </a:ext>
                </a:extLst>
              </p:cNvPr>
              <p:cNvSpPr/>
              <p:nvPr/>
            </p:nvSpPr>
            <p:spPr>
              <a:xfrm>
                <a:off x="11939009" y="3860725"/>
                <a:ext cx="5143500" cy="9525"/>
              </a:xfrm>
              <a:custGeom>
                <a:avLst/>
                <a:gdLst>
                  <a:gd name="connsiteX0" fmla="*/ 0 w 5143500"/>
                  <a:gd name="connsiteY0" fmla="*/ 352 h 9525"/>
                  <a:gd name="connsiteX1" fmla="*/ 5143500 w 5143500"/>
                  <a:gd name="connsiteY1" fmla="*/ 35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3500" h="9525">
                    <a:moveTo>
                      <a:pt x="0" y="352"/>
                    </a:moveTo>
                    <a:lnTo>
                      <a:pt x="5143500" y="352"/>
                    </a:lnTo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 347">
                <a:extLst>
                  <a:ext uri="{FF2B5EF4-FFF2-40B4-BE49-F238E27FC236}">
                    <a16:creationId xmlns:a16="http://schemas.microsoft.com/office/drawing/2014/main" id="{08F0A0B4-5BE9-A925-0070-8CCD56460522}"/>
                  </a:ext>
                </a:extLst>
              </p:cNvPr>
              <p:cNvSpPr/>
              <p:nvPr/>
            </p:nvSpPr>
            <p:spPr>
              <a:xfrm>
                <a:off x="11939009" y="3209215"/>
                <a:ext cx="5143500" cy="9525"/>
              </a:xfrm>
              <a:custGeom>
                <a:avLst/>
                <a:gdLst>
                  <a:gd name="connsiteX0" fmla="*/ 0 w 5143500"/>
                  <a:gd name="connsiteY0" fmla="*/ 283 h 9525"/>
                  <a:gd name="connsiteX1" fmla="*/ 5143500 w 5143500"/>
                  <a:gd name="connsiteY1" fmla="*/ 283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3500" h="9525">
                    <a:moveTo>
                      <a:pt x="0" y="283"/>
                    </a:moveTo>
                    <a:lnTo>
                      <a:pt x="5143500" y="283"/>
                    </a:lnTo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BA94DFF3-841C-24F1-C06E-60DAF6398415}"/>
                  </a:ext>
                </a:extLst>
              </p:cNvPr>
              <p:cNvSpPr/>
              <p:nvPr/>
            </p:nvSpPr>
            <p:spPr>
              <a:xfrm>
                <a:off x="11939009" y="2557705"/>
                <a:ext cx="5143500" cy="9525"/>
              </a:xfrm>
              <a:custGeom>
                <a:avLst/>
                <a:gdLst>
                  <a:gd name="connsiteX0" fmla="*/ 0 w 5143500"/>
                  <a:gd name="connsiteY0" fmla="*/ 215 h 9525"/>
                  <a:gd name="connsiteX1" fmla="*/ 5143500 w 5143500"/>
                  <a:gd name="connsiteY1" fmla="*/ 215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3500" h="9525">
                    <a:moveTo>
                      <a:pt x="0" y="215"/>
                    </a:moveTo>
                    <a:lnTo>
                      <a:pt x="5143500" y="215"/>
                    </a:lnTo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97E9F23A-161D-0E39-4125-50C64C984360}"/>
                  </a:ext>
                </a:extLst>
              </p:cNvPr>
              <p:cNvSpPr/>
              <p:nvPr/>
            </p:nvSpPr>
            <p:spPr>
              <a:xfrm>
                <a:off x="11939009" y="1906195"/>
                <a:ext cx="5143500" cy="9525"/>
              </a:xfrm>
              <a:custGeom>
                <a:avLst/>
                <a:gdLst>
                  <a:gd name="connsiteX0" fmla="*/ 0 w 5143500"/>
                  <a:gd name="connsiteY0" fmla="*/ 146 h 9525"/>
                  <a:gd name="connsiteX1" fmla="*/ 5143500 w 5143500"/>
                  <a:gd name="connsiteY1" fmla="*/ 14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3500" h="9525">
                    <a:moveTo>
                      <a:pt x="0" y="146"/>
                    </a:moveTo>
                    <a:lnTo>
                      <a:pt x="5143500" y="146"/>
                    </a:lnTo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B503EAC4-35CB-266B-CB3D-0126EAB59FAA}"/>
                  </a:ext>
                </a:extLst>
              </p:cNvPr>
              <p:cNvSpPr/>
              <p:nvPr/>
            </p:nvSpPr>
            <p:spPr>
              <a:xfrm>
                <a:off x="11939009" y="1254685"/>
                <a:ext cx="5143500" cy="9525"/>
              </a:xfrm>
              <a:custGeom>
                <a:avLst/>
                <a:gdLst>
                  <a:gd name="connsiteX0" fmla="*/ 0 w 5143500"/>
                  <a:gd name="connsiteY0" fmla="*/ 78 h 9525"/>
                  <a:gd name="connsiteX1" fmla="*/ 5143500 w 5143500"/>
                  <a:gd name="connsiteY1" fmla="*/ 78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3500" h="9525">
                    <a:moveTo>
                      <a:pt x="0" y="78"/>
                    </a:moveTo>
                    <a:lnTo>
                      <a:pt x="5143500" y="78"/>
                    </a:lnTo>
                  </a:path>
                </a:pathLst>
              </a:custGeom>
              <a:solidFill>
                <a:srgbClr val="000000"/>
              </a:solidFill>
              <a:ln w="9525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8284EADC-64D7-2BFF-237D-236CFC36FC01}"/>
                </a:ext>
              </a:extLst>
            </p:cNvPr>
            <p:cNvSpPr/>
            <p:nvPr/>
          </p:nvSpPr>
          <p:spPr>
            <a:xfrm>
              <a:off x="2942194" y="2618455"/>
              <a:ext cx="2848836" cy="5276"/>
            </a:xfrm>
            <a:custGeom>
              <a:avLst/>
              <a:gdLst>
                <a:gd name="connsiteX0" fmla="*/ 0 w 5143500"/>
                <a:gd name="connsiteY0" fmla="*/ 420 h 9525"/>
                <a:gd name="connsiteX1" fmla="*/ 5143500 w 5143500"/>
                <a:gd name="connsiteY1" fmla="*/ 42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43500" h="9525">
                  <a:moveTo>
                    <a:pt x="0" y="420"/>
                  </a:moveTo>
                  <a:lnTo>
                    <a:pt x="5143500" y="420"/>
                  </a:lnTo>
                </a:path>
              </a:pathLst>
            </a:custGeom>
            <a:solidFill>
              <a:srgbClr val="000000"/>
            </a:solidFill>
            <a:ln w="19050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56" name="Graphic 340">
              <a:extLst>
                <a:ext uri="{FF2B5EF4-FFF2-40B4-BE49-F238E27FC236}">
                  <a16:creationId xmlns:a16="http://schemas.microsoft.com/office/drawing/2014/main" id="{754F8CD8-8838-70A7-8B61-14F706E7AF65}"/>
                </a:ext>
              </a:extLst>
            </p:cNvPr>
            <p:cNvGrpSpPr/>
            <p:nvPr/>
          </p:nvGrpSpPr>
          <p:grpSpPr>
            <a:xfrm>
              <a:off x="2965933" y="2009227"/>
              <a:ext cx="2801355" cy="609228"/>
              <a:chOff x="11981871" y="3412288"/>
              <a:chExt cx="5057775" cy="1099946"/>
            </a:xfrm>
            <a:solidFill>
              <a:srgbClr val="C04E3F"/>
            </a:solidFill>
          </p:grpSpPr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EBB19783-F861-B3C9-B049-E919C2CBE23D}"/>
                  </a:ext>
                </a:extLst>
              </p:cNvPr>
              <p:cNvSpPr/>
              <p:nvPr/>
            </p:nvSpPr>
            <p:spPr>
              <a:xfrm>
                <a:off x="11981871" y="4512235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 357">
                <a:extLst>
                  <a:ext uri="{FF2B5EF4-FFF2-40B4-BE49-F238E27FC236}">
                    <a16:creationId xmlns:a16="http://schemas.microsoft.com/office/drawing/2014/main" id="{557FA90D-1645-03F6-28AC-CF226526F93C}"/>
                  </a:ext>
                </a:extLst>
              </p:cNvPr>
              <p:cNvSpPr/>
              <p:nvPr/>
            </p:nvSpPr>
            <p:spPr>
              <a:xfrm>
                <a:off x="12839121" y="4512235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 358">
                <a:extLst>
                  <a:ext uri="{FF2B5EF4-FFF2-40B4-BE49-F238E27FC236}">
                    <a16:creationId xmlns:a16="http://schemas.microsoft.com/office/drawing/2014/main" id="{60B78152-6C33-8A09-6DE3-BC0F8A860001}"/>
                  </a:ext>
                </a:extLst>
              </p:cNvPr>
              <p:cNvSpPr/>
              <p:nvPr/>
            </p:nvSpPr>
            <p:spPr>
              <a:xfrm>
                <a:off x="13696371" y="3760521"/>
                <a:ext cx="771525" cy="751713"/>
              </a:xfrm>
              <a:custGeom>
                <a:avLst/>
                <a:gdLst>
                  <a:gd name="connsiteX0" fmla="*/ 80 w 771525"/>
                  <a:gd name="connsiteY0" fmla="*/ 751773 h 751713"/>
                  <a:gd name="connsiteX1" fmla="*/ 80 w 771525"/>
                  <a:gd name="connsiteY1" fmla="*/ 60 h 751713"/>
                  <a:gd name="connsiteX2" fmla="*/ 771605 w 771525"/>
                  <a:gd name="connsiteY2" fmla="*/ 60 h 751713"/>
                  <a:gd name="connsiteX3" fmla="*/ 771605 w 771525"/>
                  <a:gd name="connsiteY3" fmla="*/ 751773 h 751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751713">
                    <a:moveTo>
                      <a:pt x="80" y="75177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751773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A03C3773-5E8D-8B7C-7345-70E195AE6A45}"/>
                  </a:ext>
                </a:extLst>
              </p:cNvPr>
              <p:cNvSpPr/>
              <p:nvPr/>
            </p:nvSpPr>
            <p:spPr>
              <a:xfrm>
                <a:off x="14553621" y="3412288"/>
                <a:ext cx="771525" cy="1099946"/>
              </a:xfrm>
              <a:custGeom>
                <a:avLst/>
                <a:gdLst>
                  <a:gd name="connsiteX0" fmla="*/ 80 w 771525"/>
                  <a:gd name="connsiteY0" fmla="*/ 1100007 h 1099946"/>
                  <a:gd name="connsiteX1" fmla="*/ 80 w 771525"/>
                  <a:gd name="connsiteY1" fmla="*/ 60 h 1099946"/>
                  <a:gd name="connsiteX2" fmla="*/ 771605 w 771525"/>
                  <a:gd name="connsiteY2" fmla="*/ 60 h 1099946"/>
                  <a:gd name="connsiteX3" fmla="*/ 771605 w 771525"/>
                  <a:gd name="connsiteY3" fmla="*/ 1100007 h 1099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99946">
                    <a:moveTo>
                      <a:pt x="80" y="1100007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100007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8F25A996-3E40-6800-F36E-F4014AA1A40E}"/>
                  </a:ext>
                </a:extLst>
              </p:cNvPr>
              <p:cNvSpPr/>
              <p:nvPr/>
            </p:nvSpPr>
            <p:spPr>
              <a:xfrm>
                <a:off x="15410871" y="3462865"/>
                <a:ext cx="771525" cy="1049369"/>
              </a:xfrm>
              <a:custGeom>
                <a:avLst/>
                <a:gdLst>
                  <a:gd name="connsiteX0" fmla="*/ 80 w 771525"/>
                  <a:gd name="connsiteY0" fmla="*/ 1049429 h 1049369"/>
                  <a:gd name="connsiteX1" fmla="*/ 80 w 771525"/>
                  <a:gd name="connsiteY1" fmla="*/ 60 h 1049369"/>
                  <a:gd name="connsiteX2" fmla="*/ 771605 w 771525"/>
                  <a:gd name="connsiteY2" fmla="*/ 60 h 1049369"/>
                  <a:gd name="connsiteX3" fmla="*/ 771605 w 771525"/>
                  <a:gd name="connsiteY3" fmla="*/ 1049429 h 1049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49369">
                    <a:moveTo>
                      <a:pt x="80" y="1049429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049429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C4634517-BA44-FABC-3321-02FF376DAD15}"/>
                  </a:ext>
                </a:extLst>
              </p:cNvPr>
              <p:cNvSpPr/>
              <p:nvPr/>
            </p:nvSpPr>
            <p:spPr>
              <a:xfrm>
                <a:off x="16268121" y="3690513"/>
                <a:ext cx="771525" cy="821721"/>
              </a:xfrm>
              <a:custGeom>
                <a:avLst/>
                <a:gdLst>
                  <a:gd name="connsiteX0" fmla="*/ 80 w 771525"/>
                  <a:gd name="connsiteY0" fmla="*/ 821782 h 821721"/>
                  <a:gd name="connsiteX1" fmla="*/ 80 w 771525"/>
                  <a:gd name="connsiteY1" fmla="*/ 60 h 821721"/>
                  <a:gd name="connsiteX2" fmla="*/ 771605 w 771525"/>
                  <a:gd name="connsiteY2" fmla="*/ 60 h 821721"/>
                  <a:gd name="connsiteX3" fmla="*/ 771605 w 771525"/>
                  <a:gd name="connsiteY3" fmla="*/ 821782 h 821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821721">
                    <a:moveTo>
                      <a:pt x="80" y="821782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821782"/>
                    </a:lnTo>
                    <a:close/>
                  </a:path>
                </a:pathLst>
              </a:custGeom>
              <a:solidFill>
                <a:srgbClr val="C04E3F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63" name="Graphic 340">
              <a:extLst>
                <a:ext uri="{FF2B5EF4-FFF2-40B4-BE49-F238E27FC236}">
                  <a16:creationId xmlns:a16="http://schemas.microsoft.com/office/drawing/2014/main" id="{DE75418F-5348-52EC-E34C-D8F85B6C0B75}"/>
                </a:ext>
              </a:extLst>
            </p:cNvPr>
            <p:cNvGrpSpPr/>
            <p:nvPr/>
          </p:nvGrpSpPr>
          <p:grpSpPr>
            <a:xfrm>
              <a:off x="2965933" y="1807118"/>
              <a:ext cx="2801355" cy="811338"/>
              <a:chOff x="11981871" y="3047385"/>
              <a:chExt cx="5057775" cy="1464849"/>
            </a:xfrm>
            <a:solidFill>
              <a:srgbClr val="F4A988"/>
            </a:solidFill>
          </p:grpSpPr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770687DF-2F03-BBAA-B5EC-E89991D10171}"/>
                  </a:ext>
                </a:extLst>
              </p:cNvPr>
              <p:cNvSpPr/>
              <p:nvPr/>
            </p:nvSpPr>
            <p:spPr>
              <a:xfrm>
                <a:off x="11981871" y="3697847"/>
                <a:ext cx="771525" cy="814387"/>
              </a:xfrm>
              <a:custGeom>
                <a:avLst/>
                <a:gdLst>
                  <a:gd name="connsiteX0" fmla="*/ 80 w 771525"/>
                  <a:gd name="connsiteY0" fmla="*/ 814448 h 814387"/>
                  <a:gd name="connsiteX1" fmla="*/ 80 w 771525"/>
                  <a:gd name="connsiteY1" fmla="*/ 60 h 814387"/>
                  <a:gd name="connsiteX2" fmla="*/ 771605 w 771525"/>
                  <a:gd name="connsiteY2" fmla="*/ 60 h 814387"/>
                  <a:gd name="connsiteX3" fmla="*/ 771605 w 771525"/>
                  <a:gd name="connsiteY3" fmla="*/ 814448 h 814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814387">
                    <a:moveTo>
                      <a:pt x="80" y="814448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814448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5" name="Freeform 364">
                <a:extLst>
                  <a:ext uri="{FF2B5EF4-FFF2-40B4-BE49-F238E27FC236}">
                    <a16:creationId xmlns:a16="http://schemas.microsoft.com/office/drawing/2014/main" id="{DEB6B121-CEB0-84AD-860A-563B82EA4A36}"/>
                  </a:ext>
                </a:extLst>
              </p:cNvPr>
              <p:cNvSpPr/>
              <p:nvPr/>
            </p:nvSpPr>
            <p:spPr>
              <a:xfrm>
                <a:off x="12839121" y="3426385"/>
                <a:ext cx="771525" cy="1085850"/>
              </a:xfrm>
              <a:custGeom>
                <a:avLst/>
                <a:gdLst>
                  <a:gd name="connsiteX0" fmla="*/ 80 w 771525"/>
                  <a:gd name="connsiteY0" fmla="*/ 1085910 h 1085850"/>
                  <a:gd name="connsiteX1" fmla="*/ 80 w 771525"/>
                  <a:gd name="connsiteY1" fmla="*/ 60 h 1085850"/>
                  <a:gd name="connsiteX2" fmla="*/ 771605 w 771525"/>
                  <a:gd name="connsiteY2" fmla="*/ 60 h 1085850"/>
                  <a:gd name="connsiteX3" fmla="*/ 771605 w 771525"/>
                  <a:gd name="connsiteY3" fmla="*/ 1085910 h 108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85850">
                    <a:moveTo>
                      <a:pt x="80" y="108591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085910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8D51372D-51ED-2368-B229-9C22D4E61567}"/>
                  </a:ext>
                </a:extLst>
              </p:cNvPr>
              <p:cNvSpPr/>
              <p:nvPr/>
            </p:nvSpPr>
            <p:spPr>
              <a:xfrm>
                <a:off x="13696371" y="3509919"/>
                <a:ext cx="771525" cy="250602"/>
              </a:xfrm>
              <a:custGeom>
                <a:avLst/>
                <a:gdLst>
                  <a:gd name="connsiteX0" fmla="*/ 80 w 771525"/>
                  <a:gd name="connsiteY0" fmla="*/ 250663 h 250602"/>
                  <a:gd name="connsiteX1" fmla="*/ 80 w 771525"/>
                  <a:gd name="connsiteY1" fmla="*/ 60 h 250602"/>
                  <a:gd name="connsiteX2" fmla="*/ 771605 w 771525"/>
                  <a:gd name="connsiteY2" fmla="*/ 60 h 250602"/>
                  <a:gd name="connsiteX3" fmla="*/ 771605 w 771525"/>
                  <a:gd name="connsiteY3" fmla="*/ 250663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250602">
                    <a:moveTo>
                      <a:pt x="80" y="25066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250663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48D2C5F5-DE6F-B5AA-6CCE-B96F60668B2C}"/>
                  </a:ext>
                </a:extLst>
              </p:cNvPr>
              <p:cNvSpPr/>
              <p:nvPr/>
            </p:nvSpPr>
            <p:spPr>
              <a:xfrm>
                <a:off x="14553621" y="3073864"/>
                <a:ext cx="771525" cy="338423"/>
              </a:xfrm>
              <a:custGeom>
                <a:avLst/>
                <a:gdLst>
                  <a:gd name="connsiteX0" fmla="*/ 80 w 771525"/>
                  <a:gd name="connsiteY0" fmla="*/ 338483 h 338423"/>
                  <a:gd name="connsiteX1" fmla="*/ 80 w 771525"/>
                  <a:gd name="connsiteY1" fmla="*/ 60 h 338423"/>
                  <a:gd name="connsiteX2" fmla="*/ 771605 w 771525"/>
                  <a:gd name="connsiteY2" fmla="*/ 60 h 338423"/>
                  <a:gd name="connsiteX3" fmla="*/ 771605 w 771525"/>
                  <a:gd name="connsiteY3" fmla="*/ 338483 h 338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338423">
                    <a:moveTo>
                      <a:pt x="80" y="33848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338483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5DF79359-8363-5E0D-85D2-80CA05A9BBD4}"/>
                  </a:ext>
                </a:extLst>
              </p:cNvPr>
              <p:cNvSpPr/>
              <p:nvPr/>
            </p:nvSpPr>
            <p:spPr>
              <a:xfrm>
                <a:off x="15410871" y="3047385"/>
                <a:ext cx="771525" cy="415480"/>
              </a:xfrm>
              <a:custGeom>
                <a:avLst/>
                <a:gdLst>
                  <a:gd name="connsiteX0" fmla="*/ 80 w 771525"/>
                  <a:gd name="connsiteY0" fmla="*/ 415540 h 415480"/>
                  <a:gd name="connsiteX1" fmla="*/ 80 w 771525"/>
                  <a:gd name="connsiteY1" fmla="*/ 60 h 415480"/>
                  <a:gd name="connsiteX2" fmla="*/ 771605 w 771525"/>
                  <a:gd name="connsiteY2" fmla="*/ 60 h 415480"/>
                  <a:gd name="connsiteX3" fmla="*/ 771605 w 771525"/>
                  <a:gd name="connsiteY3" fmla="*/ 415540 h 415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15480">
                    <a:moveTo>
                      <a:pt x="80" y="41554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15540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7D959BDA-A0A1-A9E3-C428-289BBA8D0454}"/>
                  </a:ext>
                </a:extLst>
              </p:cNvPr>
              <p:cNvSpPr/>
              <p:nvPr/>
            </p:nvSpPr>
            <p:spPr>
              <a:xfrm>
                <a:off x="16268121" y="3118251"/>
                <a:ext cx="771525" cy="572262"/>
              </a:xfrm>
              <a:custGeom>
                <a:avLst/>
                <a:gdLst>
                  <a:gd name="connsiteX0" fmla="*/ 80 w 771525"/>
                  <a:gd name="connsiteY0" fmla="*/ 572322 h 572262"/>
                  <a:gd name="connsiteX1" fmla="*/ 80 w 771525"/>
                  <a:gd name="connsiteY1" fmla="*/ 60 h 572262"/>
                  <a:gd name="connsiteX2" fmla="*/ 771605 w 771525"/>
                  <a:gd name="connsiteY2" fmla="*/ 60 h 572262"/>
                  <a:gd name="connsiteX3" fmla="*/ 771605 w 771525"/>
                  <a:gd name="connsiteY3" fmla="*/ 572322 h 57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572262">
                    <a:moveTo>
                      <a:pt x="80" y="572322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572322"/>
                    </a:lnTo>
                    <a:close/>
                  </a:path>
                </a:pathLst>
              </a:custGeom>
              <a:solidFill>
                <a:srgbClr val="F4A98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70" name="Graphic 340">
              <a:extLst>
                <a:ext uri="{FF2B5EF4-FFF2-40B4-BE49-F238E27FC236}">
                  <a16:creationId xmlns:a16="http://schemas.microsoft.com/office/drawing/2014/main" id="{64183A8C-3F4E-D23B-7D07-57C9DE718BDB}"/>
                </a:ext>
              </a:extLst>
            </p:cNvPr>
            <p:cNvGrpSpPr/>
            <p:nvPr/>
          </p:nvGrpSpPr>
          <p:grpSpPr>
            <a:xfrm>
              <a:off x="2965933" y="1534685"/>
              <a:ext cx="2801355" cy="632705"/>
              <a:chOff x="11981871" y="2555514"/>
              <a:chExt cx="5057775" cy="1142333"/>
            </a:xfrm>
            <a:solidFill>
              <a:srgbClr val="005F56"/>
            </a:solidFill>
          </p:grpSpPr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913FEFF8-71D4-2011-8876-A6ECD1EAC914}"/>
                  </a:ext>
                </a:extLst>
              </p:cNvPr>
              <p:cNvSpPr/>
              <p:nvPr/>
            </p:nvSpPr>
            <p:spPr>
              <a:xfrm>
                <a:off x="11981871" y="3697847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3205204B-AF0D-E7EC-856B-258CA6E99F5B}"/>
                  </a:ext>
                </a:extLst>
              </p:cNvPr>
              <p:cNvSpPr/>
              <p:nvPr/>
            </p:nvSpPr>
            <p:spPr>
              <a:xfrm>
                <a:off x="12839121" y="3426385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3" name="Freeform 372">
                <a:extLst>
                  <a:ext uri="{FF2B5EF4-FFF2-40B4-BE49-F238E27FC236}">
                    <a16:creationId xmlns:a16="http://schemas.microsoft.com/office/drawing/2014/main" id="{3D89D4A8-2153-B61B-CF75-299640B36174}"/>
                  </a:ext>
                </a:extLst>
              </p:cNvPr>
              <p:cNvSpPr/>
              <p:nvPr/>
            </p:nvSpPr>
            <p:spPr>
              <a:xfrm>
                <a:off x="13696371" y="3509919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4" name="Freeform 373">
                <a:extLst>
                  <a:ext uri="{FF2B5EF4-FFF2-40B4-BE49-F238E27FC236}">
                    <a16:creationId xmlns:a16="http://schemas.microsoft.com/office/drawing/2014/main" id="{5E87CE44-0D6C-5E59-8D8B-AF2DDA7E9613}"/>
                  </a:ext>
                </a:extLst>
              </p:cNvPr>
              <p:cNvSpPr/>
              <p:nvPr/>
            </p:nvSpPr>
            <p:spPr>
              <a:xfrm>
                <a:off x="14553621" y="2608473"/>
                <a:ext cx="771525" cy="465391"/>
              </a:xfrm>
              <a:custGeom>
                <a:avLst/>
                <a:gdLst>
                  <a:gd name="connsiteX0" fmla="*/ 80 w 771525"/>
                  <a:gd name="connsiteY0" fmla="*/ 465452 h 465391"/>
                  <a:gd name="connsiteX1" fmla="*/ 80 w 771525"/>
                  <a:gd name="connsiteY1" fmla="*/ 60 h 465391"/>
                  <a:gd name="connsiteX2" fmla="*/ 771605 w 771525"/>
                  <a:gd name="connsiteY2" fmla="*/ 60 h 465391"/>
                  <a:gd name="connsiteX3" fmla="*/ 771605 w 771525"/>
                  <a:gd name="connsiteY3" fmla="*/ 465452 h 465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65391">
                    <a:moveTo>
                      <a:pt x="80" y="465452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65452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5" name="Freeform 374">
                <a:extLst>
                  <a:ext uri="{FF2B5EF4-FFF2-40B4-BE49-F238E27FC236}">
                    <a16:creationId xmlns:a16="http://schemas.microsoft.com/office/drawing/2014/main" id="{3804A2AE-2E9B-3F34-CDB0-887E4ECCFAEC}"/>
                  </a:ext>
                </a:extLst>
              </p:cNvPr>
              <p:cNvSpPr/>
              <p:nvPr/>
            </p:nvSpPr>
            <p:spPr>
              <a:xfrm>
                <a:off x="15410871" y="2555514"/>
                <a:ext cx="771525" cy="491870"/>
              </a:xfrm>
              <a:custGeom>
                <a:avLst/>
                <a:gdLst>
                  <a:gd name="connsiteX0" fmla="*/ 80 w 771525"/>
                  <a:gd name="connsiteY0" fmla="*/ 491931 h 491870"/>
                  <a:gd name="connsiteX1" fmla="*/ 80 w 771525"/>
                  <a:gd name="connsiteY1" fmla="*/ 60 h 491870"/>
                  <a:gd name="connsiteX2" fmla="*/ 771605 w 771525"/>
                  <a:gd name="connsiteY2" fmla="*/ 60 h 491870"/>
                  <a:gd name="connsiteX3" fmla="*/ 771605 w 771525"/>
                  <a:gd name="connsiteY3" fmla="*/ 491931 h 491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91870">
                    <a:moveTo>
                      <a:pt x="80" y="491931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91931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3550B508-D515-4774-D563-E7E49B4692C6}"/>
                  </a:ext>
                </a:extLst>
              </p:cNvPr>
              <p:cNvSpPr/>
              <p:nvPr/>
            </p:nvSpPr>
            <p:spPr>
              <a:xfrm>
                <a:off x="16268121" y="2780780"/>
                <a:ext cx="771525" cy="337470"/>
              </a:xfrm>
              <a:custGeom>
                <a:avLst/>
                <a:gdLst>
                  <a:gd name="connsiteX0" fmla="*/ 80 w 771525"/>
                  <a:gd name="connsiteY0" fmla="*/ 337531 h 337470"/>
                  <a:gd name="connsiteX1" fmla="*/ 80 w 771525"/>
                  <a:gd name="connsiteY1" fmla="*/ 60 h 337470"/>
                  <a:gd name="connsiteX2" fmla="*/ 771605 w 771525"/>
                  <a:gd name="connsiteY2" fmla="*/ 60 h 337470"/>
                  <a:gd name="connsiteX3" fmla="*/ 771605 w 771525"/>
                  <a:gd name="connsiteY3" fmla="*/ 337531 h 337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337470">
                    <a:moveTo>
                      <a:pt x="80" y="337531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337531"/>
                    </a:lnTo>
                    <a:close/>
                  </a:path>
                </a:pathLst>
              </a:custGeom>
              <a:solidFill>
                <a:srgbClr val="005F56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77" name="Graphic 340">
              <a:extLst>
                <a:ext uri="{FF2B5EF4-FFF2-40B4-BE49-F238E27FC236}">
                  <a16:creationId xmlns:a16="http://schemas.microsoft.com/office/drawing/2014/main" id="{9595A0E4-B124-B2F7-D024-06F5181D41A2}"/>
                </a:ext>
              </a:extLst>
            </p:cNvPr>
            <p:cNvGrpSpPr/>
            <p:nvPr/>
          </p:nvGrpSpPr>
          <p:grpSpPr>
            <a:xfrm>
              <a:off x="2965933" y="1510469"/>
              <a:ext cx="2801355" cy="656921"/>
              <a:chOff x="11981871" y="2511794"/>
              <a:chExt cx="5057775" cy="1186053"/>
            </a:xfrm>
            <a:solidFill>
              <a:srgbClr val="F4E1A1"/>
            </a:solidFill>
          </p:grpSpPr>
          <p:sp>
            <p:nvSpPr>
              <p:cNvPr id="378" name="Freeform 377">
                <a:extLst>
                  <a:ext uri="{FF2B5EF4-FFF2-40B4-BE49-F238E27FC236}">
                    <a16:creationId xmlns:a16="http://schemas.microsoft.com/office/drawing/2014/main" id="{5A7D68A0-63BD-80C6-131A-B97BFFE20DDF}"/>
                  </a:ext>
                </a:extLst>
              </p:cNvPr>
              <p:cNvSpPr/>
              <p:nvPr/>
            </p:nvSpPr>
            <p:spPr>
              <a:xfrm>
                <a:off x="11981871" y="3697847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9" name="Freeform 378">
                <a:extLst>
                  <a:ext uri="{FF2B5EF4-FFF2-40B4-BE49-F238E27FC236}">
                    <a16:creationId xmlns:a16="http://schemas.microsoft.com/office/drawing/2014/main" id="{E8204CE5-F378-27A1-423A-F9E235F3136A}"/>
                  </a:ext>
                </a:extLst>
              </p:cNvPr>
              <p:cNvSpPr/>
              <p:nvPr/>
            </p:nvSpPr>
            <p:spPr>
              <a:xfrm>
                <a:off x="12839121" y="3426385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0" name="Freeform 379">
                <a:extLst>
                  <a:ext uri="{FF2B5EF4-FFF2-40B4-BE49-F238E27FC236}">
                    <a16:creationId xmlns:a16="http://schemas.microsoft.com/office/drawing/2014/main" id="{9DB1DB2F-308A-6D3B-E4D8-A09F9797371C}"/>
                  </a:ext>
                </a:extLst>
              </p:cNvPr>
              <p:cNvSpPr/>
              <p:nvPr/>
            </p:nvSpPr>
            <p:spPr>
              <a:xfrm>
                <a:off x="13696371" y="3509919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1" name="Freeform 380">
                <a:extLst>
                  <a:ext uri="{FF2B5EF4-FFF2-40B4-BE49-F238E27FC236}">
                    <a16:creationId xmlns:a16="http://schemas.microsoft.com/office/drawing/2014/main" id="{C9607143-9134-C446-FD3C-040F36681495}"/>
                  </a:ext>
                </a:extLst>
              </p:cNvPr>
              <p:cNvSpPr/>
              <p:nvPr/>
            </p:nvSpPr>
            <p:spPr>
              <a:xfrm>
                <a:off x="14553621" y="2608473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EFD90AD7-A7A3-B7E4-644B-4C7C207AB79E}"/>
                  </a:ext>
                </a:extLst>
              </p:cNvPr>
              <p:cNvSpPr/>
              <p:nvPr/>
            </p:nvSpPr>
            <p:spPr>
              <a:xfrm>
                <a:off x="15410871" y="2511794"/>
                <a:ext cx="771525" cy="43719"/>
              </a:xfrm>
              <a:custGeom>
                <a:avLst/>
                <a:gdLst>
                  <a:gd name="connsiteX0" fmla="*/ 80 w 771525"/>
                  <a:gd name="connsiteY0" fmla="*/ 43780 h 43719"/>
                  <a:gd name="connsiteX1" fmla="*/ 80 w 771525"/>
                  <a:gd name="connsiteY1" fmla="*/ 60 h 43719"/>
                  <a:gd name="connsiteX2" fmla="*/ 771605 w 771525"/>
                  <a:gd name="connsiteY2" fmla="*/ 60 h 43719"/>
                  <a:gd name="connsiteX3" fmla="*/ 771605 w 771525"/>
                  <a:gd name="connsiteY3" fmla="*/ 43780 h 43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3719">
                    <a:moveTo>
                      <a:pt x="80" y="4378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3780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65E1FD25-566A-FBCF-A5CF-2521D313A390}"/>
                  </a:ext>
                </a:extLst>
              </p:cNvPr>
              <p:cNvSpPr/>
              <p:nvPr/>
            </p:nvSpPr>
            <p:spPr>
              <a:xfrm>
                <a:off x="16268121" y="2707342"/>
                <a:ext cx="771525" cy="73437"/>
              </a:xfrm>
              <a:custGeom>
                <a:avLst/>
                <a:gdLst>
                  <a:gd name="connsiteX0" fmla="*/ 80 w 771525"/>
                  <a:gd name="connsiteY0" fmla="*/ 73498 h 73437"/>
                  <a:gd name="connsiteX1" fmla="*/ 80 w 771525"/>
                  <a:gd name="connsiteY1" fmla="*/ 60 h 73437"/>
                  <a:gd name="connsiteX2" fmla="*/ 771605 w 771525"/>
                  <a:gd name="connsiteY2" fmla="*/ 60 h 73437"/>
                  <a:gd name="connsiteX3" fmla="*/ 771605 w 771525"/>
                  <a:gd name="connsiteY3" fmla="*/ 73498 h 7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73437">
                    <a:moveTo>
                      <a:pt x="80" y="73498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73498"/>
                    </a:lnTo>
                    <a:close/>
                  </a:path>
                </a:pathLst>
              </a:custGeom>
              <a:solidFill>
                <a:srgbClr val="F4E1A1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84" name="Graphic 340">
              <a:extLst>
                <a:ext uri="{FF2B5EF4-FFF2-40B4-BE49-F238E27FC236}">
                  <a16:creationId xmlns:a16="http://schemas.microsoft.com/office/drawing/2014/main" id="{9D9008F0-D22E-1EA6-4421-C9D71976920E}"/>
                </a:ext>
              </a:extLst>
            </p:cNvPr>
            <p:cNvGrpSpPr/>
            <p:nvPr/>
          </p:nvGrpSpPr>
          <p:grpSpPr>
            <a:xfrm>
              <a:off x="2965933" y="1236823"/>
              <a:ext cx="2801355" cy="930567"/>
              <a:chOff x="11981871" y="2017732"/>
              <a:chExt cx="5057775" cy="1680114"/>
            </a:xfrm>
            <a:solidFill>
              <a:srgbClr val="CB7729"/>
            </a:solidFill>
          </p:grpSpPr>
          <p:sp>
            <p:nvSpPr>
              <p:cNvPr id="385" name="Freeform 384">
                <a:extLst>
                  <a:ext uri="{FF2B5EF4-FFF2-40B4-BE49-F238E27FC236}">
                    <a16:creationId xmlns:a16="http://schemas.microsoft.com/office/drawing/2014/main" id="{C866C2E9-136D-E2C6-5635-3EC663E4AFC6}"/>
                  </a:ext>
                </a:extLst>
              </p:cNvPr>
              <p:cNvSpPr/>
              <p:nvPr/>
            </p:nvSpPr>
            <p:spPr>
              <a:xfrm>
                <a:off x="11981871" y="3697847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6" name="Freeform 385">
                <a:extLst>
                  <a:ext uri="{FF2B5EF4-FFF2-40B4-BE49-F238E27FC236}">
                    <a16:creationId xmlns:a16="http://schemas.microsoft.com/office/drawing/2014/main" id="{CD3AB323-1623-CC6C-1387-09C1B9D8628D}"/>
                  </a:ext>
                </a:extLst>
              </p:cNvPr>
              <p:cNvSpPr/>
              <p:nvPr/>
            </p:nvSpPr>
            <p:spPr>
              <a:xfrm>
                <a:off x="12839121" y="3426385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7" name="Freeform 386">
                <a:extLst>
                  <a:ext uri="{FF2B5EF4-FFF2-40B4-BE49-F238E27FC236}">
                    <a16:creationId xmlns:a16="http://schemas.microsoft.com/office/drawing/2014/main" id="{514C871B-0C76-B0FA-149F-3A06277A021D}"/>
                  </a:ext>
                </a:extLst>
              </p:cNvPr>
              <p:cNvSpPr/>
              <p:nvPr/>
            </p:nvSpPr>
            <p:spPr>
              <a:xfrm>
                <a:off x="13696371" y="3008713"/>
                <a:ext cx="771525" cy="501205"/>
              </a:xfrm>
              <a:custGeom>
                <a:avLst/>
                <a:gdLst>
                  <a:gd name="connsiteX0" fmla="*/ 80 w 771525"/>
                  <a:gd name="connsiteY0" fmla="*/ 501266 h 501205"/>
                  <a:gd name="connsiteX1" fmla="*/ 80 w 771525"/>
                  <a:gd name="connsiteY1" fmla="*/ 60 h 501205"/>
                  <a:gd name="connsiteX2" fmla="*/ 771605 w 771525"/>
                  <a:gd name="connsiteY2" fmla="*/ 60 h 501205"/>
                  <a:gd name="connsiteX3" fmla="*/ 771605 w 771525"/>
                  <a:gd name="connsiteY3" fmla="*/ 501266 h 50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501205">
                    <a:moveTo>
                      <a:pt x="80" y="501266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501266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8" name="Freeform 387">
                <a:extLst>
                  <a:ext uri="{FF2B5EF4-FFF2-40B4-BE49-F238E27FC236}">
                    <a16:creationId xmlns:a16="http://schemas.microsoft.com/office/drawing/2014/main" id="{EDC7DE96-C15E-726E-D768-31EFE0C197AA}"/>
                  </a:ext>
                </a:extLst>
              </p:cNvPr>
              <p:cNvSpPr/>
              <p:nvPr/>
            </p:nvSpPr>
            <p:spPr>
              <a:xfrm>
                <a:off x="14553621" y="2185372"/>
                <a:ext cx="771525" cy="423100"/>
              </a:xfrm>
              <a:custGeom>
                <a:avLst/>
                <a:gdLst>
                  <a:gd name="connsiteX0" fmla="*/ 80 w 771525"/>
                  <a:gd name="connsiteY0" fmla="*/ 423161 h 423100"/>
                  <a:gd name="connsiteX1" fmla="*/ 80 w 771525"/>
                  <a:gd name="connsiteY1" fmla="*/ 60 h 423100"/>
                  <a:gd name="connsiteX2" fmla="*/ 771605 w 771525"/>
                  <a:gd name="connsiteY2" fmla="*/ 60 h 423100"/>
                  <a:gd name="connsiteX3" fmla="*/ 771605 w 771525"/>
                  <a:gd name="connsiteY3" fmla="*/ 423161 h 423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23100">
                    <a:moveTo>
                      <a:pt x="80" y="423161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23161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9" name="Freeform 388">
                <a:extLst>
                  <a:ext uri="{FF2B5EF4-FFF2-40B4-BE49-F238E27FC236}">
                    <a16:creationId xmlns:a16="http://schemas.microsoft.com/office/drawing/2014/main" id="{AAC9BB0B-03AB-FD92-B0C6-B31C3ABBC339}"/>
                  </a:ext>
                </a:extLst>
              </p:cNvPr>
              <p:cNvSpPr/>
              <p:nvPr/>
            </p:nvSpPr>
            <p:spPr>
              <a:xfrm>
                <a:off x="15410871" y="2118221"/>
                <a:ext cx="771525" cy="393572"/>
              </a:xfrm>
              <a:custGeom>
                <a:avLst/>
                <a:gdLst>
                  <a:gd name="connsiteX0" fmla="*/ 80 w 771525"/>
                  <a:gd name="connsiteY0" fmla="*/ 393633 h 393572"/>
                  <a:gd name="connsiteX1" fmla="*/ 80 w 771525"/>
                  <a:gd name="connsiteY1" fmla="*/ 60 h 393572"/>
                  <a:gd name="connsiteX2" fmla="*/ 771605 w 771525"/>
                  <a:gd name="connsiteY2" fmla="*/ 60 h 393572"/>
                  <a:gd name="connsiteX3" fmla="*/ 771605 w 771525"/>
                  <a:gd name="connsiteY3" fmla="*/ 393633 h 393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393572">
                    <a:moveTo>
                      <a:pt x="80" y="39363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393633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4125F45D-DCB0-9CD6-B15D-34C9654CFA30}"/>
                  </a:ext>
                </a:extLst>
              </p:cNvPr>
              <p:cNvSpPr/>
              <p:nvPr/>
            </p:nvSpPr>
            <p:spPr>
              <a:xfrm>
                <a:off x="16268121" y="2017732"/>
                <a:ext cx="771525" cy="689609"/>
              </a:xfrm>
              <a:custGeom>
                <a:avLst/>
                <a:gdLst>
                  <a:gd name="connsiteX0" fmla="*/ 80 w 771525"/>
                  <a:gd name="connsiteY0" fmla="*/ 689670 h 689609"/>
                  <a:gd name="connsiteX1" fmla="*/ 80 w 771525"/>
                  <a:gd name="connsiteY1" fmla="*/ 60 h 689609"/>
                  <a:gd name="connsiteX2" fmla="*/ 771605 w 771525"/>
                  <a:gd name="connsiteY2" fmla="*/ 60 h 689609"/>
                  <a:gd name="connsiteX3" fmla="*/ 771605 w 771525"/>
                  <a:gd name="connsiteY3" fmla="*/ 689670 h 689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689609">
                    <a:moveTo>
                      <a:pt x="80" y="68967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89670"/>
                    </a:lnTo>
                    <a:close/>
                  </a:path>
                </a:pathLst>
              </a:custGeom>
              <a:solidFill>
                <a:srgbClr val="CB772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1" name="Graphic 340">
              <a:extLst>
                <a:ext uri="{FF2B5EF4-FFF2-40B4-BE49-F238E27FC236}">
                  <a16:creationId xmlns:a16="http://schemas.microsoft.com/office/drawing/2014/main" id="{3612FEBC-2163-45D6-1C1F-E9233C8C4761}"/>
                </a:ext>
              </a:extLst>
            </p:cNvPr>
            <p:cNvGrpSpPr/>
            <p:nvPr/>
          </p:nvGrpSpPr>
          <p:grpSpPr>
            <a:xfrm>
              <a:off x="2965933" y="1204325"/>
              <a:ext cx="2801355" cy="963065"/>
              <a:chOff x="11981871" y="1959058"/>
              <a:chExt cx="5057775" cy="1738788"/>
            </a:xfrm>
            <a:solidFill>
              <a:srgbClr val="FFC3C2"/>
            </a:solidFill>
          </p:grpSpPr>
          <p:sp>
            <p:nvSpPr>
              <p:cNvPr id="392" name="Freeform 391">
                <a:extLst>
                  <a:ext uri="{FF2B5EF4-FFF2-40B4-BE49-F238E27FC236}">
                    <a16:creationId xmlns:a16="http://schemas.microsoft.com/office/drawing/2014/main" id="{6212B046-E146-3FCD-D1D9-57B9B5A66E6E}"/>
                  </a:ext>
                </a:extLst>
              </p:cNvPr>
              <p:cNvSpPr/>
              <p:nvPr/>
            </p:nvSpPr>
            <p:spPr>
              <a:xfrm>
                <a:off x="11981871" y="2883460"/>
                <a:ext cx="771525" cy="814387"/>
              </a:xfrm>
              <a:custGeom>
                <a:avLst/>
                <a:gdLst>
                  <a:gd name="connsiteX0" fmla="*/ 80 w 771525"/>
                  <a:gd name="connsiteY0" fmla="*/ 814448 h 814387"/>
                  <a:gd name="connsiteX1" fmla="*/ 80 w 771525"/>
                  <a:gd name="connsiteY1" fmla="*/ 60 h 814387"/>
                  <a:gd name="connsiteX2" fmla="*/ 771605 w 771525"/>
                  <a:gd name="connsiteY2" fmla="*/ 60 h 814387"/>
                  <a:gd name="connsiteX3" fmla="*/ 771605 w 771525"/>
                  <a:gd name="connsiteY3" fmla="*/ 814448 h 814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814387">
                    <a:moveTo>
                      <a:pt x="80" y="814448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814448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3" name="Freeform 392">
                <a:extLst>
                  <a:ext uri="{FF2B5EF4-FFF2-40B4-BE49-F238E27FC236}">
                    <a16:creationId xmlns:a16="http://schemas.microsoft.com/office/drawing/2014/main" id="{98FC743C-7138-B3AE-A11B-1E4E0A5E8E21}"/>
                  </a:ext>
                </a:extLst>
              </p:cNvPr>
              <p:cNvSpPr/>
              <p:nvPr/>
            </p:nvSpPr>
            <p:spPr>
              <a:xfrm>
                <a:off x="12839121" y="3426385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4" name="Freeform 393">
                <a:extLst>
                  <a:ext uri="{FF2B5EF4-FFF2-40B4-BE49-F238E27FC236}">
                    <a16:creationId xmlns:a16="http://schemas.microsoft.com/office/drawing/2014/main" id="{9E2A98A5-CCA1-A072-08E8-B249F9D02FA0}"/>
                  </a:ext>
                </a:extLst>
              </p:cNvPr>
              <p:cNvSpPr/>
              <p:nvPr/>
            </p:nvSpPr>
            <p:spPr>
              <a:xfrm>
                <a:off x="13696371" y="3008713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5" name="Freeform 394">
                <a:extLst>
                  <a:ext uri="{FF2B5EF4-FFF2-40B4-BE49-F238E27FC236}">
                    <a16:creationId xmlns:a16="http://schemas.microsoft.com/office/drawing/2014/main" id="{AE34CC66-121A-849F-0E26-E6797C7EDF0D}"/>
                  </a:ext>
                </a:extLst>
              </p:cNvPr>
              <p:cNvSpPr/>
              <p:nvPr/>
            </p:nvSpPr>
            <p:spPr>
              <a:xfrm>
                <a:off x="14553621" y="2058499"/>
                <a:ext cx="771525" cy="126872"/>
              </a:xfrm>
              <a:custGeom>
                <a:avLst/>
                <a:gdLst>
                  <a:gd name="connsiteX0" fmla="*/ 80 w 771525"/>
                  <a:gd name="connsiteY0" fmla="*/ 126933 h 126872"/>
                  <a:gd name="connsiteX1" fmla="*/ 80 w 771525"/>
                  <a:gd name="connsiteY1" fmla="*/ 60 h 126872"/>
                  <a:gd name="connsiteX2" fmla="*/ 771605 w 771525"/>
                  <a:gd name="connsiteY2" fmla="*/ 60 h 126872"/>
                  <a:gd name="connsiteX3" fmla="*/ 771605 w 771525"/>
                  <a:gd name="connsiteY3" fmla="*/ 126933 h 126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26872">
                    <a:moveTo>
                      <a:pt x="80" y="12693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26933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6" name="Freeform 395">
                <a:extLst>
                  <a:ext uri="{FF2B5EF4-FFF2-40B4-BE49-F238E27FC236}">
                    <a16:creationId xmlns:a16="http://schemas.microsoft.com/office/drawing/2014/main" id="{EC432859-E223-80AF-8085-77E455890A4D}"/>
                  </a:ext>
                </a:extLst>
              </p:cNvPr>
              <p:cNvSpPr/>
              <p:nvPr/>
            </p:nvSpPr>
            <p:spPr>
              <a:xfrm>
                <a:off x="15410871" y="1965249"/>
                <a:ext cx="771525" cy="152971"/>
              </a:xfrm>
              <a:custGeom>
                <a:avLst/>
                <a:gdLst>
                  <a:gd name="connsiteX0" fmla="*/ 80 w 771525"/>
                  <a:gd name="connsiteY0" fmla="*/ 153032 h 152971"/>
                  <a:gd name="connsiteX1" fmla="*/ 80 w 771525"/>
                  <a:gd name="connsiteY1" fmla="*/ 60 h 152971"/>
                  <a:gd name="connsiteX2" fmla="*/ 771605 w 771525"/>
                  <a:gd name="connsiteY2" fmla="*/ 60 h 152971"/>
                  <a:gd name="connsiteX3" fmla="*/ 771605 w 771525"/>
                  <a:gd name="connsiteY3" fmla="*/ 153032 h 152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52971">
                    <a:moveTo>
                      <a:pt x="80" y="153032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53032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7" name="Freeform 396">
                <a:extLst>
                  <a:ext uri="{FF2B5EF4-FFF2-40B4-BE49-F238E27FC236}">
                    <a16:creationId xmlns:a16="http://schemas.microsoft.com/office/drawing/2014/main" id="{39BA0F4F-7EE2-9490-3AE7-19B93E72946A}"/>
                  </a:ext>
                </a:extLst>
              </p:cNvPr>
              <p:cNvSpPr/>
              <p:nvPr/>
            </p:nvSpPr>
            <p:spPr>
              <a:xfrm>
                <a:off x="16268121" y="1959058"/>
                <a:ext cx="771525" cy="58674"/>
              </a:xfrm>
              <a:custGeom>
                <a:avLst/>
                <a:gdLst>
                  <a:gd name="connsiteX0" fmla="*/ 80 w 771525"/>
                  <a:gd name="connsiteY0" fmla="*/ 58734 h 58674"/>
                  <a:gd name="connsiteX1" fmla="*/ 80 w 771525"/>
                  <a:gd name="connsiteY1" fmla="*/ 60 h 58674"/>
                  <a:gd name="connsiteX2" fmla="*/ 771605 w 771525"/>
                  <a:gd name="connsiteY2" fmla="*/ 60 h 58674"/>
                  <a:gd name="connsiteX3" fmla="*/ 771605 w 771525"/>
                  <a:gd name="connsiteY3" fmla="*/ 58734 h 58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58674">
                    <a:moveTo>
                      <a:pt x="80" y="58734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58734"/>
                    </a:lnTo>
                    <a:close/>
                  </a:path>
                </a:pathLst>
              </a:custGeom>
              <a:solidFill>
                <a:srgbClr val="FFC3C2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98" name="Graphic 340">
              <a:extLst>
                <a:ext uri="{FF2B5EF4-FFF2-40B4-BE49-F238E27FC236}">
                  <a16:creationId xmlns:a16="http://schemas.microsoft.com/office/drawing/2014/main" id="{4A388368-DDCF-3029-9C53-1C376FF127D9}"/>
                </a:ext>
              </a:extLst>
            </p:cNvPr>
            <p:cNvGrpSpPr/>
            <p:nvPr/>
          </p:nvGrpSpPr>
          <p:grpSpPr>
            <a:xfrm>
              <a:off x="2965933" y="1179899"/>
              <a:ext cx="2801355" cy="837136"/>
              <a:chOff x="11981871" y="1914957"/>
              <a:chExt cx="5057775" cy="1511427"/>
            </a:xfrm>
            <a:solidFill>
              <a:srgbClr val="9E8148"/>
            </a:solidFill>
          </p:grpSpPr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D3D5F2F8-11E0-37D4-0BBF-BBF93133B97A}"/>
                  </a:ext>
                </a:extLst>
              </p:cNvPr>
              <p:cNvSpPr/>
              <p:nvPr/>
            </p:nvSpPr>
            <p:spPr>
              <a:xfrm>
                <a:off x="11981871" y="2883460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0" name="Freeform 399">
                <a:extLst>
                  <a:ext uri="{FF2B5EF4-FFF2-40B4-BE49-F238E27FC236}">
                    <a16:creationId xmlns:a16="http://schemas.microsoft.com/office/drawing/2014/main" id="{D4192A63-9E63-F7AE-518C-85E6C6066737}"/>
                  </a:ext>
                </a:extLst>
              </p:cNvPr>
              <p:cNvSpPr/>
              <p:nvPr/>
            </p:nvSpPr>
            <p:spPr>
              <a:xfrm>
                <a:off x="12839121" y="3426385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1" name="Freeform 400">
                <a:extLst>
                  <a:ext uri="{FF2B5EF4-FFF2-40B4-BE49-F238E27FC236}">
                    <a16:creationId xmlns:a16="http://schemas.microsoft.com/office/drawing/2014/main" id="{3ECFCC65-2870-AEFF-1747-9D511190B2D7}"/>
                  </a:ext>
                </a:extLst>
              </p:cNvPr>
              <p:cNvSpPr/>
              <p:nvPr/>
            </p:nvSpPr>
            <p:spPr>
              <a:xfrm>
                <a:off x="13696371" y="3008713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2" name="Freeform 401">
                <a:extLst>
                  <a:ext uri="{FF2B5EF4-FFF2-40B4-BE49-F238E27FC236}">
                    <a16:creationId xmlns:a16="http://schemas.microsoft.com/office/drawing/2014/main" id="{424D91B7-8072-9076-20E7-5E64B0DD7AEE}"/>
                  </a:ext>
                </a:extLst>
              </p:cNvPr>
              <p:cNvSpPr/>
              <p:nvPr/>
            </p:nvSpPr>
            <p:spPr>
              <a:xfrm>
                <a:off x="14553621" y="2058499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3" name="Freeform 402">
                <a:extLst>
                  <a:ext uri="{FF2B5EF4-FFF2-40B4-BE49-F238E27FC236}">
                    <a16:creationId xmlns:a16="http://schemas.microsoft.com/office/drawing/2014/main" id="{48EABB80-1333-3ADD-4B88-BBEDBAD04681}"/>
                  </a:ext>
                </a:extLst>
              </p:cNvPr>
              <p:cNvSpPr/>
              <p:nvPr/>
            </p:nvSpPr>
            <p:spPr>
              <a:xfrm>
                <a:off x="15410871" y="1965249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4" name="Freeform 403">
                <a:extLst>
                  <a:ext uri="{FF2B5EF4-FFF2-40B4-BE49-F238E27FC236}">
                    <a16:creationId xmlns:a16="http://schemas.microsoft.com/office/drawing/2014/main" id="{AE148580-1103-3BB4-C1A9-9566AB29387C}"/>
                  </a:ext>
                </a:extLst>
              </p:cNvPr>
              <p:cNvSpPr/>
              <p:nvPr/>
            </p:nvSpPr>
            <p:spPr>
              <a:xfrm>
                <a:off x="16268121" y="1914957"/>
                <a:ext cx="771525" cy="44100"/>
              </a:xfrm>
              <a:custGeom>
                <a:avLst/>
                <a:gdLst>
                  <a:gd name="connsiteX0" fmla="*/ 80 w 771525"/>
                  <a:gd name="connsiteY0" fmla="*/ 44161 h 44100"/>
                  <a:gd name="connsiteX1" fmla="*/ 80 w 771525"/>
                  <a:gd name="connsiteY1" fmla="*/ 60 h 44100"/>
                  <a:gd name="connsiteX2" fmla="*/ 771605 w 771525"/>
                  <a:gd name="connsiteY2" fmla="*/ 60 h 44100"/>
                  <a:gd name="connsiteX3" fmla="*/ 771605 w 771525"/>
                  <a:gd name="connsiteY3" fmla="*/ 44161 h 44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44100">
                    <a:moveTo>
                      <a:pt x="80" y="44161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44161"/>
                    </a:lnTo>
                    <a:close/>
                  </a:path>
                </a:pathLst>
              </a:custGeom>
              <a:solidFill>
                <a:srgbClr val="9E8148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05" name="Graphic 340">
              <a:extLst>
                <a:ext uri="{FF2B5EF4-FFF2-40B4-BE49-F238E27FC236}">
                  <a16:creationId xmlns:a16="http://schemas.microsoft.com/office/drawing/2014/main" id="{BF0E6EA5-A4BD-888D-CC31-CEF5EEEC59EC}"/>
                </a:ext>
              </a:extLst>
            </p:cNvPr>
            <p:cNvGrpSpPr/>
            <p:nvPr/>
          </p:nvGrpSpPr>
          <p:grpSpPr>
            <a:xfrm>
              <a:off x="2965933" y="814193"/>
              <a:ext cx="2801355" cy="1202842"/>
              <a:chOff x="11981871" y="1254685"/>
              <a:chExt cx="5057775" cy="2171700"/>
            </a:xfrm>
            <a:pattFill prst="pct5">
              <a:fgClr>
                <a:schemeClr val="bg1">
                  <a:lumMod val="50000"/>
                </a:schemeClr>
              </a:fgClr>
              <a:bgClr>
                <a:srgbClr val="B5DBA5"/>
              </a:bgClr>
            </a:pattFill>
          </p:grpSpPr>
          <p:sp>
            <p:nvSpPr>
              <p:cNvPr id="406" name="Freeform 405">
                <a:extLst>
                  <a:ext uri="{FF2B5EF4-FFF2-40B4-BE49-F238E27FC236}">
                    <a16:creationId xmlns:a16="http://schemas.microsoft.com/office/drawing/2014/main" id="{8D8EA4FC-EA7F-DF22-7801-7A929C6B7E53}"/>
                  </a:ext>
                </a:extLst>
              </p:cNvPr>
              <p:cNvSpPr/>
              <p:nvPr/>
            </p:nvSpPr>
            <p:spPr>
              <a:xfrm>
                <a:off x="11981871" y="1254685"/>
                <a:ext cx="771525" cy="1628775"/>
              </a:xfrm>
              <a:custGeom>
                <a:avLst/>
                <a:gdLst>
                  <a:gd name="connsiteX0" fmla="*/ 80 w 771525"/>
                  <a:gd name="connsiteY0" fmla="*/ 1628835 h 1628775"/>
                  <a:gd name="connsiteX1" fmla="*/ 80 w 771525"/>
                  <a:gd name="connsiteY1" fmla="*/ 60 h 1628775"/>
                  <a:gd name="connsiteX2" fmla="*/ 771605 w 771525"/>
                  <a:gd name="connsiteY2" fmla="*/ 60 h 1628775"/>
                  <a:gd name="connsiteX3" fmla="*/ 771605 w 771525"/>
                  <a:gd name="connsiteY3" fmla="*/ 1628835 h 1628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628775">
                    <a:moveTo>
                      <a:pt x="80" y="1628835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628835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7" name="Freeform 406">
                <a:extLst>
                  <a:ext uri="{FF2B5EF4-FFF2-40B4-BE49-F238E27FC236}">
                    <a16:creationId xmlns:a16="http://schemas.microsoft.com/office/drawing/2014/main" id="{B204063E-B683-3E18-DA3E-64B2452D5BB3}"/>
                  </a:ext>
                </a:extLst>
              </p:cNvPr>
              <p:cNvSpPr/>
              <p:nvPr/>
            </p:nvSpPr>
            <p:spPr>
              <a:xfrm>
                <a:off x="12839121" y="2340535"/>
                <a:ext cx="771525" cy="1085850"/>
              </a:xfrm>
              <a:custGeom>
                <a:avLst/>
                <a:gdLst>
                  <a:gd name="connsiteX0" fmla="*/ 80 w 771525"/>
                  <a:gd name="connsiteY0" fmla="*/ 1085910 h 1085850"/>
                  <a:gd name="connsiteX1" fmla="*/ 80 w 771525"/>
                  <a:gd name="connsiteY1" fmla="*/ 60 h 1085850"/>
                  <a:gd name="connsiteX2" fmla="*/ 771605 w 771525"/>
                  <a:gd name="connsiteY2" fmla="*/ 60 h 1085850"/>
                  <a:gd name="connsiteX3" fmla="*/ 771605 w 771525"/>
                  <a:gd name="connsiteY3" fmla="*/ 1085910 h 108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85850">
                    <a:moveTo>
                      <a:pt x="80" y="108591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085910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A15B4561-AB05-E044-C6D9-12BF97790B2F}"/>
                  </a:ext>
                </a:extLst>
              </p:cNvPr>
              <p:cNvSpPr/>
              <p:nvPr/>
            </p:nvSpPr>
            <p:spPr>
              <a:xfrm>
                <a:off x="13696371" y="1254685"/>
                <a:ext cx="771525" cy="1754028"/>
              </a:xfrm>
              <a:custGeom>
                <a:avLst/>
                <a:gdLst>
                  <a:gd name="connsiteX0" fmla="*/ 80 w 771525"/>
                  <a:gd name="connsiteY0" fmla="*/ 1754089 h 1754028"/>
                  <a:gd name="connsiteX1" fmla="*/ 80 w 771525"/>
                  <a:gd name="connsiteY1" fmla="*/ 60 h 1754028"/>
                  <a:gd name="connsiteX2" fmla="*/ 771605 w 771525"/>
                  <a:gd name="connsiteY2" fmla="*/ 60 h 1754028"/>
                  <a:gd name="connsiteX3" fmla="*/ 771605 w 771525"/>
                  <a:gd name="connsiteY3" fmla="*/ 1754089 h 1754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754028">
                    <a:moveTo>
                      <a:pt x="80" y="1754089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754089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9" name="Freeform 408">
                <a:extLst>
                  <a:ext uri="{FF2B5EF4-FFF2-40B4-BE49-F238E27FC236}">
                    <a16:creationId xmlns:a16="http://schemas.microsoft.com/office/drawing/2014/main" id="{D3AD2D9F-08B2-3117-0FAE-D23CD8FF335E}"/>
                  </a:ext>
                </a:extLst>
              </p:cNvPr>
              <p:cNvSpPr/>
              <p:nvPr/>
            </p:nvSpPr>
            <p:spPr>
              <a:xfrm>
                <a:off x="14553621" y="1339266"/>
                <a:ext cx="771525" cy="719232"/>
              </a:xfrm>
              <a:custGeom>
                <a:avLst/>
                <a:gdLst>
                  <a:gd name="connsiteX0" fmla="*/ 80 w 771525"/>
                  <a:gd name="connsiteY0" fmla="*/ 719293 h 719232"/>
                  <a:gd name="connsiteX1" fmla="*/ 80 w 771525"/>
                  <a:gd name="connsiteY1" fmla="*/ 60 h 719232"/>
                  <a:gd name="connsiteX2" fmla="*/ 771605 w 771525"/>
                  <a:gd name="connsiteY2" fmla="*/ 60 h 719232"/>
                  <a:gd name="connsiteX3" fmla="*/ 771605 w 771525"/>
                  <a:gd name="connsiteY3" fmla="*/ 719293 h 719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719232">
                    <a:moveTo>
                      <a:pt x="80" y="71929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71929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D89FE553-DF37-548D-7BF6-D9B0D5579DF4}"/>
                  </a:ext>
                </a:extLst>
              </p:cNvPr>
              <p:cNvSpPr/>
              <p:nvPr/>
            </p:nvSpPr>
            <p:spPr>
              <a:xfrm>
                <a:off x="15410871" y="1331170"/>
                <a:ext cx="771525" cy="634079"/>
              </a:xfrm>
              <a:custGeom>
                <a:avLst/>
                <a:gdLst>
                  <a:gd name="connsiteX0" fmla="*/ 80 w 771525"/>
                  <a:gd name="connsiteY0" fmla="*/ 634139 h 634079"/>
                  <a:gd name="connsiteX1" fmla="*/ 80 w 771525"/>
                  <a:gd name="connsiteY1" fmla="*/ 60 h 634079"/>
                  <a:gd name="connsiteX2" fmla="*/ 771605 w 771525"/>
                  <a:gd name="connsiteY2" fmla="*/ 60 h 634079"/>
                  <a:gd name="connsiteX3" fmla="*/ 771605 w 771525"/>
                  <a:gd name="connsiteY3" fmla="*/ 634139 h 63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634079">
                    <a:moveTo>
                      <a:pt x="80" y="634139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34139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09FD5E97-AEDE-FD9A-3A3E-F8653BF6644A}"/>
                  </a:ext>
                </a:extLst>
              </p:cNvPr>
              <p:cNvSpPr/>
              <p:nvPr/>
            </p:nvSpPr>
            <p:spPr>
              <a:xfrm>
                <a:off x="16268121" y="1401465"/>
                <a:ext cx="771525" cy="513492"/>
              </a:xfrm>
              <a:custGeom>
                <a:avLst/>
                <a:gdLst>
                  <a:gd name="connsiteX0" fmla="*/ 80 w 771525"/>
                  <a:gd name="connsiteY0" fmla="*/ 513553 h 513492"/>
                  <a:gd name="connsiteX1" fmla="*/ 80 w 771525"/>
                  <a:gd name="connsiteY1" fmla="*/ 60 h 513492"/>
                  <a:gd name="connsiteX2" fmla="*/ 771605 w 771525"/>
                  <a:gd name="connsiteY2" fmla="*/ 60 h 513492"/>
                  <a:gd name="connsiteX3" fmla="*/ 771605 w 771525"/>
                  <a:gd name="connsiteY3" fmla="*/ 513553 h 513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513492">
                    <a:moveTo>
                      <a:pt x="80" y="513553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513553"/>
                    </a:lnTo>
                    <a:close/>
                  </a:path>
                </a:pathLst>
              </a:custGeom>
              <a:grpFill/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12" name="Graphic 340">
              <a:extLst>
                <a:ext uri="{FF2B5EF4-FFF2-40B4-BE49-F238E27FC236}">
                  <a16:creationId xmlns:a16="http://schemas.microsoft.com/office/drawing/2014/main" id="{12474972-F487-4145-DD20-64F811AF9476}"/>
                </a:ext>
              </a:extLst>
            </p:cNvPr>
            <p:cNvGrpSpPr/>
            <p:nvPr/>
          </p:nvGrpSpPr>
          <p:grpSpPr>
            <a:xfrm>
              <a:off x="2965933" y="814193"/>
              <a:ext cx="2801355" cy="601421"/>
              <a:chOff x="11981871" y="1254685"/>
              <a:chExt cx="5057775" cy="1085850"/>
            </a:xfrm>
            <a:solidFill>
              <a:srgbClr val="339999"/>
            </a:solidFill>
          </p:grpSpPr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97BBA5F6-4AE3-1387-1E8F-616B0B1700A3}"/>
                  </a:ext>
                </a:extLst>
              </p:cNvPr>
              <p:cNvSpPr/>
              <p:nvPr/>
            </p:nvSpPr>
            <p:spPr>
              <a:xfrm>
                <a:off x="11981871" y="1254685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4E83FAFE-73EE-3680-92A6-7E27C7B4EC07}"/>
                  </a:ext>
                </a:extLst>
              </p:cNvPr>
              <p:cNvSpPr/>
              <p:nvPr/>
            </p:nvSpPr>
            <p:spPr>
              <a:xfrm>
                <a:off x="12839121" y="1254685"/>
                <a:ext cx="771525" cy="1085850"/>
              </a:xfrm>
              <a:custGeom>
                <a:avLst/>
                <a:gdLst>
                  <a:gd name="connsiteX0" fmla="*/ 80 w 771525"/>
                  <a:gd name="connsiteY0" fmla="*/ 1085910 h 1085850"/>
                  <a:gd name="connsiteX1" fmla="*/ 80 w 771525"/>
                  <a:gd name="connsiteY1" fmla="*/ 60 h 1085850"/>
                  <a:gd name="connsiteX2" fmla="*/ 771605 w 771525"/>
                  <a:gd name="connsiteY2" fmla="*/ 60 h 1085850"/>
                  <a:gd name="connsiteX3" fmla="*/ 771605 w 771525"/>
                  <a:gd name="connsiteY3" fmla="*/ 1085910 h 1085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085850">
                    <a:moveTo>
                      <a:pt x="80" y="108591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085910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87E13126-BAEA-09B6-1CA6-67C8338852CE}"/>
                  </a:ext>
                </a:extLst>
              </p:cNvPr>
              <p:cNvSpPr/>
              <p:nvPr/>
            </p:nvSpPr>
            <p:spPr>
              <a:xfrm>
                <a:off x="13696371" y="1254685"/>
                <a:ext cx="771525" cy="9525"/>
              </a:xfrm>
              <a:custGeom>
                <a:avLst/>
                <a:gdLst>
                  <a:gd name="connsiteX0" fmla="*/ 80 w 771525"/>
                  <a:gd name="connsiteY0" fmla="*/ 60 h 9525"/>
                  <a:gd name="connsiteX1" fmla="*/ 80 w 771525"/>
                  <a:gd name="connsiteY1" fmla="*/ 60 h 9525"/>
                  <a:gd name="connsiteX2" fmla="*/ 771605 w 771525"/>
                  <a:gd name="connsiteY2" fmla="*/ 60 h 9525"/>
                  <a:gd name="connsiteX3" fmla="*/ 771605 w 771525"/>
                  <a:gd name="connsiteY3" fmla="*/ 6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9525">
                    <a:moveTo>
                      <a:pt x="80" y="6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60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B4B3A569-CDE0-8AE3-CF0A-C87758E6B136}"/>
                  </a:ext>
                </a:extLst>
              </p:cNvPr>
              <p:cNvSpPr/>
              <p:nvPr/>
            </p:nvSpPr>
            <p:spPr>
              <a:xfrm>
                <a:off x="14553621" y="1254685"/>
                <a:ext cx="771525" cy="84581"/>
              </a:xfrm>
              <a:custGeom>
                <a:avLst/>
                <a:gdLst>
                  <a:gd name="connsiteX0" fmla="*/ 80 w 771525"/>
                  <a:gd name="connsiteY0" fmla="*/ 84642 h 84581"/>
                  <a:gd name="connsiteX1" fmla="*/ 80 w 771525"/>
                  <a:gd name="connsiteY1" fmla="*/ 60 h 84581"/>
                  <a:gd name="connsiteX2" fmla="*/ 771605 w 771525"/>
                  <a:gd name="connsiteY2" fmla="*/ 60 h 84581"/>
                  <a:gd name="connsiteX3" fmla="*/ 771605 w 771525"/>
                  <a:gd name="connsiteY3" fmla="*/ 84642 h 84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84581">
                    <a:moveTo>
                      <a:pt x="80" y="84642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84642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7" name="Freeform 416">
                <a:extLst>
                  <a:ext uri="{FF2B5EF4-FFF2-40B4-BE49-F238E27FC236}">
                    <a16:creationId xmlns:a16="http://schemas.microsoft.com/office/drawing/2014/main" id="{60E76C73-2F31-172F-10C6-903F18C6D8C7}"/>
                  </a:ext>
                </a:extLst>
              </p:cNvPr>
              <p:cNvSpPr/>
              <p:nvPr/>
            </p:nvSpPr>
            <p:spPr>
              <a:xfrm>
                <a:off x="15410871" y="1254685"/>
                <a:ext cx="771525" cy="76485"/>
              </a:xfrm>
              <a:custGeom>
                <a:avLst/>
                <a:gdLst>
                  <a:gd name="connsiteX0" fmla="*/ 80 w 771525"/>
                  <a:gd name="connsiteY0" fmla="*/ 76546 h 76485"/>
                  <a:gd name="connsiteX1" fmla="*/ 80 w 771525"/>
                  <a:gd name="connsiteY1" fmla="*/ 60 h 76485"/>
                  <a:gd name="connsiteX2" fmla="*/ 771605 w 771525"/>
                  <a:gd name="connsiteY2" fmla="*/ 60 h 76485"/>
                  <a:gd name="connsiteX3" fmla="*/ 771605 w 771525"/>
                  <a:gd name="connsiteY3" fmla="*/ 76546 h 764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76485">
                    <a:moveTo>
                      <a:pt x="80" y="76546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76546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8" name="Freeform 417">
                <a:extLst>
                  <a:ext uri="{FF2B5EF4-FFF2-40B4-BE49-F238E27FC236}">
                    <a16:creationId xmlns:a16="http://schemas.microsoft.com/office/drawing/2014/main" id="{96E4E033-277F-1FDE-C52B-545FD1562AF9}"/>
                  </a:ext>
                </a:extLst>
              </p:cNvPr>
              <p:cNvSpPr/>
              <p:nvPr/>
            </p:nvSpPr>
            <p:spPr>
              <a:xfrm>
                <a:off x="16268121" y="1254685"/>
                <a:ext cx="771525" cy="146780"/>
              </a:xfrm>
              <a:custGeom>
                <a:avLst/>
                <a:gdLst>
                  <a:gd name="connsiteX0" fmla="*/ 80 w 771525"/>
                  <a:gd name="connsiteY0" fmla="*/ 146840 h 146780"/>
                  <a:gd name="connsiteX1" fmla="*/ 80 w 771525"/>
                  <a:gd name="connsiteY1" fmla="*/ 60 h 146780"/>
                  <a:gd name="connsiteX2" fmla="*/ 771605 w 771525"/>
                  <a:gd name="connsiteY2" fmla="*/ 60 h 146780"/>
                  <a:gd name="connsiteX3" fmla="*/ 771605 w 771525"/>
                  <a:gd name="connsiteY3" fmla="*/ 146840 h 146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1525" h="146780">
                    <a:moveTo>
                      <a:pt x="80" y="146840"/>
                    </a:moveTo>
                    <a:lnTo>
                      <a:pt x="80" y="60"/>
                    </a:lnTo>
                    <a:lnTo>
                      <a:pt x="771605" y="60"/>
                    </a:lnTo>
                    <a:lnTo>
                      <a:pt x="771605" y="146840"/>
                    </a:lnTo>
                    <a:close/>
                  </a:path>
                </a:pathLst>
              </a:custGeom>
              <a:solidFill>
                <a:srgbClr val="339999"/>
              </a:solidFill>
              <a:ln w="4763" cap="flat">
                <a:solidFill>
                  <a:srgbClr val="E5ECF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21" name="Graphic 340">
              <a:extLst>
                <a:ext uri="{FF2B5EF4-FFF2-40B4-BE49-F238E27FC236}">
                  <a16:creationId xmlns:a16="http://schemas.microsoft.com/office/drawing/2014/main" id="{77ECA80D-7374-59C8-1C10-5325E9CD63B5}"/>
                </a:ext>
              </a:extLst>
            </p:cNvPr>
            <p:cNvGrpSpPr/>
            <p:nvPr/>
          </p:nvGrpSpPr>
          <p:grpSpPr>
            <a:xfrm>
              <a:off x="2961731" y="2582168"/>
              <a:ext cx="2830735" cy="228786"/>
              <a:chOff x="12095219" y="4495090"/>
              <a:chExt cx="5110819" cy="413066"/>
            </a:xfrm>
            <a:solidFill>
              <a:srgbClr val="000000"/>
            </a:solidFill>
          </p:grpSpPr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97B9B27B-BE0A-ECCB-BD57-25A6FEFA3E31}"/>
                  </a:ext>
                </a:extLst>
              </p:cNvPr>
              <p:cNvSpPr txBox="1"/>
              <p:nvPr/>
            </p:nvSpPr>
            <p:spPr>
              <a:xfrm>
                <a:off x="12095219" y="4495090"/>
                <a:ext cx="824568" cy="413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1970s</a:t>
                </a:r>
              </a:p>
            </p:txBody>
          </p:sp>
          <p:sp>
            <p:nvSpPr>
              <p:cNvPr id="423" name="TextBox 422">
                <a:extLst>
                  <a:ext uri="{FF2B5EF4-FFF2-40B4-BE49-F238E27FC236}">
                    <a16:creationId xmlns:a16="http://schemas.microsoft.com/office/drawing/2014/main" id="{1D83F900-3F31-291D-6E8E-38101D26C111}"/>
                  </a:ext>
                </a:extLst>
              </p:cNvPr>
              <p:cNvSpPr txBox="1"/>
              <p:nvPr/>
            </p:nvSpPr>
            <p:spPr>
              <a:xfrm>
                <a:off x="12952469" y="4495090"/>
                <a:ext cx="824568" cy="413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1980s</a:t>
                </a:r>
              </a:p>
            </p:txBody>
          </p:sp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67A4CE8B-896B-5766-7FC3-B5468E2EDC2B}"/>
                  </a:ext>
                </a:extLst>
              </p:cNvPr>
              <p:cNvSpPr txBox="1"/>
              <p:nvPr/>
            </p:nvSpPr>
            <p:spPr>
              <a:xfrm>
                <a:off x="13809719" y="4495090"/>
                <a:ext cx="824568" cy="413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1990s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D6DD3231-F2B9-755E-B0A9-5A4BF4A291F4}"/>
                  </a:ext>
                </a:extLst>
              </p:cNvPr>
              <p:cNvSpPr txBox="1"/>
              <p:nvPr/>
            </p:nvSpPr>
            <p:spPr>
              <a:xfrm>
                <a:off x="14666969" y="4495090"/>
                <a:ext cx="824568" cy="413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2000s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FF77219E-BA5D-FB13-B2A5-293B7C8668D3}"/>
                  </a:ext>
                </a:extLst>
              </p:cNvPr>
              <p:cNvSpPr txBox="1"/>
              <p:nvPr/>
            </p:nvSpPr>
            <p:spPr>
              <a:xfrm>
                <a:off x="15524219" y="4495090"/>
                <a:ext cx="824568" cy="413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2010s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CA193893-413D-8EA8-EBDE-F87DA82D9224}"/>
                  </a:ext>
                </a:extLst>
              </p:cNvPr>
              <p:cNvSpPr txBox="1"/>
              <p:nvPr/>
            </p:nvSpPr>
            <p:spPr>
              <a:xfrm>
                <a:off x="16381470" y="4495090"/>
                <a:ext cx="824568" cy="413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2020s</a:t>
                </a:r>
              </a:p>
            </p:txBody>
          </p:sp>
        </p:grpSp>
        <p:grpSp>
          <p:nvGrpSpPr>
            <p:cNvPr id="428" name="Graphic 340">
              <a:extLst>
                <a:ext uri="{FF2B5EF4-FFF2-40B4-BE49-F238E27FC236}">
                  <a16:creationId xmlns:a16="http://schemas.microsoft.com/office/drawing/2014/main" id="{D2AFBBBB-42F0-E60F-176D-CAE047901EF2}"/>
                </a:ext>
              </a:extLst>
            </p:cNvPr>
            <p:cNvGrpSpPr/>
            <p:nvPr/>
          </p:nvGrpSpPr>
          <p:grpSpPr>
            <a:xfrm>
              <a:off x="2704840" y="711063"/>
              <a:ext cx="318065" cy="2033049"/>
              <a:chOff x="11607246" y="1128955"/>
              <a:chExt cx="574260" cy="3670616"/>
            </a:xfrm>
            <a:solidFill>
              <a:srgbClr val="000000"/>
            </a:solidFill>
          </p:grpSpPr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EF6B1C40-DBAE-A551-4E55-C92F93EC1695}"/>
                  </a:ext>
                </a:extLst>
              </p:cNvPr>
              <p:cNvSpPr txBox="1"/>
              <p:nvPr/>
            </p:nvSpPr>
            <p:spPr>
              <a:xfrm>
                <a:off x="11721587" y="4386504"/>
                <a:ext cx="409938" cy="41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1F586ABE-55AA-138D-CFB7-5A44F0B97F2E}"/>
                  </a:ext>
                </a:extLst>
              </p:cNvPr>
              <p:cNvSpPr txBox="1"/>
              <p:nvPr/>
            </p:nvSpPr>
            <p:spPr>
              <a:xfrm>
                <a:off x="11607246" y="3734996"/>
                <a:ext cx="574228" cy="41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0.2</a:t>
                </a: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BBC0530C-7CAC-0BF7-BFF0-F03AD3C11FEB}"/>
                  </a:ext>
                </a:extLst>
              </p:cNvPr>
              <p:cNvSpPr txBox="1"/>
              <p:nvPr/>
            </p:nvSpPr>
            <p:spPr>
              <a:xfrm>
                <a:off x="11607246" y="3083486"/>
                <a:ext cx="574228" cy="41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0.4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F02B507B-B182-CA61-D1B7-D124B5BD1B6F}"/>
                  </a:ext>
                </a:extLst>
              </p:cNvPr>
              <p:cNvSpPr txBox="1"/>
              <p:nvPr/>
            </p:nvSpPr>
            <p:spPr>
              <a:xfrm>
                <a:off x="11607246" y="2431975"/>
                <a:ext cx="574227" cy="41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0.6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4EC9DB4C-F1AC-82F0-9B4A-245E229CE244}"/>
                  </a:ext>
                </a:extLst>
              </p:cNvPr>
              <p:cNvSpPr txBox="1"/>
              <p:nvPr/>
            </p:nvSpPr>
            <p:spPr>
              <a:xfrm>
                <a:off x="11607278" y="1780465"/>
                <a:ext cx="574228" cy="41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0.8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538CA854-AB98-8FF3-F1D8-4E82E0C1028E}"/>
                  </a:ext>
                </a:extLst>
              </p:cNvPr>
              <p:cNvSpPr txBox="1"/>
              <p:nvPr/>
            </p:nvSpPr>
            <p:spPr>
              <a:xfrm>
                <a:off x="11721577" y="1128955"/>
                <a:ext cx="409938" cy="413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1</a:t>
                </a:r>
              </a:p>
            </p:txBody>
          </p:sp>
        </p:grpSp>
        <p:grpSp>
          <p:nvGrpSpPr>
            <p:cNvPr id="435" name="Graphic 340">
              <a:extLst>
                <a:ext uri="{FF2B5EF4-FFF2-40B4-BE49-F238E27FC236}">
                  <a16:creationId xmlns:a16="http://schemas.microsoft.com/office/drawing/2014/main" id="{C2C2BFFA-672A-29FC-AF56-FEE261FD173C}"/>
                </a:ext>
              </a:extLst>
            </p:cNvPr>
            <p:cNvGrpSpPr/>
            <p:nvPr/>
          </p:nvGrpSpPr>
          <p:grpSpPr>
            <a:xfrm>
              <a:off x="2544041" y="987084"/>
              <a:ext cx="2085566" cy="1986607"/>
              <a:chOff x="11220156" y="1566845"/>
              <a:chExt cx="3765435" cy="3586772"/>
            </a:xfrm>
            <a:solidFill>
              <a:srgbClr val="000000"/>
            </a:solidFill>
          </p:grpSpPr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F751E616-C214-407C-FA92-AE361A4DF1A2}"/>
                  </a:ext>
                </a:extLst>
              </p:cNvPr>
              <p:cNvSpPr txBox="1"/>
              <p:nvPr/>
            </p:nvSpPr>
            <p:spPr>
              <a:xfrm>
                <a:off x="14114083" y="4740549"/>
                <a:ext cx="871508" cy="4130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Period</a:t>
                </a:r>
              </a:p>
            </p:txBody>
          </p:sp>
          <p:sp>
            <p:nvSpPr>
              <p:cNvPr id="437" name="TextBox 436">
                <a:extLst>
                  <a:ext uri="{FF2B5EF4-FFF2-40B4-BE49-F238E27FC236}">
                    <a16:creationId xmlns:a16="http://schemas.microsoft.com/office/drawing/2014/main" id="{E6802C9C-913A-4D0C-D4E4-97F5F0B04379}"/>
                  </a:ext>
                </a:extLst>
              </p:cNvPr>
              <p:cNvSpPr txBox="1"/>
              <p:nvPr/>
            </p:nvSpPr>
            <p:spPr>
              <a:xfrm rot="16200000">
                <a:off x="9913939" y="2873062"/>
                <a:ext cx="3025500" cy="4130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50" spc="0" baseline="0" dirty="0">
                    <a:ln/>
                    <a:solidFill>
                      <a:srgbClr val="000000"/>
                    </a:solidFill>
                    <a:latin typeface="Times New Roman"/>
                    <a:cs typeface="Times New Roman"/>
                    <a:sym typeface="Times New Roman"/>
                    <a:rtl val="0"/>
                  </a:rPr>
                  <a:t>Percentage of Category Counts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77805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7443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2589-FDBE-0ECD-71DD-68789274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BA08B-C2C5-7DF7-5B70-E03DF28FA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530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0CC8-F51B-EA4F-C800-B40386CF8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691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17343</TotalTime>
  <Words>977</Words>
  <Application>Microsoft Macintosh PowerPoint</Application>
  <PresentationFormat>Widescreen</PresentationFormat>
  <Paragraphs>688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# 617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Consistency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Seorin Kim</dc:creator>
  <cp:lastModifiedBy>Seorin Kim</cp:lastModifiedBy>
  <cp:revision>34</cp:revision>
  <dcterms:created xsi:type="dcterms:W3CDTF">2025-03-14T14:53:01Z</dcterms:created>
  <dcterms:modified xsi:type="dcterms:W3CDTF">2025-04-22T13:54:20Z</dcterms:modified>
</cp:coreProperties>
</file>