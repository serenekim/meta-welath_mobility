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notesSlides/notesSlide1.xml" ContentType="application/vnd.openxmlformats-officedocument.presentationml.notesSlid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9" r:id="rId2"/>
    <p:sldId id="261" r:id="rId3"/>
    <p:sldId id="260" r:id="rId4"/>
    <p:sldId id="275" r:id="rId5"/>
    <p:sldId id="276" r:id="rId6"/>
    <p:sldId id="277" r:id="rId7"/>
    <p:sldId id="273" r:id="rId8"/>
    <p:sldId id="274" r:id="rId9"/>
    <p:sldId id="271" r:id="rId10"/>
    <p:sldId id="268" r:id="rId11"/>
    <p:sldId id="266" r:id="rId12"/>
    <p:sldId id="267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C6D"/>
    <a:srgbClr val="F4A637"/>
    <a:srgbClr val="7BB0DF"/>
    <a:srgbClr val="AE75A2"/>
    <a:srgbClr val="008A69"/>
    <a:srgbClr val="1964B0"/>
    <a:srgbClr val="B6DBFF"/>
    <a:srgbClr val="DEDEDE"/>
    <a:srgbClr val="F9F6F2"/>
    <a:srgbClr val="D2B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7"/>
    <p:restoredTop sz="96534"/>
  </p:normalViewPr>
  <p:slideViewPr>
    <p:cSldViewPr snapToGrid="0">
      <p:cViewPr varScale="1">
        <p:scale>
          <a:sx n="123" d="100"/>
          <a:sy n="123" d="100"/>
        </p:scale>
        <p:origin x="216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the difference between the cited and </a:t>
            </a:r>
            <a:r>
              <a:rPr lang="en-US"/>
              <a:t>citing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6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3.svg"/><Relationship Id="rId18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2.png"/><Relationship Id="rId17" Type="http://schemas.openxmlformats.org/officeDocument/2006/relationships/image" Target="../media/image16.png"/><Relationship Id="rId2" Type="http://schemas.openxmlformats.org/officeDocument/2006/relationships/image" Target="../media/image4.png"/><Relationship Id="rId16" Type="http://schemas.openxmlformats.org/officeDocument/2006/relationships/image" Target="../media/image1.pn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image" Target="../media/image14.svg"/><Relationship Id="rId10" Type="http://schemas.openxmlformats.org/officeDocument/2006/relationships/image" Target="../media/image12.svg"/><Relationship Id="rId19" Type="http://schemas.openxmlformats.org/officeDocument/2006/relationships/image" Target="../media/image18.pn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5.xml"/><Relationship Id="rId18" Type="http://schemas.openxmlformats.org/officeDocument/2006/relationships/chart" Target="../charts/chart80.xml"/><Relationship Id="rId26" Type="http://schemas.openxmlformats.org/officeDocument/2006/relationships/chart" Target="../charts/chart88.xml"/><Relationship Id="rId3" Type="http://schemas.openxmlformats.org/officeDocument/2006/relationships/chart" Target="../charts/chart65.xml"/><Relationship Id="rId21" Type="http://schemas.openxmlformats.org/officeDocument/2006/relationships/chart" Target="../charts/chart83.xml"/><Relationship Id="rId34" Type="http://schemas.openxmlformats.org/officeDocument/2006/relationships/chart" Target="../charts/chart96.xml"/><Relationship Id="rId7" Type="http://schemas.openxmlformats.org/officeDocument/2006/relationships/chart" Target="../charts/chart69.xml"/><Relationship Id="rId12" Type="http://schemas.openxmlformats.org/officeDocument/2006/relationships/chart" Target="../charts/chart74.xml"/><Relationship Id="rId17" Type="http://schemas.openxmlformats.org/officeDocument/2006/relationships/chart" Target="../charts/chart79.xml"/><Relationship Id="rId25" Type="http://schemas.openxmlformats.org/officeDocument/2006/relationships/chart" Target="../charts/chart87.xml"/><Relationship Id="rId33" Type="http://schemas.openxmlformats.org/officeDocument/2006/relationships/chart" Target="../charts/chart95.xml"/><Relationship Id="rId2" Type="http://schemas.openxmlformats.org/officeDocument/2006/relationships/notesSlide" Target="../notesSlides/notesSlide1.xml"/><Relationship Id="rId16" Type="http://schemas.openxmlformats.org/officeDocument/2006/relationships/chart" Target="../charts/chart78.xml"/><Relationship Id="rId20" Type="http://schemas.openxmlformats.org/officeDocument/2006/relationships/chart" Target="../charts/chart82.xml"/><Relationship Id="rId29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11" Type="http://schemas.openxmlformats.org/officeDocument/2006/relationships/chart" Target="../charts/chart73.xml"/><Relationship Id="rId24" Type="http://schemas.openxmlformats.org/officeDocument/2006/relationships/chart" Target="../charts/chart86.xml"/><Relationship Id="rId32" Type="http://schemas.openxmlformats.org/officeDocument/2006/relationships/chart" Target="../charts/chart94.xml"/><Relationship Id="rId5" Type="http://schemas.openxmlformats.org/officeDocument/2006/relationships/chart" Target="../charts/chart67.xml"/><Relationship Id="rId15" Type="http://schemas.openxmlformats.org/officeDocument/2006/relationships/chart" Target="../charts/chart77.xml"/><Relationship Id="rId23" Type="http://schemas.openxmlformats.org/officeDocument/2006/relationships/chart" Target="../charts/chart85.xml"/><Relationship Id="rId28" Type="http://schemas.openxmlformats.org/officeDocument/2006/relationships/chart" Target="../charts/chart90.xml"/><Relationship Id="rId10" Type="http://schemas.openxmlformats.org/officeDocument/2006/relationships/chart" Target="../charts/chart72.xml"/><Relationship Id="rId19" Type="http://schemas.openxmlformats.org/officeDocument/2006/relationships/chart" Target="../charts/chart81.xml"/><Relationship Id="rId31" Type="http://schemas.openxmlformats.org/officeDocument/2006/relationships/chart" Target="../charts/chart93.xml"/><Relationship Id="rId4" Type="http://schemas.openxmlformats.org/officeDocument/2006/relationships/chart" Target="../charts/chart66.xml"/><Relationship Id="rId9" Type="http://schemas.openxmlformats.org/officeDocument/2006/relationships/chart" Target="../charts/chart71.xml"/><Relationship Id="rId14" Type="http://schemas.openxmlformats.org/officeDocument/2006/relationships/chart" Target="../charts/chart76.xml"/><Relationship Id="rId22" Type="http://schemas.openxmlformats.org/officeDocument/2006/relationships/chart" Target="../charts/chart84.xml"/><Relationship Id="rId27" Type="http://schemas.openxmlformats.org/officeDocument/2006/relationships/chart" Target="../charts/chart89.xml"/><Relationship Id="rId30" Type="http://schemas.openxmlformats.org/officeDocument/2006/relationships/chart" Target="../charts/chart92.xml"/><Relationship Id="rId8" Type="http://schemas.openxmlformats.org/officeDocument/2006/relationships/chart" Target="../charts/chart7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8D57-A0F8-AF80-B83D-CB09263D7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363A343B-7586-9E52-E564-46B4BFD81951}"/>
              </a:ext>
            </a:extLst>
          </p:cNvPr>
          <p:cNvSpPr>
            <a:spLocks noChangeAspect="1"/>
          </p:cNvSpPr>
          <p:nvPr/>
        </p:nvSpPr>
        <p:spPr>
          <a:xfrm>
            <a:off x="-5152618" y="-843469"/>
            <a:ext cx="6483096" cy="2157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27D2A77-E67C-A505-9D38-8F9A5CB8D83F}"/>
              </a:ext>
            </a:extLst>
          </p:cNvPr>
          <p:cNvSpPr>
            <a:spLocks noChangeAspect="1"/>
          </p:cNvSpPr>
          <p:nvPr/>
        </p:nvSpPr>
        <p:spPr>
          <a:xfrm>
            <a:off x="-3897459" y="1894669"/>
            <a:ext cx="1694934" cy="1078992"/>
          </a:xfrm>
          <a:prstGeom prst="roundRect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9752BF3-DEBC-1482-30DB-B2ADE1344463}"/>
              </a:ext>
            </a:extLst>
          </p:cNvPr>
          <p:cNvSpPr>
            <a:spLocks noChangeAspect="1"/>
          </p:cNvSpPr>
          <p:nvPr/>
        </p:nvSpPr>
        <p:spPr>
          <a:xfrm>
            <a:off x="-1135996" y="1894669"/>
            <a:ext cx="1252285" cy="1078992"/>
          </a:xfrm>
          <a:prstGeom prst="roundRect">
            <a:avLst/>
          </a:prstGeom>
          <a:solidFill>
            <a:srgbClr val="E9DC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7F8E9E7-C837-D46A-92AE-02DA5DB3DD1B}"/>
              </a:ext>
            </a:extLst>
          </p:cNvPr>
          <p:cNvSpPr>
            <a:spLocks noChangeAspect="1"/>
          </p:cNvSpPr>
          <p:nvPr/>
        </p:nvSpPr>
        <p:spPr>
          <a:xfrm>
            <a:off x="-2516728" y="1894669"/>
            <a:ext cx="1252285" cy="1078992"/>
          </a:xfrm>
          <a:prstGeom prst="roundRect">
            <a:avLst/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B4D3130-635A-69D1-0012-1352D6270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31198" y="1960936"/>
            <a:ext cx="489093" cy="18341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3D3EB07-9189-8021-EF1A-4B536D3FD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419473" y="1960936"/>
            <a:ext cx="676326" cy="1834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9E26C1-1893-F0B4-B747-52CB44CF6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796338" y="1985022"/>
            <a:ext cx="741083" cy="13523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044FD0C-89F6-A8F0-DFCC-2A68321D6B08}"/>
              </a:ext>
            </a:extLst>
          </p:cNvPr>
          <p:cNvSpPr txBox="1"/>
          <p:nvPr/>
        </p:nvSpPr>
        <p:spPr>
          <a:xfrm>
            <a:off x="-3852849" y="2172140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Pooling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Initial pool of publications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16819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with metadata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11023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DE89CB-DE46-0C0B-E3FD-11305FA328D9}"/>
              </a:ext>
            </a:extLst>
          </p:cNvPr>
          <p:cNvSpPr txBox="1"/>
          <p:nvPr/>
        </p:nvSpPr>
        <p:spPr>
          <a:xfrm>
            <a:off x="-2470273" y="2210613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Labeling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by relevance of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Topics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1022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Methods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992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Others </a:t>
            </a:r>
            <a:r>
              <a:rPr lang="en-US" sz="600" b="1" i="1" dirty="0">
                <a:latin typeface="Arial" panose="020B0604020202020204" pitchFamily="34" charset="0"/>
                <a:cs typeface="Arial" panose="020B0604020202020204" pitchFamily="34" charset="0"/>
              </a:rPr>
              <a:t>617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9C3688-B4A9-4E4E-6519-063BD3D5D1A7}"/>
              </a:ext>
            </a:extLst>
          </p:cNvPr>
          <p:cNvSpPr txBox="1"/>
          <p:nvPr/>
        </p:nvSpPr>
        <p:spPr>
          <a:xfrm>
            <a:off x="-1087186" y="2210613"/>
            <a:ext cx="1163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Knowledge Graph Creation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Feature-only graph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675C129-E094-E7D6-EB79-5237DC641E23}"/>
              </a:ext>
            </a:extLst>
          </p:cNvPr>
          <p:cNvSpPr>
            <a:spLocks/>
          </p:cNvSpPr>
          <p:nvPr/>
        </p:nvSpPr>
        <p:spPr>
          <a:xfrm>
            <a:off x="2934756" y="2147431"/>
            <a:ext cx="2438121" cy="2161001"/>
          </a:xfrm>
          <a:prstGeom prst="roundRect">
            <a:avLst>
              <a:gd name="adj" fmla="val 5318"/>
            </a:avLst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84B8EA7-03E3-AA64-CC12-AE40A776C22B}"/>
              </a:ext>
            </a:extLst>
          </p:cNvPr>
          <p:cNvSpPr txBox="1"/>
          <p:nvPr/>
        </p:nvSpPr>
        <p:spPr>
          <a:xfrm>
            <a:off x="693638" y="1098999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with LLM labels 617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E6C352-A5D2-AD24-B9ED-137C7D8FC25B}"/>
              </a:ext>
            </a:extLst>
          </p:cNvPr>
          <p:cNvSpPr>
            <a:spLocks noChangeAspect="1"/>
          </p:cNvSpPr>
          <p:nvPr/>
        </p:nvSpPr>
        <p:spPr>
          <a:xfrm>
            <a:off x="438903" y="2153025"/>
            <a:ext cx="2438121" cy="2149815"/>
          </a:xfrm>
          <a:prstGeom prst="roundRect">
            <a:avLst>
              <a:gd name="adj" fmla="val 5135"/>
            </a:avLst>
          </a:prstGeom>
          <a:solidFill>
            <a:srgbClr val="B6D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12AD566-A821-C27E-80C8-FE2677E28634}"/>
              </a:ext>
            </a:extLst>
          </p:cNvPr>
          <p:cNvSpPr/>
          <p:nvPr/>
        </p:nvSpPr>
        <p:spPr>
          <a:xfrm>
            <a:off x="526011" y="2571814"/>
            <a:ext cx="2238172" cy="1641300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DC0D97-A39D-64E9-AE87-7D0A08EA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961" y="2637169"/>
            <a:ext cx="777900" cy="141957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98E29EEC-71AD-88F6-275C-8156F093A0EB}"/>
              </a:ext>
            </a:extLst>
          </p:cNvPr>
          <p:cNvSpPr/>
          <p:nvPr/>
        </p:nvSpPr>
        <p:spPr>
          <a:xfrm>
            <a:off x="645223" y="2922918"/>
            <a:ext cx="1989488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0D0D4D-6B80-C761-E574-6B00BB5ACB49}"/>
              </a:ext>
            </a:extLst>
          </p:cNvPr>
          <p:cNvSpPr txBox="1"/>
          <p:nvPr/>
        </p:nvSpPr>
        <p:spPr>
          <a:xfrm>
            <a:off x="600279" y="2915218"/>
            <a:ext cx="2089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{intergenerational, ‘ ’} {wealth, income, earning} {mobility, transition}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88215F7-9106-F36A-52F7-698CCD6574E3}"/>
              </a:ext>
            </a:extLst>
          </p:cNvPr>
          <p:cNvGrpSpPr/>
          <p:nvPr/>
        </p:nvGrpSpPr>
        <p:grpSpPr>
          <a:xfrm>
            <a:off x="632306" y="2612068"/>
            <a:ext cx="921703" cy="277000"/>
            <a:chOff x="-1684537" y="2737584"/>
            <a:chExt cx="921703" cy="277000"/>
          </a:xfrm>
        </p:grpSpPr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5D3E307A-9397-07F6-CF6F-80D7F1AD20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1684537" y="2787922"/>
              <a:ext cx="141059" cy="176325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8A15CB7-DBDC-440E-3BE4-15BA9B57EE41}"/>
                </a:ext>
              </a:extLst>
            </p:cNvPr>
            <p:cNvSpPr txBox="1"/>
            <p:nvPr/>
          </p:nvSpPr>
          <p:spPr>
            <a:xfrm>
              <a:off x="-1543477" y="2737584"/>
              <a:ext cx="69031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Works</a:t>
              </a:r>
            </a:p>
          </p:txBody>
        </p:sp>
        <p:sp>
          <p:nvSpPr>
            <p:cNvPr id="5" name="Triangle 4">
              <a:extLst>
                <a:ext uri="{FF2B5EF4-FFF2-40B4-BE49-F238E27FC236}">
                  <a16:creationId xmlns:a16="http://schemas.microsoft.com/office/drawing/2014/main" id="{27ABFBA8-4F60-EC47-BC26-52A48653B4EB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-853167" y="2850312"/>
              <a:ext cx="90333" cy="51545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228C72-665E-F289-6C84-52D118573015}"/>
              </a:ext>
            </a:extLst>
          </p:cNvPr>
          <p:cNvSpPr txBox="1"/>
          <p:nvPr/>
        </p:nvSpPr>
        <p:spPr>
          <a:xfrm>
            <a:off x="923018" y="3734166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Journal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B99A6BA7-F539-B873-92AA-83A26C2561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38900" y="3805758"/>
            <a:ext cx="167980" cy="13381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158330D5-FB86-7CCD-6A2E-3CCD76D2EB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9202567">
            <a:off x="826712" y="3585167"/>
            <a:ext cx="90710" cy="14513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0965E-73CC-9F35-A28B-EDE8F1926303}"/>
              </a:ext>
            </a:extLst>
          </p:cNvPr>
          <p:cNvSpPr txBox="1"/>
          <p:nvPr/>
        </p:nvSpPr>
        <p:spPr>
          <a:xfrm>
            <a:off x="1774969" y="3734166"/>
            <a:ext cx="94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English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51D4DF-26E9-C27A-B26D-9A0035DFDA47}"/>
              </a:ext>
            </a:extLst>
          </p:cNvPr>
          <p:cNvSpPr txBox="1"/>
          <p:nvPr/>
        </p:nvSpPr>
        <p:spPr>
          <a:xfrm>
            <a:off x="532696" y="2233696"/>
            <a:ext cx="1784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a1. Data Collection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CAEF71-B3E9-DE70-C9EA-A833F5CDC3C3}"/>
              </a:ext>
            </a:extLst>
          </p:cNvPr>
          <p:cNvSpPr txBox="1"/>
          <p:nvPr/>
        </p:nvSpPr>
        <p:spPr>
          <a:xfrm>
            <a:off x="-1863924" y="3818949"/>
            <a:ext cx="2389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Initial pool 16819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by metadata 11023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1FC5F24-51BA-AB54-5AF9-FEEAF3A01882}"/>
              </a:ext>
            </a:extLst>
          </p:cNvPr>
          <p:cNvSpPr txBox="1"/>
          <p:nvPr/>
        </p:nvSpPr>
        <p:spPr>
          <a:xfrm>
            <a:off x="923017" y="3523532"/>
            <a:ext cx="1477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Social Sciences</a:t>
            </a:r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F3C04B22-DD5B-E61B-C864-92F485F8F09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0508" y="3799062"/>
            <a:ext cx="143118" cy="147207"/>
          </a:xfrm>
          <a:prstGeom prst="rect">
            <a:avLst/>
          </a:prstGeom>
        </p:spPr>
      </p:pic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9C6FC2C3-9E14-8E6B-43FB-441087615D5C}"/>
              </a:ext>
            </a:extLst>
          </p:cNvPr>
          <p:cNvSpPr/>
          <p:nvPr/>
        </p:nvSpPr>
        <p:spPr>
          <a:xfrm>
            <a:off x="3024888" y="2525378"/>
            <a:ext cx="2231495" cy="166615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384235-4F73-1161-0155-DBB161A89795}"/>
              </a:ext>
            </a:extLst>
          </p:cNvPr>
          <p:cNvSpPr/>
          <p:nvPr/>
        </p:nvSpPr>
        <p:spPr>
          <a:xfrm>
            <a:off x="3078143" y="2751930"/>
            <a:ext cx="1303964" cy="2035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CBBB81-5B19-681F-22E7-69DEF45E35CE}"/>
              </a:ext>
            </a:extLst>
          </p:cNvPr>
          <p:cNvSpPr txBox="1"/>
          <p:nvPr/>
        </p:nvSpPr>
        <p:spPr>
          <a:xfrm>
            <a:off x="2998317" y="2702245"/>
            <a:ext cx="23653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{</a:t>
            </a:r>
            <a:r>
              <a:rPr lang="en-US" sz="1200" dirty="0" err="1">
                <a:latin typeface="Aeonik" panose="02010503030300000000" pitchFamily="2" charset="0"/>
                <a:cs typeface="Arial" panose="020B0604020202020204" pitchFamily="34" charset="0"/>
              </a:rPr>
              <a:t>all_abstracts.json</a:t>
            </a:r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}</a:t>
            </a:r>
          </a:p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First, find the representative categories of datasets that the papers used based on the abstracts […]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4D4D0AF-32FA-F37F-63C1-5AE1352E57F1}"/>
              </a:ext>
            </a:extLst>
          </p:cNvPr>
          <p:cNvGrpSpPr/>
          <p:nvPr/>
        </p:nvGrpSpPr>
        <p:grpSpPr>
          <a:xfrm>
            <a:off x="4441363" y="2512727"/>
            <a:ext cx="774351" cy="261610"/>
            <a:chOff x="2014908" y="4834275"/>
            <a:chExt cx="774351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3D9EE7E1-75C1-73DF-20DA-3C5AF01F0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71075"/>
            <a:stretch>
              <a:fillRect/>
            </a:stretch>
          </p:blipFill>
          <p:spPr>
            <a:xfrm>
              <a:off x="2014908" y="4899026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C5A4B51-C67D-C5C7-2197-515EDD29849B}"/>
                </a:ext>
              </a:extLst>
            </p:cNvPr>
            <p:cNvSpPr txBox="1"/>
            <p:nvPr/>
          </p:nvSpPr>
          <p:spPr>
            <a:xfrm>
              <a:off x="2110868" y="4834275"/>
              <a:ext cx="67839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Aeonik" panose="02010503030300000000" pitchFamily="2" charset="0"/>
                  <a:cs typeface="Arial" panose="020B0604020202020204" pitchFamily="34" charset="0"/>
                </a:rPr>
                <a:t>GPT-o3</a:t>
              </a:r>
              <a:endParaRPr lang="en-US" sz="12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DCB5697F-CFF7-7D30-571B-8BA1F5BD2D8C}"/>
              </a:ext>
            </a:extLst>
          </p:cNvPr>
          <p:cNvSpPr txBox="1"/>
          <p:nvPr/>
        </p:nvSpPr>
        <p:spPr>
          <a:xfrm>
            <a:off x="3028234" y="2209884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C1F423C-3F16-DAD3-3E82-B0D07AF51EEB}"/>
              </a:ext>
            </a:extLst>
          </p:cNvPr>
          <p:cNvGrpSpPr/>
          <p:nvPr/>
        </p:nvGrpSpPr>
        <p:grpSpPr>
          <a:xfrm>
            <a:off x="2934756" y="4352432"/>
            <a:ext cx="2438121" cy="2161001"/>
            <a:chOff x="2993519" y="4820779"/>
            <a:chExt cx="2438121" cy="2161001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215F622-325B-3B1B-4D90-D2CE5C37A0EF}"/>
                </a:ext>
              </a:extLst>
            </p:cNvPr>
            <p:cNvSpPr>
              <a:spLocks/>
            </p:cNvSpPr>
            <p:nvPr/>
          </p:nvSpPr>
          <p:spPr>
            <a:xfrm>
              <a:off x="2993519" y="4820779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D2BB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2DC3E4F-E7D3-3E8C-24D6-9831FD9724A4}"/>
                </a:ext>
              </a:extLst>
            </p:cNvPr>
            <p:cNvSpPr txBox="1"/>
            <p:nvPr/>
          </p:nvSpPr>
          <p:spPr>
            <a:xfrm>
              <a:off x="3087312" y="4910403"/>
              <a:ext cx="23356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b2. Category Assignment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F0012CF-F224-10F2-5867-DBE5495782F2}"/>
                </a:ext>
              </a:extLst>
            </p:cNvPr>
            <p:cNvSpPr/>
            <p:nvPr/>
          </p:nvSpPr>
          <p:spPr>
            <a:xfrm>
              <a:off x="3090599" y="5225897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A351E78-E9A5-C940-829D-7A32F125643F}"/>
                </a:ext>
              </a:extLst>
            </p:cNvPr>
            <p:cNvSpPr/>
            <p:nvPr/>
          </p:nvSpPr>
          <p:spPr>
            <a:xfrm>
              <a:off x="3132488" y="5362121"/>
              <a:ext cx="962549" cy="2035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56687B-4AC0-91E6-8253-BA320FA7620E}"/>
                </a:ext>
              </a:extLst>
            </p:cNvPr>
            <p:cNvSpPr txBox="1"/>
            <p:nvPr/>
          </p:nvSpPr>
          <p:spPr>
            <a:xfrm>
              <a:off x="3057845" y="5305599"/>
              <a:ext cx="23428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{abstract [k] }</a:t>
              </a:r>
            </a:p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First, recognize the types of datasets the papers used based on the abstracts. Does it belong to any of the following categories?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Regression-based Measure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Rank-based Measure […]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A5452B1-3211-65EC-176F-DC0599515656}"/>
                </a:ext>
              </a:extLst>
            </p:cNvPr>
            <p:cNvGrpSpPr/>
            <p:nvPr/>
          </p:nvGrpSpPr>
          <p:grpSpPr>
            <a:xfrm>
              <a:off x="4523624" y="5209427"/>
              <a:ext cx="774351" cy="261610"/>
              <a:chOff x="2014908" y="4834275"/>
              <a:chExt cx="774351" cy="261610"/>
            </a:xfrm>
          </p:grpSpPr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A68FF23B-8D65-8556-0DF8-3B7999FC0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97B258-BD4D-B6E2-B4A1-2D6B872A494B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678391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GPT-o3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77DCE7F-654D-4A32-7B58-B2A8C3074908}"/>
              </a:ext>
            </a:extLst>
          </p:cNvPr>
          <p:cNvGrpSpPr/>
          <p:nvPr/>
        </p:nvGrpSpPr>
        <p:grpSpPr>
          <a:xfrm>
            <a:off x="5426132" y="2157882"/>
            <a:ext cx="2438121" cy="2161001"/>
            <a:chOff x="6760360" y="2270174"/>
            <a:chExt cx="2438121" cy="2161001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4900284B-146E-DA08-562D-1CA9E2EBBF2E}"/>
                </a:ext>
              </a:extLst>
            </p:cNvPr>
            <p:cNvSpPr>
              <a:spLocks/>
            </p:cNvSpPr>
            <p:nvPr/>
          </p:nvSpPr>
          <p:spPr>
            <a:xfrm>
              <a:off x="6760360" y="2270174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E9DC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99EA18B1-D458-6255-CB9A-A8DED3303B4E}"/>
                </a:ext>
              </a:extLst>
            </p:cNvPr>
            <p:cNvSpPr/>
            <p:nvPr/>
          </p:nvSpPr>
          <p:spPr>
            <a:xfrm>
              <a:off x="6850807" y="2675292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FF3BC4D-D294-4669-F3E7-3053A3D14392}"/>
                </a:ext>
              </a:extLst>
            </p:cNvPr>
            <p:cNvSpPr txBox="1"/>
            <p:nvPr/>
          </p:nvSpPr>
          <p:spPr>
            <a:xfrm>
              <a:off x="6854153" y="2359798"/>
              <a:ext cx="14285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 KG Creation</a:t>
              </a:r>
            </a:p>
          </p:txBody>
        </p:sp>
        <p:pic>
          <p:nvPicPr>
            <p:cNvPr id="51" name="Picture 5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5C1ED2E-7183-8AAA-296A-205921462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59391" y="2700352"/>
              <a:ext cx="596777" cy="223792"/>
            </a:xfrm>
            <a:prstGeom prst="rect">
              <a:avLst/>
            </a:prstGeom>
          </p:spPr>
        </p:pic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C2E3FF6-5125-4419-8B3A-9C4469A6A87C}"/>
                </a:ext>
              </a:extLst>
            </p:cNvPr>
            <p:cNvGrpSpPr/>
            <p:nvPr/>
          </p:nvGrpSpPr>
          <p:grpSpPr>
            <a:xfrm>
              <a:off x="6947388" y="2973667"/>
              <a:ext cx="1755049" cy="1264290"/>
              <a:chOff x="686896" y="7975605"/>
              <a:chExt cx="1953758" cy="1407435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9CC2CF32-8715-8D12-4DCB-8361A5CE1B2A}"/>
                  </a:ext>
                </a:extLst>
              </p:cNvPr>
              <p:cNvGrpSpPr/>
              <p:nvPr/>
            </p:nvGrpSpPr>
            <p:grpSpPr>
              <a:xfrm>
                <a:off x="686896" y="7975605"/>
                <a:ext cx="1953758" cy="1407435"/>
                <a:chOff x="1346200" y="868677"/>
                <a:chExt cx="7996856" cy="5760721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F6E28387-18C1-857E-6FAC-B983C84A54FD}"/>
                    </a:ext>
                  </a:extLst>
                </p:cNvPr>
                <p:cNvCxnSpPr>
                  <a:cxnSpLocks/>
                  <a:endCxn id="58" idx="2"/>
                </p:cNvCxnSpPr>
                <p:nvPr/>
              </p:nvCxnSpPr>
              <p:spPr>
                <a:xfrm>
                  <a:off x="4335833" y="1879462"/>
                  <a:ext cx="2263565" cy="0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8AFB5337-7097-6BAE-2900-A1A538BF0681}"/>
                    </a:ext>
                  </a:extLst>
                </p:cNvPr>
                <p:cNvSpPr/>
                <p:nvPr/>
              </p:nvSpPr>
              <p:spPr>
                <a:xfrm>
                  <a:off x="1346200" y="3056466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5C1AA3EB-1534-5E12-4BB5-BC2806FD334D}"/>
                    </a:ext>
                  </a:extLst>
                </p:cNvPr>
                <p:cNvSpPr/>
                <p:nvPr/>
              </p:nvSpPr>
              <p:spPr>
                <a:xfrm>
                  <a:off x="3272367" y="868677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0E184318-7110-71E5-0503-D6ADE4D0613A}"/>
                    </a:ext>
                  </a:extLst>
                </p:cNvPr>
                <p:cNvSpPr/>
                <p:nvPr/>
              </p:nvSpPr>
              <p:spPr>
                <a:xfrm>
                  <a:off x="6599398" y="986229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529395F7-2FED-95BC-8C41-745CD96C436C}"/>
                    </a:ext>
                  </a:extLst>
                </p:cNvPr>
                <p:cNvSpPr/>
                <p:nvPr/>
              </p:nvSpPr>
              <p:spPr>
                <a:xfrm>
                  <a:off x="4812932" y="3228929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FD2F9889-D637-F6C9-BCA4-810C8CB9F0D7}"/>
                    </a:ext>
                  </a:extLst>
                </p:cNvPr>
                <p:cNvSpPr/>
                <p:nvPr/>
              </p:nvSpPr>
              <p:spPr>
                <a:xfrm>
                  <a:off x="7556590" y="3626534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D802726C-B6B4-79C6-1B05-13E3476CD06A}"/>
                    </a:ext>
                  </a:extLst>
                </p:cNvPr>
                <p:cNvCxnSpPr>
                  <a:cxnSpLocks/>
                  <a:stCxn id="54" idx="7"/>
                  <a:endCxn id="57" idx="3"/>
                </p:cNvCxnSpPr>
                <p:nvPr/>
              </p:nvCxnSpPr>
              <p:spPr>
                <a:xfrm flipV="1">
                  <a:off x="2871044" y="2393521"/>
                  <a:ext cx="662945" cy="924567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82FDA377-E756-51C9-0D62-E8367F79A010}"/>
                    </a:ext>
                  </a:extLst>
                </p:cNvPr>
                <p:cNvCxnSpPr>
                  <a:cxnSpLocks/>
                  <a:stCxn id="54" idx="6"/>
                </p:cNvCxnSpPr>
                <p:nvPr/>
              </p:nvCxnSpPr>
              <p:spPr>
                <a:xfrm flipV="1">
                  <a:off x="3132666" y="2241007"/>
                  <a:ext cx="3530691" cy="1708692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46A8F36-8740-4738-A73A-7DACD5294EAB}"/>
                    </a:ext>
                  </a:extLst>
                </p:cNvPr>
                <p:cNvCxnSpPr>
                  <a:cxnSpLocks/>
                  <a:stCxn id="58" idx="3"/>
                  <a:endCxn id="59" idx="7"/>
                </p:cNvCxnSpPr>
                <p:nvPr/>
              </p:nvCxnSpPr>
              <p:spPr>
                <a:xfrm flipH="1">
                  <a:off x="6337776" y="2511073"/>
                  <a:ext cx="523244" cy="979478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C57F780-28C6-8199-21D0-5187E5B04B0C}"/>
                    </a:ext>
                  </a:extLst>
                </p:cNvPr>
                <p:cNvCxnSpPr>
                  <a:cxnSpLocks/>
                  <a:endCxn id="60" idx="2"/>
                </p:cNvCxnSpPr>
                <p:nvPr/>
              </p:nvCxnSpPr>
              <p:spPr>
                <a:xfrm>
                  <a:off x="6571338" y="4285458"/>
                  <a:ext cx="985252" cy="23430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228D98B-23FD-5BFB-C0A4-2BF623A9702B}"/>
                    </a:ext>
                  </a:extLst>
                </p:cNvPr>
                <p:cNvCxnSpPr>
                  <a:cxnSpLocks/>
                  <a:endCxn id="60" idx="0"/>
                </p:cNvCxnSpPr>
                <p:nvPr/>
              </p:nvCxnSpPr>
              <p:spPr>
                <a:xfrm>
                  <a:off x="7878341" y="2700059"/>
                  <a:ext cx="571482" cy="926475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B8EE1A08-6EEF-F167-204C-AADF68E8FD85}"/>
                    </a:ext>
                  </a:extLst>
                </p:cNvPr>
                <p:cNvSpPr/>
                <p:nvPr/>
              </p:nvSpPr>
              <p:spPr>
                <a:xfrm>
                  <a:off x="3071312" y="4842932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5BA0FB3B-075D-E6F0-9309-5464FFC13D0A}"/>
                    </a:ext>
                  </a:extLst>
                </p:cNvPr>
                <p:cNvCxnSpPr>
                  <a:cxnSpLocks/>
                  <a:endCxn id="60" idx="1"/>
                </p:cNvCxnSpPr>
                <p:nvPr/>
              </p:nvCxnSpPr>
              <p:spPr>
                <a:xfrm>
                  <a:off x="5013987" y="2081330"/>
                  <a:ext cx="2804225" cy="1806826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C9BCFBA-974B-609C-547B-8BA561D99275}"/>
                    </a:ext>
                  </a:extLst>
                </p:cNvPr>
                <p:cNvCxnSpPr>
                  <a:cxnSpLocks/>
                  <a:stCxn id="54" idx="5"/>
                  <a:endCxn id="71" idx="1"/>
                </p:cNvCxnSpPr>
                <p:nvPr/>
              </p:nvCxnSpPr>
              <p:spPr>
                <a:xfrm>
                  <a:off x="2871044" y="4581310"/>
                  <a:ext cx="461890" cy="523244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01EDDCA3-2FA8-3E33-AB67-C662CA9671D9}"/>
                    </a:ext>
                  </a:extLst>
                </p:cNvPr>
                <p:cNvCxnSpPr>
                  <a:cxnSpLocks/>
                  <a:endCxn id="59" idx="2"/>
                </p:cNvCxnSpPr>
                <p:nvPr/>
              </p:nvCxnSpPr>
              <p:spPr>
                <a:xfrm flipV="1">
                  <a:off x="3132666" y="4122162"/>
                  <a:ext cx="1680266" cy="43303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ED79767B-9448-1E8D-3B0F-F4F54F86ECC3}"/>
                    </a:ext>
                  </a:extLst>
                </p:cNvPr>
                <p:cNvCxnSpPr>
                  <a:stCxn id="57" idx="4"/>
                  <a:endCxn id="71" idx="0"/>
                </p:cNvCxnSpPr>
                <p:nvPr/>
              </p:nvCxnSpPr>
              <p:spPr>
                <a:xfrm flipH="1">
                  <a:off x="3964545" y="2655143"/>
                  <a:ext cx="201055" cy="218778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F434F8B-C2AD-771F-4936-0D13280D9684}"/>
                  </a:ext>
                </a:extLst>
              </p:cNvPr>
              <p:cNvSpPr txBox="1"/>
              <p:nvPr/>
            </p:nvSpPr>
            <p:spPr>
              <a:xfrm>
                <a:off x="1174567" y="8044164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46198BA-BA0E-6B69-A0C8-452118612247}"/>
                  </a:ext>
                </a:extLst>
              </p:cNvPr>
              <p:cNvSpPr txBox="1"/>
              <p:nvPr/>
            </p:nvSpPr>
            <p:spPr>
              <a:xfrm>
                <a:off x="1533872" y="8612799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M2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5DF45A2-0730-F7CA-7560-B9114318E30E}"/>
                  </a:ext>
                </a:extLst>
              </p:cNvPr>
              <p:cNvSpPr txBox="1"/>
              <p:nvPr/>
            </p:nvSpPr>
            <p:spPr>
              <a:xfrm>
                <a:off x="697281" y="858175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D1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0B22E27-F78F-A057-5E70-430587BE5CC6}"/>
                  </a:ext>
                </a:extLst>
              </p:cNvPr>
              <p:cNvSpPr txBox="1"/>
              <p:nvPr/>
            </p:nvSpPr>
            <p:spPr>
              <a:xfrm>
                <a:off x="1128422" y="9021673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R1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D180C7E-B335-43DD-C640-0F6FED4C569C}"/>
                  </a:ext>
                </a:extLst>
              </p:cNvPr>
              <p:cNvSpPr txBox="1"/>
              <p:nvPr/>
            </p:nvSpPr>
            <p:spPr>
              <a:xfrm>
                <a:off x="1981466" y="8075325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R2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EA2A10F-9EBA-0DC4-98F4-20B94F52538C}"/>
                  </a:ext>
                </a:extLst>
              </p:cNvPr>
              <p:cNvSpPr txBox="1"/>
              <p:nvPr/>
            </p:nvSpPr>
            <p:spPr>
              <a:xfrm>
                <a:off x="2214577" y="871331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D2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B483433-0734-0437-B7D9-22FD8F55B7DA}"/>
                </a:ext>
              </a:extLst>
            </p:cNvPr>
            <p:cNvSpPr txBox="1"/>
            <p:nvPr/>
          </p:nvSpPr>
          <p:spPr>
            <a:xfrm>
              <a:off x="8310366" y="396780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30 Nodes</a:t>
              </a:r>
            </a:p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483 Edges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F13CFB4-EB62-5967-63B3-F676B88DF29E}"/>
              </a:ext>
            </a:extLst>
          </p:cNvPr>
          <p:cNvGrpSpPr/>
          <p:nvPr/>
        </p:nvGrpSpPr>
        <p:grpSpPr>
          <a:xfrm>
            <a:off x="460274" y="4352433"/>
            <a:ext cx="2438121" cy="2161001"/>
            <a:chOff x="2993519" y="2153025"/>
            <a:chExt cx="2438121" cy="2161001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A866255E-E0E8-A532-0908-D0F228D4887B}"/>
                </a:ext>
              </a:extLst>
            </p:cNvPr>
            <p:cNvSpPr>
              <a:spLocks/>
            </p:cNvSpPr>
            <p:nvPr/>
          </p:nvSpPr>
          <p:spPr>
            <a:xfrm>
              <a:off x="2993519" y="2153025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B6D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89349B-1A1A-BD62-9979-82B5CC53B8C4}"/>
                </a:ext>
              </a:extLst>
            </p:cNvPr>
            <p:cNvSpPr txBox="1"/>
            <p:nvPr/>
          </p:nvSpPr>
          <p:spPr>
            <a:xfrm>
              <a:off x="3087312" y="2242649"/>
              <a:ext cx="2013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a2. Data Management</a:t>
              </a:r>
            </a:p>
          </p:txBody>
        </p:sp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71C95502-0385-0D68-A80C-35D66E9912E2}"/>
                </a:ext>
              </a:extLst>
            </p:cNvPr>
            <p:cNvSpPr/>
            <p:nvPr/>
          </p:nvSpPr>
          <p:spPr>
            <a:xfrm>
              <a:off x="3090599" y="2558143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858A6E0-651C-7790-4C83-F4D0EBE53BB5}"/>
                </a:ext>
              </a:extLst>
            </p:cNvPr>
            <p:cNvGrpSpPr/>
            <p:nvPr/>
          </p:nvGrpSpPr>
          <p:grpSpPr>
            <a:xfrm>
              <a:off x="3221031" y="2664594"/>
              <a:ext cx="969917" cy="261610"/>
              <a:chOff x="2014908" y="4834275"/>
              <a:chExt cx="969917" cy="261610"/>
            </a:xfrm>
          </p:grpSpPr>
          <p:pic>
            <p:nvPicPr>
              <p:cNvPr id="100" name="Graphic 99">
                <a:extLst>
                  <a:ext uri="{FF2B5EF4-FFF2-40B4-BE49-F238E27FC236}">
                    <a16:creationId xmlns:a16="http://schemas.microsoft.com/office/drawing/2014/main" id="{1B29E6C3-93BF-3201-3E16-F430A42A4D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CFAF77F6-F939-F9B2-621F-58BE11B80F4C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87395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 4o/o3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9F03A2D-224D-FB98-5657-724C23B94EB5}"/>
                </a:ext>
              </a:extLst>
            </p:cNvPr>
            <p:cNvSpPr txBox="1"/>
            <p:nvPr/>
          </p:nvSpPr>
          <p:spPr>
            <a:xfrm>
              <a:off x="3304271" y="2882795"/>
              <a:ext cx="210106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Relevance checks</a:t>
              </a: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E98B-6EE7-6EB6-A0C7-3BF33DB1C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812" y="3208718"/>
              <a:ext cx="777900" cy="141957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19F8DBF0-C77E-8AE0-F85D-854ED20C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087254" y="3190742"/>
              <a:ext cx="1025313" cy="183821"/>
            </a:xfrm>
            <a:prstGeom prst="rect">
              <a:avLst/>
            </a:prstGeom>
          </p:spPr>
        </p:pic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7A43BA5-7CEE-27A9-40D1-FBF16F14F8DD}"/>
                </a:ext>
              </a:extLst>
            </p:cNvPr>
            <p:cNvSpPr txBox="1"/>
            <p:nvPr/>
          </p:nvSpPr>
          <p:spPr>
            <a:xfrm>
              <a:off x="3304271" y="3387076"/>
              <a:ext cx="210106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Crossed-checked abstracts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Manually checked duplicated abstracts in the sample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CCA7A493-5641-2C26-2E18-B101650CFD7F}"/>
              </a:ext>
            </a:extLst>
          </p:cNvPr>
          <p:cNvSpPr txBox="1"/>
          <p:nvPr/>
        </p:nvSpPr>
        <p:spPr>
          <a:xfrm>
            <a:off x="1533377" y="3996724"/>
            <a:ext cx="125547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16819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D7BBCFB-48C7-8790-6097-930E03C571F3}"/>
              </a:ext>
            </a:extLst>
          </p:cNvPr>
          <p:cNvSpPr txBox="1"/>
          <p:nvPr/>
        </p:nvSpPr>
        <p:spPr>
          <a:xfrm>
            <a:off x="3601169" y="3700445"/>
            <a:ext cx="161454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Measures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 Data Types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Research Question Types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D3D17AE-468D-75D7-0DD2-28FFA5A6B004}"/>
              </a:ext>
            </a:extLst>
          </p:cNvPr>
          <p:cNvSpPr txBox="1"/>
          <p:nvPr/>
        </p:nvSpPr>
        <p:spPr>
          <a:xfrm>
            <a:off x="1661617" y="6207037"/>
            <a:ext cx="11272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617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270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1EA5-178A-7E3A-23D8-D67C606BF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3">
            <a:extLst>
              <a:ext uri="{FF2B5EF4-FFF2-40B4-BE49-F238E27FC236}">
                <a16:creationId xmlns:a16="http://schemas.microsoft.com/office/drawing/2014/main" id="{5C318CF6-27B6-0EC2-8138-4B5ED8C9C7C7}"/>
              </a:ext>
            </a:extLst>
          </p:cNvPr>
          <p:cNvSpPr/>
          <p:nvPr/>
        </p:nvSpPr>
        <p:spPr>
          <a:xfrm>
            <a:off x="7130547" y="932330"/>
            <a:ext cx="2696066" cy="4643718"/>
          </a:xfrm>
          <a:prstGeom prst="rect">
            <a:avLst/>
          </a:prstGeom>
          <a:solidFill>
            <a:srgbClr val="AE75A2">
              <a:alpha val="1254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2080DEB-4ABA-2359-557F-E20E759059BD}"/>
              </a:ext>
            </a:extLst>
          </p:cNvPr>
          <p:cNvSpPr/>
          <p:nvPr/>
        </p:nvSpPr>
        <p:spPr>
          <a:xfrm>
            <a:off x="4202678" y="932330"/>
            <a:ext cx="2696066" cy="4643718"/>
          </a:xfrm>
          <a:prstGeom prst="rect">
            <a:avLst/>
          </a:prstGeom>
          <a:solidFill>
            <a:srgbClr val="F4A637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F50EA6F7-E8E8-4972-39E3-BAEDC9488CA4}"/>
              </a:ext>
            </a:extLst>
          </p:cNvPr>
          <p:cNvSpPr/>
          <p:nvPr/>
        </p:nvSpPr>
        <p:spPr>
          <a:xfrm>
            <a:off x="1286421" y="932330"/>
            <a:ext cx="2696066" cy="4643718"/>
          </a:xfrm>
          <a:prstGeom prst="rect">
            <a:avLst/>
          </a:prstGeom>
          <a:solidFill>
            <a:srgbClr val="7BB0DF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FF30833-9F42-2E3C-A5D2-06A3ADE7587A}"/>
              </a:ext>
            </a:extLst>
          </p:cNvPr>
          <p:cNvSpPr>
            <a:spLocks noChangeAspect="1"/>
          </p:cNvSpPr>
          <p:nvPr/>
        </p:nvSpPr>
        <p:spPr>
          <a:xfrm>
            <a:off x="1434309" y="1032603"/>
            <a:ext cx="2438121" cy="2104597"/>
          </a:xfrm>
          <a:prstGeom prst="roundRect">
            <a:avLst>
              <a:gd name="adj" fmla="val 5135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D7D3AC-CE20-4754-69E8-5E8005C1E703}"/>
              </a:ext>
            </a:extLst>
          </p:cNvPr>
          <p:cNvSpPr txBox="1"/>
          <p:nvPr/>
        </p:nvSpPr>
        <p:spPr>
          <a:xfrm>
            <a:off x="1501512" y="1040320"/>
            <a:ext cx="1784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a1. Data Collection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F67A6C7-86FA-9284-5A19-27EBB6B67BBA}"/>
              </a:ext>
            </a:extLst>
          </p:cNvPr>
          <p:cNvSpPr/>
          <p:nvPr/>
        </p:nvSpPr>
        <p:spPr>
          <a:xfrm>
            <a:off x="1536114" y="1366723"/>
            <a:ext cx="2238172" cy="1460837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C0EA54-62EA-FC8C-0A71-963E134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64" y="1462213"/>
            <a:ext cx="777900" cy="141957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DCDB3C0-B34B-738D-4012-EE66841E4B2D}"/>
              </a:ext>
            </a:extLst>
          </p:cNvPr>
          <p:cNvSpPr/>
          <p:nvPr/>
        </p:nvSpPr>
        <p:spPr>
          <a:xfrm>
            <a:off x="1655326" y="1668274"/>
            <a:ext cx="1989488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69A52C2-9EB3-5405-1172-F69257C968C4}"/>
              </a:ext>
            </a:extLst>
          </p:cNvPr>
          <p:cNvSpPr txBox="1"/>
          <p:nvPr/>
        </p:nvSpPr>
        <p:spPr>
          <a:xfrm>
            <a:off x="1610382" y="1660574"/>
            <a:ext cx="2089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{intergenerational, ‘ ’}, {wealth, income, earning}, {mobility, transition}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4B8E00F0-8B4C-9DAB-6671-ABB452AEE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2409" y="1437122"/>
            <a:ext cx="141059" cy="17632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B5DD44C-5B5F-4B03-061A-35F22BA1B0BA}"/>
              </a:ext>
            </a:extLst>
          </p:cNvPr>
          <p:cNvSpPr txBox="1"/>
          <p:nvPr/>
        </p:nvSpPr>
        <p:spPr>
          <a:xfrm>
            <a:off x="1783468" y="1386784"/>
            <a:ext cx="9602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Keywords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22E510-A4C6-0BA0-FB0E-611B300E1E99}"/>
              </a:ext>
            </a:extLst>
          </p:cNvPr>
          <p:cNvSpPr txBox="1"/>
          <p:nvPr/>
        </p:nvSpPr>
        <p:spPr>
          <a:xfrm>
            <a:off x="1933121" y="2505462"/>
            <a:ext cx="686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Journal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EDE842DE-A426-2847-08A3-06A8BA7FF7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49003" y="2577054"/>
            <a:ext cx="167980" cy="13381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34A645C-DE14-8653-7141-24691975B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9202567">
            <a:off x="1836815" y="2356463"/>
            <a:ext cx="90710" cy="14513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9BE5213-1937-487A-480E-C2F8AEA0144E}"/>
              </a:ext>
            </a:extLst>
          </p:cNvPr>
          <p:cNvSpPr txBox="1"/>
          <p:nvPr/>
        </p:nvSpPr>
        <p:spPr>
          <a:xfrm>
            <a:off x="2785072" y="2505462"/>
            <a:ext cx="94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English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7EC380-06AD-84CB-C3F5-20CC4B22506F}"/>
              </a:ext>
            </a:extLst>
          </p:cNvPr>
          <p:cNvSpPr txBox="1"/>
          <p:nvPr/>
        </p:nvSpPr>
        <p:spPr>
          <a:xfrm>
            <a:off x="1933120" y="2294828"/>
            <a:ext cx="1477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Social Sciences</a:t>
            </a:r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497E3564-91C4-D747-B857-F1E7F00255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10611" y="2570358"/>
            <a:ext cx="143118" cy="147207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A7E2D25C-6706-42B6-5451-F0C2E5892C47}"/>
              </a:ext>
            </a:extLst>
          </p:cNvPr>
          <p:cNvSpPr txBox="1"/>
          <p:nvPr/>
        </p:nvSpPr>
        <p:spPr>
          <a:xfrm>
            <a:off x="2101666" y="2816788"/>
            <a:ext cx="17748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Corpus (N=16,819)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EF9EF4-97B3-0834-9B46-60A2E9434E51}"/>
              </a:ext>
            </a:extLst>
          </p:cNvPr>
          <p:cNvSpPr>
            <a:spLocks/>
          </p:cNvSpPr>
          <p:nvPr/>
        </p:nvSpPr>
        <p:spPr>
          <a:xfrm>
            <a:off x="4336964" y="3389068"/>
            <a:ext cx="2438121" cy="2061389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E02777-A4FA-D7DF-6EB2-A5E362D873AB}"/>
              </a:ext>
            </a:extLst>
          </p:cNvPr>
          <p:cNvSpPr txBox="1"/>
          <p:nvPr/>
        </p:nvSpPr>
        <p:spPr>
          <a:xfrm>
            <a:off x="4371242" y="3396334"/>
            <a:ext cx="2335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 Category Assignment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B0EB3A-C4BD-A6D1-75DF-70371BFAD430}"/>
              </a:ext>
            </a:extLst>
          </p:cNvPr>
          <p:cNvSpPr/>
          <p:nvPr/>
        </p:nvSpPr>
        <p:spPr>
          <a:xfrm>
            <a:off x="4435687" y="3714783"/>
            <a:ext cx="2231495" cy="626305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/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Input: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abstract.json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</m:oMath>
                </a14:m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N=617)</a:t>
                </a:r>
              </a:p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Task: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Label papers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blipFill>
                <a:blip r:embed="rId11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227A97F3-1A5B-9DF2-10B3-399328684344}"/>
              </a:ext>
            </a:extLst>
          </p:cNvPr>
          <p:cNvSpPr txBox="1"/>
          <p:nvPr/>
        </p:nvSpPr>
        <p:spPr>
          <a:xfrm>
            <a:off x="4723206" y="4348814"/>
            <a:ext cx="20313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 x Category Table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62C0823-DE8E-ECCD-BE41-5E61A70457F5}"/>
              </a:ext>
            </a:extLst>
          </p:cNvPr>
          <p:cNvSpPr>
            <a:spLocks/>
          </p:cNvSpPr>
          <p:nvPr/>
        </p:nvSpPr>
        <p:spPr>
          <a:xfrm>
            <a:off x="1434309" y="3389067"/>
            <a:ext cx="2438121" cy="203409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77D41B1-9BAD-A484-2BED-5E74D35A07E7}"/>
              </a:ext>
            </a:extLst>
          </p:cNvPr>
          <p:cNvSpPr txBox="1"/>
          <p:nvPr/>
        </p:nvSpPr>
        <p:spPr>
          <a:xfrm>
            <a:off x="1528102" y="3396334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a2. Data Curation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7254F2F-5389-EEBA-E7F6-11CA5D6EDDED}"/>
              </a:ext>
            </a:extLst>
          </p:cNvPr>
          <p:cNvGrpSpPr/>
          <p:nvPr/>
        </p:nvGrpSpPr>
        <p:grpSpPr>
          <a:xfrm>
            <a:off x="1528102" y="3703334"/>
            <a:ext cx="2290416" cy="1143527"/>
            <a:chOff x="1528102" y="3703334"/>
            <a:chExt cx="2290416" cy="1143527"/>
          </a:xfrm>
        </p:grpSpPr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18E09BD6-8A89-94B7-4F89-A6DECE2EE1BA}"/>
                </a:ext>
              </a:extLst>
            </p:cNvPr>
            <p:cNvSpPr/>
            <p:nvPr/>
          </p:nvSpPr>
          <p:spPr>
            <a:xfrm>
              <a:off x="1531389" y="3715144"/>
              <a:ext cx="2231495" cy="1131717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939A70F-31A7-E25B-84DA-00FDCD0AE61C}"/>
                </a:ext>
              </a:extLst>
            </p:cNvPr>
            <p:cNvGrpSpPr/>
            <p:nvPr/>
          </p:nvGrpSpPr>
          <p:grpSpPr>
            <a:xfrm>
              <a:off x="2532809" y="3703334"/>
              <a:ext cx="1285709" cy="261610"/>
              <a:chOff x="2014908" y="4834275"/>
              <a:chExt cx="1285709" cy="261610"/>
            </a:xfrm>
          </p:grpSpPr>
          <p:pic>
            <p:nvPicPr>
              <p:cNvPr id="100" name="Graphic 99">
                <a:extLst>
                  <a:ext uri="{FF2B5EF4-FFF2-40B4-BE49-F238E27FC236}">
                    <a16:creationId xmlns:a16="http://schemas.microsoft.com/office/drawing/2014/main" id="{2F645704-7580-53DF-F80D-E5E4AF55A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46E68080-7645-5B75-D39D-C67E048F6E4A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11897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50" dirty="0">
                    <a:latin typeface="Aeonik" panose="02010503030300000000" pitchFamily="2" charset="0"/>
                    <a:cs typeface="Arial" panose="020B0604020202020204" pitchFamily="34" charset="0"/>
                  </a:rPr>
                  <a:t>GPT 4o/o3-mini</a:t>
                </a:r>
                <a:endParaRPr lang="en-US" sz="11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6E1B532-18A7-DE6B-22C0-9BBCD0590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65260" y="3975977"/>
              <a:ext cx="777900" cy="141957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F99CB8F2-E8E0-46B4-9EA3-C393E400C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627702" y="3958001"/>
              <a:ext cx="1025313" cy="183821"/>
            </a:xfrm>
            <a:prstGeom prst="rect">
              <a:avLst/>
            </a:prstGeom>
          </p:spPr>
        </p:pic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5EEB963-EE76-CB00-DBBF-1E5B3E80CC5D}"/>
                </a:ext>
              </a:extLst>
            </p:cNvPr>
            <p:cNvSpPr txBox="1"/>
            <p:nvPr/>
          </p:nvSpPr>
          <p:spPr>
            <a:xfrm>
              <a:off x="1528102" y="4159646"/>
              <a:ext cx="22512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Relevance and duplication checks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Cross-verified abstracts</a:t>
              </a:r>
            </a:p>
          </p:txBody>
        </p: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3DD5AAEA-8185-9066-170D-3B166B18A533}"/>
              </a:ext>
            </a:extLst>
          </p:cNvPr>
          <p:cNvSpPr txBox="1"/>
          <p:nvPr/>
        </p:nvSpPr>
        <p:spPr>
          <a:xfrm>
            <a:off x="2031134" y="4868530"/>
            <a:ext cx="18453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Curated set (N=617)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6EFA359C-60B8-AFC4-93FC-F537BAF6D368}"/>
              </a:ext>
            </a:extLst>
          </p:cNvPr>
          <p:cNvSpPr/>
          <p:nvPr/>
        </p:nvSpPr>
        <p:spPr>
          <a:xfrm>
            <a:off x="2488418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517C682B-3046-9897-A9F7-CAA5E76641E2}"/>
              </a:ext>
            </a:extLst>
          </p:cNvPr>
          <p:cNvSpPr>
            <a:spLocks/>
          </p:cNvSpPr>
          <p:nvPr/>
        </p:nvSpPr>
        <p:spPr>
          <a:xfrm>
            <a:off x="7239472" y="1032603"/>
            <a:ext cx="2438121" cy="2104561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71FF2A2-5393-1161-C658-D8F6C3A06780}"/>
              </a:ext>
            </a:extLst>
          </p:cNvPr>
          <p:cNvSpPr/>
          <p:nvPr/>
        </p:nvSpPr>
        <p:spPr>
          <a:xfrm>
            <a:off x="7329919" y="1362874"/>
            <a:ext cx="2231495" cy="883402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5DD966-B19F-A6C0-437D-AD37C3D63FF3}"/>
              </a:ext>
            </a:extLst>
          </p:cNvPr>
          <p:cNvSpPr txBox="1"/>
          <p:nvPr/>
        </p:nvSpPr>
        <p:spPr>
          <a:xfrm>
            <a:off x="7330380" y="1040320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c1. KG Creation</a:t>
            </a:r>
          </a:p>
        </p:txBody>
      </p: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4B313EC-286D-AC6A-BF87-165D570E924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1357656"/>
            <a:ext cx="507825" cy="190435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E6D516F-C0DA-AA7D-B3B3-B90C164390B2}"/>
              </a:ext>
            </a:extLst>
          </p:cNvPr>
          <p:cNvSpPr txBox="1"/>
          <p:nvPr/>
        </p:nvSpPr>
        <p:spPr>
          <a:xfrm>
            <a:off x="7779449" y="2229788"/>
            <a:ext cx="18726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E4DFA0-7419-06F2-6785-CF803E48A422}"/>
              </a:ext>
            </a:extLst>
          </p:cNvPr>
          <p:cNvSpPr txBox="1"/>
          <p:nvPr/>
        </p:nvSpPr>
        <p:spPr>
          <a:xfrm>
            <a:off x="7837138" y="1569348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{M2, D1, R2}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7F013D0A-4D4F-CE6F-D567-1DC55574E99D}"/>
              </a:ext>
            </a:extLst>
          </p:cNvPr>
          <p:cNvSpPr>
            <a:spLocks/>
          </p:cNvSpPr>
          <p:nvPr/>
        </p:nvSpPr>
        <p:spPr>
          <a:xfrm>
            <a:off x="7239472" y="3389068"/>
            <a:ext cx="2438121" cy="2061390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B902DEE3-6129-BF2E-BECC-93375227BA14}"/>
              </a:ext>
            </a:extLst>
          </p:cNvPr>
          <p:cNvSpPr/>
          <p:nvPr/>
        </p:nvSpPr>
        <p:spPr>
          <a:xfrm>
            <a:off x="7329919" y="3718888"/>
            <a:ext cx="2231495" cy="774058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B5D0FEB-AD27-DCF7-5093-579853F869A6}"/>
              </a:ext>
            </a:extLst>
          </p:cNvPr>
          <p:cNvSpPr txBox="1"/>
          <p:nvPr/>
        </p:nvSpPr>
        <p:spPr>
          <a:xfrm>
            <a:off x="7336149" y="3396334"/>
            <a:ext cx="1530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c2. KG Analysis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D8196DF-A9F1-5E22-1B27-FE2963D5D3A1}"/>
              </a:ext>
            </a:extLst>
          </p:cNvPr>
          <p:cNvSpPr txBox="1"/>
          <p:nvPr/>
        </p:nvSpPr>
        <p:spPr>
          <a:xfrm>
            <a:off x="7318745" y="4505915"/>
            <a:ext cx="2346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 on Node, Pairs, and Triangles (Centrality)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BC95050-19BB-195D-E10B-FC3F90898711}"/>
              </a:ext>
            </a:extLst>
          </p:cNvPr>
          <p:cNvSpPr txBox="1"/>
          <p:nvPr/>
        </p:nvSpPr>
        <p:spPr>
          <a:xfrm>
            <a:off x="7335606" y="3888904"/>
            <a:ext cx="2258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Degree, Strength, Node/Edge Betweenness </a:t>
            </a:r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A1DBCC6C-3DB3-A5A1-E296-1E213C9EDA6C}"/>
              </a:ext>
            </a:extLst>
          </p:cNvPr>
          <p:cNvSpPr/>
          <p:nvPr/>
        </p:nvSpPr>
        <p:spPr>
          <a:xfrm>
            <a:off x="8332544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Chevron 219">
            <a:extLst>
              <a:ext uri="{FF2B5EF4-FFF2-40B4-BE49-F238E27FC236}">
                <a16:creationId xmlns:a16="http://schemas.microsoft.com/office/drawing/2014/main" id="{F46E558D-4AF0-F76F-D4FB-960036B1948E}"/>
              </a:ext>
            </a:extLst>
          </p:cNvPr>
          <p:cNvSpPr/>
          <p:nvPr/>
        </p:nvSpPr>
        <p:spPr>
          <a:xfrm>
            <a:off x="4069013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1" name="Chevron 220">
            <a:extLst>
              <a:ext uri="{FF2B5EF4-FFF2-40B4-BE49-F238E27FC236}">
                <a16:creationId xmlns:a16="http://schemas.microsoft.com/office/drawing/2014/main" id="{D74AFF47-D7ED-68F8-F34C-452DD1806C14}"/>
              </a:ext>
            </a:extLst>
          </p:cNvPr>
          <p:cNvSpPr/>
          <p:nvPr/>
        </p:nvSpPr>
        <p:spPr>
          <a:xfrm>
            <a:off x="3887478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2" name="Chevron 221">
            <a:extLst>
              <a:ext uri="{FF2B5EF4-FFF2-40B4-BE49-F238E27FC236}">
                <a16:creationId xmlns:a16="http://schemas.microsoft.com/office/drawing/2014/main" id="{AF67E592-F6CE-6980-7503-260648B5C4E8}"/>
              </a:ext>
            </a:extLst>
          </p:cNvPr>
          <p:cNvSpPr/>
          <p:nvPr/>
        </p:nvSpPr>
        <p:spPr>
          <a:xfrm>
            <a:off x="7007195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3" name="Chevron 222">
            <a:extLst>
              <a:ext uri="{FF2B5EF4-FFF2-40B4-BE49-F238E27FC236}">
                <a16:creationId xmlns:a16="http://schemas.microsoft.com/office/drawing/2014/main" id="{B675C445-3E08-48A0-3518-78A229A9FDA2}"/>
              </a:ext>
            </a:extLst>
          </p:cNvPr>
          <p:cNvSpPr/>
          <p:nvPr/>
        </p:nvSpPr>
        <p:spPr>
          <a:xfrm>
            <a:off x="6825660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25" name="Table 224">
            <a:extLst>
              <a:ext uri="{FF2B5EF4-FFF2-40B4-BE49-F238E27FC236}">
                <a16:creationId xmlns:a16="http://schemas.microsoft.com/office/drawing/2014/main" id="{6456C7B6-53BD-5F7A-2147-546328AD4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491594"/>
              </p:ext>
            </p:extLst>
          </p:nvPr>
        </p:nvGraphicFramePr>
        <p:xfrm>
          <a:off x="4443618" y="4615254"/>
          <a:ext cx="2215633" cy="715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581">
                  <a:extLst>
                    <a:ext uri="{9D8B030D-6E8A-4147-A177-3AD203B41FA5}">
                      <a16:colId xmlns:a16="http://schemas.microsoft.com/office/drawing/2014/main" val="3368317350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501978742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1205148829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2581931117"/>
                    </a:ext>
                  </a:extLst>
                </a:gridCol>
              </a:tblGrid>
              <a:tr h="189395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RQ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447799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654322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834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667028"/>
                  </a:ext>
                </a:extLst>
              </a:tr>
            </a:tbl>
          </a:graphicData>
        </a:graphic>
      </p:graphicFrame>
      <p:sp>
        <p:nvSpPr>
          <p:cNvPr id="228" name="Down Arrow 227">
            <a:extLst>
              <a:ext uri="{FF2B5EF4-FFF2-40B4-BE49-F238E27FC236}">
                <a16:creationId xmlns:a16="http://schemas.microsoft.com/office/drawing/2014/main" id="{2495FBBC-5FB2-2ED0-61E2-72BA0871C831}"/>
              </a:ext>
            </a:extLst>
          </p:cNvPr>
          <p:cNvSpPr/>
          <p:nvPr/>
        </p:nvSpPr>
        <p:spPr>
          <a:xfrm rot="16200000">
            <a:off x="7760416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870EBB-415B-2EA1-9267-D7B7120C08A6}"/>
              </a:ext>
            </a:extLst>
          </p:cNvPr>
          <p:cNvSpPr txBox="1"/>
          <p:nvPr/>
        </p:nvSpPr>
        <p:spPr>
          <a:xfrm>
            <a:off x="6080436" y="3096832"/>
            <a:ext cx="6783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</a:rPr>
              <a:t>*abbr. RQ</a:t>
            </a:r>
          </a:p>
        </p:txBody>
      </p:sp>
      <p:sp>
        <p:nvSpPr>
          <p:cNvPr id="241" name="Down Arrow 240">
            <a:extLst>
              <a:ext uri="{FF2B5EF4-FFF2-40B4-BE49-F238E27FC236}">
                <a16:creationId xmlns:a16="http://schemas.microsoft.com/office/drawing/2014/main" id="{EB61174B-EC77-DF2B-174B-D05728504BD6}"/>
              </a:ext>
            </a:extLst>
          </p:cNvPr>
          <p:cNvSpPr/>
          <p:nvPr/>
        </p:nvSpPr>
        <p:spPr>
          <a:xfrm rot="16200000">
            <a:off x="8706567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0EA01B36-DDEF-6295-3B59-3F735E4C67A7}"/>
              </a:ext>
            </a:extLst>
          </p:cNvPr>
          <p:cNvGrpSpPr/>
          <p:nvPr/>
        </p:nvGrpSpPr>
        <p:grpSpPr>
          <a:xfrm>
            <a:off x="8831941" y="1554766"/>
            <a:ext cx="565569" cy="303161"/>
            <a:chOff x="7832825" y="2719673"/>
            <a:chExt cx="565569" cy="303161"/>
          </a:xfrm>
        </p:grpSpPr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E8E87AF6-FFC0-899C-1814-FEF967E8F618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7E5A3A3C-C240-E6F5-12AD-6C4030D31C2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3B8BC8BF-AD21-3EDD-F124-D676BFFC7DEA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F8CA7522-C78D-4FF7-6CD7-32C426DD790B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79AC3E7-5061-F8E0-242C-5D18F044AA97}"/>
                </a:ext>
              </a:extLst>
            </p:cNvPr>
            <p:cNvCxnSpPr>
              <a:cxnSpLocks/>
              <a:stCxn id="243" idx="0"/>
              <a:endCxn id="24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C8370CD-B9EB-F4BB-0A7A-015B39771F86}"/>
                </a:ext>
              </a:extLst>
            </p:cNvPr>
            <p:cNvCxnSpPr>
              <a:cxnSpLocks/>
              <a:stCxn id="242" idx="0"/>
              <a:endCxn id="24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C38B8EE2-1AEA-55D6-7B35-12F89FAB969B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B2B284C-8D09-C7F9-F7DA-98692E61BED4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3D606164-B24F-C366-4D86-7620615CF821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9092ACCB-4440-5C62-0BB0-5DCAAC4C0730}"/>
              </a:ext>
            </a:extLst>
          </p:cNvPr>
          <p:cNvSpPr txBox="1"/>
          <p:nvPr/>
        </p:nvSpPr>
        <p:spPr>
          <a:xfrm rot="5400000">
            <a:off x="7512886" y="1755802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E07F794-7BED-C22E-C233-F633C23A5C0E}"/>
              </a:ext>
            </a:extLst>
          </p:cNvPr>
          <p:cNvSpPr txBox="1"/>
          <p:nvPr/>
        </p:nvSpPr>
        <p:spPr>
          <a:xfrm rot="5400000">
            <a:off x="8199581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E704B165-7737-C160-6243-42A6A5A0A8E0}"/>
              </a:ext>
            </a:extLst>
          </p:cNvPr>
          <p:cNvSpPr txBox="1"/>
          <p:nvPr/>
        </p:nvSpPr>
        <p:spPr>
          <a:xfrm rot="5400000">
            <a:off x="9008653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9EC15B6-133C-0C94-AF53-FF1E69D3FEED}"/>
              </a:ext>
            </a:extLst>
          </p:cNvPr>
          <p:cNvSpPr txBox="1"/>
          <p:nvPr/>
        </p:nvSpPr>
        <p:spPr>
          <a:xfrm>
            <a:off x="8236148" y="2487193"/>
            <a:ext cx="118251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 Properties: 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99A92347-A739-64A1-CE97-3EDF181085A0}"/>
              </a:ext>
            </a:extLst>
          </p:cNvPr>
          <p:cNvSpPr txBox="1"/>
          <p:nvPr/>
        </p:nvSpPr>
        <p:spPr>
          <a:xfrm>
            <a:off x="8241512" y="2637979"/>
            <a:ext cx="14759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Year, Papers, Weight w*</a:t>
            </a:r>
            <a:endParaRPr lang="en-US" sz="900" dirty="0">
              <a:solidFill>
                <a:schemeClr val="bg2">
                  <a:lumMod val="2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/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</m:oMath>
                </a14:m>
                <a:r>
                  <a:rPr lang="en-US" sz="900" b="1" dirty="0">
                    <a:solidFill>
                      <a:schemeClr val="bg2">
                        <a:lumMod val="25000"/>
                      </a:schemeClr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</m:t>
                        </m:r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eared</m:t>
                        </m:r>
                      </m:sub>
                    </m:sSub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+1</m:t>
                        </m:r>
                      </m:sub>
                    </m:sSub>
                    <m:r>
                      <a:rPr lang="en-US" sz="900" i="1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</m:sub>
                    </m:sSub>
                    <m:sSup>
                      <m:sSup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</m:t>
                        </m:r>
                      </m:e>
                      <m:sup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λ</m:t>
                        </m:r>
                      </m:sup>
                    </m:sSup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 </m:t>
                    </m:r>
                    <m:sSub>
                      <m:sSubPr>
                        <m:ctrl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reapp</m:t>
                        </m:r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.</m:t>
                        </m:r>
                      </m:sub>
                    </m:sSub>
                    <m:r>
                      <a:rPr lang="en-US" sz="900" b="1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9" name="Group 418">
            <a:extLst>
              <a:ext uri="{FF2B5EF4-FFF2-40B4-BE49-F238E27FC236}">
                <a16:creationId xmlns:a16="http://schemas.microsoft.com/office/drawing/2014/main" id="{39B45897-D7FC-BE93-F2AB-F85342291144}"/>
              </a:ext>
            </a:extLst>
          </p:cNvPr>
          <p:cNvGrpSpPr/>
          <p:nvPr/>
        </p:nvGrpSpPr>
        <p:grpSpPr>
          <a:xfrm>
            <a:off x="8761316" y="4829412"/>
            <a:ext cx="682368" cy="585991"/>
            <a:chOff x="9052964" y="5086011"/>
            <a:chExt cx="682368" cy="585991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D172272-87BD-2BAB-57B4-7D1B0AF912FB}"/>
                </a:ext>
              </a:extLst>
            </p:cNvPr>
            <p:cNvSpPr txBox="1"/>
            <p:nvPr/>
          </p:nvSpPr>
          <p:spPr>
            <a:xfrm>
              <a:off x="9275123" y="5502725"/>
              <a:ext cx="40107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Degree</a:t>
              </a:r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4328AB03-63F9-2A93-979C-2A3EE49A1362}"/>
                </a:ext>
              </a:extLst>
            </p:cNvPr>
            <p:cNvSpPr/>
            <p:nvPr/>
          </p:nvSpPr>
          <p:spPr>
            <a:xfrm>
              <a:off x="9189118" y="5133144"/>
              <a:ext cx="546214" cy="419827"/>
            </a:xfrm>
            <a:custGeom>
              <a:avLst/>
              <a:gdLst>
                <a:gd name="connsiteX0" fmla="*/ 534593 w 546214"/>
                <a:gd name="connsiteY0" fmla="*/ 396570 h 419827"/>
                <a:gd name="connsiteX1" fmla="*/ 23243 w 546214"/>
                <a:gd name="connsiteY1" fmla="*/ 396570 h 419827"/>
                <a:gd name="connsiteX2" fmla="*/ 23243 w 546214"/>
                <a:gd name="connsiteY2" fmla="*/ 11664 h 419827"/>
                <a:gd name="connsiteX3" fmla="*/ 11622 w 546214"/>
                <a:gd name="connsiteY3" fmla="*/ 0 h 419827"/>
                <a:gd name="connsiteX4" fmla="*/ 0 w 546214"/>
                <a:gd name="connsiteY4" fmla="*/ 11664 h 419827"/>
                <a:gd name="connsiteX5" fmla="*/ 0 w 546214"/>
                <a:gd name="connsiteY5" fmla="*/ 408164 h 419827"/>
                <a:gd name="connsiteX6" fmla="*/ 11622 w 546214"/>
                <a:gd name="connsiteY6" fmla="*/ 419828 h 419827"/>
                <a:gd name="connsiteX7" fmla="*/ 534593 w 546214"/>
                <a:gd name="connsiteY7" fmla="*/ 419828 h 419827"/>
                <a:gd name="connsiteX8" fmla="*/ 546214 w 546214"/>
                <a:gd name="connsiteY8" fmla="*/ 408164 h 419827"/>
                <a:gd name="connsiteX9" fmla="*/ 534593 w 546214"/>
                <a:gd name="connsiteY9" fmla="*/ 396500 h 4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214" h="419827">
                  <a:moveTo>
                    <a:pt x="534593" y="396570"/>
                  </a:moveTo>
                  <a:lnTo>
                    <a:pt x="23243" y="396570"/>
                  </a:lnTo>
                  <a:lnTo>
                    <a:pt x="23243" y="11664"/>
                  </a:lnTo>
                  <a:cubicBezTo>
                    <a:pt x="23243" y="5239"/>
                    <a:pt x="18023" y="0"/>
                    <a:pt x="11622" y="0"/>
                  </a:cubicBezTo>
                  <a:cubicBezTo>
                    <a:pt x="5221" y="0"/>
                    <a:pt x="0" y="5239"/>
                    <a:pt x="0" y="11664"/>
                  </a:cubicBezTo>
                  <a:lnTo>
                    <a:pt x="0" y="408164"/>
                  </a:lnTo>
                  <a:cubicBezTo>
                    <a:pt x="0" y="414588"/>
                    <a:pt x="5221" y="419828"/>
                    <a:pt x="11622" y="419828"/>
                  </a:cubicBezTo>
                  <a:lnTo>
                    <a:pt x="534593" y="419828"/>
                  </a:lnTo>
                  <a:cubicBezTo>
                    <a:pt x="540994" y="419828"/>
                    <a:pt x="546214" y="414588"/>
                    <a:pt x="546214" y="408164"/>
                  </a:cubicBezTo>
                  <a:cubicBezTo>
                    <a:pt x="546214" y="401739"/>
                    <a:pt x="540994" y="396500"/>
                    <a:pt x="534593" y="396500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58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4E415C2B-1525-59E8-0D60-3536DE6A0980}"/>
                </a:ext>
              </a:extLst>
            </p:cNvPr>
            <p:cNvSpPr txBox="1"/>
            <p:nvPr/>
          </p:nvSpPr>
          <p:spPr>
            <a:xfrm rot="16200000">
              <a:off x="8880962" y="5258013"/>
              <a:ext cx="51328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Ratio (B/D)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2B424FC-3ABC-C698-43CF-85747B63781E}"/>
              </a:ext>
            </a:extLst>
          </p:cNvPr>
          <p:cNvGrpSpPr/>
          <p:nvPr/>
        </p:nvGrpSpPr>
        <p:grpSpPr>
          <a:xfrm>
            <a:off x="7359613" y="4876147"/>
            <a:ext cx="804609" cy="567616"/>
            <a:chOff x="7622172" y="5890716"/>
            <a:chExt cx="804609" cy="567616"/>
          </a:xfrm>
        </p:grpSpPr>
        <p:grpSp>
          <p:nvGrpSpPr>
            <p:cNvPr id="361" name="Group 360">
              <a:extLst>
                <a:ext uri="{FF2B5EF4-FFF2-40B4-BE49-F238E27FC236}">
                  <a16:creationId xmlns:a16="http://schemas.microsoft.com/office/drawing/2014/main" id="{639E2D95-57D4-CEC2-6006-98E60B6D05B9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D5C0B71B-15B6-EA5A-D474-B8B3EE55D520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F6067410-4C31-F5FD-E622-98D3C2E085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BFCBB58-D089-C098-2F9C-63177B766F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90A2DC86-31DE-2FD6-5E73-797A5C1E8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98CA2943-305D-ABA7-76FF-3FE84D2F2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2840805A-EA9E-974E-CEB8-40B46027F5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991D8E1-B751-1F91-C8CA-94BBC6E697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FDB32510-52B1-11D2-7EF5-CDECDE14310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93EBEFA9-BBD4-F296-CCD6-56E0BDF6AB0C}"/>
                </a:ext>
              </a:extLst>
            </p:cNvPr>
            <p:cNvGrpSpPr/>
            <p:nvPr/>
          </p:nvGrpSpPr>
          <p:grpSpPr>
            <a:xfrm>
              <a:off x="7622172" y="5916520"/>
              <a:ext cx="662397" cy="367408"/>
              <a:chOff x="8059522" y="4912580"/>
              <a:chExt cx="662397" cy="367408"/>
            </a:xfrm>
          </p:grpSpPr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ED10216B-DFAC-5337-76D7-E555AC8E66E8}"/>
                  </a:ext>
                </a:extLst>
              </p:cNvPr>
              <p:cNvSpPr txBox="1"/>
              <p:nvPr/>
            </p:nvSpPr>
            <p:spPr>
              <a:xfrm rot="16200000">
                <a:off x="7960457" y="5011645"/>
                <a:ext cx="367408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Count</a:t>
                </a:r>
              </a:p>
            </p:txBody>
          </p:sp>
          <p:grpSp>
            <p:nvGrpSpPr>
              <p:cNvPr id="368" name="Group 367">
                <a:extLst>
                  <a:ext uri="{FF2B5EF4-FFF2-40B4-BE49-F238E27FC236}">
                    <a16:creationId xmlns:a16="http://schemas.microsoft.com/office/drawing/2014/main" id="{C172C47A-42B0-DE90-6197-077CBAE58D69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363" name="Oval 362">
                  <a:extLst>
                    <a:ext uri="{FF2B5EF4-FFF2-40B4-BE49-F238E27FC236}">
                      <a16:creationId xmlns:a16="http://schemas.microsoft.com/office/drawing/2014/main" id="{75457E00-275B-0E98-1814-8D099AAABC03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4" name="Oval 363">
                  <a:extLst>
                    <a:ext uri="{FF2B5EF4-FFF2-40B4-BE49-F238E27FC236}">
                      <a16:creationId xmlns:a16="http://schemas.microsoft.com/office/drawing/2014/main" id="{DB6168FD-43BE-2876-3E5C-C2483B8D00B5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264C9275-EAB4-B9D2-0D1D-18B32CDD6BA2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7" name="Oval 366">
                  <a:extLst>
                    <a:ext uri="{FF2B5EF4-FFF2-40B4-BE49-F238E27FC236}">
                      <a16:creationId xmlns:a16="http://schemas.microsoft.com/office/drawing/2014/main" id="{3A70865E-2D92-C45B-FF2E-9D5271C75194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CAF1DD5D-7072-D66C-A5FB-B843F956C559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370" name="Oval 369">
                  <a:extLst>
                    <a:ext uri="{FF2B5EF4-FFF2-40B4-BE49-F238E27FC236}">
                      <a16:creationId xmlns:a16="http://schemas.microsoft.com/office/drawing/2014/main" id="{4059752A-1F2C-2E49-A08C-26702B953866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1" name="Oval 370">
                  <a:extLst>
                    <a:ext uri="{FF2B5EF4-FFF2-40B4-BE49-F238E27FC236}">
                      <a16:creationId xmlns:a16="http://schemas.microsoft.com/office/drawing/2014/main" id="{9898935F-63DD-C91C-7D00-71E44ADEA7E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060FE7D3-729B-92B6-385A-E72C955AF644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3" name="Oval 372">
                  <a:extLst>
                    <a:ext uri="{FF2B5EF4-FFF2-40B4-BE49-F238E27FC236}">
                      <a16:creationId xmlns:a16="http://schemas.microsoft.com/office/drawing/2014/main" id="{57461F01-1A36-948A-D4D8-E59D361BDC8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4" name="Group 373">
                <a:extLst>
                  <a:ext uri="{FF2B5EF4-FFF2-40B4-BE49-F238E27FC236}">
                    <a16:creationId xmlns:a16="http://schemas.microsoft.com/office/drawing/2014/main" id="{4BE0C2C4-C219-818A-23A5-C90FD145999D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375" name="Oval 374">
                  <a:extLst>
                    <a:ext uri="{FF2B5EF4-FFF2-40B4-BE49-F238E27FC236}">
                      <a16:creationId xmlns:a16="http://schemas.microsoft.com/office/drawing/2014/main" id="{DFAFF405-E020-E965-DDD1-FB60FBA13103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31D39427-A959-C3C3-47B1-A06497A14AF3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9A0ED986-1062-F4A3-EC76-E81DFC649FC8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78" name="Oval 377">
                  <a:extLst>
                    <a:ext uri="{FF2B5EF4-FFF2-40B4-BE49-F238E27FC236}">
                      <a16:creationId xmlns:a16="http://schemas.microsoft.com/office/drawing/2014/main" id="{F89D5684-29B2-6FBB-D7D2-E58261F3BB3B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9" name="Group 378">
                <a:extLst>
                  <a:ext uri="{FF2B5EF4-FFF2-40B4-BE49-F238E27FC236}">
                    <a16:creationId xmlns:a16="http://schemas.microsoft.com/office/drawing/2014/main" id="{3EAC0EE3-9557-4004-0ADA-CCFC6536160A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380" name="Oval 379">
                  <a:extLst>
                    <a:ext uri="{FF2B5EF4-FFF2-40B4-BE49-F238E27FC236}">
                      <a16:creationId xmlns:a16="http://schemas.microsoft.com/office/drawing/2014/main" id="{CE5E7710-FADA-5F71-AAC1-2977D47039D3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1" name="Oval 380">
                  <a:extLst>
                    <a:ext uri="{FF2B5EF4-FFF2-40B4-BE49-F238E27FC236}">
                      <a16:creationId xmlns:a16="http://schemas.microsoft.com/office/drawing/2014/main" id="{D105E867-FB0C-43AD-B0AC-642B9289A517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2" name="Oval 381">
                  <a:extLst>
                    <a:ext uri="{FF2B5EF4-FFF2-40B4-BE49-F238E27FC236}">
                      <a16:creationId xmlns:a16="http://schemas.microsoft.com/office/drawing/2014/main" id="{DEAFB6E7-7510-E69C-F1CC-E69FE3E986CA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3" name="Oval 382">
                  <a:extLst>
                    <a:ext uri="{FF2B5EF4-FFF2-40B4-BE49-F238E27FC236}">
                      <a16:creationId xmlns:a16="http://schemas.microsoft.com/office/drawing/2014/main" id="{CFD4A626-07B3-B88D-8946-A37C81CCEE79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A67CBCB3-1184-5E57-2472-0A301E224DE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385" name="Oval 384">
                  <a:extLst>
                    <a:ext uri="{FF2B5EF4-FFF2-40B4-BE49-F238E27FC236}">
                      <a16:creationId xmlns:a16="http://schemas.microsoft.com/office/drawing/2014/main" id="{889ECB02-20EF-4194-28BB-549967F20151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6" name="Oval 385">
                  <a:extLst>
                    <a:ext uri="{FF2B5EF4-FFF2-40B4-BE49-F238E27FC236}">
                      <a16:creationId xmlns:a16="http://schemas.microsoft.com/office/drawing/2014/main" id="{06AEA6CF-69F3-7F47-C9AD-EE7540343FD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7" name="Oval 386">
                  <a:extLst>
                    <a:ext uri="{FF2B5EF4-FFF2-40B4-BE49-F238E27FC236}">
                      <a16:creationId xmlns:a16="http://schemas.microsoft.com/office/drawing/2014/main" id="{D55ECD1A-BF63-6922-423B-81198FCD207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E672CA01-6537-0761-F2B3-01FEA1619D27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58B02B9B-E985-0B7F-930C-7E75E97466A2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390" name="Oval 389">
                  <a:extLst>
                    <a:ext uri="{FF2B5EF4-FFF2-40B4-BE49-F238E27FC236}">
                      <a16:creationId xmlns:a16="http://schemas.microsoft.com/office/drawing/2014/main" id="{792EAD33-5890-962A-3E56-DF487852AF93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1" name="Oval 390">
                  <a:extLst>
                    <a:ext uri="{FF2B5EF4-FFF2-40B4-BE49-F238E27FC236}">
                      <a16:creationId xmlns:a16="http://schemas.microsoft.com/office/drawing/2014/main" id="{2C40BE62-178E-1AF7-E025-7F7594C1FDE0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2" name="Oval 391">
                  <a:extLst>
                    <a:ext uri="{FF2B5EF4-FFF2-40B4-BE49-F238E27FC236}">
                      <a16:creationId xmlns:a16="http://schemas.microsoft.com/office/drawing/2014/main" id="{BB782169-27E9-7266-C609-2C90D12A202B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3" name="Oval 392">
                  <a:extLst>
                    <a:ext uri="{FF2B5EF4-FFF2-40B4-BE49-F238E27FC236}">
                      <a16:creationId xmlns:a16="http://schemas.microsoft.com/office/drawing/2014/main" id="{86C6A8F5-68E4-2ADB-091B-4B6AE41A7BD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/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b="0" i="0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w</m:t>
                    </m:r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+=</m:t>
                    </m:r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appeared</m:t>
                        </m:r>
                      </m:sub>
                    </m:sSub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blipFill>
                <a:blip r:embed="rId18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A3E27E2-29A9-F21E-D177-C174BE3F818D}"/>
              </a:ext>
            </a:extLst>
          </p:cNvPr>
          <p:cNvSpPr>
            <a:spLocks/>
          </p:cNvSpPr>
          <p:nvPr/>
        </p:nvSpPr>
        <p:spPr>
          <a:xfrm>
            <a:off x="4336964" y="1034873"/>
            <a:ext cx="2438121" cy="210232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82AAF995-D8D7-CEA7-8144-111CE5CA9E82}"/>
              </a:ext>
            </a:extLst>
          </p:cNvPr>
          <p:cNvSpPr/>
          <p:nvPr/>
        </p:nvSpPr>
        <p:spPr>
          <a:xfrm>
            <a:off x="4435687" y="1370305"/>
            <a:ext cx="2231495" cy="81768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FC10B-D09F-01CC-F246-64F607C8142E}"/>
              </a:ext>
            </a:extLst>
          </p:cNvPr>
          <p:cNvSpPr txBox="1"/>
          <p:nvPr/>
        </p:nvSpPr>
        <p:spPr>
          <a:xfrm>
            <a:off x="4447577" y="1551264"/>
            <a:ext cx="2215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all_abstracts.json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Task: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Generate representative taxonomy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EDB81D8-CE08-B955-D7A4-A5B1580A615F}"/>
              </a:ext>
            </a:extLst>
          </p:cNvPr>
          <p:cNvGrpSpPr/>
          <p:nvPr/>
        </p:nvGrpSpPr>
        <p:grpSpPr>
          <a:xfrm>
            <a:off x="5654970" y="1347105"/>
            <a:ext cx="1072509" cy="261610"/>
            <a:chOff x="5630943" y="1335685"/>
            <a:chExt cx="1072509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0FA52B4D-994F-B509-35B9-D193AB3FA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216E3BE-1229-D813-24DC-F551F6165126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07F3AECB-D340-DA49-5072-98035239DF61}"/>
              </a:ext>
            </a:extLst>
          </p:cNvPr>
          <p:cNvSpPr txBox="1"/>
          <p:nvPr/>
        </p:nvSpPr>
        <p:spPr>
          <a:xfrm>
            <a:off x="4432245" y="1040320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68559B-39C8-BA3D-F6AB-0509FAF3C08F}"/>
              </a:ext>
            </a:extLst>
          </p:cNvPr>
          <p:cNvSpPr txBox="1"/>
          <p:nvPr/>
        </p:nvSpPr>
        <p:spPr>
          <a:xfrm>
            <a:off x="4732299" y="2168668"/>
            <a:ext cx="20379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Taxonomy JSON (K=k)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D3AF48-2183-12C1-E327-EAA7986EF22F}"/>
              </a:ext>
            </a:extLst>
          </p:cNvPr>
          <p:cNvSpPr txBox="1"/>
          <p:nvPr/>
        </p:nvSpPr>
        <p:spPr>
          <a:xfrm>
            <a:off x="4331355" y="2340836"/>
            <a:ext cx="24389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(8), Data Types (14), Research Question* Types (9) </a:t>
            </a:r>
          </a:p>
        </p:txBody>
      </p:sp>
      <p:sp>
        <p:nvSpPr>
          <p:cNvPr id="425" name="Rounded Rectangle 424">
            <a:extLst>
              <a:ext uri="{FF2B5EF4-FFF2-40B4-BE49-F238E27FC236}">
                <a16:creationId xmlns:a16="http://schemas.microsoft.com/office/drawing/2014/main" id="{09966AD4-433A-E73C-2715-651FC5397DB6}"/>
              </a:ext>
            </a:extLst>
          </p:cNvPr>
          <p:cNvSpPr/>
          <p:nvPr/>
        </p:nvSpPr>
        <p:spPr>
          <a:xfrm>
            <a:off x="4439209" y="2718760"/>
            <a:ext cx="2231495" cy="344251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893A80A-CF9E-5815-ECFD-44F9618E9E06}"/>
              </a:ext>
            </a:extLst>
          </p:cNvPr>
          <p:cNvSpPr txBox="1"/>
          <p:nvPr/>
        </p:nvSpPr>
        <p:spPr>
          <a:xfrm>
            <a:off x="4395988" y="2706174"/>
            <a:ext cx="2310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{M1: Regression-based measure, </a:t>
            </a:r>
          </a:p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M2: Rank-based measure,…, M8: Others}</a:t>
            </a:r>
          </a:p>
        </p:txBody>
      </p:sp>
      <p:sp>
        <p:nvSpPr>
          <p:cNvPr id="164" name="Down Arrow 163">
            <a:extLst>
              <a:ext uri="{FF2B5EF4-FFF2-40B4-BE49-F238E27FC236}">
                <a16:creationId xmlns:a16="http://schemas.microsoft.com/office/drawing/2014/main" id="{13837D52-CF6A-87BD-5970-CCA32182E948}"/>
              </a:ext>
            </a:extLst>
          </p:cNvPr>
          <p:cNvSpPr/>
          <p:nvPr/>
        </p:nvSpPr>
        <p:spPr>
          <a:xfrm>
            <a:off x="5404675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F737D3F-DD9F-88B6-E2F9-475FBF729F3C}"/>
              </a:ext>
            </a:extLst>
          </p:cNvPr>
          <p:cNvGrpSpPr/>
          <p:nvPr/>
        </p:nvGrpSpPr>
        <p:grpSpPr>
          <a:xfrm>
            <a:off x="7326190" y="2452287"/>
            <a:ext cx="900129" cy="648427"/>
            <a:chOff x="7331898" y="2332294"/>
            <a:chExt cx="997023" cy="7182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3EDD750-ABD9-8CC9-4C33-1AC2F22593F9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7704637" y="2458315"/>
              <a:ext cx="282215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2BCD645-DC7E-46EF-0331-6A0D5F1CF0DA}"/>
                </a:ext>
              </a:extLst>
            </p:cNvPr>
            <p:cNvSpPr/>
            <p:nvPr/>
          </p:nvSpPr>
          <p:spPr>
            <a:xfrm>
              <a:off x="7331898" y="2605060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8BBE295-3FBE-A924-D161-4D79E4FD7327}"/>
                </a:ext>
              </a:extLst>
            </p:cNvPr>
            <p:cNvSpPr/>
            <p:nvPr/>
          </p:nvSpPr>
          <p:spPr>
            <a:xfrm>
              <a:off x="7572047" y="2332294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8B24D89-130A-58E8-7423-BA76D2C7C691}"/>
                </a:ext>
              </a:extLst>
            </p:cNvPr>
            <p:cNvSpPr/>
            <p:nvPr/>
          </p:nvSpPr>
          <p:spPr>
            <a:xfrm>
              <a:off x="7986851" y="2346950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65ED27D-0306-9463-60E7-8239F8D2E9EC}"/>
                </a:ext>
              </a:extLst>
            </p:cNvPr>
            <p:cNvSpPr/>
            <p:nvPr/>
          </p:nvSpPr>
          <p:spPr>
            <a:xfrm>
              <a:off x="7764120" y="2626562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6F72F62-9FFF-11D6-D63C-586338BB6798}"/>
                </a:ext>
              </a:extLst>
            </p:cNvPr>
            <p:cNvSpPr/>
            <p:nvPr/>
          </p:nvSpPr>
          <p:spPr>
            <a:xfrm>
              <a:off x="8106190" y="2676135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22E4083-449F-3BB0-5543-24E870B5F42A}"/>
                </a:ext>
              </a:extLst>
            </p:cNvPr>
            <p:cNvCxnSpPr>
              <a:cxnSpLocks/>
              <a:stCxn id="5" idx="7"/>
              <a:endCxn id="11" idx="3"/>
            </p:cNvCxnSpPr>
            <p:nvPr/>
          </p:nvCxnSpPr>
          <p:spPr>
            <a:xfrm flipV="1">
              <a:off x="7522012" y="2522406"/>
              <a:ext cx="82654" cy="11527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907A16E-1A7E-EC6C-64D2-AD10180DDD07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 flipV="1">
              <a:off x="7554630" y="2503391"/>
              <a:ext cx="440195" cy="21303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D44FC5C-4D83-25C9-7F50-EB00393CF0BD}"/>
                </a:ext>
              </a:extLst>
            </p:cNvPr>
            <p:cNvCxnSpPr>
              <a:cxnSpLocks/>
              <a:stCxn id="13" idx="3"/>
              <a:endCxn id="14" idx="7"/>
            </p:cNvCxnSpPr>
            <p:nvPr/>
          </p:nvCxnSpPr>
          <p:spPr>
            <a:xfrm flipH="1">
              <a:off x="7954233" y="2537062"/>
              <a:ext cx="65236" cy="122118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5E324D0-70E7-F219-30D8-986B7834CB24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7983352" y="2758286"/>
              <a:ext cx="122838" cy="29213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EF403E-5CEB-F994-9A7E-233923303AD9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>
              <a:off x="8146306" y="2560624"/>
              <a:ext cx="71251" cy="11551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F2595A0-0008-2DC6-92E7-20BF84A4E86C}"/>
                </a:ext>
              </a:extLst>
            </p:cNvPr>
            <p:cNvSpPr/>
            <p:nvPr/>
          </p:nvSpPr>
          <p:spPr>
            <a:xfrm>
              <a:off x="7546980" y="2827791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F906D78-90C2-1026-6667-D583B5442E5F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789187" y="2483484"/>
              <a:ext cx="349622" cy="22526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9230D6E-3C7D-98EC-4CC5-4424D8ED200D}"/>
                </a:ext>
              </a:extLst>
            </p:cNvPr>
            <p:cNvCxnSpPr>
              <a:cxnSpLocks/>
              <a:stCxn id="5" idx="5"/>
              <a:endCxn id="36" idx="1"/>
            </p:cNvCxnSpPr>
            <p:nvPr/>
          </p:nvCxnSpPr>
          <p:spPr>
            <a:xfrm>
              <a:off x="7522012" y="2795173"/>
              <a:ext cx="57587" cy="6523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7A83EC5-7FB7-FEA0-E546-36502E0862C1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V="1">
              <a:off x="7554630" y="2737928"/>
              <a:ext cx="209490" cy="539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BECE7F4-A1DE-0966-2C54-F603CBDB6627}"/>
                </a:ext>
              </a:extLst>
            </p:cNvPr>
            <p:cNvCxnSpPr>
              <a:stCxn id="11" idx="4"/>
              <a:endCxn id="36" idx="0"/>
            </p:cNvCxnSpPr>
            <p:nvPr/>
          </p:nvCxnSpPr>
          <p:spPr>
            <a:xfrm flipH="1">
              <a:off x="7658346" y="2555024"/>
              <a:ext cx="25067" cy="27276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D805FFF-293E-60D6-B3D8-E506D7CFFFE6}"/>
              </a:ext>
            </a:extLst>
          </p:cNvPr>
          <p:cNvSpPr txBox="1"/>
          <p:nvPr/>
        </p:nvSpPr>
        <p:spPr>
          <a:xfrm>
            <a:off x="7487482" y="2448059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CC9480-A7B5-420C-877E-20C6A929BD4F}"/>
              </a:ext>
            </a:extLst>
          </p:cNvPr>
          <p:cNvSpPr txBox="1"/>
          <p:nvPr/>
        </p:nvSpPr>
        <p:spPr>
          <a:xfrm>
            <a:off x="7657849" y="2707064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EF686A-C5C5-FC4D-F739-31C01832C801}"/>
              </a:ext>
            </a:extLst>
          </p:cNvPr>
          <p:cNvSpPr txBox="1"/>
          <p:nvPr/>
        </p:nvSpPr>
        <p:spPr>
          <a:xfrm>
            <a:off x="7274840" y="2693868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098F77-7F9C-14B3-E3AE-BB2070895B36}"/>
              </a:ext>
            </a:extLst>
          </p:cNvPr>
          <p:cNvSpPr txBox="1"/>
          <p:nvPr/>
        </p:nvSpPr>
        <p:spPr>
          <a:xfrm>
            <a:off x="7471557" y="288803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41328E-945F-9C89-A43E-9C078A409601}"/>
              </a:ext>
            </a:extLst>
          </p:cNvPr>
          <p:cNvSpPr txBox="1"/>
          <p:nvPr/>
        </p:nvSpPr>
        <p:spPr>
          <a:xfrm>
            <a:off x="7862831" y="245532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E955D2-1C6F-4F7B-85DA-B6DA3EEAC654}"/>
              </a:ext>
            </a:extLst>
          </p:cNvPr>
          <p:cNvSpPr txBox="1"/>
          <p:nvPr/>
        </p:nvSpPr>
        <p:spPr>
          <a:xfrm>
            <a:off x="7968457" y="275549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C53A1-C146-521D-30B4-79C104293ACA}"/>
              </a:ext>
            </a:extLst>
          </p:cNvPr>
          <p:cNvSpPr txBox="1"/>
          <p:nvPr/>
        </p:nvSpPr>
        <p:spPr>
          <a:xfrm>
            <a:off x="7317428" y="1323294"/>
            <a:ext cx="742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4921D3-99DF-33D4-5687-64D61015EDDB}"/>
              </a:ext>
            </a:extLst>
          </p:cNvPr>
          <p:cNvSpPr txBox="1"/>
          <p:nvPr/>
        </p:nvSpPr>
        <p:spPr>
          <a:xfrm>
            <a:off x="11051725" y="5864494"/>
            <a:ext cx="889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</p:txBody>
      </p:sp>
      <p:pic>
        <p:nvPicPr>
          <p:cNvPr id="80" name="Picture 7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D17C774-E808-B1FB-AD93-22AD0F25192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3718719"/>
            <a:ext cx="507825" cy="190435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DAA7B57-F15E-3092-CBFC-20AD2E9928F9}"/>
              </a:ext>
            </a:extLst>
          </p:cNvPr>
          <p:cNvSpPr txBox="1"/>
          <p:nvPr/>
        </p:nvSpPr>
        <p:spPr>
          <a:xfrm>
            <a:off x="3848669" y="6141493"/>
            <a:ext cx="3327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Pipeline of the knowledge graph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B1558B2-A6E4-3509-B6FB-063880B74128}"/>
              </a:ext>
            </a:extLst>
          </p:cNvPr>
          <p:cNvGrpSpPr/>
          <p:nvPr/>
        </p:nvGrpSpPr>
        <p:grpSpPr>
          <a:xfrm>
            <a:off x="5654970" y="3692327"/>
            <a:ext cx="1072509" cy="261610"/>
            <a:chOff x="5630943" y="1335685"/>
            <a:chExt cx="1072509" cy="261610"/>
          </a:xfrm>
        </p:grpSpPr>
        <p:pic>
          <p:nvPicPr>
            <p:cNvPr id="85" name="Graphic 84">
              <a:extLst>
                <a:ext uri="{FF2B5EF4-FFF2-40B4-BE49-F238E27FC236}">
                  <a16:creationId xmlns:a16="http://schemas.microsoft.com/office/drawing/2014/main" id="{45C0C3F4-E652-82BA-52B0-3207A40C4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0832E150-9E48-3245-2CBD-4B7E7B210BB2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A532C3E5-D5AB-F201-0818-F7937139510B}"/>
              </a:ext>
            </a:extLst>
          </p:cNvPr>
          <p:cNvSpPr txBox="1"/>
          <p:nvPr/>
        </p:nvSpPr>
        <p:spPr>
          <a:xfrm>
            <a:off x="7837138" y="1902557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{M1, D1, R1}</a:t>
            </a:r>
          </a:p>
        </p:txBody>
      </p:sp>
      <p:sp>
        <p:nvSpPr>
          <p:cNvPr id="128" name="Down Arrow 127">
            <a:extLst>
              <a:ext uri="{FF2B5EF4-FFF2-40B4-BE49-F238E27FC236}">
                <a16:creationId xmlns:a16="http://schemas.microsoft.com/office/drawing/2014/main" id="{E3C9FD89-8138-2C9B-7BCA-723F851DE2FB}"/>
              </a:ext>
            </a:extLst>
          </p:cNvPr>
          <p:cNvSpPr/>
          <p:nvPr/>
        </p:nvSpPr>
        <p:spPr>
          <a:xfrm rot="16200000">
            <a:off x="8706567" y="19528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Down Arrow 129">
            <a:extLst>
              <a:ext uri="{FF2B5EF4-FFF2-40B4-BE49-F238E27FC236}">
                <a16:creationId xmlns:a16="http://schemas.microsoft.com/office/drawing/2014/main" id="{DF95885A-0E59-295C-DDA7-05DE905B81E6}"/>
              </a:ext>
            </a:extLst>
          </p:cNvPr>
          <p:cNvSpPr/>
          <p:nvPr/>
        </p:nvSpPr>
        <p:spPr>
          <a:xfrm rot="16200000">
            <a:off x="7760417" y="19655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42332D5-FDA6-2896-50E1-D8A62C15AF48}"/>
              </a:ext>
            </a:extLst>
          </p:cNvPr>
          <p:cNvGrpSpPr/>
          <p:nvPr/>
        </p:nvGrpSpPr>
        <p:grpSpPr>
          <a:xfrm>
            <a:off x="8831941" y="1894835"/>
            <a:ext cx="565569" cy="303161"/>
            <a:chOff x="7832825" y="2719673"/>
            <a:chExt cx="565569" cy="303161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A10EF97-42DC-3BE4-FDAC-A8E7FDD996A6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0A68BEC1-DA97-27D3-AC42-59A64A0D61E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5F0DA3B9-94E7-1AE8-CD5F-C49380FF23EB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E705D2D4-BAFE-1E26-CB82-28D281305F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B2B6C2F-C621-93F9-E297-2893988E769A}"/>
                </a:ext>
              </a:extLst>
            </p:cNvPr>
            <p:cNvCxnSpPr>
              <a:cxnSpLocks/>
              <a:stCxn id="133" idx="0"/>
              <a:endCxn id="13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815F59-06C3-E68F-E800-86FEFE27FFF7}"/>
                </a:ext>
              </a:extLst>
            </p:cNvPr>
            <p:cNvCxnSpPr>
              <a:cxnSpLocks/>
              <a:stCxn id="132" idx="0"/>
              <a:endCxn id="13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2C580EDA-889A-AE49-F2FA-4CED39F93664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44A43A3-7787-EA47-0DD6-EFE656629212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AF478A63-2E25-8DCE-B471-9D57B6ACC40F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EA1AD8DE-509D-9364-6F12-A5E5657F5FA5}"/>
              </a:ext>
            </a:extLst>
          </p:cNvPr>
          <p:cNvGrpSpPr/>
          <p:nvPr/>
        </p:nvGrpSpPr>
        <p:grpSpPr>
          <a:xfrm>
            <a:off x="7525115" y="1584860"/>
            <a:ext cx="189248" cy="229414"/>
            <a:chOff x="9932653" y="1429692"/>
            <a:chExt cx="189248" cy="229414"/>
          </a:xfrm>
        </p:grpSpPr>
        <p:grpSp>
          <p:nvGrpSpPr>
            <p:cNvPr id="142" name="Graphic 239">
              <a:extLst>
                <a:ext uri="{FF2B5EF4-FFF2-40B4-BE49-F238E27FC236}">
                  <a16:creationId xmlns:a16="http://schemas.microsoft.com/office/drawing/2014/main" id="{4CCEC7BE-CCE5-C790-4E9D-511CCDE32DA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EAB77E32-32D2-F3B0-7D9B-D9646EC19A0E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DAB880CF-8922-91E9-B05B-17FC0F0875AB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10F11D5A-4322-67CC-3DD1-66C4BA903D84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380B1E9-FEAF-B995-104A-56B7394899AC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0E9C9C77-6850-8BE7-2775-EBCC7C6DD15C}"/>
                </a:ext>
              </a:extLst>
            </p:cNvPr>
            <p:cNvSpPr txBox="1"/>
            <p:nvPr/>
          </p:nvSpPr>
          <p:spPr>
            <a:xfrm>
              <a:off x="9932653" y="1459051"/>
              <a:ext cx="189248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b="1" dirty="0">
                  <a:solidFill>
                    <a:schemeClr val="bg2">
                      <a:lumMod val="25000"/>
                    </a:schemeClr>
                  </a:solidFill>
                </a:rPr>
                <a:t>1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3AF7DA29-2D95-7795-A2B4-3FECD2F36ED6}"/>
              </a:ext>
            </a:extLst>
          </p:cNvPr>
          <p:cNvGrpSpPr/>
          <p:nvPr/>
        </p:nvGrpSpPr>
        <p:grpSpPr>
          <a:xfrm>
            <a:off x="7455125" y="1917490"/>
            <a:ext cx="332409" cy="222414"/>
            <a:chOff x="9863391" y="1429692"/>
            <a:chExt cx="332409" cy="222414"/>
          </a:xfrm>
        </p:grpSpPr>
        <p:grpSp>
          <p:nvGrpSpPr>
            <p:cNvPr id="149" name="Graphic 239">
              <a:extLst>
                <a:ext uri="{FF2B5EF4-FFF2-40B4-BE49-F238E27FC236}">
                  <a16:creationId xmlns:a16="http://schemas.microsoft.com/office/drawing/2014/main" id="{8D3BDC91-55A4-4F5C-AC23-66258835BD7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8AA2BAE9-F933-91F0-1084-24CE2E474551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55E993F9-A38A-8CA7-9069-134179A3C23E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0C221FB2-2E22-7E5E-28C5-72B156E8CED3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C108326-C6C9-6EBA-406E-1937967730AB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BF75954-91C8-0BF3-B46C-27A303E5DC20}"/>
                </a:ext>
              </a:extLst>
            </p:cNvPr>
            <p:cNvSpPr txBox="1"/>
            <p:nvPr/>
          </p:nvSpPr>
          <p:spPr>
            <a:xfrm>
              <a:off x="9863391" y="1467440"/>
              <a:ext cx="3324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bg2">
                      <a:lumMod val="25000"/>
                    </a:schemeClr>
                  </a:solidFill>
                </a:rPr>
                <a:t>617</a:t>
              </a:r>
            </a:p>
          </p:txBody>
        </p:sp>
      </p:grpSp>
      <p:sp>
        <p:nvSpPr>
          <p:cNvPr id="162" name="Oval 161">
            <a:extLst>
              <a:ext uri="{FF2B5EF4-FFF2-40B4-BE49-F238E27FC236}">
                <a16:creationId xmlns:a16="http://schemas.microsoft.com/office/drawing/2014/main" id="{9091746F-0AC3-6C5E-0CAC-3E4E0A73B606}"/>
              </a:ext>
            </a:extLst>
          </p:cNvPr>
          <p:cNvSpPr>
            <a:spLocks noChangeAspect="1"/>
          </p:cNvSpPr>
          <p:nvPr/>
        </p:nvSpPr>
        <p:spPr>
          <a:xfrm>
            <a:off x="9035221" y="493730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7630A032-4882-765C-A331-6E3AAAABE2F3}"/>
              </a:ext>
            </a:extLst>
          </p:cNvPr>
          <p:cNvSpPr>
            <a:spLocks noChangeAspect="1"/>
          </p:cNvSpPr>
          <p:nvPr/>
        </p:nvSpPr>
        <p:spPr>
          <a:xfrm>
            <a:off x="9250284" y="49602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7E6742DF-6FD8-7E4E-C55F-E7AA9C0E266B}"/>
              </a:ext>
            </a:extLst>
          </p:cNvPr>
          <p:cNvSpPr>
            <a:spLocks noChangeAspect="1"/>
          </p:cNvSpPr>
          <p:nvPr/>
        </p:nvSpPr>
        <p:spPr>
          <a:xfrm>
            <a:off x="9216142" y="5160491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04BC3AB9-980C-B4BE-338F-A74D7613A320}"/>
              </a:ext>
            </a:extLst>
          </p:cNvPr>
          <p:cNvSpPr>
            <a:spLocks noChangeAspect="1"/>
          </p:cNvSpPr>
          <p:nvPr/>
        </p:nvSpPr>
        <p:spPr>
          <a:xfrm>
            <a:off x="9078439" y="50940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9A7F50B2-A3E4-2E90-F437-54D9B4EF17CD}"/>
              </a:ext>
            </a:extLst>
          </p:cNvPr>
          <p:cNvSpPr>
            <a:spLocks noChangeAspect="1"/>
          </p:cNvSpPr>
          <p:nvPr/>
        </p:nvSpPr>
        <p:spPr>
          <a:xfrm>
            <a:off x="9056214" y="514166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145C23E6-D7F0-DD8D-E2DC-8437555D18B1}"/>
              </a:ext>
            </a:extLst>
          </p:cNvPr>
          <p:cNvSpPr>
            <a:spLocks noChangeAspect="1"/>
          </p:cNvSpPr>
          <p:nvPr/>
        </p:nvSpPr>
        <p:spPr>
          <a:xfrm>
            <a:off x="9199645" y="4952566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2E468A8E-A0EE-9640-86F3-26A49C527867}"/>
              </a:ext>
            </a:extLst>
          </p:cNvPr>
          <p:cNvSpPr>
            <a:spLocks noChangeAspect="1"/>
          </p:cNvSpPr>
          <p:nvPr/>
        </p:nvSpPr>
        <p:spPr>
          <a:xfrm>
            <a:off x="9228059" y="510317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2676754-819B-93FA-28B6-2FBE08976DF9}"/>
              </a:ext>
            </a:extLst>
          </p:cNvPr>
          <p:cNvSpPr>
            <a:spLocks noChangeAspect="1"/>
          </p:cNvSpPr>
          <p:nvPr/>
        </p:nvSpPr>
        <p:spPr>
          <a:xfrm>
            <a:off x="9275684" y="517302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2EB57D99-DEBE-7A29-66F3-A0BC62002B68}"/>
              </a:ext>
            </a:extLst>
          </p:cNvPr>
          <p:cNvSpPr>
            <a:spLocks noChangeAspect="1"/>
          </p:cNvSpPr>
          <p:nvPr/>
        </p:nvSpPr>
        <p:spPr>
          <a:xfrm>
            <a:off x="8957789" y="51448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872ACACC-174C-4265-0909-2C3BF1A7ECEC}"/>
              </a:ext>
            </a:extLst>
          </p:cNvPr>
          <p:cNvSpPr>
            <a:spLocks noChangeAspect="1"/>
          </p:cNvSpPr>
          <p:nvPr/>
        </p:nvSpPr>
        <p:spPr>
          <a:xfrm>
            <a:off x="8967314" y="521469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F8D4DDC1-6D2D-C7B9-55FB-3153472C6529}"/>
              </a:ext>
            </a:extLst>
          </p:cNvPr>
          <p:cNvSpPr>
            <a:spLocks noChangeAspect="1"/>
          </p:cNvSpPr>
          <p:nvPr/>
        </p:nvSpPr>
        <p:spPr>
          <a:xfrm>
            <a:off x="9256634" y="49094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CBC0101-4314-A980-868A-5888ADA12C9C}"/>
              </a:ext>
            </a:extLst>
          </p:cNvPr>
          <p:cNvGrpSpPr/>
          <p:nvPr/>
        </p:nvGrpSpPr>
        <p:grpSpPr>
          <a:xfrm>
            <a:off x="8068160" y="4790679"/>
            <a:ext cx="804609" cy="653221"/>
            <a:chOff x="7622172" y="5805111"/>
            <a:chExt cx="804609" cy="653221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357FB1-AF6F-2CEF-73E2-1420915F2D46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B0352469-A063-FFD7-685D-DD540C00CB47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22314237-A7BE-1653-4208-67E0620DB0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E9993B84-4ADD-2153-94D6-BC8B238667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16AF428F-3160-D67B-B1DA-5932D747AD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25BFC627-0822-F465-AA00-08B93363F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725A7798-660C-999A-B6AD-9B8DB13D35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C5F3973B-EDEC-D8FA-B1D4-8A4FD63FFF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87358E14-A282-8726-E0A7-57E75F9C737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C2F128CF-819B-A4C1-F20C-8096FB425C63}"/>
                </a:ext>
              </a:extLst>
            </p:cNvPr>
            <p:cNvGrpSpPr/>
            <p:nvPr/>
          </p:nvGrpSpPr>
          <p:grpSpPr>
            <a:xfrm>
              <a:off x="7622172" y="5805111"/>
              <a:ext cx="662397" cy="590226"/>
              <a:chOff x="8059522" y="4801171"/>
              <a:chExt cx="662397" cy="590226"/>
            </a:xfrm>
          </p:grpSpPr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9F0F5E1-997B-CCA2-4BE7-6DFEAF28D005}"/>
                  </a:ext>
                </a:extLst>
              </p:cNvPr>
              <p:cNvSpPr txBox="1"/>
              <p:nvPr/>
            </p:nvSpPr>
            <p:spPr>
              <a:xfrm rot="16200000">
                <a:off x="7849048" y="5011645"/>
                <a:ext cx="590226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Betweenness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55AD71A-9EED-BB1D-1AC6-02F9EEF857A1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41D3DA27-AD59-8C79-605C-3DDB54A95ED6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32CC7B7B-9269-460F-661B-B6973AE05A0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Oval 226">
                  <a:extLst>
                    <a:ext uri="{FF2B5EF4-FFF2-40B4-BE49-F238E27FC236}">
                      <a16:creationId xmlns:a16="http://schemas.microsoft.com/office/drawing/2014/main" id="{7D8DFB0B-AAEF-DB5F-35C1-5BADBF0D3B29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Oval 229">
                  <a:extLst>
                    <a:ext uri="{FF2B5EF4-FFF2-40B4-BE49-F238E27FC236}">
                      <a16:creationId xmlns:a16="http://schemas.microsoft.com/office/drawing/2014/main" id="{DA97177D-A88B-F0DB-BF2C-7328FD7D123A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DE5A0B8F-09DD-A3EF-71C8-82877F9D7770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6143B7B2-F454-6F7F-652A-18B735D9EF07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" name="Oval 216">
                  <a:extLst>
                    <a:ext uri="{FF2B5EF4-FFF2-40B4-BE49-F238E27FC236}">
                      <a16:creationId xmlns:a16="http://schemas.microsoft.com/office/drawing/2014/main" id="{320F6FB8-7382-B109-39D6-94A1199050CD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Oval 217">
                  <a:extLst>
                    <a:ext uri="{FF2B5EF4-FFF2-40B4-BE49-F238E27FC236}">
                      <a16:creationId xmlns:a16="http://schemas.microsoft.com/office/drawing/2014/main" id="{FBE35BBA-62D2-F8FE-C5CF-BE0A9355844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CA1C7FFF-E254-450F-4241-2CFE4A6D6D4F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E1BF97C9-38CF-B0A9-9F7A-52717ED2A281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209" name="Oval 208">
                  <a:extLst>
                    <a:ext uri="{FF2B5EF4-FFF2-40B4-BE49-F238E27FC236}">
                      <a16:creationId xmlns:a16="http://schemas.microsoft.com/office/drawing/2014/main" id="{E3C90479-41E0-D89B-C2B4-7213EDAA8FEF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Oval 209">
                  <a:extLst>
                    <a:ext uri="{FF2B5EF4-FFF2-40B4-BE49-F238E27FC236}">
                      <a16:creationId xmlns:a16="http://schemas.microsoft.com/office/drawing/2014/main" id="{7FDA0254-8608-CB1C-2ECC-B4271F2275E1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F594CF01-BE41-7E98-C4AC-6059FFCCD850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892BE7F6-601D-2F4E-C676-AE0DF3133140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3" name="Group 192">
                <a:extLst>
                  <a:ext uri="{FF2B5EF4-FFF2-40B4-BE49-F238E27FC236}">
                    <a16:creationId xmlns:a16="http://schemas.microsoft.com/office/drawing/2014/main" id="{434BE08A-05B2-3BAB-D25F-7A94593FB914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205" name="Oval 204">
                  <a:extLst>
                    <a:ext uri="{FF2B5EF4-FFF2-40B4-BE49-F238E27FC236}">
                      <a16:creationId xmlns:a16="http://schemas.microsoft.com/office/drawing/2014/main" id="{691B0AD7-F210-8002-EAE5-0ACE2DC3A581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" name="Oval 205">
                  <a:extLst>
                    <a:ext uri="{FF2B5EF4-FFF2-40B4-BE49-F238E27FC236}">
                      <a16:creationId xmlns:a16="http://schemas.microsoft.com/office/drawing/2014/main" id="{1BBF1DAB-F7E6-75F0-B384-10D0FD328A29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Oval 206">
                  <a:extLst>
                    <a:ext uri="{FF2B5EF4-FFF2-40B4-BE49-F238E27FC236}">
                      <a16:creationId xmlns:a16="http://schemas.microsoft.com/office/drawing/2014/main" id="{A1BEABFD-A160-73E6-26A1-1E05D28875CB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Oval 207">
                  <a:extLst>
                    <a:ext uri="{FF2B5EF4-FFF2-40B4-BE49-F238E27FC236}">
                      <a16:creationId xmlns:a16="http://schemas.microsoft.com/office/drawing/2014/main" id="{4099B19D-9454-B009-9955-A0B8C095B35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60AA8BCA-77AE-5DB5-23BD-401E60CE193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200" name="Oval 199">
                  <a:extLst>
                    <a:ext uri="{FF2B5EF4-FFF2-40B4-BE49-F238E27FC236}">
                      <a16:creationId xmlns:a16="http://schemas.microsoft.com/office/drawing/2014/main" id="{1483F304-4D21-02D4-2C9E-B0F0CA5014EB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Oval 200">
                  <a:extLst>
                    <a:ext uri="{FF2B5EF4-FFF2-40B4-BE49-F238E27FC236}">
                      <a16:creationId xmlns:a16="http://schemas.microsoft.com/office/drawing/2014/main" id="{40B10286-E34B-DF6E-2266-EC120439855B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Oval 201">
                  <a:extLst>
                    <a:ext uri="{FF2B5EF4-FFF2-40B4-BE49-F238E27FC236}">
                      <a16:creationId xmlns:a16="http://schemas.microsoft.com/office/drawing/2014/main" id="{9D304E66-51FE-9D01-F2EE-2926D1BA7CDF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Oval 203">
                  <a:extLst>
                    <a:ext uri="{FF2B5EF4-FFF2-40B4-BE49-F238E27FC236}">
                      <a16:creationId xmlns:a16="http://schemas.microsoft.com/office/drawing/2014/main" id="{57D5A8FE-AD67-2A62-80DF-213ED73C6799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83BC9C00-0507-7E68-CC6D-C67E8C5CA397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196" name="Oval 195">
                  <a:extLst>
                    <a:ext uri="{FF2B5EF4-FFF2-40B4-BE49-F238E27FC236}">
                      <a16:creationId xmlns:a16="http://schemas.microsoft.com/office/drawing/2014/main" id="{3D1D8BAE-3C16-B179-6363-F2B718018EF4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" name="Oval 196">
                  <a:extLst>
                    <a:ext uri="{FF2B5EF4-FFF2-40B4-BE49-F238E27FC236}">
                      <a16:creationId xmlns:a16="http://schemas.microsoft.com/office/drawing/2014/main" id="{0CBEA3AA-7E03-027C-CE12-473BA9F8C61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" name="Oval 197">
                  <a:extLst>
                    <a:ext uri="{FF2B5EF4-FFF2-40B4-BE49-F238E27FC236}">
                      <a16:creationId xmlns:a16="http://schemas.microsoft.com/office/drawing/2014/main" id="{55D41E2C-A171-D38C-8B8A-9D5CD81C3D95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Oval 198">
                  <a:extLst>
                    <a:ext uri="{FF2B5EF4-FFF2-40B4-BE49-F238E27FC236}">
                      <a16:creationId xmlns:a16="http://schemas.microsoft.com/office/drawing/2014/main" id="{BDA2369C-6EFB-E29A-F637-ED4B59B4E683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FB8D1539-9AD3-111C-B68C-E59C4CC4CAA3}"/>
              </a:ext>
            </a:extLst>
          </p:cNvPr>
          <p:cNvCxnSpPr/>
          <p:nvPr/>
        </p:nvCxnSpPr>
        <p:spPr>
          <a:xfrm>
            <a:off x="7471421" y="6224068"/>
            <a:ext cx="22220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>
            <a:extLst>
              <a:ext uri="{FF2B5EF4-FFF2-40B4-BE49-F238E27FC236}">
                <a16:creationId xmlns:a16="http://schemas.microsoft.com/office/drawing/2014/main" id="{5203EF92-10FF-D328-28DD-D0FF4A97708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t="13820" b="24413"/>
          <a:stretch>
            <a:fillRect/>
          </a:stretch>
        </p:blipFill>
        <p:spPr>
          <a:xfrm>
            <a:off x="10329557" y="4383936"/>
            <a:ext cx="657691" cy="500357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84CAA7E-90C2-DC74-00FA-1D84D79DD284}"/>
              </a:ext>
            </a:extLst>
          </p:cNvPr>
          <p:cNvCxnSpPr/>
          <p:nvPr/>
        </p:nvCxnSpPr>
        <p:spPr>
          <a:xfrm>
            <a:off x="9053039" y="4902850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FE17A9-C0FE-B85F-DE41-D00BB51219CA}"/>
              </a:ext>
            </a:extLst>
          </p:cNvPr>
          <p:cNvCxnSpPr/>
          <p:nvPr/>
        </p:nvCxnSpPr>
        <p:spPr>
          <a:xfrm>
            <a:off x="9097079" y="504475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A7524C2-D193-E8AB-C947-82AF72684332}"/>
              </a:ext>
            </a:extLst>
          </p:cNvPr>
          <p:cNvCxnSpPr/>
          <p:nvPr/>
        </p:nvCxnSpPr>
        <p:spPr>
          <a:xfrm>
            <a:off x="9078029" y="510190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CE3E6CF-1CC9-BC43-E165-0052DA1374E3}"/>
              </a:ext>
            </a:extLst>
          </p:cNvPr>
          <p:cNvCxnSpPr>
            <a:cxnSpLocks/>
          </p:cNvCxnSpPr>
          <p:nvPr/>
        </p:nvCxnSpPr>
        <p:spPr>
          <a:xfrm>
            <a:off x="8976429" y="4937302"/>
            <a:ext cx="0" cy="268732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905DC36-2763-4083-C68A-474A96DAA7EA}"/>
              </a:ext>
            </a:extLst>
          </p:cNvPr>
          <p:cNvCxnSpPr>
            <a:cxnSpLocks/>
          </p:cNvCxnSpPr>
          <p:nvPr/>
        </p:nvCxnSpPr>
        <p:spPr>
          <a:xfrm>
            <a:off x="8985954" y="5197067"/>
            <a:ext cx="0" cy="78817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01FD025-7C95-14F1-BD6A-67E60F7C9A9B}"/>
              </a:ext>
            </a:extLst>
          </p:cNvPr>
          <p:cNvCxnSpPr>
            <a:cxnSpLocks/>
          </p:cNvCxnSpPr>
          <p:nvPr/>
        </p:nvCxnSpPr>
        <p:spPr>
          <a:xfrm>
            <a:off x="9234409" y="5147791"/>
            <a:ext cx="0" cy="70943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E719CF8-0590-E0E7-E1EA-2429D2DF9CA3}"/>
              </a:ext>
            </a:extLst>
          </p:cNvPr>
          <p:cNvCxnSpPr>
            <a:cxnSpLocks/>
          </p:cNvCxnSpPr>
          <p:nvPr/>
        </p:nvCxnSpPr>
        <p:spPr>
          <a:xfrm>
            <a:off x="9247109" y="5087692"/>
            <a:ext cx="0" cy="7263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6ADAD2D-2706-D427-502A-DEA597D036E5}"/>
              </a:ext>
            </a:extLst>
          </p:cNvPr>
          <p:cNvCxnSpPr>
            <a:cxnSpLocks/>
          </p:cNvCxnSpPr>
          <p:nvPr/>
        </p:nvCxnSpPr>
        <p:spPr>
          <a:xfrm>
            <a:off x="9293210" y="5094042"/>
            <a:ext cx="0" cy="14565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17809CB-155F-A734-5AA5-7C88A7357355}"/>
              </a:ext>
            </a:extLst>
          </p:cNvPr>
          <p:cNvCxnSpPr>
            <a:cxnSpLocks/>
          </p:cNvCxnSpPr>
          <p:nvPr/>
        </p:nvCxnSpPr>
        <p:spPr>
          <a:xfrm>
            <a:off x="9217256" y="4930078"/>
            <a:ext cx="0" cy="163964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808043-19F3-7A07-4A26-BE200937AC33}"/>
              </a:ext>
            </a:extLst>
          </p:cNvPr>
          <p:cNvCxnSpPr/>
          <p:nvPr/>
        </p:nvCxnSpPr>
        <p:spPr>
          <a:xfrm>
            <a:off x="9264635" y="493072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BE79CB9-3B80-7B5F-7A9E-BFECDCA88A32}"/>
              </a:ext>
            </a:extLst>
          </p:cNvPr>
          <p:cNvCxnSpPr>
            <a:cxnSpLocks/>
          </p:cNvCxnSpPr>
          <p:nvPr/>
        </p:nvCxnSpPr>
        <p:spPr>
          <a:xfrm>
            <a:off x="9274160" y="4873579"/>
            <a:ext cx="762" cy="78844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538A19-6E2D-A40F-6EB4-5E7879AFF64B}"/>
              </a:ext>
            </a:extLst>
          </p:cNvPr>
          <p:cNvSpPr txBox="1"/>
          <p:nvPr/>
        </p:nvSpPr>
        <p:spPr>
          <a:xfrm>
            <a:off x="2015836" y="176645"/>
            <a:ext cx="3827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Align the boxes – make the same size</a:t>
            </a:r>
          </a:p>
        </p:txBody>
      </p:sp>
    </p:spTree>
    <p:extLst>
      <p:ext uri="{BB962C8B-B14F-4D97-AF65-F5344CB8AC3E}">
        <p14:creationId xmlns:p14="http://schemas.microsoft.com/office/powerpoint/2010/main" val="314120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68381-E661-57C4-4625-A10F8DBA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2954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873F-FDF2-2312-370C-FF4B5E2F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0EEB19-B392-6482-AB16-AD09B10F905D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3107510" y="2125788"/>
            <a:ext cx="540037" cy="32290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31B7716-4B72-FF65-AEAA-91781F4F189D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>
            <a:off x="1900478" y="2117596"/>
            <a:ext cx="534589" cy="33110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ED3585-99C4-76E0-0A21-1153F17B4A7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4123037" y="2601277"/>
            <a:ext cx="5449" cy="352233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45EBBD12-489D-A09A-9146-EC2820F0CEB5}"/>
              </a:ext>
            </a:extLst>
          </p:cNvPr>
          <p:cNvSpPr/>
          <p:nvPr/>
        </p:nvSpPr>
        <p:spPr>
          <a:xfrm>
            <a:off x="2295799" y="2309429"/>
            <a:ext cx="950979" cy="950979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EE75BA-16D3-AD1D-33B0-991A5361EB6E}"/>
              </a:ext>
            </a:extLst>
          </p:cNvPr>
          <p:cNvSpPr txBox="1"/>
          <p:nvPr/>
        </p:nvSpPr>
        <p:spPr>
          <a:xfrm>
            <a:off x="2518654" y="2600252"/>
            <a:ext cx="505268" cy="369332"/>
          </a:xfrm>
          <a:prstGeom prst="rect">
            <a:avLst/>
          </a:prstGeom>
          <a:solidFill>
            <a:srgbClr val="7BB0DF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43BFF67-6848-96DC-434D-33E0DA64C569}"/>
              </a:ext>
            </a:extLst>
          </p:cNvPr>
          <p:cNvSpPr/>
          <p:nvPr/>
        </p:nvSpPr>
        <p:spPr>
          <a:xfrm>
            <a:off x="949499" y="1642106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C441C9-1C38-F095-3FAE-3BFE3AE80556}"/>
              </a:ext>
            </a:extLst>
          </p:cNvPr>
          <p:cNvSpPr txBox="1"/>
          <p:nvPr/>
        </p:nvSpPr>
        <p:spPr>
          <a:xfrm>
            <a:off x="1185179" y="1932929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1C2F1A-71C1-B2AC-D54B-5118D5F7D290}"/>
              </a:ext>
            </a:extLst>
          </p:cNvPr>
          <p:cNvSpPr/>
          <p:nvPr/>
        </p:nvSpPr>
        <p:spPr>
          <a:xfrm>
            <a:off x="3652996" y="2953510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A5BB03-CF04-F2C2-57A8-6B6D5C2997D5}"/>
              </a:ext>
            </a:extLst>
          </p:cNvPr>
          <p:cNvSpPr txBox="1"/>
          <p:nvPr/>
        </p:nvSpPr>
        <p:spPr>
          <a:xfrm>
            <a:off x="3888676" y="3244333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B83F02-E875-1D8A-6C03-9991D753593E}"/>
              </a:ext>
            </a:extLst>
          </p:cNvPr>
          <p:cNvSpPr/>
          <p:nvPr/>
        </p:nvSpPr>
        <p:spPr>
          <a:xfrm>
            <a:off x="3647547" y="1650298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FA3694-0017-4815-1672-0E9C645F02A5}"/>
              </a:ext>
            </a:extLst>
          </p:cNvPr>
          <p:cNvSpPr txBox="1"/>
          <p:nvPr/>
        </p:nvSpPr>
        <p:spPr>
          <a:xfrm>
            <a:off x="3883227" y="1941121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A44783D-5B36-DC9D-0D75-FD697C766497}"/>
              </a:ext>
            </a:extLst>
          </p:cNvPr>
          <p:cNvSpPr/>
          <p:nvPr/>
        </p:nvSpPr>
        <p:spPr>
          <a:xfrm>
            <a:off x="944051" y="2937664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D75CB6-25F1-0810-2FF9-BCD7C78706B1}"/>
              </a:ext>
            </a:extLst>
          </p:cNvPr>
          <p:cNvSpPr txBox="1"/>
          <p:nvPr/>
        </p:nvSpPr>
        <p:spPr>
          <a:xfrm>
            <a:off x="1179731" y="3228487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1D8B6C0-B471-FAF9-983A-C1AF3518C395}"/>
              </a:ext>
            </a:extLst>
          </p:cNvPr>
          <p:cNvCxnSpPr>
            <a:cxnSpLocks/>
            <a:stCxn id="5" idx="5"/>
            <a:endCxn id="8" idx="2"/>
          </p:cNvCxnSpPr>
          <p:nvPr/>
        </p:nvCxnSpPr>
        <p:spPr>
          <a:xfrm>
            <a:off x="3107510" y="3121140"/>
            <a:ext cx="545486" cy="30786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EAD119-06F7-7275-5E3D-523FA9CA375A}"/>
              </a:ext>
            </a:extLst>
          </p:cNvPr>
          <p:cNvCxnSpPr>
            <a:cxnSpLocks/>
            <a:stCxn id="4" idx="4"/>
            <a:endCxn id="60" idx="0"/>
          </p:cNvCxnSpPr>
          <p:nvPr/>
        </p:nvCxnSpPr>
        <p:spPr>
          <a:xfrm flipH="1">
            <a:off x="1419541" y="2593085"/>
            <a:ext cx="5448" cy="34457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C780881-B29C-EDBC-68A6-0EE463DAD5BE}"/>
              </a:ext>
            </a:extLst>
          </p:cNvPr>
          <p:cNvCxnSpPr>
            <a:cxnSpLocks/>
            <a:stCxn id="5" idx="3"/>
            <a:endCxn id="60" idx="6"/>
          </p:cNvCxnSpPr>
          <p:nvPr/>
        </p:nvCxnSpPr>
        <p:spPr>
          <a:xfrm flipH="1">
            <a:off x="1895030" y="3121140"/>
            <a:ext cx="540037" cy="292014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217385E-6706-A6F8-7915-F2A359150580}"/>
              </a:ext>
            </a:extLst>
          </p:cNvPr>
          <p:cNvGrpSpPr/>
          <p:nvPr/>
        </p:nvGrpSpPr>
        <p:grpSpPr>
          <a:xfrm>
            <a:off x="-96855" y="0"/>
            <a:ext cx="1245422" cy="872642"/>
            <a:chOff x="7366107" y="2067291"/>
            <a:chExt cx="1245422" cy="87264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885CF22-584B-51AC-1293-D94D5FB14BA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7853029" y="2220406"/>
              <a:ext cx="342889" cy="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52A757-7B24-0D7C-1A60-350E229775C6}"/>
                </a:ext>
              </a:extLst>
            </p:cNvPr>
            <p:cNvSpPr/>
            <p:nvPr/>
          </p:nvSpPr>
          <p:spPr>
            <a:xfrm>
              <a:off x="7400154" y="2398700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A3360D7-A921-E485-51E2-94DB025EB52A}"/>
                </a:ext>
              </a:extLst>
            </p:cNvPr>
            <p:cNvSpPr/>
            <p:nvPr/>
          </p:nvSpPr>
          <p:spPr>
            <a:xfrm>
              <a:off x="7691933" y="2067291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2EB97AD-584D-999D-200B-D0D6D741208D}"/>
                </a:ext>
              </a:extLst>
            </p:cNvPr>
            <p:cNvSpPr/>
            <p:nvPr/>
          </p:nvSpPr>
          <p:spPr>
            <a:xfrm>
              <a:off x="8195917" y="2085098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869D5AB-6A87-B02B-3B18-081494B8F1F0}"/>
                </a:ext>
              </a:extLst>
            </p:cNvPr>
            <p:cNvSpPr/>
            <p:nvPr/>
          </p:nvSpPr>
          <p:spPr>
            <a:xfrm>
              <a:off x="7925300" y="2424825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59A889A-47AF-98F5-8E27-C25F7D77CACD}"/>
                </a:ext>
              </a:extLst>
            </p:cNvPr>
            <p:cNvSpPr/>
            <p:nvPr/>
          </p:nvSpPr>
          <p:spPr>
            <a:xfrm>
              <a:off x="8340913" y="2485055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3D2D94F-31A2-F21B-A7D4-6554EA518BBE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7631141" y="2298276"/>
              <a:ext cx="100424" cy="14005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9C177BE-1B69-877D-453B-B378D9722212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7670771" y="2275173"/>
              <a:ext cx="534834" cy="25883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310CD3E-92C9-7E5A-F089-086F1476E8FB}"/>
                </a:ext>
              </a:extLst>
            </p:cNvPr>
            <p:cNvCxnSpPr>
              <a:cxnSpLocks/>
              <a:stCxn id="11" idx="3"/>
              <a:endCxn id="12" idx="7"/>
            </p:cNvCxnSpPr>
            <p:nvPr/>
          </p:nvCxnSpPr>
          <p:spPr>
            <a:xfrm flipH="1">
              <a:off x="8156286" y="2316083"/>
              <a:ext cx="79261" cy="14837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5DC3E8-A82A-E184-F039-1D8529E22D2D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8191666" y="2584869"/>
              <a:ext cx="149247" cy="3549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C01E50B-FE52-21EB-D7EE-887B0DD69F7C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>
              <a:off x="8389653" y="2344711"/>
              <a:ext cx="86569" cy="140344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1E94ABD-2467-CF8C-C819-DF3BEC252A57}"/>
                </a:ext>
              </a:extLst>
            </p:cNvPr>
            <p:cNvSpPr/>
            <p:nvPr/>
          </p:nvSpPr>
          <p:spPr>
            <a:xfrm>
              <a:off x="7661477" y="2669317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8175402-562F-555F-971C-CB831B7D0DB0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7955757" y="2250986"/>
              <a:ext cx="424788" cy="27370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9C56EF-0AB5-5308-10B2-7988F48D891A}"/>
                </a:ext>
              </a:extLst>
            </p:cNvPr>
            <p:cNvCxnSpPr>
              <a:cxnSpLocks/>
              <a:stCxn id="7" idx="5"/>
              <a:endCxn id="19" idx="1"/>
            </p:cNvCxnSpPr>
            <p:nvPr/>
          </p:nvCxnSpPr>
          <p:spPr>
            <a:xfrm>
              <a:off x="7631141" y="2629686"/>
              <a:ext cx="69968" cy="79261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B4DC116-4C6B-96FA-22D0-F7912AC7AF7B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7670771" y="2560134"/>
              <a:ext cx="254529" cy="656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DC3B0CD-0DDD-B68C-E49F-6A66FDF5ABE1}"/>
                </a:ext>
              </a:extLst>
            </p:cNvPr>
            <p:cNvCxnSpPr>
              <a:stCxn id="9" idx="4"/>
              <a:endCxn id="19" idx="0"/>
            </p:cNvCxnSpPr>
            <p:nvPr/>
          </p:nvCxnSpPr>
          <p:spPr>
            <a:xfrm flipH="1">
              <a:off x="7796785" y="2337907"/>
              <a:ext cx="30456" cy="33140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69D7F83-C2EE-7485-F51B-6CB57B926782}"/>
                </a:ext>
              </a:extLst>
            </p:cNvPr>
            <p:cNvSpPr txBox="1"/>
            <p:nvPr/>
          </p:nvSpPr>
          <p:spPr>
            <a:xfrm>
              <a:off x="7651564" y="2078337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A5CA96A-DFEC-CCE3-4580-BC717F66B3B6}"/>
                </a:ext>
              </a:extLst>
            </p:cNvPr>
            <p:cNvSpPr txBox="1"/>
            <p:nvPr/>
          </p:nvSpPr>
          <p:spPr>
            <a:xfrm>
              <a:off x="7884159" y="2436706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F6AE0E7-2264-AD9E-0CD7-142101B3A7D4}"/>
                </a:ext>
              </a:extLst>
            </p:cNvPr>
            <p:cNvSpPr txBox="1"/>
            <p:nvPr/>
          </p:nvSpPr>
          <p:spPr>
            <a:xfrm>
              <a:off x="7366107" y="24195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2AD1FE9-8B94-4FA6-3D21-3ED029B7CDED}"/>
                </a:ext>
              </a:extLst>
            </p:cNvPr>
            <p:cNvSpPr txBox="1"/>
            <p:nvPr/>
          </p:nvSpPr>
          <p:spPr>
            <a:xfrm>
              <a:off x="7631141" y="268503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21C2B9E-5E7D-16A3-C96B-88CD2E4A7F18}"/>
                </a:ext>
              </a:extLst>
            </p:cNvPr>
            <p:cNvSpPr txBox="1"/>
            <p:nvPr/>
          </p:nvSpPr>
          <p:spPr>
            <a:xfrm>
              <a:off x="8166515" y="209797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92C1598-14A7-786A-9741-322438E8207F}"/>
                </a:ext>
              </a:extLst>
            </p:cNvPr>
            <p:cNvSpPr txBox="1"/>
            <p:nvPr/>
          </p:nvSpPr>
          <p:spPr>
            <a:xfrm>
              <a:off x="8307261" y="24956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D2</a:t>
              </a:r>
            </a:p>
          </p:txBody>
        </p:sp>
      </p:grp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1E35E0A-653A-D2EE-02E6-AE060D4E4743}"/>
              </a:ext>
            </a:extLst>
          </p:cNvPr>
          <p:cNvCxnSpPr>
            <a:cxnSpLocks/>
          </p:cNvCxnSpPr>
          <p:nvPr/>
        </p:nvCxnSpPr>
        <p:spPr>
          <a:xfrm flipV="1">
            <a:off x="7462965" y="3063729"/>
            <a:ext cx="505337" cy="28214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3C3D19-03ED-1E73-43CF-F58E3ED5640C}"/>
              </a:ext>
            </a:extLst>
          </p:cNvPr>
          <p:cNvCxnSpPr>
            <a:cxnSpLocks/>
          </p:cNvCxnSpPr>
          <p:nvPr/>
        </p:nvCxnSpPr>
        <p:spPr>
          <a:xfrm>
            <a:off x="6990637" y="2463303"/>
            <a:ext cx="0" cy="55077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EAF3C9F1-7B77-4306-8D9D-FB3FBB02BE77}"/>
              </a:ext>
            </a:extLst>
          </p:cNvPr>
          <p:cNvSpPr/>
          <p:nvPr/>
        </p:nvSpPr>
        <p:spPr>
          <a:xfrm rot="3607917">
            <a:off x="6530175" y="3005237"/>
            <a:ext cx="949246" cy="949245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88C15E-4132-B586-A0FB-F16EFC42D9CD}"/>
              </a:ext>
            </a:extLst>
          </p:cNvPr>
          <p:cNvSpPr txBox="1"/>
          <p:nvPr/>
        </p:nvSpPr>
        <p:spPr>
          <a:xfrm>
            <a:off x="6752165" y="3295193"/>
            <a:ext cx="505267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005E3B6-F898-FB1A-CD15-50C56752DB6B}"/>
              </a:ext>
            </a:extLst>
          </p:cNvPr>
          <p:cNvSpPr/>
          <p:nvPr/>
        </p:nvSpPr>
        <p:spPr>
          <a:xfrm rot="3607917">
            <a:off x="6530175" y="1508165"/>
            <a:ext cx="949246" cy="949245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846222-8550-73D4-4B69-22C513E48FD0}"/>
              </a:ext>
            </a:extLst>
          </p:cNvPr>
          <p:cNvSpPr txBox="1"/>
          <p:nvPr/>
        </p:nvSpPr>
        <p:spPr>
          <a:xfrm>
            <a:off x="6764989" y="1798121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F4E3F3C-8500-1B24-5EC2-30ED4D8E4F09}"/>
              </a:ext>
            </a:extLst>
          </p:cNvPr>
          <p:cNvSpPr/>
          <p:nvPr/>
        </p:nvSpPr>
        <p:spPr>
          <a:xfrm rot="3607917">
            <a:off x="7826065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F77D18-15CB-4CD7-B80D-02775ACA2EBD}"/>
              </a:ext>
            </a:extLst>
          </p:cNvPr>
          <p:cNvSpPr txBox="1"/>
          <p:nvPr/>
        </p:nvSpPr>
        <p:spPr>
          <a:xfrm>
            <a:off x="8060879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A43F89B-A0ED-09B2-3099-1E8F3BD5784C}"/>
              </a:ext>
            </a:extLst>
          </p:cNvPr>
          <p:cNvSpPr/>
          <p:nvPr/>
        </p:nvSpPr>
        <p:spPr>
          <a:xfrm rot="3607917">
            <a:off x="5234286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4DEE9-F042-07EC-3789-684A93AD4022}"/>
              </a:ext>
            </a:extLst>
          </p:cNvPr>
          <p:cNvSpPr txBox="1"/>
          <p:nvPr/>
        </p:nvSpPr>
        <p:spPr>
          <a:xfrm>
            <a:off x="5469100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28D1E68-3904-8240-038A-5045CC19BFCF}"/>
              </a:ext>
            </a:extLst>
          </p:cNvPr>
          <p:cNvCxnSpPr>
            <a:cxnSpLocks/>
            <a:stCxn id="52" idx="4"/>
            <a:endCxn id="48" idx="0"/>
          </p:cNvCxnSpPr>
          <p:nvPr/>
        </p:nvCxnSpPr>
        <p:spPr>
          <a:xfrm flipH="1">
            <a:off x="6120490" y="2219152"/>
            <a:ext cx="472727" cy="252015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768937-FC81-5CF8-D628-F434E5A1A2BA}"/>
              </a:ext>
            </a:extLst>
          </p:cNvPr>
          <p:cNvCxnSpPr>
            <a:cxnSpLocks/>
            <a:stCxn id="58" idx="3"/>
            <a:endCxn id="48" idx="6"/>
          </p:cNvCxnSpPr>
          <p:nvPr/>
        </p:nvCxnSpPr>
        <p:spPr>
          <a:xfrm flipH="1" flipV="1">
            <a:off x="5945273" y="3119113"/>
            <a:ext cx="601359" cy="23684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3A157C6-0489-8673-9030-E43966598F23}"/>
              </a:ext>
            </a:extLst>
          </p:cNvPr>
          <p:cNvCxnSpPr>
            <a:cxnSpLocks/>
          </p:cNvCxnSpPr>
          <p:nvPr/>
        </p:nvCxnSpPr>
        <p:spPr>
          <a:xfrm flipH="1" flipV="1">
            <a:off x="7401356" y="2252748"/>
            <a:ext cx="487751" cy="21841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3427097-1A26-61CD-30E2-37BD0B36BD9F}"/>
              </a:ext>
            </a:extLst>
          </p:cNvPr>
          <p:cNvSpPr txBox="1"/>
          <p:nvPr/>
        </p:nvSpPr>
        <p:spPr>
          <a:xfrm>
            <a:off x="80042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8C7867-7D77-22A3-0D1A-AB385FED51A9}"/>
              </a:ext>
            </a:extLst>
          </p:cNvPr>
          <p:cNvSpPr txBox="1"/>
          <p:nvPr/>
        </p:nvSpPr>
        <p:spPr>
          <a:xfrm>
            <a:off x="514795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31675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2ED6C-5191-0245-8791-07A7E07DA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DE12F5-F31B-DF96-4857-FA32F4A68994}"/>
              </a:ext>
            </a:extLst>
          </p:cNvPr>
          <p:cNvGrpSpPr/>
          <p:nvPr/>
        </p:nvGrpSpPr>
        <p:grpSpPr>
          <a:xfrm>
            <a:off x="1701472" y="1198402"/>
            <a:ext cx="6664157" cy="4603934"/>
            <a:chOff x="1701472" y="1198402"/>
            <a:chExt cx="6664157" cy="4603934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290E7DB-4953-AD5B-A411-03C6B4A209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5813" y="4125951"/>
              <a:ext cx="951036" cy="53098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9A65BED-94F1-9534-C32F-AA799E81B7C0}"/>
                </a:ext>
              </a:extLst>
            </p:cNvPr>
            <p:cNvCxnSpPr>
              <a:cxnSpLocks/>
            </p:cNvCxnSpPr>
            <p:nvPr/>
          </p:nvCxnSpPr>
          <p:spPr>
            <a:xfrm>
              <a:off x="5006899" y="2995957"/>
              <a:ext cx="0" cy="103654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2663349-2367-DCB6-1295-2CECF3CE28DB}"/>
                </a:ext>
              </a:extLst>
            </p:cNvPr>
            <p:cNvGrpSpPr/>
            <p:nvPr/>
          </p:nvGrpSpPr>
          <p:grpSpPr>
            <a:xfrm rot="3607917">
              <a:off x="4140317" y="4015870"/>
              <a:ext cx="1786466" cy="1786466"/>
              <a:chOff x="4434864" y="2393521"/>
              <a:chExt cx="1786466" cy="1786466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81CFA4A-1767-3DC2-ECAB-6A68CAB626F7}"/>
                  </a:ext>
                </a:extLst>
              </p:cNvPr>
              <p:cNvSpPr/>
              <p:nvPr/>
            </p:nvSpPr>
            <p:spPr>
              <a:xfrm>
                <a:off x="4434864" y="2393521"/>
                <a:ext cx="1786466" cy="1786466"/>
              </a:xfrm>
              <a:prstGeom prst="ellipse">
                <a:avLst/>
              </a:prstGeom>
              <a:solidFill>
                <a:srgbClr val="1B9E77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7BF45F2-A095-950A-F661-1C1B5434DDE0}"/>
                  </a:ext>
                </a:extLst>
              </p:cNvPr>
              <p:cNvSpPr txBox="1"/>
              <p:nvPr/>
            </p:nvSpPr>
            <p:spPr>
              <a:xfrm rot="17992083">
                <a:off x="4671507" y="3117477"/>
                <a:ext cx="1313180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 1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A70BC45-2990-3E3A-F407-8923BC1D4966}"/>
                </a:ext>
              </a:extLst>
            </p:cNvPr>
            <p:cNvGrpSpPr/>
            <p:nvPr/>
          </p:nvGrpSpPr>
          <p:grpSpPr>
            <a:xfrm rot="3607917">
              <a:off x="4140317" y="1198402"/>
              <a:ext cx="1786466" cy="1786466"/>
              <a:chOff x="335340" y="1475579"/>
              <a:chExt cx="1786466" cy="178646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C01AC21-40A7-3138-CE07-74183BA1D124}"/>
                  </a:ext>
                </a:extLst>
              </p:cNvPr>
              <p:cNvSpPr/>
              <p:nvPr/>
            </p:nvSpPr>
            <p:spPr>
              <a:xfrm>
                <a:off x="335340" y="1475579"/>
                <a:ext cx="1786466" cy="1786466"/>
              </a:xfrm>
              <a:prstGeom prst="ellipse">
                <a:avLst/>
              </a:prstGeom>
              <a:solidFill>
                <a:srgbClr val="D95F02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FA8F205-9443-757A-ECD9-3BD0622D085A}"/>
                  </a:ext>
                </a:extLst>
              </p:cNvPr>
              <p:cNvSpPr txBox="1"/>
              <p:nvPr/>
            </p:nvSpPr>
            <p:spPr>
              <a:xfrm rot="17992083">
                <a:off x="497187" y="2199535"/>
                <a:ext cx="1462773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Type 1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DEF0A3C-4B6D-046C-64A4-AEEFE79D8781}"/>
                </a:ext>
              </a:extLst>
            </p:cNvPr>
            <p:cNvGrpSpPr/>
            <p:nvPr/>
          </p:nvGrpSpPr>
          <p:grpSpPr>
            <a:xfrm rot="3607917">
              <a:off x="6579163" y="2562359"/>
              <a:ext cx="1786466" cy="1786466"/>
              <a:chOff x="6446720" y="996493"/>
              <a:chExt cx="1786466" cy="1786466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E36C8FD-A680-9F1B-E0A6-B1E019155DDC}"/>
                  </a:ext>
                </a:extLst>
              </p:cNvPr>
              <p:cNvSpPr/>
              <p:nvPr/>
            </p:nvSpPr>
            <p:spPr>
              <a:xfrm>
                <a:off x="6446720" y="996493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9507B36-D7E1-119A-C1F0-3A75D9FC378E}"/>
                  </a:ext>
                </a:extLst>
              </p:cNvPr>
              <p:cNvSpPr txBox="1"/>
              <p:nvPr/>
            </p:nvSpPr>
            <p:spPr>
              <a:xfrm rot="17992083">
                <a:off x="6456956" y="1597339"/>
                <a:ext cx="1765996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2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1F678A-1340-DC02-EFA9-FF8705F95CE9}"/>
                </a:ext>
              </a:extLst>
            </p:cNvPr>
            <p:cNvGrpSpPr/>
            <p:nvPr/>
          </p:nvGrpSpPr>
          <p:grpSpPr>
            <a:xfrm rot="3607917">
              <a:off x="1701472" y="2562359"/>
              <a:ext cx="1786466" cy="1786466"/>
              <a:chOff x="2088397" y="3388191"/>
              <a:chExt cx="1786466" cy="178646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6048206-D399-99DB-5C12-DD3E3F8442AD}"/>
                  </a:ext>
                </a:extLst>
              </p:cNvPr>
              <p:cNvSpPr/>
              <p:nvPr/>
            </p:nvSpPr>
            <p:spPr>
              <a:xfrm>
                <a:off x="2088397" y="3388191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336472-BC9F-598C-8632-FA9DE6632C6C}"/>
                  </a:ext>
                </a:extLst>
              </p:cNvPr>
              <p:cNvSpPr txBox="1"/>
              <p:nvPr/>
            </p:nvSpPr>
            <p:spPr>
              <a:xfrm rot="17992083">
                <a:off x="2098632" y="3989038"/>
                <a:ext cx="1765997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1</a:t>
                </a:r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DBB103A-828B-8947-8B71-BCFA45BC30D4}"/>
                </a:ext>
              </a:extLst>
            </p:cNvPr>
            <p:cNvCxnSpPr>
              <a:cxnSpLocks/>
              <a:stCxn id="4" idx="4"/>
              <a:endCxn id="60" idx="0"/>
            </p:cNvCxnSpPr>
            <p:nvPr/>
          </p:nvCxnSpPr>
          <p:spPr>
            <a:xfrm flipH="1">
              <a:off x="3369294" y="2536469"/>
              <a:ext cx="889667" cy="4742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38A8972-902C-196C-BF2A-48BA24B5BFF4}"/>
                </a:ext>
              </a:extLst>
            </p:cNvPr>
            <p:cNvCxnSpPr>
              <a:cxnSpLocks/>
              <a:stCxn id="5" idx="3"/>
              <a:endCxn id="60" idx="6"/>
            </p:cNvCxnSpPr>
            <p:nvPr/>
          </p:nvCxnSpPr>
          <p:spPr>
            <a:xfrm flipH="1" flipV="1">
              <a:off x="3039539" y="4230181"/>
              <a:ext cx="1131749" cy="44575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F5820E-802A-A503-AD3A-86079155FE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9866" y="2599697"/>
              <a:ext cx="917940" cy="411061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280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2CD3B3E-745D-B076-CF9B-FA702753A754}"/>
              </a:ext>
            </a:extLst>
          </p:cNvPr>
          <p:cNvGrpSpPr/>
          <p:nvPr/>
        </p:nvGrpSpPr>
        <p:grpSpPr>
          <a:xfrm>
            <a:off x="1346200" y="868677"/>
            <a:ext cx="7996856" cy="5760721"/>
            <a:chOff x="1346200" y="868677"/>
            <a:chExt cx="7996856" cy="576072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F35A27E-6171-0969-8872-16103102C5B0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>
              <a:off x="4335833" y="1879462"/>
              <a:ext cx="2263565" cy="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2BCFE-97DB-CF6F-1B05-B4E54AE0660E}"/>
                </a:ext>
              </a:extLst>
            </p:cNvPr>
            <p:cNvSpPr/>
            <p:nvPr/>
          </p:nvSpPr>
          <p:spPr>
            <a:xfrm>
              <a:off x="1346200" y="3056466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411326E-3B9D-FE46-C21B-0EBEBB85089E}"/>
                </a:ext>
              </a:extLst>
            </p:cNvPr>
            <p:cNvSpPr/>
            <p:nvPr/>
          </p:nvSpPr>
          <p:spPr>
            <a:xfrm>
              <a:off x="3272367" y="868677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CF849-5E94-B060-6EFF-1848CB990FCE}"/>
                </a:ext>
              </a:extLst>
            </p:cNvPr>
            <p:cNvSpPr/>
            <p:nvPr/>
          </p:nvSpPr>
          <p:spPr>
            <a:xfrm>
              <a:off x="6599398" y="986229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EE5FC92-AECA-86DB-8A9B-BA7950E68A86}"/>
                </a:ext>
              </a:extLst>
            </p:cNvPr>
            <p:cNvSpPr/>
            <p:nvPr/>
          </p:nvSpPr>
          <p:spPr>
            <a:xfrm>
              <a:off x="4812932" y="3228929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3D323DE-2087-783E-CBCB-6A68E46AB112}"/>
                </a:ext>
              </a:extLst>
            </p:cNvPr>
            <p:cNvSpPr/>
            <p:nvPr/>
          </p:nvSpPr>
          <p:spPr>
            <a:xfrm>
              <a:off x="7556590" y="3626534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5C595E-3B8A-3816-F499-DD49EBCCA0C2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2871044" y="2393521"/>
              <a:ext cx="662945" cy="924567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C5EEF5-8B42-D844-A517-22A11C616AA5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 flipV="1">
              <a:off x="3132666" y="2241007"/>
              <a:ext cx="3530691" cy="1708692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6D3E235-115C-B4BD-C7E7-D0450D4D1ED3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6337776" y="2511073"/>
              <a:ext cx="523244" cy="979478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1F0DC5D-841B-70EE-080D-C64550C34FF5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6571338" y="4285458"/>
              <a:ext cx="985252" cy="23430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8CC4470-EC80-0FD0-8D68-B9615B1978F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7878341" y="2700059"/>
              <a:ext cx="571482" cy="92647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4BEB753-DD21-0F70-4F84-5355211F53CD}"/>
                </a:ext>
              </a:extLst>
            </p:cNvPr>
            <p:cNvSpPr txBox="1"/>
            <p:nvPr/>
          </p:nvSpPr>
          <p:spPr>
            <a:xfrm>
              <a:off x="3509010" y="1592633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ECECEE-7D60-C1C2-7C5C-47FED5771A06}"/>
                </a:ext>
              </a:extLst>
            </p:cNvPr>
            <p:cNvSpPr txBox="1"/>
            <p:nvPr/>
          </p:nvSpPr>
          <p:spPr>
            <a:xfrm>
              <a:off x="5049575" y="3952885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5E68D85-AE3D-A608-0CC4-971ABCA4484B}"/>
                </a:ext>
              </a:extLst>
            </p:cNvPr>
            <p:cNvSpPr txBox="1"/>
            <p:nvPr/>
          </p:nvSpPr>
          <p:spPr>
            <a:xfrm>
              <a:off x="1508047" y="3780422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4DBBBD1-CE54-7EAA-ABC9-745976A2CB64}"/>
                </a:ext>
              </a:extLst>
            </p:cNvPr>
            <p:cNvSpPr txBox="1"/>
            <p:nvPr/>
          </p:nvSpPr>
          <p:spPr>
            <a:xfrm>
              <a:off x="7718437" y="4350490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B33402E-5907-577B-2AAC-90B66F2EBE1F}"/>
                </a:ext>
              </a:extLst>
            </p:cNvPr>
            <p:cNvSpPr txBox="1"/>
            <p:nvPr/>
          </p:nvSpPr>
          <p:spPr>
            <a:xfrm>
              <a:off x="6609634" y="1587075"/>
              <a:ext cx="1765996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2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5B66899-3CE3-2719-7F4D-B182ADE85395}"/>
                </a:ext>
              </a:extLst>
            </p:cNvPr>
            <p:cNvSpPr/>
            <p:nvPr/>
          </p:nvSpPr>
          <p:spPr>
            <a:xfrm>
              <a:off x="3071312" y="4842932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BFC83B1-1FDA-04AC-2304-3D9130EAD0A8}"/>
                </a:ext>
              </a:extLst>
            </p:cNvPr>
            <p:cNvSpPr txBox="1"/>
            <p:nvPr/>
          </p:nvSpPr>
          <p:spPr>
            <a:xfrm>
              <a:off x="3081547" y="5443778"/>
              <a:ext cx="1765997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1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DDAAA43-5150-B72D-41E5-940B0E056425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5013987" y="2081330"/>
              <a:ext cx="2804225" cy="1806826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760272C-408F-8042-A0E5-B127ADB96089}"/>
                </a:ext>
              </a:extLst>
            </p:cNvPr>
            <p:cNvCxnSpPr>
              <a:cxnSpLocks/>
              <a:stCxn id="4" idx="5"/>
              <a:endCxn id="60" idx="1"/>
            </p:cNvCxnSpPr>
            <p:nvPr/>
          </p:nvCxnSpPr>
          <p:spPr>
            <a:xfrm>
              <a:off x="2871044" y="4581310"/>
              <a:ext cx="461890" cy="523244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9871F80-C0C6-5976-E20F-66B00860E0E1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3132666" y="4122162"/>
              <a:ext cx="1680266" cy="43303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ABF9C0-DDC7-0078-AD49-2324A8742274}"/>
                </a:ext>
              </a:extLst>
            </p:cNvPr>
            <p:cNvCxnSpPr>
              <a:stCxn id="5" idx="4"/>
              <a:endCxn id="60" idx="0"/>
            </p:cNvCxnSpPr>
            <p:nvPr/>
          </p:nvCxnSpPr>
          <p:spPr>
            <a:xfrm flipH="1">
              <a:off x="3964545" y="2655143"/>
              <a:ext cx="201055" cy="21877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3395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4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35962</TotalTime>
  <Words>1337</Words>
  <Application>Microsoft Macintosh PowerPoint</Application>
  <PresentationFormat>Widescreen</PresentationFormat>
  <Paragraphs>666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Aeonik</vt:lpstr>
      <vt:lpstr>Aptos</vt:lpstr>
      <vt:lpstr>Aptos Display</vt:lpstr>
      <vt:lpstr>Arial</vt:lpstr>
      <vt:lpstr>Cambria Math</vt:lpstr>
      <vt:lpstr>Helvetica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82</cp:revision>
  <dcterms:created xsi:type="dcterms:W3CDTF">2025-03-14T14:53:01Z</dcterms:created>
  <dcterms:modified xsi:type="dcterms:W3CDTF">2025-12-16T10:25:06Z</dcterms:modified>
</cp:coreProperties>
</file>